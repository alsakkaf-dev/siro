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Arimo" panose="020B0604020202020204" charset="0"/>
      <p:regular r:id="rId21"/>
      <p:bold r:id="rId22"/>
      <p:italic r:id="rId23"/>
      <p:bold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Poppins" panose="00000500000000000000" pitchFamily="2" charset="0"/>
      <p:regular r:id="rId29"/>
      <p:bold r:id="rId30"/>
      <p:italic r:id="rId31"/>
      <p:boldItalic r:id="rId32"/>
    </p:embeddedFont>
    <p:embeddedFont>
      <p:font typeface="Poppins Medium" panose="000006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hp7qfgU6kdRNpDoTrnKtk/uF3L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viewProps" Target="viewProp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8" name="Google Shape;2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9" name="Google Shape;2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4" name="Google Shape;3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3" name="Google Shape;32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" name="Google Shape;3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">
  <p:cSld name="intr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9" y="0"/>
            <a:ext cx="873652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0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346" y="943365"/>
            <a:ext cx="1963312" cy="66402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0"/>
          <p:cNvSpPr>
            <a:spLocks noGrp="1"/>
          </p:cNvSpPr>
          <p:nvPr>
            <p:ph type="pic" idx="2"/>
          </p:nvPr>
        </p:nvSpPr>
        <p:spPr>
          <a:xfrm>
            <a:off x="7093358" y="-16187"/>
            <a:ext cx="5097012" cy="688096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1">
  <p:cSld name="Layout_0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1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title"/>
          </p:nvPr>
        </p:nvSpPr>
        <p:spPr>
          <a:xfrm>
            <a:off x="4612640" y="921703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/>
          <p:nvPr/>
        </p:nvSpPr>
        <p:spPr>
          <a:xfrm rot="10800000">
            <a:off x="-1" y="1719943"/>
            <a:ext cx="622301" cy="309558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Google Shape;26;p21"/>
          <p:cNvSpPr txBox="1">
            <a:spLocks noGrp="1"/>
          </p:cNvSpPr>
          <p:nvPr>
            <p:ph type="body" idx="1"/>
          </p:nvPr>
        </p:nvSpPr>
        <p:spPr>
          <a:xfrm>
            <a:off x="4612641" y="2573973"/>
            <a:ext cx="7081520" cy="262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>
            <a:spLocks noGrp="1"/>
          </p:cNvSpPr>
          <p:nvPr>
            <p:ph type="pic" idx="2"/>
          </p:nvPr>
        </p:nvSpPr>
        <p:spPr>
          <a:xfrm>
            <a:off x="1228724" y="921703"/>
            <a:ext cx="2905785" cy="4278630"/>
          </a:xfrm>
          <a:prstGeom prst="rect">
            <a:avLst/>
          </a:prstGeom>
          <a:noFill/>
          <a:ln>
            <a:noFill/>
          </a:ln>
        </p:spPr>
      </p:sp>
      <p:pic>
        <p:nvPicPr>
          <p:cNvPr id="28" name="Google Shape;28;p21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_layout_02">
  <p:cSld name="1_blank_layout_0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" name="Google Shape;31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2"/>
          <p:cNvSpPr/>
          <p:nvPr/>
        </p:nvSpPr>
        <p:spPr>
          <a:xfrm rot="10800000">
            <a:off x="120965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3;p22"/>
          <p:cNvSpPr/>
          <p:nvPr/>
        </p:nvSpPr>
        <p:spPr>
          <a:xfrm rot="10800000">
            <a:off x="12096718" y="3139623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" name="Google Shape;34;p22"/>
          <p:cNvSpPr/>
          <p:nvPr/>
        </p:nvSpPr>
        <p:spPr>
          <a:xfrm rot="10800000">
            <a:off x="12096521" y="3654629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Google Shape;35;p22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name="adj" fmla="val 50000"/>
            </a:avLst>
          </a:prstGeom>
          <a:solidFill>
            <a:srgbClr val="BFBFBF">
              <a:alpha val="549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tro">
  <p:cSld name="1_intro">
    <p:bg>
      <p:bgPr>
        <a:solidFill>
          <a:srgbClr val="2C2C2C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52000">
                <a:schemeClr val="lt1"/>
              </a:gs>
              <a:gs pos="82000">
                <a:srgbClr val="F2F2F2"/>
              </a:gs>
              <a:gs pos="100000">
                <a:schemeClr val="lt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23"/>
          <p:cNvSpPr>
            <a:spLocks noGrp="1"/>
          </p:cNvSpPr>
          <p:nvPr>
            <p:ph type="pic" idx="2"/>
          </p:nvPr>
        </p:nvSpPr>
        <p:spPr>
          <a:xfrm>
            <a:off x="4527052" y="-39938"/>
            <a:ext cx="7679193" cy="7005082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23"/>
          <p:cNvSpPr/>
          <p:nvPr/>
        </p:nvSpPr>
        <p:spPr>
          <a:xfrm>
            <a:off x="876629" y="-15775"/>
            <a:ext cx="7686809" cy="6857999"/>
          </a:xfrm>
          <a:custGeom>
            <a:avLst/>
            <a:gdLst/>
            <a:ahLst/>
            <a:cxnLst/>
            <a:rect l="l" t="t" r="r" b="b"/>
            <a:pathLst>
              <a:path w="10000" h="10000" extrusionOk="0">
                <a:moveTo>
                  <a:pt x="0" y="6404"/>
                </a:moveTo>
                <a:lnTo>
                  <a:pt x="0" y="10000"/>
                </a:lnTo>
                <a:lnTo>
                  <a:pt x="4844" y="10000"/>
                </a:lnTo>
                <a:lnTo>
                  <a:pt x="10000" y="0"/>
                </a:lnTo>
                <a:lnTo>
                  <a:pt x="3033" y="0"/>
                </a:lnTo>
                <a:lnTo>
                  <a:pt x="0" y="6404"/>
                </a:lnTo>
                <a:close/>
              </a:path>
            </a:pathLst>
          </a:custGeom>
          <a:gradFill>
            <a:gsLst>
              <a:gs pos="0">
                <a:srgbClr val="2C2C2C"/>
              </a:gs>
              <a:gs pos="5000">
                <a:srgbClr val="2C2C2C"/>
              </a:gs>
              <a:gs pos="62000">
                <a:srgbClr val="989898"/>
              </a:gs>
              <a:gs pos="100000">
                <a:srgbClr val="7F7F7F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23"/>
          <p:cNvSpPr/>
          <p:nvPr/>
        </p:nvSpPr>
        <p:spPr>
          <a:xfrm>
            <a:off x="-32223" y="-14401"/>
            <a:ext cx="8108976" cy="6902576"/>
          </a:xfrm>
          <a:custGeom>
            <a:avLst/>
            <a:gdLst/>
            <a:ahLst/>
            <a:cxnLst/>
            <a:rect l="l" t="t" r="r" b="b"/>
            <a:pathLst>
              <a:path w="13036" h="10065" extrusionOk="0">
                <a:moveTo>
                  <a:pt x="8" y="0"/>
                </a:moveTo>
                <a:lnTo>
                  <a:pt x="13036" y="26"/>
                </a:lnTo>
                <a:lnTo>
                  <a:pt x="6689" y="10065"/>
                </a:lnTo>
                <a:lnTo>
                  <a:pt x="0" y="10044"/>
                </a:lnTo>
                <a:cubicBezTo>
                  <a:pt x="17" y="6703"/>
                  <a:pt x="-9" y="3341"/>
                  <a:pt x="8" y="0"/>
                </a:cubicBezTo>
                <a:close/>
              </a:path>
            </a:pathLst>
          </a:custGeom>
          <a:gradFill>
            <a:gsLst>
              <a:gs pos="0">
                <a:srgbClr val="3F3F3F"/>
              </a:gs>
              <a:gs pos="52000">
                <a:srgbClr val="3F3F3F"/>
              </a:gs>
              <a:gs pos="82000">
                <a:srgbClr val="5A5A5A"/>
              </a:gs>
              <a:gs pos="100000">
                <a:srgbClr val="5F5F5F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23"/>
          <p:cNvSpPr/>
          <p:nvPr/>
        </p:nvSpPr>
        <p:spPr>
          <a:xfrm>
            <a:off x="2209176" y="3456710"/>
            <a:ext cx="4299176" cy="3429000"/>
          </a:xfrm>
          <a:custGeom>
            <a:avLst/>
            <a:gdLst/>
            <a:ahLst/>
            <a:cxnLst/>
            <a:rect l="l" t="t" r="r" b="b"/>
            <a:pathLst>
              <a:path w="499" h="398" extrusionOk="0">
                <a:moveTo>
                  <a:pt x="499" y="0"/>
                </a:moveTo>
                <a:lnTo>
                  <a:pt x="226" y="0"/>
                </a:lnTo>
                <a:lnTo>
                  <a:pt x="0" y="398"/>
                </a:lnTo>
                <a:lnTo>
                  <a:pt x="273" y="398"/>
                </a:lnTo>
                <a:lnTo>
                  <a:pt x="499" y="0"/>
                </a:lnTo>
                <a:close/>
              </a:path>
            </a:pathLst>
          </a:custGeom>
          <a:gradFill>
            <a:gsLst>
              <a:gs pos="0">
                <a:srgbClr val="595959"/>
              </a:gs>
              <a:gs pos="68000">
                <a:srgbClr val="989898"/>
              </a:gs>
              <a:gs pos="100000">
                <a:srgbClr val="BFBFB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23"/>
          <p:cNvSpPr/>
          <p:nvPr/>
        </p:nvSpPr>
        <p:spPr>
          <a:xfrm>
            <a:off x="3960220" y="3450562"/>
            <a:ext cx="2619136" cy="3429000"/>
          </a:xfrm>
          <a:custGeom>
            <a:avLst/>
            <a:gdLst/>
            <a:ahLst/>
            <a:cxnLst/>
            <a:rect l="l" t="t" r="r" b="b"/>
            <a:pathLst>
              <a:path w="304" h="398" extrusionOk="0">
                <a:moveTo>
                  <a:pt x="0" y="398"/>
                </a:moveTo>
                <a:lnTo>
                  <a:pt x="74" y="398"/>
                </a:lnTo>
                <a:lnTo>
                  <a:pt x="304" y="0"/>
                </a:lnTo>
                <a:lnTo>
                  <a:pt x="223" y="0"/>
                </a:lnTo>
                <a:lnTo>
                  <a:pt x="0" y="398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" name="Google Shape;43;p23"/>
          <p:cNvSpPr/>
          <p:nvPr/>
        </p:nvSpPr>
        <p:spPr>
          <a:xfrm>
            <a:off x="10367888" y="3713311"/>
            <a:ext cx="1835121" cy="3144689"/>
          </a:xfrm>
          <a:custGeom>
            <a:avLst/>
            <a:gdLst/>
            <a:ahLst/>
            <a:cxnLst/>
            <a:rect l="l" t="t" r="r" b="b"/>
            <a:pathLst>
              <a:path w="213" h="365" extrusionOk="0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" name="Google Shape;44;p23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097" y="970721"/>
            <a:ext cx="1963312" cy="66402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3"/>
          <p:cNvSpPr/>
          <p:nvPr/>
        </p:nvSpPr>
        <p:spPr>
          <a:xfrm rot="175485">
            <a:off x="1821520" y="4675411"/>
            <a:ext cx="2314796" cy="2272379"/>
          </a:xfrm>
          <a:custGeom>
            <a:avLst/>
            <a:gdLst/>
            <a:ahLst/>
            <a:cxnLst/>
            <a:rect l="l" t="t" r="r" b="b"/>
            <a:pathLst>
              <a:path w="2314796" h="2272379" extrusionOk="0">
                <a:moveTo>
                  <a:pt x="0" y="2272379"/>
                </a:moveTo>
                <a:lnTo>
                  <a:pt x="1183658" y="0"/>
                </a:lnTo>
                <a:lnTo>
                  <a:pt x="2314796" y="0"/>
                </a:lnTo>
                <a:lnTo>
                  <a:pt x="1226913" y="2162664"/>
                </a:lnTo>
                <a:lnTo>
                  <a:pt x="0" y="2272379"/>
                </a:lnTo>
                <a:close/>
              </a:path>
            </a:pathLst>
          </a:custGeom>
          <a:solidFill>
            <a:srgbClr val="BFBFBF">
              <a:alpha val="1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23"/>
          <p:cNvSpPr/>
          <p:nvPr/>
        </p:nvSpPr>
        <p:spPr>
          <a:xfrm rot="10800000">
            <a:off x="0" y="5616"/>
            <a:ext cx="1317018" cy="2121303"/>
          </a:xfrm>
          <a:custGeom>
            <a:avLst/>
            <a:gdLst/>
            <a:ahLst/>
            <a:cxnLst/>
            <a:rect l="l" t="t" r="r" b="b"/>
            <a:pathLst>
              <a:path w="213" h="365" extrusionOk="0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" name="Google Shape;47;p23"/>
          <p:cNvSpPr/>
          <p:nvPr/>
        </p:nvSpPr>
        <p:spPr>
          <a:xfrm>
            <a:off x="10469449" y="3095152"/>
            <a:ext cx="1758053" cy="3140035"/>
          </a:xfrm>
          <a:custGeom>
            <a:avLst/>
            <a:gdLst/>
            <a:ahLst/>
            <a:cxnLst/>
            <a:rect l="l" t="t" r="r" b="b"/>
            <a:pathLst>
              <a:path w="6254" h="8532" extrusionOk="0">
                <a:moveTo>
                  <a:pt x="0" y="8532"/>
                </a:moveTo>
                <a:lnTo>
                  <a:pt x="2434" y="8532"/>
                </a:lnTo>
                <a:lnTo>
                  <a:pt x="6254" y="3388"/>
                </a:lnTo>
                <a:cubicBezTo>
                  <a:pt x="6237" y="2259"/>
                  <a:pt x="6219" y="1129"/>
                  <a:pt x="6202" y="0"/>
                </a:cubicBezTo>
                <a:lnTo>
                  <a:pt x="0" y="8532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layout_02">
  <p:cSld name="blank_layout_0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" name="Google Shape;50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4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name="adj" fmla="val 50000"/>
            </a:avLst>
          </a:prstGeom>
          <a:solidFill>
            <a:srgbClr val="BFBFBF">
              <a:alpha val="431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" name="Google Shape;52;p24"/>
          <p:cNvSpPr/>
          <p:nvPr/>
        </p:nvSpPr>
        <p:spPr>
          <a:xfrm rot="10800000">
            <a:off x="2093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" name="Google Shape;53;p24"/>
          <p:cNvSpPr/>
          <p:nvPr/>
        </p:nvSpPr>
        <p:spPr>
          <a:xfrm rot="10800000">
            <a:off x="209518" y="3139623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Google Shape;54;p24"/>
          <p:cNvSpPr/>
          <p:nvPr/>
        </p:nvSpPr>
        <p:spPr>
          <a:xfrm rot="10800000">
            <a:off x="209321" y="3654629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5" name="Google Shape;55;p2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4">
  <p:cSld name="Layout_04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5"/>
          <p:cNvSpPr/>
          <p:nvPr/>
        </p:nvSpPr>
        <p:spPr>
          <a:xfrm>
            <a:off x="729342" y="0"/>
            <a:ext cx="4285887" cy="62375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25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grpSp>
        <p:nvGrpSpPr>
          <p:cNvPr id="61" name="Google Shape;61;p25"/>
          <p:cNvGrpSpPr/>
          <p:nvPr/>
        </p:nvGrpSpPr>
        <p:grpSpPr>
          <a:xfrm>
            <a:off x="2561933" y="419857"/>
            <a:ext cx="613993" cy="75107"/>
            <a:chOff x="-1587" y="4763"/>
            <a:chExt cx="300037" cy="42862"/>
          </a:xfrm>
        </p:grpSpPr>
        <p:sp>
          <p:nvSpPr>
            <p:cNvPr id="62" name="Google Shape;62;p25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" name="Google Shape;63;p25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4" name="Google Shape;64;p25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5" name="Google Shape;65;p25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1008176" y="2103437"/>
            <a:ext cx="38157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3">
  <p:cSld name="Layout_03">
    <p:bg>
      <p:bgPr>
        <a:solidFill>
          <a:srgbClr val="C04C4C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/>
          <p:nvPr/>
        </p:nvSpPr>
        <p:spPr>
          <a:xfrm rot="-8100000">
            <a:off x="2009576" y="3640922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352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26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71" name="Google Shape;71;p26"/>
          <p:cNvSpPr/>
          <p:nvPr/>
        </p:nvSpPr>
        <p:spPr>
          <a:xfrm>
            <a:off x="7293428" y="0"/>
            <a:ext cx="4365171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431800" dist="508000" dir="7860000" algn="r" rotWithShape="0">
              <a:srgbClr val="000000">
                <a:alpha val="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2" name="Google Shape;72;p26"/>
          <p:cNvGrpSpPr/>
          <p:nvPr/>
        </p:nvGrpSpPr>
        <p:grpSpPr>
          <a:xfrm rot="10800000">
            <a:off x="9169016" y="6004017"/>
            <a:ext cx="613993" cy="75107"/>
            <a:chOff x="-1587" y="4763"/>
            <a:chExt cx="300037" cy="42862"/>
          </a:xfrm>
        </p:grpSpPr>
        <p:sp>
          <p:nvSpPr>
            <p:cNvPr id="73" name="Google Shape;73;p26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" name="Google Shape;74;p26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5" name="Google Shape;75;p26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6" name="Google Shape;76;p26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77" name="Google Shape;77;p26"/>
          <p:cNvSpPr txBox="1">
            <a:spLocks noGrp="1"/>
          </p:cNvSpPr>
          <p:nvPr>
            <p:ph type="title"/>
          </p:nvPr>
        </p:nvSpPr>
        <p:spPr>
          <a:xfrm>
            <a:off x="326572" y="1388382"/>
            <a:ext cx="667294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Medium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/>
          <p:nvPr/>
        </p:nvSpPr>
        <p:spPr>
          <a:xfrm rot="-5400000">
            <a:off x="5061976" y="2610139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352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5">
  <p:cSld name="Layout_05">
    <p:bg>
      <p:bgPr>
        <a:solidFill>
          <a:srgbClr val="C04C4C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7"/>
          <p:cNvSpPr/>
          <p:nvPr/>
        </p:nvSpPr>
        <p:spPr>
          <a:xfrm rot="10800000">
            <a:off x="11064240" y="0"/>
            <a:ext cx="1127760" cy="1447800"/>
          </a:xfrm>
          <a:custGeom>
            <a:avLst/>
            <a:gdLst/>
            <a:ahLst/>
            <a:cxnLst/>
            <a:rect l="l" t="t" r="r" b="b"/>
            <a:pathLst>
              <a:path w="10001" h="10000" extrusionOk="0">
                <a:moveTo>
                  <a:pt x="30" y="0"/>
                </a:moveTo>
                <a:lnTo>
                  <a:pt x="10001" y="9971"/>
                </a:lnTo>
                <a:lnTo>
                  <a:pt x="1255" y="10000"/>
                </a:lnTo>
                <a:cubicBezTo>
                  <a:pt x="-92" y="10000"/>
                  <a:pt x="1" y="9419"/>
                  <a:pt x="1" y="8750"/>
                </a:cubicBezTo>
                <a:cubicBezTo>
                  <a:pt x="11" y="5833"/>
                  <a:pt x="20" y="2917"/>
                  <a:pt x="30" y="0"/>
                </a:cubicBezTo>
                <a:close/>
              </a:path>
            </a:pathLst>
          </a:cu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27"/>
          <p:cNvSpPr/>
          <p:nvPr/>
        </p:nvSpPr>
        <p:spPr>
          <a:xfrm>
            <a:off x="0" y="0"/>
            <a:ext cx="5148943" cy="6858000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rgbClr val="CBCBC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457200" dist="215900" sx="96000" sy="960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title"/>
          </p:nvPr>
        </p:nvSpPr>
        <p:spPr>
          <a:xfrm>
            <a:off x="500742" y="1286581"/>
            <a:ext cx="416922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Medium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>
            <a:spLocks noGrp="1"/>
          </p:cNvSpPr>
          <p:nvPr>
            <p:ph type="pic" idx="2"/>
          </p:nvPr>
        </p:nvSpPr>
        <p:spPr>
          <a:xfrm>
            <a:off x="8752114" y="733425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27"/>
          <p:cNvSpPr>
            <a:spLocks noGrp="1"/>
          </p:cNvSpPr>
          <p:nvPr>
            <p:ph type="pic" idx="3"/>
          </p:nvPr>
        </p:nvSpPr>
        <p:spPr>
          <a:xfrm>
            <a:off x="5595258" y="733425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27"/>
          <p:cNvSpPr>
            <a:spLocks noGrp="1"/>
          </p:cNvSpPr>
          <p:nvPr>
            <p:ph type="pic" idx="4"/>
          </p:nvPr>
        </p:nvSpPr>
        <p:spPr>
          <a:xfrm>
            <a:off x="8752114" y="3244668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7"/>
          <p:cNvSpPr>
            <a:spLocks noGrp="1"/>
          </p:cNvSpPr>
          <p:nvPr>
            <p:ph type="pic" idx="5"/>
          </p:nvPr>
        </p:nvSpPr>
        <p:spPr>
          <a:xfrm>
            <a:off x="5595258" y="3244668"/>
            <a:ext cx="2939143" cy="2363380"/>
          </a:xfrm>
          <a:prstGeom prst="rect">
            <a:avLst/>
          </a:prstGeom>
          <a:noFill/>
          <a:ln>
            <a:noFill/>
          </a:ln>
        </p:spPr>
      </p:sp>
      <p:pic>
        <p:nvPicPr>
          <p:cNvPr id="89" name="Google Shape;89;p27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6">
  <p:cSld name="Layout_06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8"/>
          <p:cNvSpPr/>
          <p:nvPr/>
        </p:nvSpPr>
        <p:spPr>
          <a:xfrm>
            <a:off x="0" y="0"/>
            <a:ext cx="4539343" cy="6126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28"/>
          <p:cNvSpPr txBox="1">
            <a:spLocks noGrp="1"/>
          </p:cNvSpPr>
          <p:nvPr>
            <p:ph type="title"/>
          </p:nvPr>
        </p:nvSpPr>
        <p:spPr>
          <a:xfrm>
            <a:off x="6151338" y="2766217"/>
            <a:ext cx="582294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grpSp>
        <p:nvGrpSpPr>
          <p:cNvPr id="96" name="Google Shape;96;p28"/>
          <p:cNvGrpSpPr/>
          <p:nvPr/>
        </p:nvGrpSpPr>
        <p:grpSpPr>
          <a:xfrm>
            <a:off x="580088" y="1982368"/>
            <a:ext cx="5265908" cy="2893260"/>
            <a:chOff x="-548507" y="477868"/>
            <a:chExt cx="11570449" cy="6357177"/>
          </a:xfrm>
        </p:grpSpPr>
        <p:sp>
          <p:nvSpPr>
            <p:cNvPr id="97" name="Google Shape;97;p28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/>
              <a:ahLst/>
              <a:cxnLst/>
              <a:rect l="l" t="t" r="r" b="b"/>
              <a:pathLst>
                <a:path w="1657350" h="57150" extrusionOk="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8" name="Google Shape;98;p28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/>
              <a:ahLst/>
              <a:cxnLst/>
              <a:rect l="l" t="t" r="r" b="b"/>
              <a:pathLst>
                <a:path w="1314450" h="857250" extrusionOk="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9" name="Google Shape;99;p28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/>
              <a:ahLst/>
              <a:cxnLst/>
              <a:rect l="l" t="t" r="r" b="b"/>
              <a:pathLst>
                <a:path w="1200150" h="733425" extrusionOk="0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0" name="Google Shape;100;p28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/>
              <a:ahLst/>
              <a:cxnLst/>
              <a:rect l="l" t="t" r="r" b="b"/>
              <a:pathLst>
                <a:path w="1676400" h="66675" extrusionOk="0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1" name="Google Shape;101;p28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/>
              <a:ahLst/>
              <a:cxnLst/>
              <a:rect l="l" t="t" r="r" b="b"/>
              <a:pathLst>
                <a:path w="1618413" h="184076" extrusionOk="0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02" name="Google Shape;102;p28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03" name="Google Shape;103;p28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4" name="Google Shape;104;p28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05" name="Google Shape;105;p28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06" name="Google Shape;106;p28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7" name="Google Shape;107;p28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08" name="Google Shape;108;p28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/>
              <a:ahLst/>
              <a:cxnLst/>
              <a:rect l="l" t="t" r="r" b="b"/>
              <a:pathLst>
                <a:path w="3976489" h="4035268" extrusionOk="0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941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109" name="Google Shape;109;p28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_layout_02">
  <p:cSld name="3_blank_layout_02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/>
          <p:nvPr/>
        </p:nvSpPr>
        <p:spPr>
          <a:xfrm>
            <a:off x="0" y="0"/>
            <a:ext cx="12192000" cy="193765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2" name="Google Shape;112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5939" y="1901929"/>
            <a:ext cx="12192000" cy="313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9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9">
  <p:cSld name="Layout_09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0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0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17" name="Google Shape;117;p30"/>
          <p:cNvSpPr txBox="1"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0"/>
          <p:cNvSpPr>
            <a:spLocks noGrp="1"/>
          </p:cNvSpPr>
          <p:nvPr>
            <p:ph type="pic" idx="2"/>
          </p:nvPr>
        </p:nvSpPr>
        <p:spPr>
          <a:xfrm>
            <a:off x="838200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30"/>
          <p:cNvSpPr>
            <a:spLocks noGrp="1"/>
          </p:cNvSpPr>
          <p:nvPr>
            <p:ph type="pic" idx="3"/>
          </p:nvPr>
        </p:nvSpPr>
        <p:spPr>
          <a:xfrm>
            <a:off x="4495800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30"/>
          <p:cNvSpPr>
            <a:spLocks noGrp="1"/>
          </p:cNvSpPr>
          <p:nvPr>
            <p:ph type="pic" idx="4"/>
          </p:nvPr>
        </p:nvSpPr>
        <p:spPr>
          <a:xfrm>
            <a:off x="8158725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pic>
        <p:nvPicPr>
          <p:cNvPr id="121" name="Google Shape;121;p30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10">
  <p:cSld name="Layout_10">
    <p:bg>
      <p:bgPr>
        <a:solidFill>
          <a:schemeClr val="lt1">
            <a:alpha val="36470"/>
          </a:schemeClr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1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1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26" name="Google Shape;126;p31"/>
          <p:cNvSpPr>
            <a:spLocks noGrp="1"/>
          </p:cNvSpPr>
          <p:nvPr>
            <p:ph type="pic" idx="2"/>
          </p:nvPr>
        </p:nvSpPr>
        <p:spPr>
          <a:xfrm>
            <a:off x="0" y="0"/>
            <a:ext cx="2222500" cy="2036763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31"/>
          <p:cNvSpPr>
            <a:spLocks noGrp="1"/>
          </p:cNvSpPr>
          <p:nvPr>
            <p:ph type="pic" idx="3"/>
          </p:nvPr>
        </p:nvSpPr>
        <p:spPr>
          <a:xfrm>
            <a:off x="2222200" y="2048338"/>
            <a:ext cx="2222500" cy="2036763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31"/>
          <p:cNvSpPr>
            <a:spLocks noGrp="1"/>
          </p:cNvSpPr>
          <p:nvPr>
            <p:ph type="pic" idx="4"/>
          </p:nvPr>
        </p:nvSpPr>
        <p:spPr>
          <a:xfrm>
            <a:off x="0" y="4096676"/>
            <a:ext cx="2222500" cy="2036762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1"/>
          <p:cNvSpPr txBox="1">
            <a:spLocks noGrp="1"/>
          </p:cNvSpPr>
          <p:nvPr>
            <p:ph type="title"/>
          </p:nvPr>
        </p:nvSpPr>
        <p:spPr>
          <a:xfrm>
            <a:off x="5370653" y="355599"/>
            <a:ext cx="664290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1"/>
          <p:cNvSpPr/>
          <p:nvPr/>
        </p:nvSpPr>
        <p:spPr>
          <a:xfrm rot="10800000">
            <a:off x="2234075" y="7088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31"/>
          <p:cNvSpPr/>
          <p:nvPr/>
        </p:nvSpPr>
        <p:spPr>
          <a:xfrm rot="10800000">
            <a:off x="0" y="2048637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31"/>
          <p:cNvSpPr/>
          <p:nvPr/>
        </p:nvSpPr>
        <p:spPr>
          <a:xfrm rot="10800000">
            <a:off x="2238562" y="4096676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3" name="Google Shape;133;p31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11">
  <p:cSld name="Layout_11">
    <p:bg>
      <p:bgPr>
        <a:solidFill>
          <a:schemeClr val="lt1">
            <a:alpha val="33333"/>
          </a:schemeClr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/>
          <p:cNvSpPr/>
          <p:nvPr/>
        </p:nvSpPr>
        <p:spPr>
          <a:xfrm rot="10800000">
            <a:off x="-26938" y="-20387"/>
            <a:ext cx="5402774" cy="6014786"/>
          </a:xfrm>
          <a:custGeom>
            <a:avLst/>
            <a:gdLst/>
            <a:ahLst/>
            <a:cxnLst/>
            <a:rect l="l" t="t" r="r" b="b"/>
            <a:pathLst>
              <a:path w="5402774" h="6002085" extrusionOk="0">
                <a:moveTo>
                  <a:pt x="2910621" y="7074"/>
                </a:moveTo>
                <a:lnTo>
                  <a:pt x="5402774" y="0"/>
                </a:lnTo>
                <a:cubicBezTo>
                  <a:pt x="5397067" y="2000695"/>
                  <a:pt x="5391361" y="4001390"/>
                  <a:pt x="5385654" y="6002085"/>
                </a:cubicBezTo>
                <a:lnTo>
                  <a:pt x="0" y="5983539"/>
                </a:lnTo>
                <a:lnTo>
                  <a:pt x="2910621" y="7074"/>
                </a:lnTo>
                <a:close/>
              </a:path>
            </a:pathLst>
          </a:custGeom>
          <a:gradFill>
            <a:gsLst>
              <a:gs pos="0">
                <a:srgbClr val="464646"/>
              </a:gs>
              <a:gs pos="92697">
                <a:srgbClr val="464646"/>
              </a:gs>
              <a:gs pos="100000">
                <a:srgbClr val="464646"/>
              </a:gs>
            </a:gsLst>
            <a:lin ang="5400000" scaled="0"/>
          </a:gradFill>
          <a:ln w="12700" cap="flat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32"/>
          <p:cNvSpPr txBox="1">
            <a:spLocks noGrp="1"/>
          </p:cNvSpPr>
          <p:nvPr>
            <p:ph type="title"/>
          </p:nvPr>
        </p:nvSpPr>
        <p:spPr>
          <a:xfrm>
            <a:off x="5177642" y="863600"/>
            <a:ext cx="660240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2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2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39" name="Google Shape;139;p32"/>
          <p:cNvSpPr/>
          <p:nvPr/>
        </p:nvSpPr>
        <p:spPr>
          <a:xfrm rot="10800000">
            <a:off x="589750" y="-12702"/>
            <a:ext cx="4953000" cy="6007101"/>
          </a:xfrm>
          <a:custGeom>
            <a:avLst/>
            <a:gdLst/>
            <a:ahLst/>
            <a:cxnLst/>
            <a:rect l="l" t="t" r="r" b="b"/>
            <a:pathLst>
              <a:path w="4953000" h="6007101" extrusionOk="0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rgbClr val="C04C4C"/>
          </a:solidFill>
          <a:ln w="12700" cap="flat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40" name="Google Shape;140;p32"/>
          <p:cNvGrpSpPr/>
          <p:nvPr/>
        </p:nvGrpSpPr>
        <p:grpSpPr>
          <a:xfrm>
            <a:off x="1433777" y="5528221"/>
            <a:ext cx="613993" cy="75107"/>
            <a:chOff x="-1587" y="4763"/>
            <a:chExt cx="300037" cy="42862"/>
          </a:xfrm>
        </p:grpSpPr>
        <p:sp>
          <p:nvSpPr>
            <p:cNvPr id="141" name="Google Shape;141;p32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" name="Google Shape;142;p32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" name="Google Shape;143;p32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" name="Google Shape;144;p32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45" name="Google Shape;145;p32"/>
          <p:cNvSpPr/>
          <p:nvPr/>
        </p:nvSpPr>
        <p:spPr>
          <a:xfrm rot="10800000">
            <a:off x="2231874" y="4927332"/>
            <a:ext cx="1150304" cy="1395112"/>
          </a:xfrm>
          <a:custGeom>
            <a:avLst/>
            <a:gdLst/>
            <a:ahLst/>
            <a:cxnLst/>
            <a:rect l="l" t="t" r="r" b="b"/>
            <a:pathLst>
              <a:path w="4953000" h="6007101" extrusionOk="0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32"/>
          <p:cNvSpPr>
            <a:spLocks noGrp="1"/>
          </p:cNvSpPr>
          <p:nvPr>
            <p:ph type="pic" idx="2"/>
          </p:nvPr>
        </p:nvSpPr>
        <p:spPr>
          <a:xfrm>
            <a:off x="68665" y="921703"/>
            <a:ext cx="4459468" cy="4278630"/>
          </a:xfrm>
          <a:prstGeom prst="rect">
            <a:avLst/>
          </a:prstGeom>
          <a:noFill/>
          <a:ln>
            <a:noFill/>
          </a:ln>
        </p:spPr>
      </p:sp>
      <p:pic>
        <p:nvPicPr>
          <p:cNvPr id="147" name="Google Shape;147;p32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layout_01">
  <p:cSld name="blank_layout_01">
    <p:bg>
      <p:bgPr>
        <a:solidFill>
          <a:srgbClr val="C04C4C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3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3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  <p:sp>
        <p:nvSpPr>
          <p:cNvPr id="151" name="Google Shape;151;p3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2" name="Google Shape;152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3"/>
          <p:cNvSpPr/>
          <p:nvPr/>
        </p:nvSpPr>
        <p:spPr>
          <a:xfrm rot="-8100000">
            <a:off x="8565369" y="-3309433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352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33"/>
          <p:cNvSpPr/>
          <p:nvPr/>
        </p:nvSpPr>
        <p:spPr>
          <a:xfrm rot="1408779">
            <a:off x="6843673" y="-6248482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352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33"/>
          <p:cNvSpPr>
            <a:spLocks noGrp="1"/>
          </p:cNvSpPr>
          <p:nvPr>
            <p:ph type="pic" idx="2"/>
          </p:nvPr>
        </p:nvSpPr>
        <p:spPr>
          <a:xfrm>
            <a:off x="-109538" y="-83942"/>
            <a:ext cx="7441671" cy="70937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36470"/>
          </a:srgb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 sz="3200" b="1" i="0" u="none" strike="noStrike" cap="none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/>
          <p:nvPr/>
        </p:nvSpPr>
        <p:spPr>
          <a:xfrm>
            <a:off x="5553075" y="6413500"/>
            <a:ext cx="1085850" cy="444500"/>
          </a:xfrm>
          <a:custGeom>
            <a:avLst/>
            <a:gdLst/>
            <a:ahLst/>
            <a:cxnLst/>
            <a:rect l="l" t="t" r="r" b="b"/>
            <a:pathLst>
              <a:path w="2344943" h="407428" extrusionOk="0">
                <a:moveTo>
                  <a:pt x="550981" y="0"/>
                </a:moveTo>
                <a:lnTo>
                  <a:pt x="940996" y="0"/>
                </a:lnTo>
                <a:lnTo>
                  <a:pt x="1403945" y="0"/>
                </a:lnTo>
                <a:lnTo>
                  <a:pt x="1793961" y="0"/>
                </a:lnTo>
                <a:cubicBezTo>
                  <a:pt x="2111814" y="387"/>
                  <a:pt x="2144200" y="198956"/>
                  <a:pt x="2288061" y="355358"/>
                </a:cubicBezTo>
                <a:lnTo>
                  <a:pt x="2344943" y="407428"/>
                </a:lnTo>
                <a:lnTo>
                  <a:pt x="0" y="407428"/>
                </a:lnTo>
                <a:lnTo>
                  <a:pt x="56882" y="355358"/>
                </a:lnTo>
                <a:cubicBezTo>
                  <a:pt x="200743" y="198956"/>
                  <a:pt x="233129" y="387"/>
                  <a:pt x="550981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rshahizan/learn-github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hyperlink" Target="https://github.com/drshahizan/learn-github/tree/main/task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"/>
          <p:cNvSpPr txBox="1"/>
          <p:nvPr/>
        </p:nvSpPr>
        <p:spPr>
          <a:xfrm>
            <a:off x="816918" y="2013450"/>
            <a:ext cx="7097400" cy="180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MY" sz="3700" b="1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GitHub to Start</a:t>
            </a:r>
            <a:br>
              <a:rPr lang="en-MY" sz="3700" b="1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br>
              <a:rPr lang="en-MY" sz="3700" b="1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-MY" sz="3700" b="1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SESSION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8090212" y="6595095"/>
            <a:ext cx="16818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MY" sz="1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 KUALA LUMPUR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998" y="6499364"/>
            <a:ext cx="2033624" cy="153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"/>
          <p:cNvPicPr preferRelativeResize="0"/>
          <p:nvPr/>
        </p:nvPicPr>
        <p:blipFill rotWithShape="1">
          <a:blip r:embed="rId3">
            <a:alphaModFix/>
          </a:blip>
          <a:srcRect l="39447"/>
          <a:stretch/>
        </p:blipFill>
        <p:spPr>
          <a:xfrm>
            <a:off x="5649070" y="1605285"/>
            <a:ext cx="4505157" cy="463932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MY"/>
              <a:t>2</a:t>
            </a:fld>
            <a:endParaRPr/>
          </a:p>
        </p:txBody>
      </p:sp>
      <p:sp>
        <p:nvSpPr>
          <p:cNvPr id="169" name="Google Shape;169;p2"/>
          <p:cNvSpPr txBox="1">
            <a:spLocks noGrp="1"/>
          </p:cNvSpPr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MY"/>
              <a:t>Setup a Repository</a:t>
            </a:r>
            <a:endParaRPr/>
          </a:p>
        </p:txBody>
      </p:sp>
      <p:sp>
        <p:nvSpPr>
          <p:cNvPr id="170" name="Google Shape;170;p2"/>
          <p:cNvSpPr txBox="1"/>
          <p:nvPr/>
        </p:nvSpPr>
        <p:spPr>
          <a:xfrm>
            <a:off x="820129" y="1609033"/>
            <a:ext cx="3361488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MY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 in to GitHub: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 to </a:t>
            </a:r>
            <a:r>
              <a:rPr lang="en-MY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sign in to your account.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MY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New Repository: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on the </a:t>
            </a:r>
            <a:r>
              <a:rPr lang="en-MY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icon in the top right corner and select </a:t>
            </a:r>
            <a:r>
              <a:rPr lang="en-MY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repository</a:t>
            </a: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Fill in the repository name, description (optional), choose visibility (Public/Private), and select options like initializing with a README file.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</a:t>
            </a:r>
            <a:r>
              <a:rPr lang="en-MY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repository</a:t>
            </a: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MY"/>
              <a:t>3</a:t>
            </a:fld>
            <a:endParaRPr/>
          </a:p>
        </p:txBody>
      </p:sp>
      <p:pic>
        <p:nvPicPr>
          <p:cNvPr id="176" name="Google Shape;17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55151" y="283470"/>
            <a:ext cx="5519049" cy="642529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"/>
          <p:cNvSpPr txBox="1"/>
          <p:nvPr/>
        </p:nvSpPr>
        <p:spPr>
          <a:xfrm>
            <a:off x="1154243" y="1455144"/>
            <a:ext cx="289310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 name with no spacing</a:t>
            </a:r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1154244" y="2863021"/>
            <a:ext cx="233846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 type</a:t>
            </a:r>
            <a:endParaRPr/>
          </a:p>
        </p:txBody>
      </p:sp>
      <p:sp>
        <p:nvSpPr>
          <p:cNvPr id="179" name="Google Shape;179;p3"/>
          <p:cNvSpPr txBox="1"/>
          <p:nvPr/>
        </p:nvSpPr>
        <p:spPr>
          <a:xfrm>
            <a:off x="1154243" y="3687203"/>
            <a:ext cx="388599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Preferable to initialize with README file</a:t>
            </a:r>
            <a:endParaRPr/>
          </a:p>
        </p:txBody>
      </p:sp>
      <p:sp>
        <p:nvSpPr>
          <p:cNvPr id="180" name="Google Shape;180;p3"/>
          <p:cNvSpPr txBox="1"/>
          <p:nvPr/>
        </p:nvSpPr>
        <p:spPr>
          <a:xfrm>
            <a:off x="1154244" y="6125244"/>
            <a:ext cx="233846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Done creating repo</a:t>
            </a:r>
            <a:endParaRPr/>
          </a:p>
        </p:txBody>
      </p:sp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MY"/>
              <a:t>Setup a Repository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MY"/>
              <a:t>4</a:t>
            </a:fld>
            <a:endParaRPr/>
          </a:p>
        </p:txBody>
      </p:sp>
      <p:sp>
        <p:nvSpPr>
          <p:cNvPr id="187" name="Google Shape;187;p4"/>
          <p:cNvSpPr txBox="1">
            <a:spLocks noGrp="1"/>
          </p:cNvSpPr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MY" dirty="0"/>
              <a:t>Adding Contributors (OPTIONAL)</a:t>
            </a:r>
            <a:endParaRPr dirty="0"/>
          </a:p>
        </p:txBody>
      </p:sp>
      <p:sp>
        <p:nvSpPr>
          <p:cNvPr id="188" name="Google Shape;188;p4"/>
          <p:cNvSpPr txBox="1"/>
          <p:nvPr/>
        </p:nvSpPr>
        <p:spPr>
          <a:xfrm>
            <a:off x="820129" y="1609033"/>
            <a:ext cx="3898687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MY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Go to Repository Settings: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Navigate to your repository on GitHub.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on the </a:t>
            </a:r>
            <a:r>
              <a:rPr lang="en-MY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Settings</a:t>
            </a: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tab.</a:t>
            </a:r>
            <a:endParaRPr/>
          </a:p>
          <a:p>
            <a:pPr marL="0" marR="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MY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Manage Access: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the left sidebar, click on </a:t>
            </a:r>
            <a:r>
              <a:rPr lang="en-MY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Collaborators &amp; teams</a:t>
            </a: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</a:t>
            </a:r>
            <a:r>
              <a:rPr lang="en-MY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people</a:t>
            </a: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Enter the GitHub username or email of the person you want to add.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their role (e.g., Write, Admin) and click </a:t>
            </a:r>
            <a:r>
              <a:rPr lang="en-MY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89" name="Google Shape;18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18816" y="1609033"/>
            <a:ext cx="7173326" cy="4410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4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71871" y="2082910"/>
            <a:ext cx="395513" cy="39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5"/>
          <p:cNvPicPr preferRelativeResize="0"/>
          <p:nvPr/>
        </p:nvPicPr>
        <p:blipFill rotWithShape="1">
          <a:blip r:embed="rId3">
            <a:alphaModFix/>
          </a:blip>
          <a:srcRect l="1367" r="14515"/>
          <a:stretch/>
        </p:blipFill>
        <p:spPr>
          <a:xfrm>
            <a:off x="894374" y="1390824"/>
            <a:ext cx="5921828" cy="530616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5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MY"/>
              <a:t>5</a:t>
            </a:fld>
            <a:endParaRPr/>
          </a:p>
        </p:txBody>
      </p:sp>
      <p:sp>
        <p:nvSpPr>
          <p:cNvPr id="197" name="Google Shape;197;p5"/>
          <p:cNvSpPr txBox="1">
            <a:spLocks noGrp="1"/>
          </p:cNvSpPr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MY" dirty="0"/>
              <a:t>Adding Contributors (OPTIONAL)</a:t>
            </a:r>
            <a:endParaRPr dirty="0"/>
          </a:p>
        </p:txBody>
      </p:sp>
      <p:pic>
        <p:nvPicPr>
          <p:cNvPr id="198" name="Google Shape;198;p5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5928" y="2795817"/>
            <a:ext cx="395513" cy="39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5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2659" y="5913472"/>
            <a:ext cx="395513" cy="39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84645" y="1390824"/>
            <a:ext cx="4839375" cy="408679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5"/>
          <p:cNvSpPr txBox="1"/>
          <p:nvPr/>
        </p:nvSpPr>
        <p:spPr>
          <a:xfrm>
            <a:off x="7084645" y="5601655"/>
            <a:ext cx="4839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Preferable to follow the person to get better suggested list of user. There are a lot of almost similar names.</a:t>
            </a:r>
            <a:b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contributor must accept within certain period (days).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MY"/>
              <a:t>6</a:t>
            </a:fld>
            <a:endParaRPr/>
          </a:p>
        </p:txBody>
      </p:sp>
      <p:sp>
        <p:nvSpPr>
          <p:cNvPr id="207" name="Google Shape;207;p6"/>
          <p:cNvSpPr txBox="1">
            <a:spLocks noGrp="1"/>
          </p:cNvSpPr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MY"/>
              <a:t>Clone to Local using VSCode</a:t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820129" y="1532957"/>
            <a:ext cx="3992968" cy="418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MY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 Code has built-in Git support, which makes it easy to manage repositories. Here’s how you can clone a repository using VS Code: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MY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Open VS Code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Launch Visual Studio Code on your machine.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MY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Open the Command Palette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Press </a:t>
            </a:r>
            <a:r>
              <a:rPr lang="en-MY"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Ctrl + Shift + P</a:t>
            </a:r>
            <a:r>
              <a:rPr lang="en-MY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(Windows/Linux) </a:t>
            </a:r>
            <a:br>
              <a:rPr lang="en-MY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MY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MY"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Cmd + Shift + P</a:t>
            </a:r>
            <a:r>
              <a:rPr lang="en-MY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(Mac)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MY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Clone a Repository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type </a:t>
            </a:r>
            <a:r>
              <a:rPr lang="en-MY"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Git: Clone</a:t>
            </a:r>
            <a:r>
              <a:rPr lang="en-MY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the Command Palette and select it from the list.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Choose the directory where you want to clone the repository.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VS Code will clone the repository and open it in a new window.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6"/>
          <p:cNvPicPr preferRelativeResize="0"/>
          <p:nvPr/>
        </p:nvPicPr>
        <p:blipFill rotWithShape="1">
          <a:blip r:embed="rId3">
            <a:alphaModFix/>
          </a:blip>
          <a:srcRect r="30806" b="24728"/>
          <a:stretch/>
        </p:blipFill>
        <p:spPr>
          <a:xfrm>
            <a:off x="5591331" y="1401240"/>
            <a:ext cx="5426439" cy="4449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6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1649" y="3033487"/>
            <a:ext cx="395513" cy="39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6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0238" y="3913535"/>
            <a:ext cx="395513" cy="39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6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57366" y="1226567"/>
            <a:ext cx="395513" cy="39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MY"/>
              <a:t>7</a:t>
            </a:fld>
            <a:endParaRPr/>
          </a:p>
        </p:txBody>
      </p:sp>
      <p:pic>
        <p:nvPicPr>
          <p:cNvPr id="218" name="Google Shape;218;p7"/>
          <p:cNvPicPr preferRelativeResize="0"/>
          <p:nvPr/>
        </p:nvPicPr>
        <p:blipFill rotWithShape="1">
          <a:blip r:embed="rId3">
            <a:alphaModFix/>
          </a:blip>
          <a:srcRect b="4609"/>
          <a:stretch/>
        </p:blipFill>
        <p:spPr>
          <a:xfrm>
            <a:off x="2161690" y="1246572"/>
            <a:ext cx="3477110" cy="4816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7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61690" y="5669032"/>
            <a:ext cx="395513" cy="39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7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61690" y="2191314"/>
            <a:ext cx="395513" cy="39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47516" y="1246572"/>
            <a:ext cx="4801270" cy="1943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47516" y="3328074"/>
            <a:ext cx="4829849" cy="885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7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79608" y="1645214"/>
            <a:ext cx="395513" cy="39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7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96670" y="3553997"/>
            <a:ext cx="395513" cy="39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37990" y="4352154"/>
            <a:ext cx="4810796" cy="600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37990" y="5176892"/>
            <a:ext cx="4782217" cy="885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7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85129" y="4557460"/>
            <a:ext cx="395513" cy="39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7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96670" y="5376256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7"/>
          <p:cNvSpPr txBox="1">
            <a:spLocks noGrp="1"/>
          </p:cNvSpPr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MY"/>
              <a:t>Clone to Local using VSCode</a:t>
            </a:r>
            <a:endParaRPr/>
          </a:p>
        </p:txBody>
      </p:sp>
      <p:sp>
        <p:nvSpPr>
          <p:cNvPr id="230" name="Google Shape;230;p7"/>
          <p:cNvSpPr txBox="1"/>
          <p:nvPr/>
        </p:nvSpPr>
        <p:spPr>
          <a:xfrm>
            <a:off x="766123" y="2279050"/>
            <a:ext cx="139556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Recommended</a:t>
            </a:r>
            <a:b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Extension</a:t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820129" y="5540473"/>
            <a:ext cx="139556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Recommended</a:t>
            </a:r>
            <a:b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Extension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10775121" y="1711318"/>
            <a:ext cx="13955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Ctrl + Shift + P</a:t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10796432" y="3597864"/>
            <a:ext cx="13955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: Clone</a:t>
            </a:r>
            <a:endParaRPr/>
          </a:p>
        </p:txBody>
      </p:sp>
      <p:sp>
        <p:nvSpPr>
          <p:cNvPr id="234" name="Google Shape;234;p7"/>
          <p:cNvSpPr txBox="1"/>
          <p:nvPr/>
        </p:nvSpPr>
        <p:spPr>
          <a:xfrm>
            <a:off x="10792183" y="4557460"/>
            <a:ext cx="139556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Clone from GitHub</a:t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10796432" y="5376256"/>
            <a:ext cx="139556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 your repo</a:t>
            </a:r>
            <a:b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5737990" y="6141949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Then set where to clone your repo in your local machine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MY"/>
              <a:t>8</a:t>
            </a:fld>
            <a:endParaRPr/>
          </a:p>
        </p:txBody>
      </p:sp>
      <p:pic>
        <p:nvPicPr>
          <p:cNvPr id="242" name="Google Shape;24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129" y="1730161"/>
            <a:ext cx="4086795" cy="306747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8"/>
          <p:cNvSpPr txBox="1">
            <a:spLocks noGrp="1"/>
          </p:cNvSpPr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MY"/>
              <a:t>Clone to Local using VSCode</a:t>
            </a:r>
            <a:endParaRPr/>
          </a:p>
        </p:txBody>
      </p:sp>
      <p:sp>
        <p:nvSpPr>
          <p:cNvPr id="244" name="Google Shape;244;p8"/>
          <p:cNvSpPr txBox="1"/>
          <p:nvPr/>
        </p:nvSpPr>
        <p:spPr>
          <a:xfrm>
            <a:off x="820129" y="4918767"/>
            <a:ext cx="40867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Trust issues? Trust nobody, including yourself. </a:t>
            </a:r>
            <a:endParaRPr/>
          </a:p>
        </p:txBody>
      </p:sp>
      <p:pic>
        <p:nvPicPr>
          <p:cNvPr id="245" name="Google Shape;245;p8" descr="Winking face with solid fill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4599715" y="4890092"/>
            <a:ext cx="365125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8" descr="Badge Tick1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72108" y="3715314"/>
            <a:ext cx="395513" cy="39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8" descr="Badge Tick1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72107" y="4110827"/>
            <a:ext cx="395513" cy="39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93915" y="1730161"/>
            <a:ext cx="5877956" cy="4405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3586" y="1673654"/>
            <a:ext cx="7078063" cy="303889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MY"/>
              <a:t>9</a:t>
            </a:fld>
            <a:endParaRPr/>
          </a:p>
        </p:txBody>
      </p:sp>
      <p:sp>
        <p:nvSpPr>
          <p:cNvPr id="255" name="Google Shape;255;p9"/>
          <p:cNvSpPr txBox="1">
            <a:spLocks noGrp="1"/>
          </p:cNvSpPr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MY"/>
              <a:t>Making Changes and Commit using VSCode</a:t>
            </a:r>
            <a:endParaRPr/>
          </a:p>
        </p:txBody>
      </p:sp>
      <p:pic>
        <p:nvPicPr>
          <p:cNvPr id="256" name="Google Shape;256;p9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0880" y="3066143"/>
            <a:ext cx="395513" cy="39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9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51" y="2797590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9"/>
          <p:cNvSpPr txBox="1"/>
          <p:nvPr/>
        </p:nvSpPr>
        <p:spPr>
          <a:xfrm>
            <a:off x="3734960" y="3121223"/>
            <a:ext cx="40867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1. Make any changes</a:t>
            </a:r>
            <a:endParaRPr/>
          </a:p>
        </p:txBody>
      </p:sp>
      <p:sp>
        <p:nvSpPr>
          <p:cNvPr id="259" name="Google Shape;259;p9"/>
          <p:cNvSpPr txBox="1"/>
          <p:nvPr/>
        </p:nvSpPr>
        <p:spPr>
          <a:xfrm>
            <a:off x="1538564" y="2841457"/>
            <a:ext cx="183231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2. Then press source control</a:t>
            </a:r>
            <a:endParaRPr/>
          </a:p>
        </p:txBody>
      </p:sp>
      <p:pic>
        <p:nvPicPr>
          <p:cNvPr id="260" name="Google Shape;260;p9"/>
          <p:cNvPicPr preferRelativeResize="0"/>
          <p:nvPr/>
        </p:nvPicPr>
        <p:blipFill rotWithShape="1">
          <a:blip r:embed="rId5">
            <a:alphaModFix/>
          </a:blip>
          <a:srcRect r="36400"/>
          <a:stretch/>
        </p:blipFill>
        <p:spPr>
          <a:xfrm>
            <a:off x="6786508" y="1063798"/>
            <a:ext cx="4853000" cy="3467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9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4380" y="1960092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"/>
          <p:cNvSpPr txBox="1"/>
          <p:nvPr/>
        </p:nvSpPr>
        <p:spPr>
          <a:xfrm>
            <a:off x="9212093" y="2355605"/>
            <a:ext cx="23884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MY" sz="1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MUST </a:t>
            </a: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Write any message before commit</a:t>
            </a:r>
            <a:endParaRPr/>
          </a:p>
        </p:txBody>
      </p:sp>
      <p:pic>
        <p:nvPicPr>
          <p:cNvPr id="263" name="Google Shape;263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5637" y="3760295"/>
            <a:ext cx="4248743" cy="2943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9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49872" y="4664920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9"/>
          <p:cNvSpPr txBox="1"/>
          <p:nvPr/>
        </p:nvSpPr>
        <p:spPr>
          <a:xfrm>
            <a:off x="7030925" y="5094425"/>
            <a:ext cx="21813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4. Press </a:t>
            </a:r>
            <a:r>
              <a:rPr lang="en-MY">
                <a:solidFill>
                  <a:srgbClr val="00B050"/>
                </a:solidFill>
              </a:rPr>
              <a:t>Sync Changes button..</a:t>
            </a: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Sync message is optional..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10"/>
          <p:cNvPicPr preferRelativeResize="0"/>
          <p:nvPr/>
        </p:nvPicPr>
        <p:blipFill rotWithShape="1">
          <a:blip r:embed="rId3">
            <a:alphaModFix/>
          </a:blip>
          <a:srcRect l="2087" r="9611"/>
          <a:stretch/>
        </p:blipFill>
        <p:spPr>
          <a:xfrm>
            <a:off x="965481" y="1728963"/>
            <a:ext cx="4432976" cy="429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0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MY"/>
              <a:t>10</a:t>
            </a:fld>
            <a:endParaRPr/>
          </a:p>
        </p:txBody>
      </p:sp>
      <p:sp>
        <p:nvSpPr>
          <p:cNvPr id="272" name="Google Shape;272;p10"/>
          <p:cNvSpPr txBox="1">
            <a:spLocks noGrp="1"/>
          </p:cNvSpPr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MY"/>
              <a:t>Making Changes and Commit using VSCode</a:t>
            </a:r>
            <a:endParaRPr/>
          </a:p>
        </p:txBody>
      </p:sp>
      <p:pic>
        <p:nvPicPr>
          <p:cNvPr id="273" name="Google Shape;273;p10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5909" y="5419899"/>
            <a:ext cx="395513" cy="39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0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14487" y="4138799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 txBox="1"/>
          <p:nvPr/>
        </p:nvSpPr>
        <p:spPr>
          <a:xfrm>
            <a:off x="2328674" y="5507635"/>
            <a:ext cx="40867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Changes updated</a:t>
            </a:r>
            <a:endParaRPr/>
          </a:p>
        </p:txBody>
      </p:sp>
      <p:sp>
        <p:nvSpPr>
          <p:cNvPr id="276" name="Google Shape;276;p10"/>
          <p:cNvSpPr txBox="1"/>
          <p:nvPr/>
        </p:nvSpPr>
        <p:spPr>
          <a:xfrm>
            <a:off x="3010000" y="4182666"/>
            <a:ext cx="23884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The commit message</a:t>
            </a:r>
            <a:endParaRPr/>
          </a:p>
        </p:txBody>
      </p:sp>
      <p:pic>
        <p:nvPicPr>
          <p:cNvPr id="277" name="Google Shape;277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78266" y="1742843"/>
            <a:ext cx="4915586" cy="1219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78266" y="3172650"/>
            <a:ext cx="6284810" cy="1991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0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5643" y="2599356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0"/>
          <p:cNvSpPr txBox="1"/>
          <p:nvPr/>
        </p:nvSpPr>
        <p:spPr>
          <a:xfrm>
            <a:off x="7139723" y="2654436"/>
            <a:ext cx="40867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1. Click the file</a:t>
            </a:r>
            <a:endParaRPr/>
          </a:p>
        </p:txBody>
      </p:sp>
      <p:pic>
        <p:nvPicPr>
          <p:cNvPr id="281" name="Google Shape;281;p10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26309" y="3787153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0"/>
          <p:cNvSpPr txBox="1"/>
          <p:nvPr/>
        </p:nvSpPr>
        <p:spPr>
          <a:xfrm>
            <a:off x="10021222" y="3874889"/>
            <a:ext cx="217077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2. Click edit file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MY"/>
              <a:t>11</a:t>
            </a:fld>
            <a:endParaRPr/>
          </a:p>
        </p:txBody>
      </p:sp>
      <p:sp>
        <p:nvSpPr>
          <p:cNvPr id="288" name="Google Shape;288;p11"/>
          <p:cNvSpPr txBox="1">
            <a:spLocks noGrp="1"/>
          </p:cNvSpPr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MY"/>
              <a:t>Making Changes and Commit using VSCode</a:t>
            </a:r>
            <a:endParaRPr/>
          </a:p>
        </p:txBody>
      </p:sp>
      <p:pic>
        <p:nvPicPr>
          <p:cNvPr id="289" name="Google Shape;28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8124" y="2208858"/>
            <a:ext cx="10361568" cy="3880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1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1420" y="5541202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1"/>
          <p:cNvSpPr txBox="1"/>
          <p:nvPr/>
        </p:nvSpPr>
        <p:spPr>
          <a:xfrm>
            <a:off x="3505500" y="5596282"/>
            <a:ext cx="40867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1. Make any changes</a:t>
            </a:r>
            <a:endParaRPr/>
          </a:p>
        </p:txBody>
      </p:sp>
      <p:pic>
        <p:nvPicPr>
          <p:cNvPr id="292" name="Google Shape;292;p11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12214" y="3814002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1"/>
          <p:cNvSpPr txBox="1"/>
          <p:nvPr/>
        </p:nvSpPr>
        <p:spPr>
          <a:xfrm>
            <a:off x="9290478" y="3901738"/>
            <a:ext cx="40867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2. Commit changes</a:t>
            </a:r>
            <a:endParaRPr/>
          </a:p>
        </p:txBody>
      </p:sp>
      <p:pic>
        <p:nvPicPr>
          <p:cNvPr id="294" name="Google Shape;294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8816" y="1609033"/>
            <a:ext cx="3686689" cy="377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1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92296" y="5254782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1"/>
          <p:cNvSpPr txBox="1"/>
          <p:nvPr/>
        </p:nvSpPr>
        <p:spPr>
          <a:xfrm>
            <a:off x="7956376" y="5309863"/>
            <a:ext cx="179722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3. Commit changes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MY"/>
              <a:t>12</a:t>
            </a:fld>
            <a:endParaRPr/>
          </a:p>
        </p:txBody>
      </p:sp>
      <p:sp>
        <p:nvSpPr>
          <p:cNvPr id="302" name="Google Shape;302;p12"/>
          <p:cNvSpPr txBox="1">
            <a:spLocks noGrp="1"/>
          </p:cNvSpPr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MY"/>
              <a:t>Making Changes and Commit using VSCode</a:t>
            </a:r>
            <a:endParaRPr/>
          </a:p>
        </p:txBody>
      </p:sp>
      <p:pic>
        <p:nvPicPr>
          <p:cNvPr id="303" name="Google Shape;30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758" y="1544588"/>
            <a:ext cx="7640116" cy="522995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2"/>
          <p:cNvSpPr txBox="1"/>
          <p:nvPr/>
        </p:nvSpPr>
        <p:spPr>
          <a:xfrm>
            <a:off x="1395919" y="3559361"/>
            <a:ext cx="27261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In source control VSCode auto detect changes</a:t>
            </a:r>
            <a:endParaRPr/>
          </a:p>
        </p:txBody>
      </p:sp>
      <p:pic>
        <p:nvPicPr>
          <p:cNvPr id="305" name="Google Shape;305;p12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987" y="2672394"/>
            <a:ext cx="395513" cy="39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2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4985" y="2841066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2"/>
          <p:cNvSpPr txBox="1"/>
          <p:nvPr/>
        </p:nvSpPr>
        <p:spPr>
          <a:xfrm>
            <a:off x="4260400" y="2884934"/>
            <a:ext cx="272613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Click sync if want direct updates</a:t>
            </a:r>
            <a:endParaRPr/>
          </a:p>
        </p:txBody>
      </p:sp>
      <p:pic>
        <p:nvPicPr>
          <p:cNvPr id="308" name="Google Shape;308;p12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64887" y="4503358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2"/>
          <p:cNvSpPr txBox="1"/>
          <p:nvPr/>
        </p:nvSpPr>
        <p:spPr>
          <a:xfrm>
            <a:off x="4260400" y="4468612"/>
            <a:ext cx="27261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Or can read the incoming changes here</a:t>
            </a:r>
            <a:endParaRPr/>
          </a:p>
        </p:txBody>
      </p:sp>
      <p:pic>
        <p:nvPicPr>
          <p:cNvPr id="310" name="Google Shape;310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2042" y="2271170"/>
            <a:ext cx="3671200" cy="384123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2"/>
          <p:cNvSpPr txBox="1"/>
          <p:nvPr/>
        </p:nvSpPr>
        <p:spPr>
          <a:xfrm>
            <a:off x="7901649" y="3668567"/>
            <a:ext cx="272613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Updated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"/>
          <p:cNvSpPr txBox="1">
            <a:spLocks noGrp="1"/>
          </p:cNvSpPr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MY"/>
              <a:t>Making Conflict and Resolve</a:t>
            </a:r>
            <a:endParaRPr/>
          </a:p>
        </p:txBody>
      </p:sp>
      <p:pic>
        <p:nvPicPr>
          <p:cNvPr id="317" name="Google Shape;31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129" y="1365293"/>
            <a:ext cx="7668695" cy="2705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0129" y="4170617"/>
            <a:ext cx="6830378" cy="228631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3"/>
          <p:cNvSpPr txBox="1"/>
          <p:nvPr/>
        </p:nvSpPr>
        <p:spPr>
          <a:xfrm>
            <a:off x="4235326" y="3429000"/>
            <a:ext cx="4012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Make changes in vscode and the</a:t>
            </a:r>
            <a:r>
              <a:rPr lang="en-MY">
                <a:solidFill>
                  <a:srgbClr val="00B050"/>
                </a:solidFill>
              </a:rPr>
              <a:t>n </a:t>
            </a: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commit. Don’t sync first</a:t>
            </a:r>
            <a:endParaRPr/>
          </a:p>
        </p:txBody>
      </p:sp>
      <p:sp>
        <p:nvSpPr>
          <p:cNvPr id="320" name="Google Shape;320;p13"/>
          <p:cNvSpPr txBox="1"/>
          <p:nvPr/>
        </p:nvSpPr>
        <p:spPr>
          <a:xfrm>
            <a:off x="4140379" y="5921692"/>
            <a:ext cx="3415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>
                <a:solidFill>
                  <a:srgbClr val="00B050"/>
                </a:solidFill>
              </a:rPr>
              <a:t>Then m</a:t>
            </a: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ake a changes in browser</a:t>
            </a:r>
            <a:r>
              <a:rPr lang="en-MY">
                <a:solidFill>
                  <a:srgbClr val="00B050"/>
                </a:solidFill>
              </a:rPr>
              <a:t>. Commit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"/>
          <p:cNvSpPr txBox="1">
            <a:spLocks noGrp="1"/>
          </p:cNvSpPr>
          <p:nvPr>
            <p:ph type="title"/>
          </p:nvPr>
        </p:nvSpPr>
        <p:spPr>
          <a:xfrm>
            <a:off x="9659330" y="679995"/>
            <a:ext cx="215529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62500"/>
              <a:buNone/>
            </a:pPr>
            <a:r>
              <a:rPr lang="en-MY"/>
              <a:t>Making Conflict and Resolve</a:t>
            </a:r>
            <a:endParaRPr/>
          </a:p>
        </p:txBody>
      </p:sp>
      <p:pic>
        <p:nvPicPr>
          <p:cNvPr id="326" name="Google Shape;32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72" y="152606"/>
            <a:ext cx="8701242" cy="6552787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4"/>
          <p:cNvSpPr txBox="1"/>
          <p:nvPr/>
        </p:nvSpPr>
        <p:spPr>
          <a:xfrm>
            <a:off x="3818478" y="1103609"/>
            <a:ext cx="23303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Try to sync you will get this</a:t>
            </a:r>
            <a:endParaRPr/>
          </a:p>
        </p:txBody>
      </p:sp>
      <p:pic>
        <p:nvPicPr>
          <p:cNvPr id="328" name="Google Shape;328;p14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7679" y="5618938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4"/>
          <p:cNvSpPr txBox="1"/>
          <p:nvPr/>
        </p:nvSpPr>
        <p:spPr>
          <a:xfrm>
            <a:off x="6933192" y="5618938"/>
            <a:ext cx="272613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Resolve in Merge Editor</a:t>
            </a:r>
            <a:endParaRPr/>
          </a:p>
        </p:txBody>
      </p:sp>
      <p:pic>
        <p:nvPicPr>
          <p:cNvPr id="330" name="Google Shape;330;p14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84691" y="1103609"/>
            <a:ext cx="395513" cy="39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"/>
          <p:cNvSpPr txBox="1">
            <a:spLocks noGrp="1"/>
          </p:cNvSpPr>
          <p:nvPr>
            <p:ph type="title"/>
          </p:nvPr>
        </p:nvSpPr>
        <p:spPr>
          <a:xfrm>
            <a:off x="9753600" y="637494"/>
            <a:ext cx="191765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62500"/>
              <a:buNone/>
            </a:pPr>
            <a:r>
              <a:rPr lang="en-MY"/>
              <a:t>Making Conflict and Resolve</a:t>
            </a:r>
            <a:endParaRPr/>
          </a:p>
        </p:txBody>
      </p:sp>
      <p:pic>
        <p:nvPicPr>
          <p:cNvPr id="336" name="Google Shape;33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8285" y="233099"/>
            <a:ext cx="8703153" cy="6576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5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2275" y="6153988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5"/>
          <p:cNvSpPr txBox="1"/>
          <p:nvPr/>
        </p:nvSpPr>
        <p:spPr>
          <a:xfrm>
            <a:off x="4368612" y="6101681"/>
            <a:ext cx="294366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Once completed press here then commit and sync at source control </a:t>
            </a:r>
            <a:endParaRPr/>
          </a:p>
        </p:txBody>
      </p:sp>
      <p:pic>
        <p:nvPicPr>
          <p:cNvPr id="339" name="Google Shape;339;p15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7418" y="2611249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5"/>
          <p:cNvSpPr txBox="1"/>
          <p:nvPr/>
        </p:nvSpPr>
        <p:spPr>
          <a:xfrm>
            <a:off x="4732923" y="2655125"/>
            <a:ext cx="3411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Can accept </a:t>
            </a:r>
            <a:r>
              <a:rPr lang="en-MY">
                <a:solidFill>
                  <a:srgbClr val="00B050"/>
                </a:solidFill>
              </a:rPr>
              <a:t>or</a:t>
            </a: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combine or ignore</a:t>
            </a: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4137285" y="1798820"/>
            <a:ext cx="4976735" cy="266786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p15" descr="Badge Tick1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2821" y="1447174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5"/>
          <p:cNvSpPr txBox="1"/>
          <p:nvPr/>
        </p:nvSpPr>
        <p:spPr>
          <a:xfrm>
            <a:off x="1888334" y="1491043"/>
            <a:ext cx="272613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Once completed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16"/>
          <p:cNvPicPr preferRelativeResize="0"/>
          <p:nvPr/>
        </p:nvPicPr>
        <p:blipFill rotWithShape="1">
          <a:blip r:embed="rId3">
            <a:alphaModFix/>
          </a:blip>
          <a:srcRect r="2863"/>
          <a:stretch/>
        </p:blipFill>
        <p:spPr>
          <a:xfrm>
            <a:off x="1183820" y="3458831"/>
            <a:ext cx="5861557" cy="286014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6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MY"/>
              <a:t>16</a:t>
            </a:fld>
            <a:endParaRPr/>
          </a:p>
        </p:txBody>
      </p:sp>
      <p:sp>
        <p:nvSpPr>
          <p:cNvPr id="350" name="Google Shape;350;p16"/>
          <p:cNvSpPr txBox="1">
            <a:spLocks noGrp="1"/>
          </p:cNvSpPr>
          <p:nvPr>
            <p:ph type="title"/>
          </p:nvPr>
        </p:nvSpPr>
        <p:spPr>
          <a:xfrm>
            <a:off x="940050" y="332104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MY"/>
              <a:t>Exercise: Create GitHub Profile</a:t>
            </a:r>
            <a:endParaRPr/>
          </a:p>
        </p:txBody>
      </p:sp>
      <p:sp>
        <p:nvSpPr>
          <p:cNvPr id="351" name="Google Shape;351;p16"/>
          <p:cNvSpPr txBox="1">
            <a:spLocks noGrp="1"/>
          </p:cNvSpPr>
          <p:nvPr>
            <p:ph type="body" idx="1"/>
          </p:nvPr>
        </p:nvSpPr>
        <p:spPr>
          <a:xfrm>
            <a:off x="940050" y="1657667"/>
            <a:ext cx="6105327" cy="262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lang="en-MY"/>
              <a:t>Create a new repo.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lang="en-MY"/>
              <a:t>Name the repo exactly like your username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MY"/>
              <a:t>Edit the </a:t>
            </a:r>
            <a:r>
              <a:rPr lang="en-MY" b="1"/>
              <a:t>README.md</a:t>
            </a:r>
            <a:r>
              <a:rPr lang="en-MY"/>
              <a:t> file as your profile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lang="en-MY"/>
              <a:t>TIPS : Any folder added within repo, preferable to have </a:t>
            </a:r>
            <a:r>
              <a:rPr lang="en-MY" b="1"/>
              <a:t>README.md </a:t>
            </a:r>
            <a:r>
              <a:rPr lang="en-MY"/>
              <a:t>file inside each folder </a:t>
            </a:r>
            <a:endParaRPr/>
          </a:p>
        </p:txBody>
      </p:sp>
      <p:pic>
        <p:nvPicPr>
          <p:cNvPr id="352" name="Google Shape;35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7408" y="1657667"/>
            <a:ext cx="4708930" cy="4535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6" descr="Badge Tick1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32401" y="3799270"/>
            <a:ext cx="395513" cy="39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6" descr="Badge Tick1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40348" y="3458823"/>
            <a:ext cx="395513" cy="39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MY"/>
              <a:t>17</a:t>
            </a:fld>
            <a:endParaRPr/>
          </a:p>
        </p:txBody>
      </p:sp>
      <p:sp>
        <p:nvSpPr>
          <p:cNvPr id="360" name="Google Shape;360;p17"/>
          <p:cNvSpPr txBox="1">
            <a:spLocks noGrp="1"/>
          </p:cNvSpPr>
          <p:nvPr>
            <p:ph type="title"/>
          </p:nvPr>
        </p:nvSpPr>
        <p:spPr>
          <a:xfrm>
            <a:off x="940050" y="332104"/>
            <a:ext cx="591069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MY"/>
              <a:t>For More Extra References.. Visit Dr Shahizan GitHub</a:t>
            </a:r>
            <a:endParaRPr/>
          </a:p>
        </p:txBody>
      </p:sp>
      <p:sp>
        <p:nvSpPr>
          <p:cNvPr id="361" name="Google Shape;361;p17"/>
          <p:cNvSpPr txBox="1">
            <a:spLocks noGrp="1"/>
          </p:cNvSpPr>
          <p:nvPr>
            <p:ph type="body" idx="1"/>
          </p:nvPr>
        </p:nvSpPr>
        <p:spPr>
          <a:xfrm>
            <a:off x="940051" y="1657684"/>
            <a:ext cx="4876800" cy="26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lang="en-MY" u="sng">
                <a:solidFill>
                  <a:schemeClr val="hlink"/>
                </a:solidFill>
                <a:hlinkClick r:id="rId3"/>
              </a:rPr>
              <a:t>https://github.com/drshahizan/learn-github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lang="en-MY" u="sng">
                <a:solidFill>
                  <a:schemeClr val="hlink"/>
                </a:solidFill>
                <a:hlinkClick r:id="rId4"/>
              </a:rPr>
              <a:t>https://github.com/drshahizan/learn-github/tree/main/task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endParaRPr/>
          </a:p>
        </p:txBody>
      </p:sp>
      <p:pic>
        <p:nvPicPr>
          <p:cNvPr id="362" name="Google Shape;362;p17"/>
          <p:cNvPicPr preferRelativeResize="0"/>
          <p:nvPr/>
        </p:nvPicPr>
        <p:blipFill rotWithShape="1">
          <a:blip r:embed="rId5">
            <a:alphaModFix/>
          </a:blip>
          <a:srcRect t="5310" b="8182"/>
          <a:stretch/>
        </p:blipFill>
        <p:spPr>
          <a:xfrm>
            <a:off x="1226491" y="3093146"/>
            <a:ext cx="4876800" cy="3164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24308" y="724816"/>
            <a:ext cx="3965278" cy="5532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18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0548" y="4882841"/>
            <a:ext cx="1783499" cy="603213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8"/>
          <p:cNvSpPr txBox="1"/>
          <p:nvPr/>
        </p:nvSpPr>
        <p:spPr>
          <a:xfrm>
            <a:off x="3753095" y="2380689"/>
            <a:ext cx="4707000" cy="8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0"/>
              <a:buFont typeface="Arial"/>
              <a:buNone/>
            </a:pPr>
            <a:r>
              <a:rPr lang="en-MY" sz="4950" b="1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8"/>
          <p:cNvSpPr txBox="1"/>
          <p:nvPr/>
        </p:nvSpPr>
        <p:spPr>
          <a:xfrm>
            <a:off x="5428912" y="6322009"/>
            <a:ext cx="3802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MY"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univteknologimalaysia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" name="Google Shape;371;p18"/>
          <p:cNvGrpSpPr/>
          <p:nvPr/>
        </p:nvGrpSpPr>
        <p:grpSpPr>
          <a:xfrm>
            <a:off x="5024474" y="6321479"/>
            <a:ext cx="280218" cy="281948"/>
            <a:chOff x="2163763" y="-1266825"/>
            <a:chExt cx="1028700" cy="1035050"/>
          </a:xfrm>
        </p:grpSpPr>
        <p:sp>
          <p:nvSpPr>
            <p:cNvPr id="372" name="Google Shape;372;p18"/>
            <p:cNvSpPr/>
            <p:nvPr/>
          </p:nvSpPr>
          <p:spPr>
            <a:xfrm>
              <a:off x="2163763" y="-1266825"/>
              <a:ext cx="1028700" cy="1035050"/>
            </a:xfrm>
            <a:custGeom>
              <a:avLst/>
              <a:gdLst/>
              <a:ahLst/>
              <a:cxnLst/>
              <a:rect l="l" t="t" r="r" b="b"/>
              <a:pathLst>
                <a:path w="396" h="396" extrusionOk="0">
                  <a:moveTo>
                    <a:pt x="198" y="0"/>
                  </a:moveTo>
                  <a:cubicBezTo>
                    <a:pt x="252" y="0"/>
                    <a:pt x="302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2" y="374"/>
                    <a:pt x="252" y="396"/>
                    <a:pt x="198" y="396"/>
                  </a:cubicBezTo>
                  <a:cubicBezTo>
                    <a:pt x="143" y="396"/>
                    <a:pt x="93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3" y="22"/>
                    <a:pt x="143" y="0"/>
                    <a:pt x="198" y="0"/>
                  </a:cubicBezTo>
                  <a:close/>
                  <a:moveTo>
                    <a:pt x="327" y="69"/>
                  </a:moveTo>
                  <a:cubicBezTo>
                    <a:pt x="294" y="36"/>
                    <a:pt x="248" y="15"/>
                    <a:pt x="198" y="15"/>
                  </a:cubicBezTo>
                  <a:cubicBezTo>
                    <a:pt x="147" y="15"/>
                    <a:pt x="102" y="36"/>
                    <a:pt x="69" y="69"/>
                  </a:cubicBezTo>
                  <a:cubicBezTo>
                    <a:pt x="36" y="102"/>
                    <a:pt x="15" y="147"/>
                    <a:pt x="15" y="198"/>
                  </a:cubicBezTo>
                  <a:cubicBezTo>
                    <a:pt x="15" y="248"/>
                    <a:pt x="36" y="294"/>
                    <a:pt x="69" y="327"/>
                  </a:cubicBezTo>
                  <a:cubicBezTo>
                    <a:pt x="102" y="360"/>
                    <a:pt x="147" y="380"/>
                    <a:pt x="198" y="380"/>
                  </a:cubicBezTo>
                  <a:cubicBezTo>
                    <a:pt x="248" y="380"/>
                    <a:pt x="294" y="360"/>
                    <a:pt x="327" y="327"/>
                  </a:cubicBezTo>
                  <a:cubicBezTo>
                    <a:pt x="360" y="294"/>
                    <a:pt x="380" y="248"/>
                    <a:pt x="380" y="198"/>
                  </a:cubicBezTo>
                  <a:cubicBezTo>
                    <a:pt x="380" y="147"/>
                    <a:pt x="360" y="102"/>
                    <a:pt x="327" y="69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2554288" y="-1014413"/>
              <a:ext cx="246063" cy="528638"/>
            </a:xfrm>
            <a:custGeom>
              <a:avLst/>
              <a:gdLst/>
              <a:ahLst/>
              <a:cxnLst/>
              <a:rect l="l" t="t" r="r" b="b"/>
              <a:pathLst>
                <a:path w="95" h="202" extrusionOk="0">
                  <a:moveTo>
                    <a:pt x="63" y="60"/>
                  </a:moveTo>
                  <a:cubicBezTo>
                    <a:pt x="63" y="44"/>
                    <a:pt x="63" y="44"/>
                    <a:pt x="63" y="44"/>
                  </a:cubicBezTo>
                  <a:cubicBezTo>
                    <a:pt x="63" y="36"/>
                    <a:pt x="68" y="34"/>
                    <a:pt x="72" y="34"/>
                  </a:cubicBezTo>
                  <a:cubicBezTo>
                    <a:pt x="75" y="34"/>
                    <a:pt x="94" y="34"/>
                    <a:pt x="94" y="34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21" y="25"/>
                    <a:pt x="21" y="42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21" y="101"/>
                    <a:pt x="21" y="101"/>
                    <a:pt x="21" y="101"/>
                  </a:cubicBezTo>
                  <a:cubicBezTo>
                    <a:pt x="21" y="147"/>
                    <a:pt x="21" y="202"/>
                    <a:pt x="21" y="202"/>
                  </a:cubicBezTo>
                  <a:cubicBezTo>
                    <a:pt x="61" y="202"/>
                    <a:pt x="61" y="202"/>
                    <a:pt x="61" y="202"/>
                  </a:cubicBezTo>
                  <a:cubicBezTo>
                    <a:pt x="61" y="202"/>
                    <a:pt x="61" y="146"/>
                    <a:pt x="61" y="101"/>
                  </a:cubicBezTo>
                  <a:cubicBezTo>
                    <a:pt x="91" y="101"/>
                    <a:pt x="91" y="101"/>
                    <a:pt x="91" y="101"/>
                  </a:cubicBezTo>
                  <a:cubicBezTo>
                    <a:pt x="92" y="85"/>
                    <a:pt x="92" y="85"/>
                    <a:pt x="92" y="85"/>
                  </a:cubicBezTo>
                  <a:cubicBezTo>
                    <a:pt x="95" y="60"/>
                    <a:pt x="95" y="60"/>
                    <a:pt x="95" y="60"/>
                  </a:cubicBezTo>
                  <a:lnTo>
                    <a:pt x="63" y="6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4" name="Google Shape;374;p18"/>
          <p:cNvGrpSpPr/>
          <p:nvPr/>
        </p:nvGrpSpPr>
        <p:grpSpPr>
          <a:xfrm>
            <a:off x="7579548" y="6317292"/>
            <a:ext cx="279786" cy="281948"/>
            <a:chOff x="3470276" y="-1266825"/>
            <a:chExt cx="1027113" cy="1035050"/>
          </a:xfrm>
        </p:grpSpPr>
        <p:sp>
          <p:nvSpPr>
            <p:cNvPr id="375" name="Google Shape;375;p18"/>
            <p:cNvSpPr/>
            <p:nvPr/>
          </p:nvSpPr>
          <p:spPr>
            <a:xfrm>
              <a:off x="3470276" y="-1266825"/>
              <a:ext cx="1027113" cy="1035050"/>
            </a:xfrm>
            <a:custGeom>
              <a:avLst/>
              <a:gdLst/>
              <a:ahLst/>
              <a:cxnLst/>
              <a:rect l="l" t="t" r="r" b="b"/>
              <a:pathLst>
                <a:path w="396" h="396" extrusionOk="0">
                  <a:moveTo>
                    <a:pt x="198" y="0"/>
                  </a:moveTo>
                  <a:cubicBezTo>
                    <a:pt x="253" y="0"/>
                    <a:pt x="303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3" y="374"/>
                    <a:pt x="253" y="396"/>
                    <a:pt x="198" y="396"/>
                  </a:cubicBezTo>
                  <a:cubicBezTo>
                    <a:pt x="144" y="396"/>
                    <a:pt x="94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4" y="22"/>
                    <a:pt x="144" y="0"/>
                    <a:pt x="198" y="0"/>
                  </a:cubicBezTo>
                  <a:close/>
                  <a:moveTo>
                    <a:pt x="328" y="69"/>
                  </a:moveTo>
                  <a:cubicBezTo>
                    <a:pt x="294" y="36"/>
                    <a:pt x="249" y="15"/>
                    <a:pt x="198" y="15"/>
                  </a:cubicBezTo>
                  <a:cubicBezTo>
                    <a:pt x="148" y="15"/>
                    <a:pt x="102" y="36"/>
                    <a:pt x="69" y="69"/>
                  </a:cubicBezTo>
                  <a:cubicBezTo>
                    <a:pt x="36" y="102"/>
                    <a:pt x="16" y="147"/>
                    <a:pt x="16" y="198"/>
                  </a:cubicBezTo>
                  <a:cubicBezTo>
                    <a:pt x="16" y="248"/>
                    <a:pt x="36" y="294"/>
                    <a:pt x="69" y="327"/>
                  </a:cubicBezTo>
                  <a:cubicBezTo>
                    <a:pt x="102" y="360"/>
                    <a:pt x="148" y="380"/>
                    <a:pt x="198" y="380"/>
                  </a:cubicBezTo>
                  <a:cubicBezTo>
                    <a:pt x="249" y="380"/>
                    <a:pt x="294" y="360"/>
                    <a:pt x="328" y="327"/>
                  </a:cubicBezTo>
                  <a:cubicBezTo>
                    <a:pt x="361" y="294"/>
                    <a:pt x="381" y="248"/>
                    <a:pt x="381" y="198"/>
                  </a:cubicBezTo>
                  <a:cubicBezTo>
                    <a:pt x="381" y="147"/>
                    <a:pt x="361" y="102"/>
                    <a:pt x="328" y="69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3727451" y="-1011238"/>
              <a:ext cx="515938" cy="520700"/>
            </a:xfrm>
            <a:custGeom>
              <a:avLst/>
              <a:gdLst/>
              <a:ahLst/>
              <a:cxnLst/>
              <a:rect l="l" t="t" r="r" b="b"/>
              <a:pathLst>
                <a:path w="199" h="199" extrusionOk="0">
                  <a:moveTo>
                    <a:pt x="49" y="100"/>
                  </a:moveTo>
                  <a:cubicBezTo>
                    <a:pt x="49" y="72"/>
                    <a:pt x="71" y="49"/>
                    <a:pt x="99" y="49"/>
                  </a:cubicBezTo>
                  <a:cubicBezTo>
                    <a:pt x="127" y="49"/>
                    <a:pt x="150" y="72"/>
                    <a:pt x="150" y="100"/>
                  </a:cubicBezTo>
                  <a:cubicBezTo>
                    <a:pt x="150" y="128"/>
                    <a:pt x="127" y="150"/>
                    <a:pt x="99" y="150"/>
                  </a:cubicBezTo>
                  <a:cubicBezTo>
                    <a:pt x="71" y="150"/>
                    <a:pt x="49" y="128"/>
                    <a:pt x="49" y="100"/>
                  </a:cubicBezTo>
                  <a:close/>
                  <a:moveTo>
                    <a:pt x="152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78"/>
                    <a:pt x="21" y="199"/>
                    <a:pt x="47" y="199"/>
                  </a:cubicBezTo>
                  <a:cubicBezTo>
                    <a:pt x="152" y="199"/>
                    <a:pt x="152" y="199"/>
                    <a:pt x="152" y="199"/>
                  </a:cubicBezTo>
                  <a:cubicBezTo>
                    <a:pt x="178" y="199"/>
                    <a:pt x="199" y="178"/>
                    <a:pt x="199" y="152"/>
                  </a:cubicBezTo>
                  <a:cubicBezTo>
                    <a:pt x="199" y="47"/>
                    <a:pt x="199" y="47"/>
                    <a:pt x="199" y="47"/>
                  </a:cubicBezTo>
                  <a:cubicBezTo>
                    <a:pt x="199" y="21"/>
                    <a:pt x="178" y="0"/>
                    <a:pt x="152" y="0"/>
                  </a:cubicBezTo>
                  <a:close/>
                  <a:moveTo>
                    <a:pt x="47" y="12"/>
                  </a:moveTo>
                  <a:cubicBezTo>
                    <a:pt x="152" y="12"/>
                    <a:pt x="152" y="12"/>
                    <a:pt x="152" y="12"/>
                  </a:cubicBezTo>
                  <a:cubicBezTo>
                    <a:pt x="171" y="12"/>
                    <a:pt x="187" y="28"/>
                    <a:pt x="187" y="47"/>
                  </a:cubicBezTo>
                  <a:cubicBezTo>
                    <a:pt x="187" y="152"/>
                    <a:pt x="187" y="152"/>
                    <a:pt x="187" y="152"/>
                  </a:cubicBezTo>
                  <a:cubicBezTo>
                    <a:pt x="187" y="171"/>
                    <a:pt x="171" y="187"/>
                    <a:pt x="152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28" y="187"/>
                    <a:pt x="12" y="171"/>
                    <a:pt x="12" y="152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28"/>
                    <a:pt x="28" y="12"/>
                    <a:pt x="47" y="12"/>
                  </a:cubicBezTo>
                  <a:close/>
                  <a:moveTo>
                    <a:pt x="162" y="27"/>
                  </a:moveTo>
                  <a:cubicBezTo>
                    <a:pt x="156" y="27"/>
                    <a:pt x="152" y="32"/>
                    <a:pt x="152" y="37"/>
                  </a:cubicBezTo>
                  <a:cubicBezTo>
                    <a:pt x="152" y="43"/>
                    <a:pt x="156" y="48"/>
                    <a:pt x="162" y="48"/>
                  </a:cubicBezTo>
                  <a:cubicBezTo>
                    <a:pt x="168" y="48"/>
                    <a:pt x="173" y="43"/>
                    <a:pt x="173" y="37"/>
                  </a:cubicBezTo>
                  <a:cubicBezTo>
                    <a:pt x="173" y="32"/>
                    <a:pt x="168" y="27"/>
                    <a:pt x="162" y="27"/>
                  </a:cubicBezTo>
                  <a:close/>
                  <a:moveTo>
                    <a:pt x="163" y="100"/>
                  </a:moveTo>
                  <a:cubicBezTo>
                    <a:pt x="163" y="64"/>
                    <a:pt x="135" y="36"/>
                    <a:pt x="99" y="36"/>
                  </a:cubicBezTo>
                  <a:cubicBezTo>
                    <a:pt x="64" y="36"/>
                    <a:pt x="35" y="64"/>
                    <a:pt x="35" y="100"/>
                  </a:cubicBezTo>
                  <a:cubicBezTo>
                    <a:pt x="35" y="135"/>
                    <a:pt x="64" y="164"/>
                    <a:pt x="99" y="164"/>
                  </a:cubicBezTo>
                  <a:cubicBezTo>
                    <a:pt x="135" y="164"/>
                    <a:pt x="163" y="135"/>
                    <a:pt x="163" y="10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77" name="Google Shape;377;p18"/>
          <p:cNvSpPr/>
          <p:nvPr/>
        </p:nvSpPr>
        <p:spPr>
          <a:xfrm>
            <a:off x="3588919" y="6338057"/>
            <a:ext cx="281962" cy="281956"/>
          </a:xfrm>
          <a:custGeom>
            <a:avLst/>
            <a:gdLst/>
            <a:ahLst/>
            <a:cxnLst/>
            <a:rect l="l" t="t" r="r" b="b"/>
            <a:pathLst>
              <a:path w="2328" h="2328" extrusionOk="0">
                <a:moveTo>
                  <a:pt x="1164" y="0"/>
                </a:moveTo>
                <a:cubicBezTo>
                  <a:pt x="853" y="0"/>
                  <a:pt x="561" y="121"/>
                  <a:pt x="341" y="341"/>
                </a:cubicBezTo>
                <a:cubicBezTo>
                  <a:pt x="121" y="560"/>
                  <a:pt x="0" y="853"/>
                  <a:pt x="0" y="1164"/>
                </a:cubicBezTo>
                <a:cubicBezTo>
                  <a:pt x="0" y="1475"/>
                  <a:pt x="121" y="1767"/>
                  <a:pt x="341" y="1987"/>
                </a:cubicBezTo>
                <a:cubicBezTo>
                  <a:pt x="561" y="2207"/>
                  <a:pt x="853" y="2328"/>
                  <a:pt x="1164" y="2328"/>
                </a:cubicBezTo>
                <a:cubicBezTo>
                  <a:pt x="1475" y="2328"/>
                  <a:pt x="1767" y="2207"/>
                  <a:pt x="1987" y="1987"/>
                </a:cubicBezTo>
                <a:cubicBezTo>
                  <a:pt x="2207" y="1767"/>
                  <a:pt x="2328" y="1475"/>
                  <a:pt x="2328" y="1164"/>
                </a:cubicBezTo>
                <a:cubicBezTo>
                  <a:pt x="2328" y="853"/>
                  <a:pt x="2207" y="560"/>
                  <a:pt x="1987" y="341"/>
                </a:cubicBezTo>
                <a:cubicBezTo>
                  <a:pt x="1767" y="121"/>
                  <a:pt x="1475" y="0"/>
                  <a:pt x="1164" y="0"/>
                </a:cubicBezTo>
                <a:close/>
                <a:moveTo>
                  <a:pt x="2040" y="637"/>
                </a:moveTo>
                <a:cubicBezTo>
                  <a:pt x="1966" y="617"/>
                  <a:pt x="1890" y="598"/>
                  <a:pt x="1815" y="583"/>
                </a:cubicBezTo>
                <a:cubicBezTo>
                  <a:pt x="1807" y="493"/>
                  <a:pt x="1732" y="423"/>
                  <a:pt x="1640" y="423"/>
                </a:cubicBezTo>
                <a:cubicBezTo>
                  <a:pt x="1619" y="423"/>
                  <a:pt x="1598" y="427"/>
                  <a:pt x="1579" y="434"/>
                </a:cubicBezTo>
                <a:cubicBezTo>
                  <a:pt x="1512" y="335"/>
                  <a:pt x="1433" y="243"/>
                  <a:pt x="1341" y="157"/>
                </a:cubicBezTo>
                <a:cubicBezTo>
                  <a:pt x="1547" y="193"/>
                  <a:pt x="1736" y="291"/>
                  <a:pt x="1886" y="441"/>
                </a:cubicBezTo>
                <a:cubicBezTo>
                  <a:pt x="1946" y="501"/>
                  <a:pt x="1998" y="567"/>
                  <a:pt x="2040" y="637"/>
                </a:cubicBezTo>
                <a:close/>
                <a:moveTo>
                  <a:pt x="2099" y="1577"/>
                </a:moveTo>
                <a:cubicBezTo>
                  <a:pt x="1968" y="1617"/>
                  <a:pt x="1835" y="1649"/>
                  <a:pt x="1700" y="1672"/>
                </a:cubicBezTo>
                <a:cubicBezTo>
                  <a:pt x="1767" y="1520"/>
                  <a:pt x="1802" y="1362"/>
                  <a:pt x="1807" y="1199"/>
                </a:cubicBezTo>
                <a:cubicBezTo>
                  <a:pt x="2185" y="1199"/>
                  <a:pt x="2185" y="1199"/>
                  <a:pt x="2185" y="1199"/>
                </a:cubicBezTo>
                <a:cubicBezTo>
                  <a:pt x="2181" y="1331"/>
                  <a:pt x="2151" y="1459"/>
                  <a:pt x="2099" y="1577"/>
                </a:cubicBezTo>
                <a:close/>
                <a:moveTo>
                  <a:pt x="1204" y="2185"/>
                </a:moveTo>
                <a:cubicBezTo>
                  <a:pt x="1202" y="2185"/>
                  <a:pt x="1201" y="2185"/>
                  <a:pt x="1200" y="2185"/>
                </a:cubicBezTo>
                <a:cubicBezTo>
                  <a:pt x="1200" y="1935"/>
                  <a:pt x="1200" y="1935"/>
                  <a:pt x="1200" y="1935"/>
                </a:cubicBezTo>
                <a:cubicBezTo>
                  <a:pt x="1265" y="1921"/>
                  <a:pt x="1318" y="1870"/>
                  <a:pt x="1334" y="1805"/>
                </a:cubicBezTo>
                <a:cubicBezTo>
                  <a:pt x="1407" y="1802"/>
                  <a:pt x="1480" y="1795"/>
                  <a:pt x="1552" y="1787"/>
                </a:cubicBezTo>
                <a:cubicBezTo>
                  <a:pt x="1465" y="1934"/>
                  <a:pt x="1348" y="2067"/>
                  <a:pt x="1204" y="2185"/>
                </a:cubicBezTo>
                <a:close/>
                <a:moveTo>
                  <a:pt x="775" y="1787"/>
                </a:moveTo>
                <a:cubicBezTo>
                  <a:pt x="848" y="1795"/>
                  <a:pt x="921" y="1802"/>
                  <a:pt x="994" y="1805"/>
                </a:cubicBezTo>
                <a:cubicBezTo>
                  <a:pt x="1010" y="1870"/>
                  <a:pt x="1062" y="1921"/>
                  <a:pt x="1128" y="1935"/>
                </a:cubicBezTo>
                <a:cubicBezTo>
                  <a:pt x="1128" y="2185"/>
                  <a:pt x="1128" y="2185"/>
                  <a:pt x="1128" y="2185"/>
                </a:cubicBezTo>
                <a:cubicBezTo>
                  <a:pt x="1127" y="2185"/>
                  <a:pt x="1125" y="2185"/>
                  <a:pt x="1124" y="2185"/>
                </a:cubicBezTo>
                <a:cubicBezTo>
                  <a:pt x="980" y="2067"/>
                  <a:pt x="863" y="1934"/>
                  <a:pt x="775" y="1787"/>
                </a:cubicBezTo>
                <a:close/>
                <a:moveTo>
                  <a:pt x="229" y="751"/>
                </a:moveTo>
                <a:cubicBezTo>
                  <a:pt x="360" y="710"/>
                  <a:pt x="493" y="678"/>
                  <a:pt x="627" y="655"/>
                </a:cubicBezTo>
                <a:cubicBezTo>
                  <a:pt x="580" y="764"/>
                  <a:pt x="548" y="876"/>
                  <a:pt x="532" y="991"/>
                </a:cubicBezTo>
                <a:cubicBezTo>
                  <a:pt x="460" y="1002"/>
                  <a:pt x="403" y="1058"/>
                  <a:pt x="388" y="1129"/>
                </a:cubicBezTo>
                <a:cubicBezTo>
                  <a:pt x="143" y="1129"/>
                  <a:pt x="143" y="1129"/>
                  <a:pt x="143" y="1129"/>
                </a:cubicBezTo>
                <a:cubicBezTo>
                  <a:pt x="147" y="996"/>
                  <a:pt x="177" y="869"/>
                  <a:pt x="229" y="751"/>
                </a:cubicBezTo>
                <a:close/>
                <a:moveTo>
                  <a:pt x="1124" y="143"/>
                </a:moveTo>
                <a:cubicBezTo>
                  <a:pt x="1125" y="143"/>
                  <a:pt x="1127" y="143"/>
                  <a:pt x="1128" y="143"/>
                </a:cubicBezTo>
                <a:cubicBezTo>
                  <a:pt x="1128" y="518"/>
                  <a:pt x="1128" y="518"/>
                  <a:pt x="1128" y="518"/>
                </a:cubicBezTo>
                <a:cubicBezTo>
                  <a:pt x="1010" y="519"/>
                  <a:pt x="892" y="527"/>
                  <a:pt x="775" y="541"/>
                </a:cubicBezTo>
                <a:cubicBezTo>
                  <a:pt x="863" y="394"/>
                  <a:pt x="980" y="260"/>
                  <a:pt x="1124" y="143"/>
                </a:cubicBezTo>
                <a:close/>
                <a:moveTo>
                  <a:pt x="1513" y="478"/>
                </a:moveTo>
                <a:cubicBezTo>
                  <a:pt x="1498" y="494"/>
                  <a:pt x="1486" y="512"/>
                  <a:pt x="1478" y="533"/>
                </a:cubicBezTo>
                <a:cubicBezTo>
                  <a:pt x="1386" y="524"/>
                  <a:pt x="1293" y="519"/>
                  <a:pt x="1200" y="518"/>
                </a:cubicBezTo>
                <a:cubicBezTo>
                  <a:pt x="1200" y="143"/>
                  <a:pt x="1200" y="143"/>
                  <a:pt x="1200" y="143"/>
                </a:cubicBezTo>
                <a:cubicBezTo>
                  <a:pt x="1201" y="143"/>
                  <a:pt x="1202" y="143"/>
                  <a:pt x="1204" y="143"/>
                </a:cubicBezTo>
                <a:cubicBezTo>
                  <a:pt x="1327" y="243"/>
                  <a:pt x="1431" y="356"/>
                  <a:pt x="1513" y="478"/>
                </a:cubicBezTo>
                <a:close/>
                <a:moveTo>
                  <a:pt x="1200" y="610"/>
                </a:moveTo>
                <a:cubicBezTo>
                  <a:pt x="1289" y="611"/>
                  <a:pt x="1379" y="616"/>
                  <a:pt x="1467" y="624"/>
                </a:cubicBezTo>
                <a:cubicBezTo>
                  <a:pt x="1480" y="708"/>
                  <a:pt x="1553" y="773"/>
                  <a:pt x="1640" y="773"/>
                </a:cubicBezTo>
                <a:cubicBezTo>
                  <a:pt x="1647" y="773"/>
                  <a:pt x="1654" y="772"/>
                  <a:pt x="1661" y="772"/>
                </a:cubicBezTo>
                <a:cubicBezTo>
                  <a:pt x="1702" y="887"/>
                  <a:pt x="1724" y="1007"/>
                  <a:pt x="1728" y="1129"/>
                </a:cubicBezTo>
                <a:cubicBezTo>
                  <a:pt x="1200" y="1129"/>
                  <a:pt x="1200" y="1129"/>
                  <a:pt x="1200" y="1129"/>
                </a:cubicBezTo>
                <a:lnTo>
                  <a:pt x="1200" y="610"/>
                </a:lnTo>
                <a:close/>
                <a:moveTo>
                  <a:pt x="1720" y="598"/>
                </a:moveTo>
                <a:cubicBezTo>
                  <a:pt x="1720" y="642"/>
                  <a:pt x="1684" y="678"/>
                  <a:pt x="1640" y="678"/>
                </a:cubicBezTo>
                <a:cubicBezTo>
                  <a:pt x="1596" y="678"/>
                  <a:pt x="1560" y="642"/>
                  <a:pt x="1560" y="598"/>
                </a:cubicBezTo>
                <a:cubicBezTo>
                  <a:pt x="1560" y="554"/>
                  <a:pt x="1596" y="518"/>
                  <a:pt x="1640" y="518"/>
                </a:cubicBezTo>
                <a:cubicBezTo>
                  <a:pt x="1684" y="518"/>
                  <a:pt x="1720" y="554"/>
                  <a:pt x="1720" y="598"/>
                </a:cubicBezTo>
                <a:close/>
                <a:moveTo>
                  <a:pt x="1128" y="610"/>
                </a:moveTo>
                <a:cubicBezTo>
                  <a:pt x="1128" y="1129"/>
                  <a:pt x="1128" y="1129"/>
                  <a:pt x="1128" y="1129"/>
                </a:cubicBezTo>
                <a:cubicBezTo>
                  <a:pt x="731" y="1129"/>
                  <a:pt x="731" y="1129"/>
                  <a:pt x="731" y="1129"/>
                </a:cubicBezTo>
                <a:cubicBezTo>
                  <a:pt x="719" y="1066"/>
                  <a:pt x="672" y="1015"/>
                  <a:pt x="611" y="997"/>
                </a:cubicBezTo>
                <a:cubicBezTo>
                  <a:pt x="629" y="874"/>
                  <a:pt x="666" y="755"/>
                  <a:pt x="722" y="641"/>
                </a:cubicBezTo>
                <a:cubicBezTo>
                  <a:pt x="856" y="622"/>
                  <a:pt x="992" y="612"/>
                  <a:pt x="1128" y="610"/>
                </a:cubicBezTo>
                <a:close/>
                <a:moveTo>
                  <a:pt x="640" y="1164"/>
                </a:moveTo>
                <a:cubicBezTo>
                  <a:pt x="640" y="1208"/>
                  <a:pt x="604" y="1244"/>
                  <a:pt x="560" y="1244"/>
                </a:cubicBezTo>
                <a:cubicBezTo>
                  <a:pt x="516" y="1244"/>
                  <a:pt x="480" y="1208"/>
                  <a:pt x="480" y="1164"/>
                </a:cubicBezTo>
                <a:cubicBezTo>
                  <a:pt x="480" y="1120"/>
                  <a:pt x="516" y="1084"/>
                  <a:pt x="560" y="1084"/>
                </a:cubicBezTo>
                <a:cubicBezTo>
                  <a:pt x="604" y="1084"/>
                  <a:pt x="640" y="1120"/>
                  <a:pt x="640" y="1164"/>
                </a:cubicBezTo>
                <a:close/>
                <a:moveTo>
                  <a:pt x="143" y="1199"/>
                </a:moveTo>
                <a:cubicBezTo>
                  <a:pt x="388" y="1199"/>
                  <a:pt x="388" y="1199"/>
                  <a:pt x="388" y="1199"/>
                </a:cubicBezTo>
                <a:cubicBezTo>
                  <a:pt x="403" y="1270"/>
                  <a:pt x="460" y="1325"/>
                  <a:pt x="532" y="1337"/>
                </a:cubicBezTo>
                <a:cubicBezTo>
                  <a:pt x="548" y="1451"/>
                  <a:pt x="580" y="1563"/>
                  <a:pt x="627" y="1672"/>
                </a:cubicBezTo>
                <a:cubicBezTo>
                  <a:pt x="493" y="1649"/>
                  <a:pt x="360" y="1617"/>
                  <a:pt x="229" y="1577"/>
                </a:cubicBezTo>
                <a:cubicBezTo>
                  <a:pt x="177" y="1459"/>
                  <a:pt x="147" y="1331"/>
                  <a:pt x="143" y="1199"/>
                </a:cubicBezTo>
                <a:close/>
                <a:moveTo>
                  <a:pt x="611" y="1331"/>
                </a:moveTo>
                <a:cubicBezTo>
                  <a:pt x="672" y="1312"/>
                  <a:pt x="719" y="1262"/>
                  <a:pt x="731" y="1199"/>
                </a:cubicBezTo>
                <a:cubicBezTo>
                  <a:pt x="1128" y="1199"/>
                  <a:pt x="1128" y="1199"/>
                  <a:pt x="1128" y="1199"/>
                </a:cubicBezTo>
                <a:cubicBezTo>
                  <a:pt x="1128" y="1592"/>
                  <a:pt x="1128" y="1592"/>
                  <a:pt x="1128" y="1592"/>
                </a:cubicBezTo>
                <a:cubicBezTo>
                  <a:pt x="1065" y="1605"/>
                  <a:pt x="1015" y="1652"/>
                  <a:pt x="996" y="1713"/>
                </a:cubicBezTo>
                <a:cubicBezTo>
                  <a:pt x="904" y="1708"/>
                  <a:pt x="813" y="1700"/>
                  <a:pt x="722" y="1687"/>
                </a:cubicBezTo>
                <a:cubicBezTo>
                  <a:pt x="666" y="1572"/>
                  <a:pt x="629" y="1453"/>
                  <a:pt x="611" y="1331"/>
                </a:cubicBezTo>
                <a:close/>
                <a:moveTo>
                  <a:pt x="1244" y="1764"/>
                </a:moveTo>
                <a:cubicBezTo>
                  <a:pt x="1244" y="1808"/>
                  <a:pt x="1208" y="1844"/>
                  <a:pt x="1164" y="1844"/>
                </a:cubicBezTo>
                <a:cubicBezTo>
                  <a:pt x="1120" y="1844"/>
                  <a:pt x="1084" y="1808"/>
                  <a:pt x="1084" y="1764"/>
                </a:cubicBezTo>
                <a:cubicBezTo>
                  <a:pt x="1084" y="1720"/>
                  <a:pt x="1120" y="1684"/>
                  <a:pt x="1164" y="1684"/>
                </a:cubicBezTo>
                <a:cubicBezTo>
                  <a:pt x="1208" y="1684"/>
                  <a:pt x="1244" y="1720"/>
                  <a:pt x="1244" y="1764"/>
                </a:cubicBezTo>
                <a:close/>
                <a:moveTo>
                  <a:pt x="1331" y="1713"/>
                </a:moveTo>
                <a:cubicBezTo>
                  <a:pt x="1313" y="1652"/>
                  <a:pt x="1262" y="1605"/>
                  <a:pt x="1200" y="1592"/>
                </a:cubicBezTo>
                <a:cubicBezTo>
                  <a:pt x="1200" y="1199"/>
                  <a:pt x="1200" y="1199"/>
                  <a:pt x="1200" y="1199"/>
                </a:cubicBezTo>
                <a:cubicBezTo>
                  <a:pt x="1728" y="1199"/>
                  <a:pt x="1728" y="1199"/>
                  <a:pt x="1728" y="1199"/>
                </a:cubicBezTo>
                <a:cubicBezTo>
                  <a:pt x="1723" y="1367"/>
                  <a:pt x="1682" y="1531"/>
                  <a:pt x="1606" y="1687"/>
                </a:cubicBezTo>
                <a:cubicBezTo>
                  <a:pt x="1515" y="1700"/>
                  <a:pt x="1424" y="1708"/>
                  <a:pt x="1331" y="1713"/>
                </a:cubicBezTo>
                <a:close/>
                <a:moveTo>
                  <a:pt x="1807" y="1129"/>
                </a:moveTo>
                <a:cubicBezTo>
                  <a:pt x="1803" y="997"/>
                  <a:pt x="1779" y="869"/>
                  <a:pt x="1736" y="745"/>
                </a:cubicBezTo>
                <a:cubicBezTo>
                  <a:pt x="1762" y="727"/>
                  <a:pt x="1784" y="703"/>
                  <a:pt x="1798" y="674"/>
                </a:cubicBezTo>
                <a:cubicBezTo>
                  <a:pt x="1900" y="694"/>
                  <a:pt x="2000" y="720"/>
                  <a:pt x="2099" y="751"/>
                </a:cubicBezTo>
                <a:cubicBezTo>
                  <a:pt x="2151" y="869"/>
                  <a:pt x="2181" y="996"/>
                  <a:pt x="2185" y="1129"/>
                </a:cubicBezTo>
                <a:lnTo>
                  <a:pt x="1807" y="1129"/>
                </a:lnTo>
                <a:close/>
                <a:moveTo>
                  <a:pt x="441" y="441"/>
                </a:moveTo>
                <a:cubicBezTo>
                  <a:pt x="592" y="291"/>
                  <a:pt x="781" y="193"/>
                  <a:pt x="987" y="157"/>
                </a:cubicBezTo>
                <a:cubicBezTo>
                  <a:pt x="865" y="271"/>
                  <a:pt x="765" y="397"/>
                  <a:pt x="688" y="534"/>
                </a:cubicBezTo>
                <a:cubicBezTo>
                  <a:pt x="684" y="541"/>
                  <a:pt x="680" y="547"/>
                  <a:pt x="677" y="554"/>
                </a:cubicBezTo>
                <a:cubicBezTo>
                  <a:pt x="546" y="574"/>
                  <a:pt x="416" y="602"/>
                  <a:pt x="288" y="637"/>
                </a:cubicBezTo>
                <a:cubicBezTo>
                  <a:pt x="330" y="567"/>
                  <a:pt x="382" y="501"/>
                  <a:pt x="441" y="441"/>
                </a:cubicBezTo>
                <a:close/>
                <a:moveTo>
                  <a:pt x="288" y="1690"/>
                </a:moveTo>
                <a:cubicBezTo>
                  <a:pt x="416" y="1726"/>
                  <a:pt x="546" y="1754"/>
                  <a:pt x="677" y="1773"/>
                </a:cubicBezTo>
                <a:cubicBezTo>
                  <a:pt x="680" y="1780"/>
                  <a:pt x="684" y="1787"/>
                  <a:pt x="688" y="1794"/>
                </a:cubicBezTo>
                <a:cubicBezTo>
                  <a:pt x="765" y="1931"/>
                  <a:pt x="865" y="2057"/>
                  <a:pt x="987" y="2170"/>
                </a:cubicBezTo>
                <a:cubicBezTo>
                  <a:pt x="781" y="2134"/>
                  <a:pt x="592" y="2037"/>
                  <a:pt x="441" y="1886"/>
                </a:cubicBezTo>
                <a:cubicBezTo>
                  <a:pt x="382" y="1827"/>
                  <a:pt x="330" y="1761"/>
                  <a:pt x="288" y="1690"/>
                </a:cubicBezTo>
                <a:close/>
                <a:moveTo>
                  <a:pt x="1886" y="1886"/>
                </a:moveTo>
                <a:cubicBezTo>
                  <a:pt x="1736" y="2037"/>
                  <a:pt x="1547" y="2135"/>
                  <a:pt x="1341" y="2170"/>
                </a:cubicBezTo>
                <a:cubicBezTo>
                  <a:pt x="1463" y="2057"/>
                  <a:pt x="1563" y="1931"/>
                  <a:pt x="1640" y="1794"/>
                </a:cubicBezTo>
                <a:cubicBezTo>
                  <a:pt x="1644" y="1787"/>
                  <a:pt x="1647" y="1780"/>
                  <a:pt x="1651" y="1773"/>
                </a:cubicBezTo>
                <a:cubicBezTo>
                  <a:pt x="1782" y="1754"/>
                  <a:pt x="1912" y="1726"/>
                  <a:pt x="2040" y="1690"/>
                </a:cubicBezTo>
                <a:cubicBezTo>
                  <a:pt x="1998" y="1761"/>
                  <a:pt x="1946" y="1827"/>
                  <a:pt x="1886" y="1886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8" name="Google Shape;378;p18"/>
          <p:cNvSpPr txBox="1"/>
          <p:nvPr/>
        </p:nvSpPr>
        <p:spPr>
          <a:xfrm>
            <a:off x="7984002" y="6338058"/>
            <a:ext cx="2628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MY"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utmofficial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8"/>
          <p:cNvSpPr txBox="1"/>
          <p:nvPr/>
        </p:nvSpPr>
        <p:spPr>
          <a:xfrm>
            <a:off x="3994395" y="6329744"/>
            <a:ext cx="3030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MY"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utm.my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8"/>
          <p:cNvSpPr txBox="1"/>
          <p:nvPr/>
        </p:nvSpPr>
        <p:spPr>
          <a:xfrm>
            <a:off x="3730697" y="5702528"/>
            <a:ext cx="47307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MY" sz="1400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 the Name of God for Mankind</a:t>
            </a:r>
            <a:endParaRPr sz="1400" b="0" i="0" u="none" strike="noStrike" cap="non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PT custom">
      <a:dk1>
        <a:srgbClr val="000000"/>
      </a:dk1>
      <a:lt1>
        <a:srgbClr val="FFFFFF"/>
      </a:lt1>
      <a:dk2>
        <a:srgbClr val="323232"/>
      </a:dk2>
      <a:lt2>
        <a:srgbClr val="E7D7C1"/>
      </a:lt2>
      <a:accent1>
        <a:srgbClr val="74121D"/>
      </a:accent1>
      <a:accent2>
        <a:srgbClr val="A7333F"/>
      </a:accent2>
      <a:accent3>
        <a:srgbClr val="C52233"/>
      </a:accent3>
      <a:accent4>
        <a:srgbClr val="B19C7D"/>
      </a:accent4>
      <a:accent5>
        <a:srgbClr val="7F5F52"/>
      </a:accent5>
      <a:accent6>
        <a:srgbClr val="B27D49"/>
      </a:accent6>
      <a:hlink>
        <a:srgbClr val="FFC000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</Words>
  <Application>Microsoft Office PowerPoint</Application>
  <PresentationFormat>Widescreen</PresentationFormat>
  <Paragraphs>103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Poppins Medium</vt:lpstr>
      <vt:lpstr>Arial</vt:lpstr>
      <vt:lpstr>Calibri</vt:lpstr>
      <vt:lpstr>Arimo</vt:lpstr>
      <vt:lpstr>Poppins</vt:lpstr>
      <vt:lpstr>Office Theme</vt:lpstr>
      <vt:lpstr>PowerPoint Presentation</vt:lpstr>
      <vt:lpstr>Setup a Repository</vt:lpstr>
      <vt:lpstr>Setup a Repository</vt:lpstr>
      <vt:lpstr>Adding Contributors (OPTIONAL)</vt:lpstr>
      <vt:lpstr>Adding Contributors (OPTIONAL)</vt:lpstr>
      <vt:lpstr>Clone to Local using VSCode</vt:lpstr>
      <vt:lpstr>Clone to Local using VSCode</vt:lpstr>
      <vt:lpstr>Clone to Local using VSCode</vt:lpstr>
      <vt:lpstr>Making Changes and Commit using VSCode</vt:lpstr>
      <vt:lpstr>Making Changes and Commit using VSCode</vt:lpstr>
      <vt:lpstr>Making Changes and Commit using VSCode</vt:lpstr>
      <vt:lpstr>Making Changes and Commit using VSCode</vt:lpstr>
      <vt:lpstr>Making Conflict and Resolve</vt:lpstr>
      <vt:lpstr>Making Conflict and Resolve</vt:lpstr>
      <vt:lpstr>Making Conflict and Resolve</vt:lpstr>
      <vt:lpstr>Exercise: Create GitHub Profile</vt:lpstr>
      <vt:lpstr>For More Extra References.. Visit Dr Shahizan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OatCcc</dc:creator>
  <cp:lastModifiedBy>MUHAMMAD KHATIBSYARBINI 16880</cp:lastModifiedBy>
  <cp:revision>1</cp:revision>
  <dcterms:modified xsi:type="dcterms:W3CDTF">2024-10-09T00:25:56Z</dcterms:modified>
</cp:coreProperties>
</file>