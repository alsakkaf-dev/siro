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Poppins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+oulFpKwN4OR9x1aTJJoa7KB7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Medium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Medium-italic.fntdata"/><Relationship Id="rId25" Type="http://schemas.openxmlformats.org/officeDocument/2006/relationships/font" Target="fonts/PoppinsMedium-bold.fntdata"/><Relationship Id="rId28" Type="http://customschemas.google.com/relationships/presentationmetadata" Target="metadata"/><Relationship Id="rId27" Type="http://schemas.openxmlformats.org/officeDocument/2006/relationships/font" Target="fonts/Poppins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">
  <p:cSld name="intr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" y="0"/>
            <a:ext cx="873652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8" name="Google Shape;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346" y="943365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8"/>
          <p:cNvSpPr/>
          <p:nvPr>
            <p:ph idx="2" type="pic"/>
          </p:nvPr>
        </p:nvSpPr>
        <p:spPr>
          <a:xfrm>
            <a:off x="7093358" y="-16187"/>
            <a:ext cx="5097012" cy="68809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01">
  <p:cSld name="Layout_0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9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9"/>
          <p:cNvSpPr txBox="1"/>
          <p:nvPr>
            <p:ph type="title"/>
          </p:nvPr>
        </p:nvSpPr>
        <p:spPr>
          <a:xfrm>
            <a:off x="4612640" y="921703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/>
          <p:nvPr/>
        </p:nvSpPr>
        <p:spPr>
          <a:xfrm rot="10800000">
            <a:off x="-1" y="1719943"/>
            <a:ext cx="622301" cy="309558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Google Shape;26;p19"/>
          <p:cNvSpPr txBox="1"/>
          <p:nvPr>
            <p:ph idx="1" type="body"/>
          </p:nvPr>
        </p:nvSpPr>
        <p:spPr>
          <a:xfrm>
            <a:off x="4612641" y="2573973"/>
            <a:ext cx="7081520" cy="262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9"/>
          <p:cNvSpPr/>
          <p:nvPr>
            <p:ph idx="2" type="pic"/>
          </p:nvPr>
        </p:nvSpPr>
        <p:spPr>
          <a:xfrm>
            <a:off x="1228724" y="921703"/>
            <a:ext cx="2905785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Logo&#10;&#10;Description automatically generated" id="28" name="Google Shape;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_layout_02">
  <p:cSld name="1_blank_layout_0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" name="Google Shape;3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0"/>
          <p:cNvSpPr/>
          <p:nvPr/>
        </p:nvSpPr>
        <p:spPr>
          <a:xfrm rot="10800000">
            <a:off x="120965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33;p20"/>
          <p:cNvSpPr/>
          <p:nvPr/>
        </p:nvSpPr>
        <p:spPr>
          <a:xfrm rot="10800000">
            <a:off x="120967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Google Shape;34;p20"/>
          <p:cNvSpPr/>
          <p:nvPr/>
        </p:nvSpPr>
        <p:spPr>
          <a:xfrm rot="10800000">
            <a:off x="120965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20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fmla="val 50000" name="adj"/>
            </a:avLst>
          </a:prstGeom>
          <a:solidFill>
            <a:srgbClr val="BFBFBF">
              <a:alpha val="549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ntro">
  <p:cSld name="1_intro">
    <p:bg>
      <p:bgPr>
        <a:solidFill>
          <a:srgbClr val="2C2C2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52000">
                <a:schemeClr val="lt1"/>
              </a:gs>
              <a:gs pos="82000">
                <a:srgbClr val="F2F2F2"/>
              </a:gs>
              <a:gs pos="100000">
                <a:schemeClr val="lt1"/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21"/>
          <p:cNvSpPr/>
          <p:nvPr>
            <p:ph idx="2" type="pic"/>
          </p:nvPr>
        </p:nvSpPr>
        <p:spPr>
          <a:xfrm>
            <a:off x="4527052" y="-39938"/>
            <a:ext cx="7679193" cy="7005082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1"/>
          <p:cNvSpPr/>
          <p:nvPr/>
        </p:nvSpPr>
        <p:spPr>
          <a:xfrm>
            <a:off x="876629" y="-15775"/>
            <a:ext cx="7686809" cy="6857999"/>
          </a:xfrm>
          <a:custGeom>
            <a:rect b="b" l="l" r="r" t="t"/>
            <a:pathLst>
              <a:path extrusionOk="0" h="10000" w="1000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0">
                <a:srgbClr val="2C2C2C"/>
              </a:gs>
              <a:gs pos="5000">
                <a:srgbClr val="2C2C2C"/>
              </a:gs>
              <a:gs pos="62000">
                <a:srgbClr val="989898"/>
              </a:gs>
              <a:gs pos="100000">
                <a:srgbClr val="7F7F7F"/>
              </a:gs>
            </a:gsLst>
            <a:lin ang="60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21"/>
          <p:cNvSpPr/>
          <p:nvPr/>
        </p:nvSpPr>
        <p:spPr>
          <a:xfrm>
            <a:off x="-32223" y="-14401"/>
            <a:ext cx="8108976" cy="6902576"/>
          </a:xfrm>
          <a:custGeom>
            <a:rect b="b" l="l" r="r" t="t"/>
            <a:pathLst>
              <a:path extrusionOk="0" h="10065" w="13036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3F3F3F"/>
              </a:gs>
              <a:gs pos="52000">
                <a:srgbClr val="3F3F3F"/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21"/>
          <p:cNvSpPr/>
          <p:nvPr/>
        </p:nvSpPr>
        <p:spPr>
          <a:xfrm>
            <a:off x="2209176" y="3456710"/>
            <a:ext cx="4299176" cy="3429000"/>
          </a:xfrm>
          <a:custGeom>
            <a:rect b="b" l="l" r="r" t="t"/>
            <a:pathLst>
              <a:path extrusionOk="0" h="398" w="499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0">
                <a:srgbClr val="595959"/>
              </a:gs>
              <a:gs pos="68000">
                <a:srgbClr val="989898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21"/>
          <p:cNvSpPr/>
          <p:nvPr/>
        </p:nvSpPr>
        <p:spPr>
          <a:xfrm>
            <a:off x="3960220" y="3450562"/>
            <a:ext cx="2619136" cy="3429000"/>
          </a:xfrm>
          <a:custGeom>
            <a:rect b="b" l="l" r="r" t="t"/>
            <a:pathLst>
              <a:path extrusionOk="0" h="398" w="304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43;p21"/>
          <p:cNvSpPr/>
          <p:nvPr/>
        </p:nvSpPr>
        <p:spPr>
          <a:xfrm>
            <a:off x="10367888" y="3713311"/>
            <a:ext cx="1835121" cy="3144689"/>
          </a:xfrm>
          <a:custGeom>
            <a:rect b="b" l="l" r="r" t="t"/>
            <a:pathLst>
              <a:path extrusionOk="0" h="365" w="213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&#10;&#10;Description automatically generated" id="44" name="Google Shape;4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097" y="970721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1"/>
          <p:cNvSpPr/>
          <p:nvPr/>
        </p:nvSpPr>
        <p:spPr>
          <a:xfrm rot="175485">
            <a:off x="1821520" y="4675411"/>
            <a:ext cx="2314796" cy="2272379"/>
          </a:xfrm>
          <a:custGeom>
            <a:rect b="b" l="l" r="r" t="t"/>
            <a:pathLst>
              <a:path extrusionOk="0" h="2272379" w="2314796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rgbClr val="BFBFBF">
              <a:alpha val="1647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21"/>
          <p:cNvSpPr/>
          <p:nvPr/>
        </p:nvSpPr>
        <p:spPr>
          <a:xfrm rot="10800000">
            <a:off x="0" y="5616"/>
            <a:ext cx="1317018" cy="2121303"/>
          </a:xfrm>
          <a:custGeom>
            <a:rect b="b" l="l" r="r" t="t"/>
            <a:pathLst>
              <a:path extrusionOk="0" h="365" w="213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" name="Google Shape;47;p21"/>
          <p:cNvSpPr/>
          <p:nvPr/>
        </p:nvSpPr>
        <p:spPr>
          <a:xfrm>
            <a:off x="10469449" y="3095152"/>
            <a:ext cx="1758053" cy="3140035"/>
          </a:xfrm>
          <a:custGeom>
            <a:rect b="b" l="l" r="r" t="t"/>
            <a:pathLst>
              <a:path extrusionOk="0" h="8532" w="6254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layout_02">
  <p:cSld name="blank_layout_0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" name="Google Shape;5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2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fmla="val 50000" name="adj"/>
            </a:avLst>
          </a:prstGeom>
          <a:solidFill>
            <a:srgbClr val="BFBFBF">
              <a:alpha val="431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" name="Google Shape;52;p22"/>
          <p:cNvSpPr/>
          <p:nvPr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Google Shape;53;p22"/>
          <p:cNvSpPr/>
          <p:nvPr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" name="Google Shape;54;p22"/>
          <p:cNvSpPr/>
          <p:nvPr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&#10;&#10;Description automatically generated" id="55" name="Google Shape;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04">
  <p:cSld name="Layout_04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3"/>
          <p:cNvSpPr/>
          <p:nvPr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1" name="Google Shape;61;p23"/>
          <p:cNvGrpSpPr/>
          <p:nvPr/>
        </p:nvGrpSpPr>
        <p:grpSpPr>
          <a:xfrm>
            <a:off x="2561933" y="419857"/>
            <a:ext cx="613993" cy="75107"/>
            <a:chOff x="-1587" y="4763"/>
            <a:chExt cx="300037" cy="42862"/>
          </a:xfrm>
        </p:grpSpPr>
        <p:sp>
          <p:nvSpPr>
            <p:cNvPr id="62" name="Google Shape;62;p23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3" name="Google Shape;63;p23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4" name="Google Shape;64;p23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5" name="Google Shape;65;p23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6" name="Google Shape;66;p23"/>
          <p:cNvSpPr txBox="1"/>
          <p:nvPr>
            <p:ph type="title"/>
          </p:nvPr>
        </p:nvSpPr>
        <p:spPr>
          <a:xfrm>
            <a:off x="1008176" y="2103437"/>
            <a:ext cx="381571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03">
  <p:cSld name="Layout_03">
    <p:bg>
      <p:bgPr>
        <a:solidFill>
          <a:srgbClr val="C04C4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/>
          <p:nvPr/>
        </p:nvSpPr>
        <p:spPr>
          <a:xfrm rot="-8100000">
            <a:off x="2009576" y="3640922"/>
            <a:ext cx="12148525" cy="10716021"/>
          </a:xfrm>
          <a:custGeom>
            <a:rect b="b" l="l" r="r" t="t"/>
            <a:pathLst>
              <a:path extrusionOk="0" h="405" w="46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24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24"/>
          <p:cNvSpPr/>
          <p:nvPr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431800" rotWithShape="0" algn="r" dir="7860000" dist="508000">
              <a:srgbClr val="000000">
                <a:alpha val="941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2" name="Google Shape;72;p24"/>
          <p:cNvGrpSpPr/>
          <p:nvPr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</p:grpSpPr>
        <p:sp>
          <p:nvSpPr>
            <p:cNvPr id="73" name="Google Shape;73;p24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4" name="Google Shape;74;p24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" name="Google Shape;75;p24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6" name="Google Shape;76;p24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7" name="Google Shape;77;p24"/>
          <p:cNvSpPr txBox="1"/>
          <p:nvPr>
            <p:ph type="title"/>
          </p:nvPr>
        </p:nvSpPr>
        <p:spPr>
          <a:xfrm>
            <a:off x="326572" y="1388382"/>
            <a:ext cx="667294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/>
          <p:nvPr/>
        </p:nvSpPr>
        <p:spPr>
          <a:xfrm rot="-5400000">
            <a:off x="5061976" y="2610139"/>
            <a:ext cx="12148525" cy="10716021"/>
          </a:xfrm>
          <a:custGeom>
            <a:rect b="b" l="l" r="r" t="t"/>
            <a:pathLst>
              <a:path extrusionOk="0" h="405" w="46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05">
  <p:cSld name="Layout_05">
    <p:bg>
      <p:bgPr>
        <a:solidFill>
          <a:srgbClr val="C04C4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/>
          <p:nvPr/>
        </p:nvSpPr>
        <p:spPr>
          <a:xfrm rot="10800000">
            <a:off x="11064240" y="0"/>
            <a:ext cx="1127760" cy="1447800"/>
          </a:xfrm>
          <a:custGeom>
            <a:rect b="b" l="l" r="r" t="t"/>
            <a:pathLst>
              <a:path extrusionOk="0" h="10000" w="10001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25"/>
          <p:cNvSpPr/>
          <p:nvPr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rgbClr val="3F3F3F"/>
          </a:solidFill>
          <a:ln cap="flat" cmpd="sng" w="12700">
            <a:solidFill>
              <a:srgbClr val="CBCBCB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457200" sx="96000" rotWithShape="0" algn="l" dist="215900" sy="96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25"/>
          <p:cNvSpPr txBox="1"/>
          <p:nvPr>
            <p:ph type="title"/>
          </p:nvPr>
        </p:nvSpPr>
        <p:spPr>
          <a:xfrm>
            <a:off x="500742" y="1286581"/>
            <a:ext cx="416922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/>
          <p:nvPr>
            <p:ph idx="2" type="pic"/>
          </p:nvPr>
        </p:nvSpPr>
        <p:spPr>
          <a:xfrm>
            <a:off x="8752114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5"/>
          <p:cNvSpPr/>
          <p:nvPr>
            <p:ph idx="3" type="pic"/>
          </p:nvPr>
        </p:nvSpPr>
        <p:spPr>
          <a:xfrm>
            <a:off x="5595258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5"/>
          <p:cNvSpPr/>
          <p:nvPr>
            <p:ph idx="4" type="pic"/>
          </p:nvPr>
        </p:nvSpPr>
        <p:spPr>
          <a:xfrm>
            <a:off x="8752114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5"/>
          <p:cNvSpPr/>
          <p:nvPr>
            <p:ph idx="5" type="pic"/>
          </p:nvPr>
        </p:nvSpPr>
        <p:spPr>
          <a:xfrm>
            <a:off x="5595258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Logo&#10;&#10;Description automatically generated" id="89" name="Google Shape;8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06">
  <p:cSld name="Layout_06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6"/>
          <p:cNvSpPr/>
          <p:nvPr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26"/>
          <p:cNvSpPr txBox="1"/>
          <p:nvPr>
            <p:ph type="title"/>
          </p:nvPr>
        </p:nvSpPr>
        <p:spPr>
          <a:xfrm>
            <a:off x="6151338" y="2766217"/>
            <a:ext cx="582294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6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6" name="Google Shape;96;p26"/>
          <p:cNvGrpSpPr/>
          <p:nvPr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97" name="Google Shape;97;p26"/>
            <p:cNvSpPr/>
            <p:nvPr/>
          </p:nvSpPr>
          <p:spPr>
            <a:xfrm>
              <a:off x="-482765" y="6440599"/>
              <a:ext cx="11438966" cy="394446"/>
            </a:xfrm>
            <a:custGeom>
              <a:rect b="b" l="l" r="r" t="t"/>
              <a:pathLst>
                <a:path extrusionOk="0" h="57150" w="16573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8" name="Google Shape;98;p26"/>
            <p:cNvSpPr/>
            <p:nvPr/>
          </p:nvSpPr>
          <p:spPr>
            <a:xfrm>
              <a:off x="700575" y="477868"/>
              <a:ext cx="9072285" cy="5916709"/>
            </a:xfrm>
            <a:custGeom>
              <a:rect b="b" l="l" r="r" t="t"/>
              <a:pathLst>
                <a:path extrusionOk="0" h="857250" w="13144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" name="Google Shape;99;p26"/>
            <p:cNvSpPr/>
            <p:nvPr/>
          </p:nvSpPr>
          <p:spPr>
            <a:xfrm>
              <a:off x="1088451" y="839448"/>
              <a:ext cx="8283390" cy="5062073"/>
            </a:xfrm>
            <a:custGeom>
              <a:rect b="b" l="l" r="r" t="t"/>
              <a:pathLst>
                <a:path extrusionOk="0" h="733425" w="120015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" name="Google Shape;100;p26"/>
            <p:cNvSpPr/>
            <p:nvPr/>
          </p:nvSpPr>
          <p:spPr>
            <a:xfrm>
              <a:off x="-548507" y="6164484"/>
              <a:ext cx="11570449" cy="460187"/>
            </a:xfrm>
            <a:custGeom>
              <a:rect b="b" l="l" r="r" t="t"/>
              <a:pathLst>
                <a:path extrusionOk="0" h="66675" w="167640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1" name="Google Shape;101;p26"/>
            <p:cNvSpPr/>
            <p:nvPr/>
          </p:nvSpPr>
          <p:spPr>
            <a:xfrm>
              <a:off x="4438629" y="6215033"/>
              <a:ext cx="1618413" cy="184076"/>
            </a:xfrm>
            <a:custGeom>
              <a:rect b="b" l="l" r="r" t="t"/>
              <a:pathLst>
                <a:path extrusionOk="0" h="184076" w="1618413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02" name="Google Shape;102;p26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03" name="Google Shape;103;p26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fmla="val 28154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4" name="Google Shape;104;p26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fmla="val 28154" name="adj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05" name="Google Shape;105;p26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06" name="Google Shape;106;p26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fmla="val 28154" name="adj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07" name="Google Shape;107;p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fmla="val 28154" name="adj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08" name="Google Shape;108;p26"/>
            <p:cNvSpPr/>
            <p:nvPr/>
          </p:nvSpPr>
          <p:spPr>
            <a:xfrm>
              <a:off x="3892805" y="496953"/>
              <a:ext cx="5479036" cy="5431217"/>
            </a:xfrm>
            <a:custGeom>
              <a:rect b="b" l="l" r="r" t="t"/>
              <a:pathLst>
                <a:path extrusionOk="0" h="4035268" w="3976489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descr="Logo&#10;&#10;Description automatically generated" id="109" name="Google Shape;1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_layout_02">
  <p:cSld name="3_blank_layout_0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/>
          <p:nvPr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" name="Google Shape;11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939" y="1901929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&#10;&#10;Description automatically generated" id="113" name="Google Shape;1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09">
  <p:cSld name="Layout_09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28"/>
          <p:cNvSpPr txBox="1"/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8"/>
          <p:cNvSpPr/>
          <p:nvPr>
            <p:ph idx="2" type="pic"/>
          </p:nvPr>
        </p:nvSpPr>
        <p:spPr>
          <a:xfrm>
            <a:off x="8382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8"/>
          <p:cNvSpPr/>
          <p:nvPr>
            <p:ph idx="3" type="pic"/>
          </p:nvPr>
        </p:nvSpPr>
        <p:spPr>
          <a:xfrm>
            <a:off x="44958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8"/>
          <p:cNvSpPr/>
          <p:nvPr>
            <p:ph idx="4" type="pic"/>
          </p:nvPr>
        </p:nvSpPr>
        <p:spPr>
          <a:xfrm>
            <a:off x="8158725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pic>
        <p:nvPicPr>
          <p:cNvPr descr="Logo&#10;&#10;Description automatically generated" id="121" name="Google Shape;12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10">
  <p:cSld name="Layout_10">
    <p:bg>
      <p:bgPr>
        <a:solidFill>
          <a:schemeClr val="lt1">
            <a:alpha val="36470"/>
          </a:schemeClr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9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9"/>
          <p:cNvSpPr/>
          <p:nvPr>
            <p:ph idx="2" type="pic"/>
          </p:nvPr>
        </p:nvSpPr>
        <p:spPr>
          <a:xfrm>
            <a:off x="0" y="0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9"/>
          <p:cNvSpPr/>
          <p:nvPr>
            <p:ph idx="3" type="pic"/>
          </p:nvPr>
        </p:nvSpPr>
        <p:spPr>
          <a:xfrm>
            <a:off x="2222200" y="2048338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9"/>
          <p:cNvSpPr/>
          <p:nvPr>
            <p:ph idx="4" type="pic"/>
          </p:nvPr>
        </p:nvSpPr>
        <p:spPr>
          <a:xfrm>
            <a:off x="0" y="4096676"/>
            <a:ext cx="2222500" cy="2036762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9"/>
          <p:cNvSpPr txBox="1"/>
          <p:nvPr>
            <p:ph type="title"/>
          </p:nvPr>
        </p:nvSpPr>
        <p:spPr>
          <a:xfrm>
            <a:off x="5370653" y="355599"/>
            <a:ext cx="664290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9"/>
          <p:cNvSpPr/>
          <p:nvPr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9"/>
          <p:cNvSpPr/>
          <p:nvPr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9"/>
          <p:cNvSpPr/>
          <p:nvPr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Logo&#10;&#10;Description automatically generated" id="133" name="Google Shape;13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_11">
  <p:cSld name="Layout_11">
    <p:bg>
      <p:bgPr>
        <a:solidFill>
          <a:schemeClr val="lt1">
            <a:alpha val="33333"/>
          </a:schemeClr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/>
          <p:nvPr/>
        </p:nvSpPr>
        <p:spPr>
          <a:xfrm rot="10800000">
            <a:off x="-26938" y="-20387"/>
            <a:ext cx="5402774" cy="6014786"/>
          </a:xfrm>
          <a:custGeom>
            <a:rect b="b" l="l" r="r" t="t"/>
            <a:pathLst>
              <a:path extrusionOk="0" h="6002085" w="5402774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>
            <a:gsLst>
              <a:gs pos="0">
                <a:srgbClr val="464646"/>
              </a:gs>
              <a:gs pos="92697">
                <a:srgbClr val="464646"/>
              </a:gs>
              <a:gs pos="100000">
                <a:srgbClr val="464646"/>
              </a:gs>
            </a:gsLst>
            <a:lin ang="5400000" scaled="0"/>
          </a:gradFill>
          <a:ln cap="flat" cmpd="sng" w="1270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177642" y="863600"/>
            <a:ext cx="66024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30"/>
          <p:cNvSpPr/>
          <p:nvPr/>
        </p:nvSpPr>
        <p:spPr>
          <a:xfrm rot="10800000">
            <a:off x="589750" y="-12702"/>
            <a:ext cx="4953000" cy="6007101"/>
          </a:xfrm>
          <a:custGeom>
            <a:rect b="b" l="l" r="r" t="t"/>
            <a:pathLst>
              <a:path extrusionOk="0" h="6007101" w="495300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 cap="flat" cmpd="sng" w="1270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0" name="Google Shape;140;p30"/>
          <p:cNvGrpSpPr/>
          <p:nvPr/>
        </p:nvGrpSpPr>
        <p:grpSpPr>
          <a:xfrm>
            <a:off x="1433777" y="5528221"/>
            <a:ext cx="613993" cy="75107"/>
            <a:chOff x="-1587" y="4763"/>
            <a:chExt cx="300037" cy="42862"/>
          </a:xfrm>
        </p:grpSpPr>
        <p:sp>
          <p:nvSpPr>
            <p:cNvPr id="141" name="Google Shape;141;p30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30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30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30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45" name="Google Shape;145;p30"/>
          <p:cNvSpPr/>
          <p:nvPr/>
        </p:nvSpPr>
        <p:spPr>
          <a:xfrm rot="10800000">
            <a:off x="2231874" y="4927332"/>
            <a:ext cx="1150304" cy="1395112"/>
          </a:xfrm>
          <a:custGeom>
            <a:rect b="b" l="l" r="r" t="t"/>
            <a:pathLst>
              <a:path extrusionOk="0" h="6007101" w="495300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68665" y="921703"/>
            <a:ext cx="4459468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Logo&#10;&#10;Description automatically generated" id="147" name="Google Shape;14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layout_01">
  <p:cSld name="blank_layout_01">
    <p:bg>
      <p:bgPr>
        <a:solidFill>
          <a:srgbClr val="C04C4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1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31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1"/>
          <p:cNvSpPr/>
          <p:nvPr/>
        </p:nvSpPr>
        <p:spPr>
          <a:xfrm rot="-8100000">
            <a:off x="8565369" y="-3309433"/>
            <a:ext cx="12148525" cy="10716021"/>
          </a:xfrm>
          <a:custGeom>
            <a:rect b="b" l="l" r="r" t="t"/>
            <a:pathLst>
              <a:path extrusionOk="0" h="405" w="46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31"/>
          <p:cNvSpPr/>
          <p:nvPr/>
        </p:nvSpPr>
        <p:spPr>
          <a:xfrm rot="1408779">
            <a:off x="6843673" y="-6248482"/>
            <a:ext cx="12148525" cy="10716021"/>
          </a:xfrm>
          <a:custGeom>
            <a:rect b="b" l="l" r="r" t="t"/>
            <a:pathLst>
              <a:path extrusionOk="0" h="405" w="46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31"/>
          <p:cNvSpPr/>
          <p:nvPr>
            <p:ph idx="2" type="pic"/>
          </p:nvPr>
        </p:nvSpPr>
        <p:spPr>
          <a:xfrm>
            <a:off x="-109538" y="-83942"/>
            <a:ext cx="7441671" cy="70937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36470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 b="1" i="0" sz="3200" u="none" cap="none" strike="noStrike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1" type="ftr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" name="Google Shape;13;p17"/>
          <p:cNvSpPr/>
          <p:nvPr/>
        </p:nvSpPr>
        <p:spPr>
          <a:xfrm>
            <a:off x="5553075" y="6413500"/>
            <a:ext cx="1085850" cy="444500"/>
          </a:xfrm>
          <a:custGeom>
            <a:rect b="b" l="l" r="r" t="t"/>
            <a:pathLst>
              <a:path extrusionOk="0" h="407428" w="2344943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%3coriginal_username%3e/%3coriginal_repository%3e.git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drshahizan/learn-github" TargetMode="External"/><Relationship Id="rId4" Type="http://schemas.openxmlformats.org/officeDocument/2006/relationships/hyperlink" Target="https://github.com/drshahizan/learn-github/tree/main/task" TargetMode="External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"/>
          <p:cNvSpPr txBox="1"/>
          <p:nvPr/>
        </p:nvSpPr>
        <p:spPr>
          <a:xfrm>
            <a:off x="816918" y="2013450"/>
            <a:ext cx="7097400" cy="1800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i="0" lang="en-US" sz="37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GitHub to Start</a:t>
            </a:r>
            <a:br>
              <a:rPr b="1" i="0" lang="en-US" sz="37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b="1" i="0" lang="en-US" sz="37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1" i="0" lang="en-US" sz="37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SESSION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8090212" y="6595095"/>
            <a:ext cx="168186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 KUALA LUMPUR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998" y="6499364"/>
            <a:ext cx="2033624" cy="15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2"/>
          <p:cNvSpPr txBox="1"/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Understanding Fork, Clone and Branch</a:t>
            </a:r>
            <a:endParaRPr/>
          </a:p>
        </p:txBody>
      </p:sp>
      <p:pic>
        <p:nvPicPr>
          <p:cNvPr id="169" name="Google Shape;169;p2"/>
          <p:cNvPicPr preferRelativeResize="0"/>
          <p:nvPr/>
        </p:nvPicPr>
        <p:blipFill rotWithShape="1">
          <a:blip r:embed="rId3">
            <a:alphaModFix/>
          </a:blip>
          <a:srcRect b="8182" l="0" r="0" t="5310"/>
          <a:stretch/>
        </p:blipFill>
        <p:spPr>
          <a:xfrm>
            <a:off x="2742650" y="1609033"/>
            <a:ext cx="6695532" cy="434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" name="Google Shape;175;p3"/>
          <p:cNvPicPr preferRelativeResize="0"/>
          <p:nvPr/>
        </p:nvPicPr>
        <p:blipFill rotWithShape="1">
          <a:blip r:embed="rId3">
            <a:alphaModFix/>
          </a:blip>
          <a:srcRect b="12533" l="5938" r="6230" t="7333"/>
          <a:stretch/>
        </p:blipFill>
        <p:spPr>
          <a:xfrm>
            <a:off x="1518416" y="681228"/>
            <a:ext cx="9144000" cy="549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ow to Update a Fork in Git. How to Update a Fork in Github | by sunil  kumar sahoo | Medium" id="181" name="Google Shape;1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512" y="947090"/>
            <a:ext cx="7353808" cy="49638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 txBox="1"/>
          <p:nvPr/>
        </p:nvSpPr>
        <p:spPr>
          <a:xfrm>
            <a:off x="4499360" y="4812609"/>
            <a:ext cx="1395568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To keep your forked repo updated to main repo without pull request</a:t>
            </a:r>
            <a:endParaRPr/>
          </a:p>
        </p:txBody>
      </p:sp>
      <p:pic>
        <p:nvPicPr>
          <p:cNvPr descr="Badge Tick1 with solid fill" id="183" name="Google Shape;1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3847" y="4812609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 txBox="1"/>
          <p:nvPr/>
        </p:nvSpPr>
        <p:spPr>
          <a:xfrm>
            <a:off x="9096968" y="3776289"/>
            <a:ext cx="204042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Your recent work should be in different branch, avoid conflict with main repo updates</a:t>
            </a:r>
            <a:endParaRPr/>
          </a:p>
        </p:txBody>
      </p:sp>
      <p:pic>
        <p:nvPicPr>
          <p:cNvPr descr="Badge Tick1 with solid fill" id="185" name="Google Shape;1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1455" y="3776289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"/>
          <p:cNvSpPr txBox="1"/>
          <p:nvPr/>
        </p:nvSpPr>
        <p:spPr>
          <a:xfrm>
            <a:off x="5263473" y="922104"/>
            <a:ext cx="23342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Fork is one-time duplicate repo. Not auto update</a:t>
            </a:r>
            <a:endParaRPr/>
          </a:p>
        </p:txBody>
      </p:sp>
      <p:pic>
        <p:nvPicPr>
          <p:cNvPr descr="Badge Tick1 with solid fill" id="187" name="Google Shape;1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7960" y="985958"/>
            <a:ext cx="395513" cy="39551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 txBox="1"/>
          <p:nvPr/>
        </p:nvSpPr>
        <p:spPr>
          <a:xfrm>
            <a:off x="5263473" y="2577469"/>
            <a:ext cx="23342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Repo can request updates from others by pull request</a:t>
            </a:r>
            <a:endParaRPr/>
          </a:p>
        </p:txBody>
      </p:sp>
      <p:pic>
        <p:nvPicPr>
          <p:cNvPr descr="Badge Tick1 with solid fill" id="189" name="Google Shape;1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7960" y="2602408"/>
            <a:ext cx="395513" cy="39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GitProcess" id="195" name="Google Shape;1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712" y="689229"/>
            <a:ext cx="9741408" cy="547954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5"/>
          <p:cNvSpPr txBox="1"/>
          <p:nvPr/>
        </p:nvSpPr>
        <p:spPr>
          <a:xfrm>
            <a:off x="4916572" y="1974119"/>
            <a:ext cx="44868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Once fork from other repo, preferable reserve existing branch easier get updates from original repo</a:t>
            </a:r>
            <a:endParaRPr/>
          </a:p>
        </p:txBody>
      </p:sp>
      <p:pic>
        <p:nvPicPr>
          <p:cNvPr descr="Badge Tick1 with solid fill" id="197" name="Google Shape;1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1059" y="2037973"/>
            <a:ext cx="395513" cy="39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6"/>
          <p:cNvSpPr txBox="1"/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How to fork?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820129" y="1609033"/>
            <a:ext cx="4035335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Forking a repository means creating your own copy of someone else's repository on GitHub. This is commonly done when you want to contribute to an open-source project or work on a project without affecting the original repository.</a:t>
            </a:r>
            <a:endParaRPr/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Steps to Fork a Repository: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the Repository on GitHub: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Navigate to the GitHub repository you want to fork.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Fork the Repository: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on the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Fork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button at the top right of the repository page.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will create a copy of the repository under your GitHub account.</a:t>
            </a:r>
            <a:endParaRPr/>
          </a:p>
        </p:txBody>
      </p:sp>
      <p:pic>
        <p:nvPicPr>
          <p:cNvPr id="205" name="Google Shape;205;p6"/>
          <p:cNvPicPr preferRelativeResize="0"/>
          <p:nvPr/>
        </p:nvPicPr>
        <p:blipFill rotWithShape="1">
          <a:blip r:embed="rId3">
            <a:alphaModFix/>
          </a:blip>
          <a:srcRect b="0" l="36326" r="0" t="0"/>
          <a:stretch/>
        </p:blipFill>
        <p:spPr>
          <a:xfrm>
            <a:off x="6090416" y="1609033"/>
            <a:ext cx="5622973" cy="1448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Tick1 with solid fill" id="206" name="Google Shape;2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3656" y="1937521"/>
            <a:ext cx="330191" cy="330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0415" y="3244631"/>
            <a:ext cx="5622973" cy="15527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Tick1 with solid fill" id="208" name="Google Shape;2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6553" y="3429000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 txBox="1"/>
          <p:nvPr/>
        </p:nvSpPr>
        <p:spPr>
          <a:xfrm>
            <a:off x="8066744" y="3429950"/>
            <a:ext cx="23342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Forked repo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8"/>
          <p:cNvSpPr txBox="1"/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Create Upstream using VSCode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820129" y="1609033"/>
            <a:ext cx="494287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First, make sure you've already forked the repository on GitHub and have it cloned to your local machine.</a:t>
            </a:r>
            <a:endParaRPr b="1" i="0" sz="12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cloning your fork, you need to add the original repository (upstream) as a remote to your local Git repository.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Upstream in VS Code:</a:t>
            </a:r>
            <a:endParaRPr/>
          </a:p>
          <a:p>
            <a:pPr indent="-228600" lvl="1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the terminal in VS Code.</a:t>
            </a:r>
            <a:endParaRPr/>
          </a:p>
          <a:p>
            <a:pPr indent="-228600" lvl="1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the upstream repository using the following command :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remote add upstream </a:t>
            </a:r>
            <a:r>
              <a:rPr b="0" i="0" lang="en-US" sz="12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https://github.com/&lt;original_username&gt;/&lt;original_repository&gt;.git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 &lt;original_username&gt; with the username or organization name of the original repository owner </a:t>
            </a:r>
            <a:endParaRPr/>
          </a:p>
          <a:p>
            <a:pPr indent="-228600" lvl="1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Replace &lt;original_repository&gt; with the name of original repository</a:t>
            </a:r>
            <a:endParaRPr/>
          </a:p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Verify Upstream in VS Code:</a:t>
            </a:r>
            <a:endParaRPr/>
          </a:p>
          <a:p>
            <a:pPr indent="-228600" lvl="1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verify by running command :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remote -v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0214" y="3850241"/>
            <a:ext cx="5963971" cy="771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40292" y="1442132"/>
            <a:ext cx="1783893" cy="228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0214" y="1760359"/>
            <a:ext cx="4082870" cy="10417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/>
          <p:nvPr/>
        </p:nvSpPr>
        <p:spPr>
          <a:xfrm>
            <a:off x="6849369" y="1800374"/>
            <a:ext cx="2733544" cy="26678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930701" y="4102664"/>
            <a:ext cx="2481980" cy="26678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9"/>
          <p:cNvSpPr txBox="1"/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Create Upstream using VSCode</a:t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820129" y="1454962"/>
            <a:ext cx="451996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and merge from Upstream in VS Code: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 fetch upstream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 checkout main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 merge upstream/main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 push origin main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Without command :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9"/>
          <p:cNvPicPr preferRelativeResize="0"/>
          <p:nvPr/>
        </p:nvPicPr>
        <p:blipFill rotWithShape="1">
          <a:blip r:embed="rId3">
            <a:alphaModFix/>
          </a:blip>
          <a:srcRect b="21809" l="0" r="0" t="0"/>
          <a:stretch/>
        </p:blipFill>
        <p:spPr>
          <a:xfrm>
            <a:off x="902425" y="3209288"/>
            <a:ext cx="6309471" cy="3136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9199" y="859661"/>
            <a:ext cx="3320376" cy="5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902425" y="4867507"/>
            <a:ext cx="2651248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902425" y="3934159"/>
            <a:ext cx="2651248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902425" y="5183317"/>
            <a:ext cx="2651248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902425" y="3429000"/>
            <a:ext cx="2651248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dge Tick1 with solid fill" id="235" name="Google Shape;23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6553" y="1645510"/>
            <a:ext cx="330191" cy="330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Tick1 with solid fill" id="236" name="Google Shape;23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72417" y="5270782"/>
            <a:ext cx="330191" cy="330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Tick1 with solid fill" id="237" name="Google Shape;23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9387" y="3130906"/>
            <a:ext cx="330191" cy="330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Tick1 with solid fill" id="238" name="Google Shape;23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9390" y="1810605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 txBox="1"/>
          <p:nvPr/>
        </p:nvSpPr>
        <p:spPr>
          <a:xfrm>
            <a:off x="8627354" y="1833019"/>
            <a:ext cx="162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After fetch will be sync available here and sy</a:t>
            </a:r>
            <a:r>
              <a:rPr lang="en-US">
                <a:solidFill>
                  <a:srgbClr val="00B050"/>
                </a:solidFill>
              </a:rPr>
              <a:t>nc it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8627392" y="5357044"/>
            <a:ext cx="162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Can fetch here without command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10"/>
          <p:cNvSpPr txBox="1"/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Create Branch from GitHub (Browser)</a:t>
            </a:r>
            <a:endParaRPr/>
          </a:p>
        </p:txBody>
      </p:sp>
      <p:grpSp>
        <p:nvGrpSpPr>
          <p:cNvPr id="247" name="Google Shape;247;p10"/>
          <p:cNvGrpSpPr/>
          <p:nvPr/>
        </p:nvGrpSpPr>
        <p:grpSpPr>
          <a:xfrm>
            <a:off x="820129" y="1698145"/>
            <a:ext cx="5668166" cy="3419952"/>
            <a:chOff x="820129" y="1609033"/>
            <a:chExt cx="5668166" cy="3419952"/>
          </a:xfrm>
        </p:grpSpPr>
        <p:pic>
          <p:nvPicPr>
            <p:cNvPr id="248" name="Google Shape;24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20129" y="1609033"/>
              <a:ext cx="5668166" cy="34199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dge Tick1 with solid fill" id="249" name="Google Shape;249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2761" y="3098809"/>
              <a:ext cx="330191" cy="330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dge Tick1 with solid fill" id="250" name="Google Shape;250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2761" y="3635731"/>
              <a:ext cx="330191" cy="3301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dge Tick1 with solid fill" id="251" name="Google Shape;25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42761" y="4332358"/>
              <a:ext cx="330191" cy="33019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2" name="Google Shape;25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31253" y="487458"/>
            <a:ext cx="2683378" cy="6087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dge Tick1 with solid fill" id="253" name="Google Shape;2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7509" y="4953001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 txBox="1"/>
          <p:nvPr/>
        </p:nvSpPr>
        <p:spPr>
          <a:xfrm>
            <a:off x="8577225" y="4930350"/>
            <a:ext cx="1837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To make update in branch need to switch to it</a:t>
            </a:r>
            <a:r>
              <a:rPr lang="en-US">
                <a:solidFill>
                  <a:srgbClr val="00B050"/>
                </a:solidFill>
              </a:rPr>
              <a:t> here or using command</a:t>
            </a: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git checkout &lt;repo_name&gt;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201" y="1609033"/>
            <a:ext cx="9726382" cy="422969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1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11"/>
          <p:cNvSpPr txBox="1"/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Create Branch from VSCode</a:t>
            </a:r>
            <a:endParaRPr/>
          </a:p>
        </p:txBody>
      </p:sp>
      <p:pic>
        <p:nvPicPr>
          <p:cNvPr descr="Badge Tick1 with solid fill" id="262" name="Google Shape;26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3485" y="4936939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 txBox="1"/>
          <p:nvPr/>
        </p:nvSpPr>
        <p:spPr>
          <a:xfrm>
            <a:off x="8243676" y="4959353"/>
            <a:ext cx="16230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Create branch</a:t>
            </a:r>
            <a:endParaRPr/>
          </a:p>
        </p:txBody>
      </p:sp>
      <p:pic>
        <p:nvPicPr>
          <p:cNvPr descr="Badge Tick1 with solid fill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3485" y="5365417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 txBox="1"/>
          <p:nvPr/>
        </p:nvSpPr>
        <p:spPr>
          <a:xfrm>
            <a:off x="8243676" y="5289544"/>
            <a:ext cx="26376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Commit branch with message or using button publish branch</a:t>
            </a:r>
            <a:endParaRPr/>
          </a:p>
        </p:txBody>
      </p:sp>
      <p:pic>
        <p:nvPicPr>
          <p:cNvPr descr="Badge Tick1 with solid fill" id="266" name="Google Shape;26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7341" y="2981653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1"/>
          <p:cNvSpPr txBox="1"/>
          <p:nvPr/>
        </p:nvSpPr>
        <p:spPr>
          <a:xfrm>
            <a:off x="1757532" y="2905780"/>
            <a:ext cx="263768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Commit branch with message or using button publish branch</a:t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940201" y="5664987"/>
            <a:ext cx="2651248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2"/>
          <p:cNvPicPr preferRelativeResize="0"/>
          <p:nvPr/>
        </p:nvPicPr>
        <p:blipFill rotWithShape="1">
          <a:blip r:embed="rId3">
            <a:alphaModFix/>
          </a:blip>
          <a:srcRect b="21507" l="0" r="0" t="0"/>
          <a:stretch/>
        </p:blipFill>
        <p:spPr>
          <a:xfrm>
            <a:off x="884155" y="2869648"/>
            <a:ext cx="9707330" cy="335741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2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12"/>
          <p:cNvSpPr txBox="1"/>
          <p:nvPr>
            <p:ph type="title"/>
          </p:nvPr>
        </p:nvSpPr>
        <p:spPr>
          <a:xfrm>
            <a:off x="820129" y="283470"/>
            <a:ext cx="7081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Create Branch from VSCode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940201" y="5664987"/>
            <a:ext cx="2651248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7" name="Google Shape;277;p12"/>
          <p:cNvGrpSpPr/>
          <p:nvPr/>
        </p:nvGrpSpPr>
        <p:grpSpPr>
          <a:xfrm>
            <a:off x="857217" y="1418286"/>
            <a:ext cx="7870883" cy="1381318"/>
            <a:chOff x="940201" y="1748008"/>
            <a:chExt cx="7870883" cy="1381318"/>
          </a:xfrm>
        </p:grpSpPr>
        <p:pic>
          <p:nvPicPr>
            <p:cNvPr id="278" name="Google Shape;2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0201" y="1748008"/>
              <a:ext cx="7335274" cy="13813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dge Tick1 with solid fill" id="279" name="Google Shape;279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518781" y="2706190"/>
              <a:ext cx="330191" cy="3301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12"/>
            <p:cNvSpPr txBox="1"/>
            <p:nvPr/>
          </p:nvSpPr>
          <p:spPr>
            <a:xfrm>
              <a:off x="6173400" y="2245263"/>
              <a:ext cx="2637684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2. Commit branch with message using button publish branch</a:t>
              </a:r>
              <a:endParaRPr/>
            </a:p>
          </p:txBody>
        </p:sp>
        <p:pic>
          <p:nvPicPr>
            <p:cNvPr descr="Badge Tick1 with solid fill" id="281" name="Google Shape;281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71197" y="2008799"/>
              <a:ext cx="330191" cy="3301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2" name="Google Shape;282;p12"/>
          <p:cNvSpPr txBox="1"/>
          <p:nvPr/>
        </p:nvSpPr>
        <p:spPr>
          <a:xfrm>
            <a:off x="1723205" y="2346428"/>
            <a:ext cx="26376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1. Press button publish branch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8" name="Google Shape;2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5677" y="771154"/>
            <a:ext cx="9640645" cy="531569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3"/>
          <p:cNvSpPr txBox="1"/>
          <p:nvPr/>
        </p:nvSpPr>
        <p:spPr>
          <a:xfrm>
            <a:off x="1960841" y="2447173"/>
            <a:ext cx="263768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After make any changes Commit &amp; sync branch with message</a:t>
            </a:r>
            <a:endParaRPr/>
          </a:p>
        </p:txBody>
      </p:sp>
      <p:pic>
        <p:nvPicPr>
          <p:cNvPr descr="Badge Tick1 with solid fill" id="290" name="Google Shape;2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0650" y="2447173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3"/>
          <p:cNvSpPr txBox="1"/>
          <p:nvPr/>
        </p:nvSpPr>
        <p:spPr>
          <a:xfrm>
            <a:off x="6676604" y="4014498"/>
            <a:ext cx="26376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Make 1 changes</a:t>
            </a:r>
            <a:endParaRPr/>
          </a:p>
        </p:txBody>
      </p:sp>
      <p:pic>
        <p:nvPicPr>
          <p:cNvPr descr="Badge Tick1 with solid fill" id="292" name="Google Shape;2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3181" y="3992084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3"/>
          <p:cNvSpPr txBox="1"/>
          <p:nvPr/>
        </p:nvSpPr>
        <p:spPr>
          <a:xfrm>
            <a:off x="6481532" y="5406090"/>
            <a:ext cx="26376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From learn-branch</a:t>
            </a:r>
            <a:endParaRPr/>
          </a:p>
        </p:txBody>
      </p:sp>
      <p:pic>
        <p:nvPicPr>
          <p:cNvPr descr="Badge Tick1 with solid fill" id="294" name="Google Shape;29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8109" y="5383676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/>
          <p:nvPr/>
        </p:nvSpPr>
        <p:spPr>
          <a:xfrm>
            <a:off x="1113468" y="5913110"/>
            <a:ext cx="1364556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1591719" y="4620152"/>
            <a:ext cx="1364556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2" name="Google Shape;3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2335" y="761628"/>
            <a:ext cx="9707330" cy="533474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4"/>
          <p:cNvSpPr txBox="1"/>
          <p:nvPr/>
        </p:nvSpPr>
        <p:spPr>
          <a:xfrm>
            <a:off x="6420606" y="4620152"/>
            <a:ext cx="33634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1. Switch to learn-branch-fromVS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dge Tick1 with solid fill" id="304" name="Google Shape;3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0416" y="4628792"/>
            <a:ext cx="330191" cy="33019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4"/>
          <p:cNvSpPr/>
          <p:nvPr/>
        </p:nvSpPr>
        <p:spPr>
          <a:xfrm>
            <a:off x="1242335" y="5910434"/>
            <a:ext cx="1364556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1811175" y="4620152"/>
            <a:ext cx="1364556" cy="173736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7716006" y="4994112"/>
            <a:ext cx="33634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2. git merge Learn-Branch</a:t>
            </a:r>
            <a:endParaRPr/>
          </a:p>
        </p:txBody>
      </p:sp>
      <p:pic>
        <p:nvPicPr>
          <p:cNvPr descr="Badge Tick1 with solid fill" id="308" name="Google Shape;3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2016" y="5006234"/>
            <a:ext cx="330191" cy="307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4"/>
          <p:cNvSpPr txBox="1"/>
          <p:nvPr/>
        </p:nvSpPr>
        <p:spPr>
          <a:xfrm>
            <a:off x="2710206" y="1961601"/>
            <a:ext cx="33634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Sync changes</a:t>
            </a:r>
            <a:endParaRPr/>
          </a:p>
        </p:txBody>
      </p:sp>
      <p:pic>
        <p:nvPicPr>
          <p:cNvPr descr="Badge Tick1 with solid fill" id="310" name="Google Shape;3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1795" y="1976751"/>
            <a:ext cx="330191" cy="307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4"/>
          <p:cNvSpPr txBox="1"/>
          <p:nvPr/>
        </p:nvSpPr>
        <p:spPr>
          <a:xfrm>
            <a:off x="7605977" y="5325181"/>
            <a:ext cx="45860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git commit –m “any message” or press sync button</a:t>
            </a:r>
            <a:b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git push origin Learn-Branch-fromVS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dge Tick1 with solid fill" id="312" name="Google Shape;3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5786" y="5499885"/>
            <a:ext cx="330191" cy="30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 txBox="1"/>
          <p:nvPr>
            <p:ph idx="12" type="sldNum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15"/>
          <p:cNvSpPr txBox="1"/>
          <p:nvPr>
            <p:ph type="title"/>
          </p:nvPr>
        </p:nvSpPr>
        <p:spPr>
          <a:xfrm>
            <a:off x="940050" y="332104"/>
            <a:ext cx="591069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n-US"/>
              <a:t>For More Extra References.. Visit Dr Shahizan GitHub</a:t>
            </a:r>
            <a:endParaRPr/>
          </a:p>
        </p:txBody>
      </p:sp>
      <p:sp>
        <p:nvSpPr>
          <p:cNvPr id="319" name="Google Shape;319;p15"/>
          <p:cNvSpPr txBox="1"/>
          <p:nvPr>
            <p:ph idx="1" type="body"/>
          </p:nvPr>
        </p:nvSpPr>
        <p:spPr>
          <a:xfrm>
            <a:off x="940051" y="1418984"/>
            <a:ext cx="4876800" cy="262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https://github.com/drshahizan/learn-github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https://github.com/drshahizan/learn-github/tree/main/task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320" name="Google Shape;320;p15"/>
          <p:cNvPicPr preferRelativeResize="0"/>
          <p:nvPr/>
        </p:nvPicPr>
        <p:blipFill rotWithShape="1">
          <a:blip r:embed="rId5">
            <a:alphaModFix/>
          </a:blip>
          <a:srcRect b="8182" l="0" r="0" t="5310"/>
          <a:stretch/>
        </p:blipFill>
        <p:spPr>
          <a:xfrm>
            <a:off x="1213616" y="2917371"/>
            <a:ext cx="4876800" cy="3164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24308" y="724816"/>
            <a:ext cx="3965278" cy="553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&#10;&#10;Description automatically generated" id="326" name="Google Shape;3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0548" y="4882841"/>
            <a:ext cx="1783499" cy="60321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6"/>
          <p:cNvSpPr txBox="1"/>
          <p:nvPr/>
        </p:nvSpPr>
        <p:spPr>
          <a:xfrm>
            <a:off x="3753095" y="2380689"/>
            <a:ext cx="47070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b="1" i="0" lang="en-US" sz="495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5428912" y="6322009"/>
            <a:ext cx="380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univteknologimalaysia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" name="Google Shape;329;p16"/>
          <p:cNvGrpSpPr/>
          <p:nvPr/>
        </p:nvGrpSpPr>
        <p:grpSpPr>
          <a:xfrm>
            <a:off x="5024474" y="6321479"/>
            <a:ext cx="280218" cy="281948"/>
            <a:chOff x="2163763" y="-1266825"/>
            <a:chExt cx="1028700" cy="1035050"/>
          </a:xfrm>
        </p:grpSpPr>
        <p:sp>
          <p:nvSpPr>
            <p:cNvPr id="330" name="Google Shape;330;p16"/>
            <p:cNvSpPr/>
            <p:nvPr/>
          </p:nvSpPr>
          <p:spPr>
            <a:xfrm>
              <a:off x="2163763" y="-1266825"/>
              <a:ext cx="1028700" cy="1035050"/>
            </a:xfrm>
            <a:custGeom>
              <a:rect b="b" l="l" r="r" t="t"/>
              <a:pathLst>
                <a:path extrusionOk="0" h="396" w="396">
                  <a:moveTo>
                    <a:pt x="198" y="0"/>
                  </a:moveTo>
                  <a:cubicBezTo>
                    <a:pt x="252" y="0"/>
                    <a:pt x="302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2" y="374"/>
                    <a:pt x="252" y="396"/>
                    <a:pt x="198" y="396"/>
                  </a:cubicBezTo>
                  <a:cubicBezTo>
                    <a:pt x="143" y="396"/>
                    <a:pt x="93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3" y="22"/>
                    <a:pt x="143" y="0"/>
                    <a:pt x="198" y="0"/>
                  </a:cubicBezTo>
                  <a:close/>
                  <a:moveTo>
                    <a:pt x="327" y="69"/>
                  </a:moveTo>
                  <a:cubicBezTo>
                    <a:pt x="294" y="36"/>
                    <a:pt x="248" y="15"/>
                    <a:pt x="198" y="15"/>
                  </a:cubicBezTo>
                  <a:cubicBezTo>
                    <a:pt x="147" y="15"/>
                    <a:pt x="102" y="36"/>
                    <a:pt x="69" y="69"/>
                  </a:cubicBezTo>
                  <a:cubicBezTo>
                    <a:pt x="36" y="102"/>
                    <a:pt x="15" y="147"/>
                    <a:pt x="15" y="198"/>
                  </a:cubicBezTo>
                  <a:cubicBezTo>
                    <a:pt x="15" y="248"/>
                    <a:pt x="36" y="294"/>
                    <a:pt x="69" y="327"/>
                  </a:cubicBezTo>
                  <a:cubicBezTo>
                    <a:pt x="102" y="360"/>
                    <a:pt x="147" y="380"/>
                    <a:pt x="198" y="380"/>
                  </a:cubicBezTo>
                  <a:cubicBezTo>
                    <a:pt x="248" y="380"/>
                    <a:pt x="294" y="360"/>
                    <a:pt x="327" y="327"/>
                  </a:cubicBezTo>
                  <a:cubicBezTo>
                    <a:pt x="360" y="294"/>
                    <a:pt x="380" y="248"/>
                    <a:pt x="380" y="198"/>
                  </a:cubicBezTo>
                  <a:cubicBezTo>
                    <a:pt x="380" y="147"/>
                    <a:pt x="360" y="102"/>
                    <a:pt x="327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1" name="Google Shape;331;p16"/>
            <p:cNvSpPr/>
            <p:nvPr/>
          </p:nvSpPr>
          <p:spPr>
            <a:xfrm>
              <a:off x="2554288" y="-1014413"/>
              <a:ext cx="246063" cy="528638"/>
            </a:xfrm>
            <a:custGeom>
              <a:rect b="b" l="l" r="r" t="t"/>
              <a:pathLst>
                <a:path extrusionOk="0" h="202" w="95">
                  <a:moveTo>
                    <a:pt x="63" y="60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3" y="36"/>
                    <a:pt x="68" y="34"/>
                    <a:pt x="72" y="34"/>
                  </a:cubicBezTo>
                  <a:cubicBezTo>
                    <a:pt x="75" y="34"/>
                    <a:pt x="94" y="34"/>
                    <a:pt x="94" y="3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21" y="25"/>
                    <a:pt x="21" y="42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1" y="101"/>
                    <a:pt x="21" y="101"/>
                    <a:pt x="21" y="101"/>
                  </a:cubicBezTo>
                  <a:cubicBezTo>
                    <a:pt x="21" y="147"/>
                    <a:pt x="21" y="202"/>
                    <a:pt x="21" y="20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61" y="202"/>
                    <a:pt x="61" y="146"/>
                    <a:pt x="61" y="101"/>
                  </a:cubicBezTo>
                  <a:cubicBezTo>
                    <a:pt x="91" y="101"/>
                    <a:pt x="91" y="101"/>
                    <a:pt x="91" y="101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5" y="60"/>
                    <a:pt x="95" y="60"/>
                    <a:pt x="95" y="60"/>
                  </a:cubicBezTo>
                  <a:lnTo>
                    <a:pt x="63" y="6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332" name="Google Shape;332;p16"/>
          <p:cNvGrpSpPr/>
          <p:nvPr/>
        </p:nvGrpSpPr>
        <p:grpSpPr>
          <a:xfrm>
            <a:off x="7579548" y="6317292"/>
            <a:ext cx="279786" cy="281948"/>
            <a:chOff x="3470276" y="-1266825"/>
            <a:chExt cx="1027113" cy="1035050"/>
          </a:xfrm>
        </p:grpSpPr>
        <p:sp>
          <p:nvSpPr>
            <p:cNvPr id="333" name="Google Shape;333;p16"/>
            <p:cNvSpPr/>
            <p:nvPr/>
          </p:nvSpPr>
          <p:spPr>
            <a:xfrm>
              <a:off x="3470276" y="-1266825"/>
              <a:ext cx="1027113" cy="1035050"/>
            </a:xfrm>
            <a:custGeom>
              <a:rect b="b" l="l" r="r" t="t"/>
              <a:pathLst>
                <a:path extrusionOk="0" h="396" w="396">
                  <a:moveTo>
                    <a:pt x="198" y="0"/>
                  </a:moveTo>
                  <a:cubicBezTo>
                    <a:pt x="253" y="0"/>
                    <a:pt x="303" y="22"/>
                    <a:pt x="338" y="58"/>
                  </a:cubicBezTo>
                  <a:cubicBezTo>
                    <a:pt x="374" y="93"/>
                    <a:pt x="396" y="143"/>
                    <a:pt x="396" y="198"/>
                  </a:cubicBezTo>
                  <a:cubicBezTo>
                    <a:pt x="396" y="252"/>
                    <a:pt x="374" y="302"/>
                    <a:pt x="338" y="338"/>
                  </a:cubicBezTo>
                  <a:cubicBezTo>
                    <a:pt x="303" y="374"/>
                    <a:pt x="253" y="396"/>
                    <a:pt x="198" y="396"/>
                  </a:cubicBezTo>
                  <a:cubicBezTo>
                    <a:pt x="144" y="396"/>
                    <a:pt x="94" y="374"/>
                    <a:pt x="58" y="338"/>
                  </a:cubicBezTo>
                  <a:cubicBezTo>
                    <a:pt x="22" y="302"/>
                    <a:pt x="0" y="252"/>
                    <a:pt x="0" y="198"/>
                  </a:cubicBezTo>
                  <a:cubicBezTo>
                    <a:pt x="0" y="143"/>
                    <a:pt x="22" y="93"/>
                    <a:pt x="58" y="58"/>
                  </a:cubicBezTo>
                  <a:cubicBezTo>
                    <a:pt x="94" y="22"/>
                    <a:pt x="144" y="0"/>
                    <a:pt x="198" y="0"/>
                  </a:cubicBezTo>
                  <a:close/>
                  <a:moveTo>
                    <a:pt x="328" y="69"/>
                  </a:moveTo>
                  <a:cubicBezTo>
                    <a:pt x="294" y="36"/>
                    <a:pt x="249" y="15"/>
                    <a:pt x="198" y="15"/>
                  </a:cubicBezTo>
                  <a:cubicBezTo>
                    <a:pt x="148" y="15"/>
                    <a:pt x="102" y="36"/>
                    <a:pt x="69" y="69"/>
                  </a:cubicBezTo>
                  <a:cubicBezTo>
                    <a:pt x="36" y="102"/>
                    <a:pt x="16" y="147"/>
                    <a:pt x="16" y="198"/>
                  </a:cubicBezTo>
                  <a:cubicBezTo>
                    <a:pt x="16" y="248"/>
                    <a:pt x="36" y="294"/>
                    <a:pt x="69" y="327"/>
                  </a:cubicBezTo>
                  <a:cubicBezTo>
                    <a:pt x="102" y="360"/>
                    <a:pt x="148" y="380"/>
                    <a:pt x="198" y="380"/>
                  </a:cubicBezTo>
                  <a:cubicBezTo>
                    <a:pt x="249" y="380"/>
                    <a:pt x="294" y="360"/>
                    <a:pt x="328" y="327"/>
                  </a:cubicBezTo>
                  <a:cubicBezTo>
                    <a:pt x="361" y="294"/>
                    <a:pt x="381" y="248"/>
                    <a:pt x="381" y="198"/>
                  </a:cubicBezTo>
                  <a:cubicBezTo>
                    <a:pt x="381" y="147"/>
                    <a:pt x="361" y="102"/>
                    <a:pt x="328" y="69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4" name="Google Shape;334;p16"/>
            <p:cNvSpPr/>
            <p:nvPr/>
          </p:nvSpPr>
          <p:spPr>
            <a:xfrm>
              <a:off x="3727451" y="-1011238"/>
              <a:ext cx="515938" cy="520700"/>
            </a:xfrm>
            <a:custGeom>
              <a:rect b="b" l="l" r="r" t="t"/>
              <a:pathLst>
                <a:path extrusionOk="0" h="199" w="199">
                  <a:moveTo>
                    <a:pt x="49" y="100"/>
                  </a:moveTo>
                  <a:cubicBezTo>
                    <a:pt x="49" y="72"/>
                    <a:pt x="71" y="49"/>
                    <a:pt x="99" y="49"/>
                  </a:cubicBezTo>
                  <a:cubicBezTo>
                    <a:pt x="127" y="49"/>
                    <a:pt x="150" y="72"/>
                    <a:pt x="150" y="100"/>
                  </a:cubicBezTo>
                  <a:cubicBezTo>
                    <a:pt x="150" y="128"/>
                    <a:pt x="127" y="150"/>
                    <a:pt x="99" y="150"/>
                  </a:cubicBezTo>
                  <a:cubicBezTo>
                    <a:pt x="71" y="150"/>
                    <a:pt x="49" y="128"/>
                    <a:pt x="49" y="100"/>
                  </a:cubicBezTo>
                  <a:close/>
                  <a:moveTo>
                    <a:pt x="152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0" y="178"/>
                    <a:pt x="21" y="199"/>
                    <a:pt x="47" y="199"/>
                  </a:cubicBezTo>
                  <a:cubicBezTo>
                    <a:pt x="152" y="199"/>
                    <a:pt x="152" y="199"/>
                    <a:pt x="152" y="199"/>
                  </a:cubicBezTo>
                  <a:cubicBezTo>
                    <a:pt x="178" y="199"/>
                    <a:pt x="199" y="178"/>
                    <a:pt x="199" y="152"/>
                  </a:cubicBezTo>
                  <a:cubicBezTo>
                    <a:pt x="199" y="47"/>
                    <a:pt x="199" y="47"/>
                    <a:pt x="199" y="47"/>
                  </a:cubicBezTo>
                  <a:cubicBezTo>
                    <a:pt x="199" y="21"/>
                    <a:pt x="178" y="0"/>
                    <a:pt x="152" y="0"/>
                  </a:cubicBezTo>
                  <a:close/>
                  <a:moveTo>
                    <a:pt x="47" y="12"/>
                  </a:moveTo>
                  <a:cubicBezTo>
                    <a:pt x="152" y="12"/>
                    <a:pt x="152" y="12"/>
                    <a:pt x="152" y="12"/>
                  </a:cubicBezTo>
                  <a:cubicBezTo>
                    <a:pt x="171" y="12"/>
                    <a:pt x="187" y="28"/>
                    <a:pt x="187" y="47"/>
                  </a:cubicBezTo>
                  <a:cubicBezTo>
                    <a:pt x="187" y="152"/>
                    <a:pt x="187" y="152"/>
                    <a:pt x="187" y="152"/>
                  </a:cubicBezTo>
                  <a:cubicBezTo>
                    <a:pt x="187" y="171"/>
                    <a:pt x="171" y="187"/>
                    <a:pt x="152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28" y="187"/>
                    <a:pt x="12" y="171"/>
                    <a:pt x="12" y="152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28"/>
                    <a:pt x="28" y="12"/>
                    <a:pt x="47" y="12"/>
                  </a:cubicBezTo>
                  <a:close/>
                  <a:moveTo>
                    <a:pt x="162" y="27"/>
                  </a:moveTo>
                  <a:cubicBezTo>
                    <a:pt x="156" y="27"/>
                    <a:pt x="152" y="32"/>
                    <a:pt x="152" y="37"/>
                  </a:cubicBezTo>
                  <a:cubicBezTo>
                    <a:pt x="152" y="43"/>
                    <a:pt x="156" y="48"/>
                    <a:pt x="162" y="48"/>
                  </a:cubicBezTo>
                  <a:cubicBezTo>
                    <a:pt x="168" y="48"/>
                    <a:pt x="173" y="43"/>
                    <a:pt x="173" y="37"/>
                  </a:cubicBezTo>
                  <a:cubicBezTo>
                    <a:pt x="173" y="32"/>
                    <a:pt x="168" y="27"/>
                    <a:pt x="162" y="27"/>
                  </a:cubicBezTo>
                  <a:close/>
                  <a:moveTo>
                    <a:pt x="163" y="100"/>
                  </a:moveTo>
                  <a:cubicBezTo>
                    <a:pt x="163" y="64"/>
                    <a:pt x="135" y="36"/>
                    <a:pt x="99" y="36"/>
                  </a:cubicBezTo>
                  <a:cubicBezTo>
                    <a:pt x="64" y="36"/>
                    <a:pt x="35" y="64"/>
                    <a:pt x="35" y="100"/>
                  </a:cubicBezTo>
                  <a:cubicBezTo>
                    <a:pt x="35" y="135"/>
                    <a:pt x="64" y="164"/>
                    <a:pt x="99" y="164"/>
                  </a:cubicBezTo>
                  <a:cubicBezTo>
                    <a:pt x="135" y="164"/>
                    <a:pt x="163" y="135"/>
                    <a:pt x="163" y="10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5" name="Google Shape;335;p16"/>
          <p:cNvSpPr/>
          <p:nvPr/>
        </p:nvSpPr>
        <p:spPr>
          <a:xfrm>
            <a:off x="3588919" y="6338057"/>
            <a:ext cx="281962" cy="281956"/>
          </a:xfrm>
          <a:custGeom>
            <a:rect b="b" l="l" r="r" t="t"/>
            <a:pathLst>
              <a:path extrusionOk="0" h="2328" w="2328">
                <a:moveTo>
                  <a:pt x="1164" y="0"/>
                </a:moveTo>
                <a:cubicBezTo>
                  <a:pt x="853" y="0"/>
                  <a:pt x="561" y="121"/>
                  <a:pt x="341" y="341"/>
                </a:cubicBezTo>
                <a:cubicBezTo>
                  <a:pt x="121" y="560"/>
                  <a:pt x="0" y="853"/>
                  <a:pt x="0" y="1164"/>
                </a:cubicBezTo>
                <a:cubicBezTo>
                  <a:pt x="0" y="1475"/>
                  <a:pt x="121" y="1767"/>
                  <a:pt x="341" y="1987"/>
                </a:cubicBezTo>
                <a:cubicBezTo>
                  <a:pt x="561" y="2207"/>
                  <a:pt x="853" y="2328"/>
                  <a:pt x="1164" y="2328"/>
                </a:cubicBezTo>
                <a:cubicBezTo>
                  <a:pt x="1475" y="2328"/>
                  <a:pt x="1767" y="2207"/>
                  <a:pt x="1987" y="1987"/>
                </a:cubicBezTo>
                <a:cubicBezTo>
                  <a:pt x="2207" y="1767"/>
                  <a:pt x="2328" y="1475"/>
                  <a:pt x="2328" y="1164"/>
                </a:cubicBezTo>
                <a:cubicBezTo>
                  <a:pt x="2328" y="853"/>
                  <a:pt x="2207" y="560"/>
                  <a:pt x="1987" y="341"/>
                </a:cubicBezTo>
                <a:cubicBezTo>
                  <a:pt x="1767" y="121"/>
                  <a:pt x="1475" y="0"/>
                  <a:pt x="1164" y="0"/>
                </a:cubicBezTo>
                <a:close/>
                <a:moveTo>
                  <a:pt x="2040" y="637"/>
                </a:moveTo>
                <a:cubicBezTo>
                  <a:pt x="1966" y="617"/>
                  <a:pt x="1890" y="598"/>
                  <a:pt x="1815" y="583"/>
                </a:cubicBezTo>
                <a:cubicBezTo>
                  <a:pt x="1807" y="493"/>
                  <a:pt x="1732" y="423"/>
                  <a:pt x="1640" y="423"/>
                </a:cubicBezTo>
                <a:cubicBezTo>
                  <a:pt x="1619" y="423"/>
                  <a:pt x="1598" y="427"/>
                  <a:pt x="1579" y="434"/>
                </a:cubicBezTo>
                <a:cubicBezTo>
                  <a:pt x="1512" y="335"/>
                  <a:pt x="1433" y="243"/>
                  <a:pt x="1341" y="157"/>
                </a:cubicBezTo>
                <a:cubicBezTo>
                  <a:pt x="1547" y="193"/>
                  <a:pt x="1736" y="291"/>
                  <a:pt x="1886" y="441"/>
                </a:cubicBezTo>
                <a:cubicBezTo>
                  <a:pt x="1946" y="501"/>
                  <a:pt x="1998" y="567"/>
                  <a:pt x="2040" y="637"/>
                </a:cubicBezTo>
                <a:close/>
                <a:moveTo>
                  <a:pt x="2099" y="1577"/>
                </a:moveTo>
                <a:cubicBezTo>
                  <a:pt x="1968" y="1617"/>
                  <a:pt x="1835" y="1649"/>
                  <a:pt x="1700" y="1672"/>
                </a:cubicBezTo>
                <a:cubicBezTo>
                  <a:pt x="1767" y="1520"/>
                  <a:pt x="1802" y="1362"/>
                  <a:pt x="1807" y="1199"/>
                </a:cubicBezTo>
                <a:cubicBezTo>
                  <a:pt x="2185" y="1199"/>
                  <a:pt x="2185" y="1199"/>
                  <a:pt x="2185" y="1199"/>
                </a:cubicBezTo>
                <a:cubicBezTo>
                  <a:pt x="2181" y="1331"/>
                  <a:pt x="2151" y="1459"/>
                  <a:pt x="2099" y="1577"/>
                </a:cubicBezTo>
                <a:close/>
                <a:moveTo>
                  <a:pt x="1204" y="2185"/>
                </a:moveTo>
                <a:cubicBezTo>
                  <a:pt x="1202" y="2185"/>
                  <a:pt x="1201" y="2185"/>
                  <a:pt x="1200" y="2185"/>
                </a:cubicBezTo>
                <a:cubicBezTo>
                  <a:pt x="1200" y="1935"/>
                  <a:pt x="1200" y="1935"/>
                  <a:pt x="1200" y="1935"/>
                </a:cubicBezTo>
                <a:cubicBezTo>
                  <a:pt x="1265" y="1921"/>
                  <a:pt x="1318" y="1870"/>
                  <a:pt x="1334" y="1805"/>
                </a:cubicBezTo>
                <a:cubicBezTo>
                  <a:pt x="1407" y="1802"/>
                  <a:pt x="1480" y="1795"/>
                  <a:pt x="1552" y="1787"/>
                </a:cubicBezTo>
                <a:cubicBezTo>
                  <a:pt x="1465" y="1934"/>
                  <a:pt x="1348" y="2067"/>
                  <a:pt x="1204" y="2185"/>
                </a:cubicBezTo>
                <a:close/>
                <a:moveTo>
                  <a:pt x="775" y="1787"/>
                </a:moveTo>
                <a:cubicBezTo>
                  <a:pt x="848" y="1795"/>
                  <a:pt x="921" y="1802"/>
                  <a:pt x="994" y="1805"/>
                </a:cubicBezTo>
                <a:cubicBezTo>
                  <a:pt x="1010" y="1870"/>
                  <a:pt x="1062" y="1921"/>
                  <a:pt x="1128" y="1935"/>
                </a:cubicBezTo>
                <a:cubicBezTo>
                  <a:pt x="1128" y="2185"/>
                  <a:pt x="1128" y="2185"/>
                  <a:pt x="1128" y="2185"/>
                </a:cubicBezTo>
                <a:cubicBezTo>
                  <a:pt x="1127" y="2185"/>
                  <a:pt x="1125" y="2185"/>
                  <a:pt x="1124" y="2185"/>
                </a:cubicBezTo>
                <a:cubicBezTo>
                  <a:pt x="980" y="2067"/>
                  <a:pt x="863" y="1934"/>
                  <a:pt x="775" y="1787"/>
                </a:cubicBezTo>
                <a:close/>
                <a:moveTo>
                  <a:pt x="229" y="751"/>
                </a:moveTo>
                <a:cubicBezTo>
                  <a:pt x="360" y="710"/>
                  <a:pt x="493" y="678"/>
                  <a:pt x="627" y="655"/>
                </a:cubicBezTo>
                <a:cubicBezTo>
                  <a:pt x="580" y="764"/>
                  <a:pt x="548" y="876"/>
                  <a:pt x="532" y="991"/>
                </a:cubicBezTo>
                <a:cubicBezTo>
                  <a:pt x="460" y="1002"/>
                  <a:pt x="403" y="1058"/>
                  <a:pt x="388" y="1129"/>
                </a:cubicBezTo>
                <a:cubicBezTo>
                  <a:pt x="143" y="1129"/>
                  <a:pt x="143" y="1129"/>
                  <a:pt x="143" y="1129"/>
                </a:cubicBezTo>
                <a:cubicBezTo>
                  <a:pt x="147" y="996"/>
                  <a:pt x="177" y="869"/>
                  <a:pt x="229" y="751"/>
                </a:cubicBezTo>
                <a:close/>
                <a:moveTo>
                  <a:pt x="1124" y="143"/>
                </a:moveTo>
                <a:cubicBezTo>
                  <a:pt x="1125" y="143"/>
                  <a:pt x="1127" y="143"/>
                  <a:pt x="1128" y="143"/>
                </a:cubicBezTo>
                <a:cubicBezTo>
                  <a:pt x="1128" y="518"/>
                  <a:pt x="1128" y="518"/>
                  <a:pt x="1128" y="518"/>
                </a:cubicBezTo>
                <a:cubicBezTo>
                  <a:pt x="1010" y="519"/>
                  <a:pt x="892" y="527"/>
                  <a:pt x="775" y="541"/>
                </a:cubicBezTo>
                <a:cubicBezTo>
                  <a:pt x="863" y="394"/>
                  <a:pt x="980" y="260"/>
                  <a:pt x="1124" y="143"/>
                </a:cubicBezTo>
                <a:close/>
                <a:moveTo>
                  <a:pt x="1513" y="478"/>
                </a:moveTo>
                <a:cubicBezTo>
                  <a:pt x="1498" y="494"/>
                  <a:pt x="1486" y="512"/>
                  <a:pt x="1478" y="533"/>
                </a:cubicBezTo>
                <a:cubicBezTo>
                  <a:pt x="1386" y="524"/>
                  <a:pt x="1293" y="519"/>
                  <a:pt x="1200" y="518"/>
                </a:cubicBezTo>
                <a:cubicBezTo>
                  <a:pt x="1200" y="143"/>
                  <a:pt x="1200" y="143"/>
                  <a:pt x="1200" y="143"/>
                </a:cubicBezTo>
                <a:cubicBezTo>
                  <a:pt x="1201" y="143"/>
                  <a:pt x="1202" y="143"/>
                  <a:pt x="1204" y="143"/>
                </a:cubicBezTo>
                <a:cubicBezTo>
                  <a:pt x="1327" y="243"/>
                  <a:pt x="1431" y="356"/>
                  <a:pt x="1513" y="478"/>
                </a:cubicBezTo>
                <a:close/>
                <a:moveTo>
                  <a:pt x="1200" y="610"/>
                </a:moveTo>
                <a:cubicBezTo>
                  <a:pt x="1289" y="611"/>
                  <a:pt x="1379" y="616"/>
                  <a:pt x="1467" y="624"/>
                </a:cubicBezTo>
                <a:cubicBezTo>
                  <a:pt x="1480" y="708"/>
                  <a:pt x="1553" y="773"/>
                  <a:pt x="1640" y="773"/>
                </a:cubicBezTo>
                <a:cubicBezTo>
                  <a:pt x="1647" y="773"/>
                  <a:pt x="1654" y="772"/>
                  <a:pt x="1661" y="772"/>
                </a:cubicBezTo>
                <a:cubicBezTo>
                  <a:pt x="1702" y="887"/>
                  <a:pt x="1724" y="1007"/>
                  <a:pt x="1728" y="1129"/>
                </a:cubicBezTo>
                <a:cubicBezTo>
                  <a:pt x="1200" y="1129"/>
                  <a:pt x="1200" y="1129"/>
                  <a:pt x="1200" y="1129"/>
                </a:cubicBezTo>
                <a:lnTo>
                  <a:pt x="1200" y="610"/>
                </a:lnTo>
                <a:close/>
                <a:moveTo>
                  <a:pt x="1720" y="598"/>
                </a:moveTo>
                <a:cubicBezTo>
                  <a:pt x="1720" y="642"/>
                  <a:pt x="1684" y="678"/>
                  <a:pt x="1640" y="678"/>
                </a:cubicBezTo>
                <a:cubicBezTo>
                  <a:pt x="1596" y="678"/>
                  <a:pt x="1560" y="642"/>
                  <a:pt x="1560" y="598"/>
                </a:cubicBezTo>
                <a:cubicBezTo>
                  <a:pt x="1560" y="554"/>
                  <a:pt x="1596" y="518"/>
                  <a:pt x="1640" y="518"/>
                </a:cubicBezTo>
                <a:cubicBezTo>
                  <a:pt x="1684" y="518"/>
                  <a:pt x="1720" y="554"/>
                  <a:pt x="1720" y="598"/>
                </a:cubicBezTo>
                <a:close/>
                <a:moveTo>
                  <a:pt x="1128" y="610"/>
                </a:moveTo>
                <a:cubicBezTo>
                  <a:pt x="1128" y="1129"/>
                  <a:pt x="1128" y="1129"/>
                  <a:pt x="1128" y="1129"/>
                </a:cubicBezTo>
                <a:cubicBezTo>
                  <a:pt x="731" y="1129"/>
                  <a:pt x="731" y="1129"/>
                  <a:pt x="731" y="1129"/>
                </a:cubicBezTo>
                <a:cubicBezTo>
                  <a:pt x="719" y="1066"/>
                  <a:pt x="672" y="1015"/>
                  <a:pt x="611" y="997"/>
                </a:cubicBezTo>
                <a:cubicBezTo>
                  <a:pt x="629" y="874"/>
                  <a:pt x="666" y="755"/>
                  <a:pt x="722" y="641"/>
                </a:cubicBezTo>
                <a:cubicBezTo>
                  <a:pt x="856" y="622"/>
                  <a:pt x="992" y="612"/>
                  <a:pt x="1128" y="610"/>
                </a:cubicBezTo>
                <a:close/>
                <a:moveTo>
                  <a:pt x="640" y="1164"/>
                </a:moveTo>
                <a:cubicBezTo>
                  <a:pt x="640" y="1208"/>
                  <a:pt x="604" y="1244"/>
                  <a:pt x="560" y="1244"/>
                </a:cubicBezTo>
                <a:cubicBezTo>
                  <a:pt x="516" y="1244"/>
                  <a:pt x="480" y="1208"/>
                  <a:pt x="480" y="1164"/>
                </a:cubicBezTo>
                <a:cubicBezTo>
                  <a:pt x="480" y="1120"/>
                  <a:pt x="516" y="1084"/>
                  <a:pt x="560" y="1084"/>
                </a:cubicBezTo>
                <a:cubicBezTo>
                  <a:pt x="604" y="1084"/>
                  <a:pt x="640" y="1120"/>
                  <a:pt x="640" y="1164"/>
                </a:cubicBezTo>
                <a:close/>
                <a:moveTo>
                  <a:pt x="143" y="1199"/>
                </a:moveTo>
                <a:cubicBezTo>
                  <a:pt x="388" y="1199"/>
                  <a:pt x="388" y="1199"/>
                  <a:pt x="388" y="1199"/>
                </a:cubicBezTo>
                <a:cubicBezTo>
                  <a:pt x="403" y="1270"/>
                  <a:pt x="460" y="1325"/>
                  <a:pt x="532" y="1337"/>
                </a:cubicBezTo>
                <a:cubicBezTo>
                  <a:pt x="548" y="1451"/>
                  <a:pt x="580" y="1563"/>
                  <a:pt x="627" y="1672"/>
                </a:cubicBezTo>
                <a:cubicBezTo>
                  <a:pt x="493" y="1649"/>
                  <a:pt x="360" y="1617"/>
                  <a:pt x="229" y="1577"/>
                </a:cubicBezTo>
                <a:cubicBezTo>
                  <a:pt x="177" y="1459"/>
                  <a:pt x="147" y="1331"/>
                  <a:pt x="143" y="1199"/>
                </a:cubicBezTo>
                <a:close/>
                <a:moveTo>
                  <a:pt x="611" y="1331"/>
                </a:moveTo>
                <a:cubicBezTo>
                  <a:pt x="672" y="1312"/>
                  <a:pt x="719" y="1262"/>
                  <a:pt x="731" y="1199"/>
                </a:cubicBezTo>
                <a:cubicBezTo>
                  <a:pt x="1128" y="1199"/>
                  <a:pt x="1128" y="1199"/>
                  <a:pt x="1128" y="1199"/>
                </a:cubicBezTo>
                <a:cubicBezTo>
                  <a:pt x="1128" y="1592"/>
                  <a:pt x="1128" y="1592"/>
                  <a:pt x="1128" y="1592"/>
                </a:cubicBezTo>
                <a:cubicBezTo>
                  <a:pt x="1065" y="1605"/>
                  <a:pt x="1015" y="1652"/>
                  <a:pt x="996" y="1713"/>
                </a:cubicBezTo>
                <a:cubicBezTo>
                  <a:pt x="904" y="1708"/>
                  <a:pt x="813" y="1700"/>
                  <a:pt x="722" y="1687"/>
                </a:cubicBezTo>
                <a:cubicBezTo>
                  <a:pt x="666" y="1572"/>
                  <a:pt x="629" y="1453"/>
                  <a:pt x="611" y="1331"/>
                </a:cubicBezTo>
                <a:close/>
                <a:moveTo>
                  <a:pt x="1244" y="1764"/>
                </a:moveTo>
                <a:cubicBezTo>
                  <a:pt x="1244" y="1808"/>
                  <a:pt x="1208" y="1844"/>
                  <a:pt x="1164" y="1844"/>
                </a:cubicBezTo>
                <a:cubicBezTo>
                  <a:pt x="1120" y="1844"/>
                  <a:pt x="1084" y="1808"/>
                  <a:pt x="1084" y="1764"/>
                </a:cubicBezTo>
                <a:cubicBezTo>
                  <a:pt x="1084" y="1720"/>
                  <a:pt x="1120" y="1684"/>
                  <a:pt x="1164" y="1684"/>
                </a:cubicBezTo>
                <a:cubicBezTo>
                  <a:pt x="1208" y="1684"/>
                  <a:pt x="1244" y="1720"/>
                  <a:pt x="1244" y="1764"/>
                </a:cubicBezTo>
                <a:close/>
                <a:moveTo>
                  <a:pt x="1331" y="1713"/>
                </a:moveTo>
                <a:cubicBezTo>
                  <a:pt x="1313" y="1652"/>
                  <a:pt x="1262" y="1605"/>
                  <a:pt x="1200" y="1592"/>
                </a:cubicBezTo>
                <a:cubicBezTo>
                  <a:pt x="1200" y="1199"/>
                  <a:pt x="1200" y="1199"/>
                  <a:pt x="1200" y="1199"/>
                </a:cubicBezTo>
                <a:cubicBezTo>
                  <a:pt x="1728" y="1199"/>
                  <a:pt x="1728" y="1199"/>
                  <a:pt x="1728" y="1199"/>
                </a:cubicBezTo>
                <a:cubicBezTo>
                  <a:pt x="1723" y="1367"/>
                  <a:pt x="1682" y="1531"/>
                  <a:pt x="1606" y="1687"/>
                </a:cubicBezTo>
                <a:cubicBezTo>
                  <a:pt x="1515" y="1700"/>
                  <a:pt x="1424" y="1708"/>
                  <a:pt x="1331" y="1713"/>
                </a:cubicBezTo>
                <a:close/>
                <a:moveTo>
                  <a:pt x="1807" y="1129"/>
                </a:moveTo>
                <a:cubicBezTo>
                  <a:pt x="1803" y="997"/>
                  <a:pt x="1779" y="869"/>
                  <a:pt x="1736" y="745"/>
                </a:cubicBezTo>
                <a:cubicBezTo>
                  <a:pt x="1762" y="727"/>
                  <a:pt x="1784" y="703"/>
                  <a:pt x="1798" y="674"/>
                </a:cubicBezTo>
                <a:cubicBezTo>
                  <a:pt x="1900" y="694"/>
                  <a:pt x="2000" y="720"/>
                  <a:pt x="2099" y="751"/>
                </a:cubicBezTo>
                <a:cubicBezTo>
                  <a:pt x="2151" y="869"/>
                  <a:pt x="2181" y="996"/>
                  <a:pt x="2185" y="1129"/>
                </a:cubicBezTo>
                <a:lnTo>
                  <a:pt x="1807" y="1129"/>
                </a:lnTo>
                <a:close/>
                <a:moveTo>
                  <a:pt x="441" y="441"/>
                </a:moveTo>
                <a:cubicBezTo>
                  <a:pt x="592" y="291"/>
                  <a:pt x="781" y="193"/>
                  <a:pt x="987" y="157"/>
                </a:cubicBezTo>
                <a:cubicBezTo>
                  <a:pt x="865" y="271"/>
                  <a:pt x="765" y="397"/>
                  <a:pt x="688" y="534"/>
                </a:cubicBezTo>
                <a:cubicBezTo>
                  <a:pt x="684" y="541"/>
                  <a:pt x="680" y="547"/>
                  <a:pt x="677" y="554"/>
                </a:cubicBezTo>
                <a:cubicBezTo>
                  <a:pt x="546" y="574"/>
                  <a:pt x="416" y="602"/>
                  <a:pt x="288" y="637"/>
                </a:cubicBezTo>
                <a:cubicBezTo>
                  <a:pt x="330" y="567"/>
                  <a:pt x="382" y="501"/>
                  <a:pt x="441" y="441"/>
                </a:cubicBezTo>
                <a:close/>
                <a:moveTo>
                  <a:pt x="288" y="1690"/>
                </a:moveTo>
                <a:cubicBezTo>
                  <a:pt x="416" y="1726"/>
                  <a:pt x="546" y="1754"/>
                  <a:pt x="677" y="1773"/>
                </a:cubicBezTo>
                <a:cubicBezTo>
                  <a:pt x="680" y="1780"/>
                  <a:pt x="684" y="1787"/>
                  <a:pt x="688" y="1794"/>
                </a:cubicBezTo>
                <a:cubicBezTo>
                  <a:pt x="765" y="1931"/>
                  <a:pt x="865" y="2057"/>
                  <a:pt x="987" y="2170"/>
                </a:cubicBezTo>
                <a:cubicBezTo>
                  <a:pt x="781" y="2134"/>
                  <a:pt x="592" y="2037"/>
                  <a:pt x="441" y="1886"/>
                </a:cubicBezTo>
                <a:cubicBezTo>
                  <a:pt x="382" y="1827"/>
                  <a:pt x="330" y="1761"/>
                  <a:pt x="288" y="1690"/>
                </a:cubicBezTo>
                <a:close/>
                <a:moveTo>
                  <a:pt x="1886" y="1886"/>
                </a:moveTo>
                <a:cubicBezTo>
                  <a:pt x="1736" y="2037"/>
                  <a:pt x="1547" y="2135"/>
                  <a:pt x="1341" y="2170"/>
                </a:cubicBezTo>
                <a:cubicBezTo>
                  <a:pt x="1463" y="2057"/>
                  <a:pt x="1563" y="1931"/>
                  <a:pt x="1640" y="1794"/>
                </a:cubicBezTo>
                <a:cubicBezTo>
                  <a:pt x="1644" y="1787"/>
                  <a:pt x="1647" y="1780"/>
                  <a:pt x="1651" y="1773"/>
                </a:cubicBezTo>
                <a:cubicBezTo>
                  <a:pt x="1782" y="1754"/>
                  <a:pt x="1912" y="1726"/>
                  <a:pt x="2040" y="1690"/>
                </a:cubicBezTo>
                <a:cubicBezTo>
                  <a:pt x="1998" y="1761"/>
                  <a:pt x="1946" y="1827"/>
                  <a:pt x="1886" y="1886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16"/>
          <p:cNvSpPr txBox="1"/>
          <p:nvPr/>
        </p:nvSpPr>
        <p:spPr>
          <a:xfrm>
            <a:off x="7984002" y="6338058"/>
            <a:ext cx="262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utmofficial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3994395" y="6329744"/>
            <a:ext cx="303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utm.my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6"/>
          <p:cNvSpPr txBox="1"/>
          <p:nvPr/>
        </p:nvSpPr>
        <p:spPr>
          <a:xfrm>
            <a:off x="3730697" y="5702528"/>
            <a:ext cx="47307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the Name of God for Mankind</a:t>
            </a:r>
            <a:endParaRPr b="0" i="0" sz="14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PT custom">
      <a:dk1>
        <a:srgbClr val="000000"/>
      </a:dk1>
      <a:lt1>
        <a:srgbClr val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OatCcc</dc:creator>
</cp:coreProperties>
</file>