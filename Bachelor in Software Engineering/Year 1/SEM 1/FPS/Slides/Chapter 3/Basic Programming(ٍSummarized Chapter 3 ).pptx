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82" r:id="rId4"/>
    <p:sldId id="283" r:id="rId5"/>
    <p:sldId id="284" r:id="rId6"/>
    <p:sldId id="285" r:id="rId7"/>
    <p:sldId id="265" r:id="rId8"/>
    <p:sldId id="281" r:id="rId9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Medium" panose="000006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gyRH2olleGqSuvluspO4Qh0Pc4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1F973F0-2B00-4F92-86F8-AE88C448CAE5}">
  <a:tblStyle styleId="{F1F973F0-2B00-4F92-86F8-AE88C448CAE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E7E8"/>
          </a:solidFill>
        </a:fill>
      </a:tcStyle>
    </a:wholeTbl>
    <a:band1H>
      <a:tcTxStyle/>
      <a:tcStyle>
        <a:tcBdr/>
        <a:fill>
          <a:solidFill>
            <a:srgbClr val="E1CCC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1CCC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2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49" Type="http://customschemas.google.com/relationships/presentationmetadata" Target="meta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9" name="Google Shape;4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9" name="Google Shape;4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4674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9" name="Google Shape;4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586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9" name="Google Shape;4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113168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9" name="Google Shape;46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26758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5" name="Google Shape;49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8" name="Google Shape;116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">
  <p:cSld name="intro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9" y="0"/>
            <a:ext cx="873652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9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346" y="943365"/>
            <a:ext cx="1963312" cy="66402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9"/>
          <p:cNvSpPr>
            <a:spLocks noGrp="1"/>
          </p:cNvSpPr>
          <p:nvPr>
            <p:ph type="pic" idx="2"/>
          </p:nvPr>
        </p:nvSpPr>
        <p:spPr>
          <a:xfrm>
            <a:off x="7093358" y="-16187"/>
            <a:ext cx="5097012" cy="688096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7">
  <p:cSld name="Layout_07">
    <p:bg>
      <p:bgPr>
        <a:solidFill>
          <a:schemeClr val="lt1">
            <a:alpha val="36470"/>
          </a:schemeClr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31"/>
          <p:cNvSpPr>
            <a:spLocks noGrp="1"/>
          </p:cNvSpPr>
          <p:nvPr>
            <p:ph type="pic" idx="2"/>
          </p:nvPr>
        </p:nvSpPr>
        <p:spPr>
          <a:xfrm>
            <a:off x="1622425" y="833378"/>
            <a:ext cx="8947150" cy="4554638"/>
          </a:xfrm>
          <a:prstGeom prst="rect">
            <a:avLst/>
          </a:prstGeom>
          <a:noFill/>
          <a:ln>
            <a:noFill/>
          </a:ln>
        </p:spPr>
      </p:sp>
      <p:pic>
        <p:nvPicPr>
          <p:cNvPr id="34" name="Google Shape;34;p31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8">
  <p:cSld name="Layout_08">
    <p:bg>
      <p:bgPr>
        <a:solidFill>
          <a:srgbClr val="C04C4C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/>
          <p:nvPr/>
        </p:nvSpPr>
        <p:spPr>
          <a:xfrm>
            <a:off x="0" y="0"/>
            <a:ext cx="12192000" cy="47371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215900" dir="5400000" sx="98000" sy="98000" algn="t" rotWithShape="0">
              <a:srgbClr val="000000">
                <a:alpha val="17254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" name="Google Shape;43;p33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" name="Google Shape;46;p33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_layout_02">
  <p:cSld name="2_blank_layout_0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/>
          <p:nvPr/>
        </p:nvSpPr>
        <p:spPr>
          <a:xfrm flipH="1">
            <a:off x="11899557" y="0"/>
            <a:ext cx="61784" cy="627723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9" name="Google Shape;49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4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745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" name="Google Shape;51;p3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ntro">
  <p:cSld name="1_intro">
    <p:bg>
      <p:bgPr>
        <a:solidFill>
          <a:srgbClr val="2C2C2C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lt1"/>
              </a:gs>
              <a:gs pos="52000">
                <a:schemeClr val="lt1"/>
              </a:gs>
              <a:gs pos="82000">
                <a:srgbClr val="F2F2F2"/>
              </a:gs>
              <a:gs pos="100000">
                <a:schemeClr val="lt1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37"/>
          <p:cNvSpPr>
            <a:spLocks noGrp="1"/>
          </p:cNvSpPr>
          <p:nvPr>
            <p:ph type="pic" idx="2"/>
          </p:nvPr>
        </p:nvSpPr>
        <p:spPr>
          <a:xfrm>
            <a:off x="4527052" y="-39938"/>
            <a:ext cx="7679193" cy="7005082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37"/>
          <p:cNvSpPr/>
          <p:nvPr/>
        </p:nvSpPr>
        <p:spPr>
          <a:xfrm>
            <a:off x="876629" y="-15775"/>
            <a:ext cx="7686809" cy="6857999"/>
          </a:xfrm>
          <a:custGeom>
            <a:avLst/>
            <a:gdLst/>
            <a:ahLst/>
            <a:cxnLst/>
            <a:rect l="l" t="t" r="r" b="b"/>
            <a:pathLst>
              <a:path w="10000" h="10000" extrusionOk="0">
                <a:moveTo>
                  <a:pt x="0" y="6404"/>
                </a:moveTo>
                <a:lnTo>
                  <a:pt x="0" y="10000"/>
                </a:lnTo>
                <a:lnTo>
                  <a:pt x="4844" y="10000"/>
                </a:lnTo>
                <a:lnTo>
                  <a:pt x="10000" y="0"/>
                </a:lnTo>
                <a:lnTo>
                  <a:pt x="3033" y="0"/>
                </a:lnTo>
                <a:lnTo>
                  <a:pt x="0" y="6404"/>
                </a:lnTo>
                <a:close/>
              </a:path>
            </a:pathLst>
          </a:custGeom>
          <a:gradFill>
            <a:gsLst>
              <a:gs pos="0">
                <a:srgbClr val="2C2C2C"/>
              </a:gs>
              <a:gs pos="5000">
                <a:srgbClr val="2C2C2C"/>
              </a:gs>
              <a:gs pos="62000">
                <a:srgbClr val="989898"/>
              </a:gs>
              <a:gs pos="100000">
                <a:srgbClr val="7F7F7F"/>
              </a:gs>
            </a:gsLst>
            <a:lin ang="6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37"/>
          <p:cNvSpPr/>
          <p:nvPr/>
        </p:nvSpPr>
        <p:spPr>
          <a:xfrm>
            <a:off x="-32223" y="-14401"/>
            <a:ext cx="8108976" cy="6902576"/>
          </a:xfrm>
          <a:custGeom>
            <a:avLst/>
            <a:gdLst/>
            <a:ahLst/>
            <a:cxnLst/>
            <a:rect l="l" t="t" r="r" b="b"/>
            <a:pathLst>
              <a:path w="13036" h="10065" extrusionOk="0">
                <a:moveTo>
                  <a:pt x="8" y="0"/>
                </a:moveTo>
                <a:lnTo>
                  <a:pt x="13036" y="26"/>
                </a:lnTo>
                <a:lnTo>
                  <a:pt x="6689" y="10065"/>
                </a:lnTo>
                <a:lnTo>
                  <a:pt x="0" y="10044"/>
                </a:lnTo>
                <a:cubicBezTo>
                  <a:pt x="17" y="6703"/>
                  <a:pt x="-9" y="3341"/>
                  <a:pt x="8" y="0"/>
                </a:cubicBezTo>
                <a:close/>
              </a:path>
            </a:pathLst>
          </a:custGeom>
          <a:gradFill>
            <a:gsLst>
              <a:gs pos="0">
                <a:srgbClr val="3F3F3F"/>
              </a:gs>
              <a:gs pos="52000">
                <a:srgbClr val="3F3F3F"/>
              </a:gs>
              <a:gs pos="82000">
                <a:srgbClr val="5A5A5A"/>
              </a:gs>
              <a:gs pos="100000">
                <a:srgbClr val="5F5F5F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37"/>
          <p:cNvSpPr/>
          <p:nvPr/>
        </p:nvSpPr>
        <p:spPr>
          <a:xfrm>
            <a:off x="2209176" y="3456710"/>
            <a:ext cx="4299176" cy="3429000"/>
          </a:xfrm>
          <a:custGeom>
            <a:avLst/>
            <a:gdLst/>
            <a:ahLst/>
            <a:cxnLst/>
            <a:rect l="l" t="t" r="r" b="b"/>
            <a:pathLst>
              <a:path w="499" h="398" extrusionOk="0">
                <a:moveTo>
                  <a:pt x="499" y="0"/>
                </a:moveTo>
                <a:lnTo>
                  <a:pt x="226" y="0"/>
                </a:lnTo>
                <a:lnTo>
                  <a:pt x="0" y="398"/>
                </a:lnTo>
                <a:lnTo>
                  <a:pt x="273" y="398"/>
                </a:lnTo>
                <a:lnTo>
                  <a:pt x="499" y="0"/>
                </a:lnTo>
                <a:close/>
              </a:path>
            </a:pathLst>
          </a:custGeom>
          <a:gradFill>
            <a:gsLst>
              <a:gs pos="0">
                <a:srgbClr val="595959"/>
              </a:gs>
              <a:gs pos="68000">
                <a:srgbClr val="989898"/>
              </a:gs>
              <a:gs pos="100000">
                <a:srgbClr val="BFBFBF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37"/>
          <p:cNvSpPr/>
          <p:nvPr/>
        </p:nvSpPr>
        <p:spPr>
          <a:xfrm>
            <a:off x="3960220" y="3450562"/>
            <a:ext cx="2619136" cy="3429000"/>
          </a:xfrm>
          <a:custGeom>
            <a:avLst/>
            <a:gdLst/>
            <a:ahLst/>
            <a:cxnLst/>
            <a:rect l="l" t="t" r="r" b="b"/>
            <a:pathLst>
              <a:path w="304" h="398" extrusionOk="0">
                <a:moveTo>
                  <a:pt x="0" y="398"/>
                </a:moveTo>
                <a:lnTo>
                  <a:pt x="74" y="398"/>
                </a:lnTo>
                <a:lnTo>
                  <a:pt x="304" y="0"/>
                </a:lnTo>
                <a:lnTo>
                  <a:pt x="223" y="0"/>
                </a:lnTo>
                <a:lnTo>
                  <a:pt x="0" y="398"/>
                </a:ln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37"/>
          <p:cNvSpPr/>
          <p:nvPr/>
        </p:nvSpPr>
        <p:spPr>
          <a:xfrm>
            <a:off x="10367888" y="3713311"/>
            <a:ext cx="1835121" cy="3144689"/>
          </a:xfrm>
          <a:custGeom>
            <a:avLst/>
            <a:gdLst/>
            <a:ahLst/>
            <a:cxnLst/>
            <a:rect l="l" t="t" r="r" b="b"/>
            <a:pathLst>
              <a:path w="213" h="365" extrusionOk="0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4" name="Google Shape;74;p37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6097" y="970721"/>
            <a:ext cx="1963312" cy="66402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37"/>
          <p:cNvSpPr/>
          <p:nvPr/>
        </p:nvSpPr>
        <p:spPr>
          <a:xfrm rot="175485">
            <a:off x="1821520" y="4675411"/>
            <a:ext cx="2314796" cy="2272379"/>
          </a:xfrm>
          <a:custGeom>
            <a:avLst/>
            <a:gdLst/>
            <a:ahLst/>
            <a:cxnLst/>
            <a:rect l="l" t="t" r="r" b="b"/>
            <a:pathLst>
              <a:path w="2314796" h="2272379" extrusionOk="0">
                <a:moveTo>
                  <a:pt x="0" y="2272379"/>
                </a:moveTo>
                <a:lnTo>
                  <a:pt x="1183658" y="0"/>
                </a:lnTo>
                <a:lnTo>
                  <a:pt x="2314796" y="0"/>
                </a:lnTo>
                <a:lnTo>
                  <a:pt x="1226913" y="2162664"/>
                </a:lnTo>
                <a:lnTo>
                  <a:pt x="0" y="2272379"/>
                </a:lnTo>
                <a:close/>
              </a:path>
            </a:pathLst>
          </a:custGeom>
          <a:solidFill>
            <a:srgbClr val="BFBFBF">
              <a:alpha val="164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37"/>
          <p:cNvSpPr/>
          <p:nvPr/>
        </p:nvSpPr>
        <p:spPr>
          <a:xfrm rot="10800000">
            <a:off x="0" y="5616"/>
            <a:ext cx="1317018" cy="2121303"/>
          </a:xfrm>
          <a:custGeom>
            <a:avLst/>
            <a:gdLst/>
            <a:ahLst/>
            <a:cxnLst/>
            <a:rect l="l" t="t" r="r" b="b"/>
            <a:pathLst>
              <a:path w="213" h="365" extrusionOk="0">
                <a:moveTo>
                  <a:pt x="213" y="0"/>
                </a:moveTo>
                <a:lnTo>
                  <a:pt x="0" y="365"/>
                </a:lnTo>
                <a:lnTo>
                  <a:pt x="213" y="365"/>
                </a:lnTo>
                <a:lnTo>
                  <a:pt x="213" y="0"/>
                </a:lnTo>
                <a:close/>
              </a:path>
            </a:pathLst>
          </a:custGeom>
          <a:solidFill>
            <a:srgbClr val="74121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37"/>
          <p:cNvSpPr/>
          <p:nvPr/>
        </p:nvSpPr>
        <p:spPr>
          <a:xfrm>
            <a:off x="10469449" y="3095152"/>
            <a:ext cx="1758053" cy="3140035"/>
          </a:xfrm>
          <a:custGeom>
            <a:avLst/>
            <a:gdLst/>
            <a:ahLst/>
            <a:cxnLst/>
            <a:rect l="l" t="t" r="r" b="b"/>
            <a:pathLst>
              <a:path w="6254" h="8532" extrusionOk="0">
                <a:moveTo>
                  <a:pt x="0" y="8532"/>
                </a:moveTo>
                <a:lnTo>
                  <a:pt x="2434" y="8532"/>
                </a:lnTo>
                <a:lnTo>
                  <a:pt x="6254" y="3388"/>
                </a:lnTo>
                <a:cubicBezTo>
                  <a:pt x="6237" y="2259"/>
                  <a:pt x="6219" y="1129"/>
                  <a:pt x="6202" y="0"/>
                </a:cubicBezTo>
                <a:lnTo>
                  <a:pt x="0" y="8532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layout_02">
  <p:cSld name="blank_layout_02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46464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0" name="Google Shape;80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8"/>
          <p:cNvSpPr/>
          <p:nvPr/>
        </p:nvSpPr>
        <p:spPr>
          <a:xfrm>
            <a:off x="0" y="0"/>
            <a:ext cx="5606143" cy="6858000"/>
          </a:xfrm>
          <a:prstGeom prst="diagStripe">
            <a:avLst>
              <a:gd name="adj" fmla="val 50000"/>
            </a:avLst>
          </a:prstGeom>
          <a:solidFill>
            <a:srgbClr val="BFBFBF">
              <a:alpha val="431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38"/>
          <p:cNvSpPr/>
          <p:nvPr/>
        </p:nvSpPr>
        <p:spPr>
          <a:xfrm rot="10800000">
            <a:off x="209321" y="0"/>
            <a:ext cx="99164" cy="305851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38"/>
          <p:cNvSpPr/>
          <p:nvPr/>
        </p:nvSpPr>
        <p:spPr>
          <a:xfrm rot="10800000">
            <a:off x="209518" y="3139623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38"/>
          <p:cNvSpPr/>
          <p:nvPr/>
        </p:nvSpPr>
        <p:spPr>
          <a:xfrm rot="10800000">
            <a:off x="209321" y="3654629"/>
            <a:ext cx="99164" cy="4338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38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4">
  <p:cSld name="Layout_04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9"/>
          <p:cNvSpPr/>
          <p:nvPr/>
        </p:nvSpPr>
        <p:spPr>
          <a:xfrm>
            <a:off x="729342" y="0"/>
            <a:ext cx="4285887" cy="62375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39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39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1" name="Google Shape;91;p39"/>
          <p:cNvGrpSpPr/>
          <p:nvPr/>
        </p:nvGrpSpPr>
        <p:grpSpPr>
          <a:xfrm>
            <a:off x="2561933" y="419857"/>
            <a:ext cx="613993" cy="75107"/>
            <a:chOff x="-1587" y="4763"/>
            <a:chExt cx="300037" cy="42862"/>
          </a:xfrm>
        </p:grpSpPr>
        <p:sp>
          <p:nvSpPr>
            <p:cNvPr id="92" name="Google Shape;92;p39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3" name="Google Shape;93;p39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4" name="Google Shape;94;p39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5" name="Google Shape;95;p39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96" name="Google Shape;96;p39"/>
          <p:cNvSpPr txBox="1">
            <a:spLocks noGrp="1"/>
          </p:cNvSpPr>
          <p:nvPr>
            <p:ph type="title"/>
          </p:nvPr>
        </p:nvSpPr>
        <p:spPr>
          <a:xfrm>
            <a:off x="1008176" y="2103437"/>
            <a:ext cx="381571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3">
  <p:cSld name="Layout_03">
    <p:bg>
      <p:bgPr>
        <a:solidFill>
          <a:srgbClr val="C04C4C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0"/>
          <p:cNvSpPr/>
          <p:nvPr/>
        </p:nvSpPr>
        <p:spPr>
          <a:xfrm rot="-8100000">
            <a:off x="2009576" y="3640922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352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40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40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" name="Google Shape;101;p40"/>
          <p:cNvSpPr/>
          <p:nvPr/>
        </p:nvSpPr>
        <p:spPr>
          <a:xfrm>
            <a:off x="7293428" y="0"/>
            <a:ext cx="4365171" cy="6858000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431800" dist="508000" dir="7860000" algn="r" rotWithShape="0">
              <a:srgbClr val="000000">
                <a:alpha val="941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02" name="Google Shape;102;p40"/>
          <p:cNvGrpSpPr/>
          <p:nvPr/>
        </p:nvGrpSpPr>
        <p:grpSpPr>
          <a:xfrm rot="10800000">
            <a:off x="9169016" y="6004017"/>
            <a:ext cx="613993" cy="75107"/>
            <a:chOff x="-1587" y="4763"/>
            <a:chExt cx="300037" cy="42862"/>
          </a:xfrm>
        </p:grpSpPr>
        <p:sp>
          <p:nvSpPr>
            <p:cNvPr id="103" name="Google Shape;103;p40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4" name="Google Shape;104;p40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5" name="Google Shape;105;p40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6" name="Google Shape;106;p40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rgbClr val="C04C4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07" name="Google Shape;107;p40"/>
          <p:cNvSpPr txBox="1">
            <a:spLocks noGrp="1"/>
          </p:cNvSpPr>
          <p:nvPr>
            <p:ph type="title"/>
          </p:nvPr>
        </p:nvSpPr>
        <p:spPr>
          <a:xfrm>
            <a:off x="326572" y="1388382"/>
            <a:ext cx="667294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Medium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40"/>
          <p:cNvSpPr/>
          <p:nvPr/>
        </p:nvSpPr>
        <p:spPr>
          <a:xfrm rot="-5400000">
            <a:off x="5061976" y="2610139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352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5">
  <p:cSld name="Layout_05">
    <p:bg>
      <p:bgPr>
        <a:solidFill>
          <a:srgbClr val="C04C4C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1"/>
          <p:cNvSpPr/>
          <p:nvPr/>
        </p:nvSpPr>
        <p:spPr>
          <a:xfrm rot="10800000">
            <a:off x="11064240" y="0"/>
            <a:ext cx="1127760" cy="1447800"/>
          </a:xfrm>
          <a:custGeom>
            <a:avLst/>
            <a:gdLst/>
            <a:ahLst/>
            <a:cxnLst/>
            <a:rect l="l" t="t" r="r" b="b"/>
            <a:pathLst>
              <a:path w="10001" h="10000" extrusionOk="0">
                <a:moveTo>
                  <a:pt x="30" y="0"/>
                </a:moveTo>
                <a:lnTo>
                  <a:pt x="10001" y="9971"/>
                </a:lnTo>
                <a:lnTo>
                  <a:pt x="1255" y="10000"/>
                </a:lnTo>
                <a:cubicBezTo>
                  <a:pt x="-92" y="10000"/>
                  <a:pt x="1" y="9419"/>
                  <a:pt x="1" y="8750"/>
                </a:cubicBezTo>
                <a:cubicBezTo>
                  <a:pt x="11" y="5833"/>
                  <a:pt x="20" y="2917"/>
                  <a:pt x="30" y="0"/>
                </a:cubicBezTo>
                <a:close/>
              </a:path>
            </a:pathLst>
          </a:cu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" name="Google Shape;111;p41"/>
          <p:cNvSpPr/>
          <p:nvPr/>
        </p:nvSpPr>
        <p:spPr>
          <a:xfrm>
            <a:off x="0" y="0"/>
            <a:ext cx="5148943" cy="6858000"/>
          </a:xfrm>
          <a:prstGeom prst="rect">
            <a:avLst/>
          </a:prstGeom>
          <a:solidFill>
            <a:srgbClr val="3F3F3F"/>
          </a:solidFill>
          <a:ln w="12700" cap="flat" cmpd="sng">
            <a:solidFill>
              <a:srgbClr val="CBCBCB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457200" dist="215900" sx="96000" sy="96000" algn="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41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41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41"/>
          <p:cNvSpPr txBox="1">
            <a:spLocks noGrp="1"/>
          </p:cNvSpPr>
          <p:nvPr>
            <p:ph type="title"/>
          </p:nvPr>
        </p:nvSpPr>
        <p:spPr>
          <a:xfrm>
            <a:off x="500742" y="1286581"/>
            <a:ext cx="416922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 Medium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41"/>
          <p:cNvSpPr>
            <a:spLocks noGrp="1"/>
          </p:cNvSpPr>
          <p:nvPr>
            <p:ph type="pic" idx="2"/>
          </p:nvPr>
        </p:nvSpPr>
        <p:spPr>
          <a:xfrm>
            <a:off x="8752114" y="733425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41"/>
          <p:cNvSpPr>
            <a:spLocks noGrp="1"/>
          </p:cNvSpPr>
          <p:nvPr>
            <p:ph type="pic" idx="3"/>
          </p:nvPr>
        </p:nvSpPr>
        <p:spPr>
          <a:xfrm>
            <a:off x="5595258" y="733425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41"/>
          <p:cNvSpPr>
            <a:spLocks noGrp="1"/>
          </p:cNvSpPr>
          <p:nvPr>
            <p:ph type="pic" idx="4"/>
          </p:nvPr>
        </p:nvSpPr>
        <p:spPr>
          <a:xfrm>
            <a:off x="8752114" y="3244668"/>
            <a:ext cx="2939143" cy="236338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41"/>
          <p:cNvSpPr>
            <a:spLocks noGrp="1"/>
          </p:cNvSpPr>
          <p:nvPr>
            <p:ph type="pic" idx="5"/>
          </p:nvPr>
        </p:nvSpPr>
        <p:spPr>
          <a:xfrm>
            <a:off x="5595258" y="3244668"/>
            <a:ext cx="2939143" cy="2363380"/>
          </a:xfrm>
          <a:prstGeom prst="rect">
            <a:avLst/>
          </a:prstGeom>
          <a:noFill/>
          <a:ln>
            <a:noFill/>
          </a:ln>
        </p:spPr>
      </p:sp>
      <p:pic>
        <p:nvPicPr>
          <p:cNvPr id="119" name="Google Shape;119;p41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10580" y="6338033"/>
            <a:ext cx="1069391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6">
  <p:cSld name="Layout_06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42"/>
          <p:cNvSpPr/>
          <p:nvPr/>
        </p:nvSpPr>
        <p:spPr>
          <a:xfrm>
            <a:off x="0" y="0"/>
            <a:ext cx="4539343" cy="6126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42"/>
          <p:cNvSpPr txBox="1">
            <a:spLocks noGrp="1"/>
          </p:cNvSpPr>
          <p:nvPr>
            <p:ph type="title"/>
          </p:nvPr>
        </p:nvSpPr>
        <p:spPr>
          <a:xfrm>
            <a:off x="6151338" y="2766217"/>
            <a:ext cx="582294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42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2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6" name="Google Shape;126;p42"/>
          <p:cNvGrpSpPr/>
          <p:nvPr/>
        </p:nvGrpSpPr>
        <p:grpSpPr>
          <a:xfrm>
            <a:off x="580088" y="1982368"/>
            <a:ext cx="5265908" cy="2893260"/>
            <a:chOff x="-548507" y="477868"/>
            <a:chExt cx="11570449" cy="6357177"/>
          </a:xfrm>
        </p:grpSpPr>
        <p:sp>
          <p:nvSpPr>
            <p:cNvPr id="127" name="Google Shape;127;p42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/>
              <a:ahLst/>
              <a:cxnLst/>
              <a:rect l="l" t="t" r="r" b="b"/>
              <a:pathLst>
                <a:path w="1657350" h="57150" extrusionOk="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8" name="Google Shape;128;p42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/>
              <a:ahLst/>
              <a:cxnLst/>
              <a:rect l="l" t="t" r="r" b="b"/>
              <a:pathLst>
                <a:path w="1314450" h="857250" extrusionOk="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29" name="Google Shape;129;p42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/>
              <a:ahLst/>
              <a:cxnLst/>
              <a:rect l="l" t="t" r="r" b="b"/>
              <a:pathLst>
                <a:path w="1200150" h="733425" extrusionOk="0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0" name="Google Shape;130;p42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/>
              <a:ahLst/>
              <a:cxnLst/>
              <a:rect l="l" t="t" r="r" b="b"/>
              <a:pathLst>
                <a:path w="1676400" h="66675" extrusionOk="0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1" name="Google Shape;131;p42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/>
              <a:ahLst/>
              <a:cxnLst/>
              <a:rect l="l" t="t" r="r" b="b"/>
              <a:pathLst>
                <a:path w="1618413" h="184076" extrusionOk="0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132" name="Google Shape;132;p42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133" name="Google Shape;133;p42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4" name="Google Shape;134;p42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135" name="Google Shape;135;p42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136" name="Google Shape;136;p42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rgbClr val="BFBFB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137" name="Google Shape;137;p42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sp>
          <p:nvSpPr>
            <p:cNvPr id="138" name="Google Shape;138;p42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/>
              <a:ahLst/>
              <a:cxnLst/>
              <a:rect l="l" t="t" r="r" b="b"/>
              <a:pathLst>
                <a:path w="3976489" h="4035268" extrusionOk="0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411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139" name="Google Shape;139;p4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_layout_02">
  <p:cSld name="3_blank_layout_02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3"/>
          <p:cNvSpPr/>
          <p:nvPr/>
        </p:nvSpPr>
        <p:spPr>
          <a:xfrm>
            <a:off x="0" y="0"/>
            <a:ext cx="12192000" cy="193765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2" name="Google Shape;14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flipH="1">
            <a:off x="-5939" y="1901929"/>
            <a:ext cx="12192000" cy="313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3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09">
  <p:cSld name="Layout_09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4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44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44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4"/>
          <p:cNvSpPr>
            <a:spLocks noGrp="1"/>
          </p:cNvSpPr>
          <p:nvPr>
            <p:ph type="pic" idx="2"/>
          </p:nvPr>
        </p:nvSpPr>
        <p:spPr>
          <a:xfrm>
            <a:off x="838200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44"/>
          <p:cNvSpPr>
            <a:spLocks noGrp="1"/>
          </p:cNvSpPr>
          <p:nvPr>
            <p:ph type="pic" idx="3"/>
          </p:nvPr>
        </p:nvSpPr>
        <p:spPr>
          <a:xfrm>
            <a:off x="4495800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44"/>
          <p:cNvSpPr>
            <a:spLocks noGrp="1"/>
          </p:cNvSpPr>
          <p:nvPr>
            <p:ph type="pic" idx="4"/>
          </p:nvPr>
        </p:nvSpPr>
        <p:spPr>
          <a:xfrm>
            <a:off x="8158725" y="1863725"/>
            <a:ext cx="3200400" cy="2939769"/>
          </a:xfrm>
          <a:prstGeom prst="rect">
            <a:avLst/>
          </a:prstGeom>
          <a:noFill/>
          <a:ln>
            <a:noFill/>
          </a:ln>
        </p:spPr>
      </p:sp>
      <p:pic>
        <p:nvPicPr>
          <p:cNvPr id="151" name="Google Shape;151;p44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10">
  <p:cSld name="Layout_10">
    <p:bg>
      <p:bgPr>
        <a:solidFill>
          <a:schemeClr val="lt1">
            <a:alpha val="36470"/>
          </a:schemeClr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45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45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45"/>
          <p:cNvSpPr>
            <a:spLocks noGrp="1"/>
          </p:cNvSpPr>
          <p:nvPr>
            <p:ph type="pic" idx="2"/>
          </p:nvPr>
        </p:nvSpPr>
        <p:spPr>
          <a:xfrm>
            <a:off x="0" y="0"/>
            <a:ext cx="2222500" cy="2036763"/>
          </a:xfrm>
          <a:prstGeom prst="rect">
            <a:avLst/>
          </a:prstGeom>
          <a:noFill/>
          <a:ln>
            <a:noFill/>
          </a:ln>
        </p:spPr>
      </p:sp>
      <p:sp>
        <p:nvSpPr>
          <p:cNvPr id="157" name="Google Shape;157;p45"/>
          <p:cNvSpPr>
            <a:spLocks noGrp="1"/>
          </p:cNvSpPr>
          <p:nvPr>
            <p:ph type="pic" idx="3"/>
          </p:nvPr>
        </p:nvSpPr>
        <p:spPr>
          <a:xfrm>
            <a:off x="2222200" y="2048338"/>
            <a:ext cx="2222500" cy="2036763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45"/>
          <p:cNvSpPr>
            <a:spLocks noGrp="1"/>
          </p:cNvSpPr>
          <p:nvPr>
            <p:ph type="pic" idx="4"/>
          </p:nvPr>
        </p:nvSpPr>
        <p:spPr>
          <a:xfrm>
            <a:off x="0" y="4096676"/>
            <a:ext cx="2222500" cy="2036762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45"/>
          <p:cNvSpPr txBox="1">
            <a:spLocks noGrp="1"/>
          </p:cNvSpPr>
          <p:nvPr>
            <p:ph type="title"/>
          </p:nvPr>
        </p:nvSpPr>
        <p:spPr>
          <a:xfrm>
            <a:off x="5370653" y="355599"/>
            <a:ext cx="664290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45"/>
          <p:cNvSpPr/>
          <p:nvPr/>
        </p:nvSpPr>
        <p:spPr>
          <a:xfrm rot="10800000">
            <a:off x="2234075" y="7088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45"/>
          <p:cNvSpPr/>
          <p:nvPr/>
        </p:nvSpPr>
        <p:spPr>
          <a:xfrm rot="10800000">
            <a:off x="0" y="2048637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45"/>
          <p:cNvSpPr/>
          <p:nvPr/>
        </p:nvSpPr>
        <p:spPr>
          <a:xfrm rot="10800000">
            <a:off x="2238562" y="4096676"/>
            <a:ext cx="2222500" cy="2036762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3" name="Google Shape;163;p4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_11">
  <p:cSld name="Layout_11">
    <p:bg>
      <p:bgPr>
        <a:solidFill>
          <a:schemeClr val="lt1">
            <a:alpha val="33333"/>
          </a:schemeClr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6"/>
          <p:cNvSpPr/>
          <p:nvPr/>
        </p:nvSpPr>
        <p:spPr>
          <a:xfrm rot="10800000">
            <a:off x="-26938" y="-20387"/>
            <a:ext cx="5402774" cy="6014786"/>
          </a:xfrm>
          <a:custGeom>
            <a:avLst/>
            <a:gdLst/>
            <a:ahLst/>
            <a:cxnLst/>
            <a:rect l="l" t="t" r="r" b="b"/>
            <a:pathLst>
              <a:path w="5402774" h="6002085" extrusionOk="0">
                <a:moveTo>
                  <a:pt x="2910621" y="7074"/>
                </a:moveTo>
                <a:lnTo>
                  <a:pt x="5402774" y="0"/>
                </a:lnTo>
                <a:cubicBezTo>
                  <a:pt x="5397067" y="2000695"/>
                  <a:pt x="5391361" y="4001390"/>
                  <a:pt x="5385654" y="6002085"/>
                </a:cubicBezTo>
                <a:lnTo>
                  <a:pt x="0" y="5983539"/>
                </a:lnTo>
                <a:lnTo>
                  <a:pt x="2910621" y="7074"/>
                </a:lnTo>
                <a:close/>
              </a:path>
            </a:pathLst>
          </a:custGeom>
          <a:gradFill>
            <a:gsLst>
              <a:gs pos="0">
                <a:srgbClr val="464646"/>
              </a:gs>
              <a:gs pos="92697">
                <a:srgbClr val="464646"/>
              </a:gs>
              <a:gs pos="100000">
                <a:srgbClr val="464646"/>
              </a:gs>
            </a:gsLst>
            <a:lin ang="5400000" scaled="0"/>
          </a:gradFill>
          <a:ln w="12700" cap="flat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46"/>
          <p:cNvSpPr txBox="1">
            <a:spLocks noGrp="1"/>
          </p:cNvSpPr>
          <p:nvPr>
            <p:ph type="title"/>
          </p:nvPr>
        </p:nvSpPr>
        <p:spPr>
          <a:xfrm>
            <a:off x="5177642" y="863600"/>
            <a:ext cx="660240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46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46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46"/>
          <p:cNvSpPr/>
          <p:nvPr/>
        </p:nvSpPr>
        <p:spPr>
          <a:xfrm rot="10800000">
            <a:off x="589750" y="-12702"/>
            <a:ext cx="4953000" cy="6007101"/>
          </a:xfrm>
          <a:custGeom>
            <a:avLst/>
            <a:gdLst/>
            <a:ahLst/>
            <a:cxnLst/>
            <a:rect l="l" t="t" r="r" b="b"/>
            <a:pathLst>
              <a:path w="4953000" h="6007101" extrusionOk="0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C04C4C"/>
          </a:solidFill>
          <a:ln w="12700" cap="flat" cmpd="sng">
            <a:solidFill>
              <a:srgbClr val="EAEAE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0" name="Google Shape;170;p46"/>
          <p:cNvGrpSpPr/>
          <p:nvPr/>
        </p:nvGrpSpPr>
        <p:grpSpPr>
          <a:xfrm>
            <a:off x="1433777" y="5528221"/>
            <a:ext cx="613993" cy="75107"/>
            <a:chOff x="-1587" y="4763"/>
            <a:chExt cx="300037" cy="42862"/>
          </a:xfrm>
        </p:grpSpPr>
        <p:sp>
          <p:nvSpPr>
            <p:cNvPr id="171" name="Google Shape;171;p46"/>
            <p:cNvSpPr/>
            <p:nvPr/>
          </p:nvSpPr>
          <p:spPr>
            <a:xfrm>
              <a:off x="-1587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" name="Google Shape;172;p46"/>
            <p:cNvSpPr/>
            <p:nvPr/>
          </p:nvSpPr>
          <p:spPr>
            <a:xfrm>
              <a:off x="85725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3" name="Google Shape;173;p46"/>
            <p:cNvSpPr/>
            <p:nvPr/>
          </p:nvSpPr>
          <p:spPr>
            <a:xfrm>
              <a:off x="171450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4" name="Google Shape;174;p46"/>
            <p:cNvSpPr/>
            <p:nvPr/>
          </p:nvSpPr>
          <p:spPr>
            <a:xfrm>
              <a:off x="261938" y="4763"/>
              <a:ext cx="36512" cy="42862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75" name="Google Shape;175;p46"/>
          <p:cNvSpPr/>
          <p:nvPr/>
        </p:nvSpPr>
        <p:spPr>
          <a:xfrm rot="10800000">
            <a:off x="2231874" y="4927332"/>
            <a:ext cx="1150304" cy="1395112"/>
          </a:xfrm>
          <a:custGeom>
            <a:avLst/>
            <a:gdLst/>
            <a:ahLst/>
            <a:cxnLst/>
            <a:rect l="l" t="t" r="r" b="b"/>
            <a:pathLst>
              <a:path w="4953000" h="6007101" extrusionOk="0">
                <a:moveTo>
                  <a:pt x="2921000" y="12700"/>
                </a:moveTo>
                <a:lnTo>
                  <a:pt x="4953000" y="0"/>
                </a:lnTo>
                <a:lnTo>
                  <a:pt x="1968500" y="5994401"/>
                </a:lnTo>
                <a:lnTo>
                  <a:pt x="0" y="6007101"/>
                </a:lnTo>
                <a:lnTo>
                  <a:pt x="2921000" y="12700"/>
                </a:lnTo>
                <a:close/>
              </a:path>
            </a:pathLst>
          </a:cu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46"/>
          <p:cNvSpPr>
            <a:spLocks noGrp="1"/>
          </p:cNvSpPr>
          <p:nvPr>
            <p:ph type="pic" idx="2"/>
          </p:nvPr>
        </p:nvSpPr>
        <p:spPr>
          <a:xfrm>
            <a:off x="68665" y="921703"/>
            <a:ext cx="4459468" cy="4278630"/>
          </a:xfrm>
          <a:prstGeom prst="rect">
            <a:avLst/>
          </a:prstGeom>
          <a:noFill/>
          <a:ln>
            <a:noFill/>
          </a:ln>
        </p:spPr>
      </p:sp>
      <p:pic>
        <p:nvPicPr>
          <p:cNvPr id="177" name="Google Shape;177;p46" descr="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937655" y="6401122"/>
            <a:ext cx="1067458" cy="361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layout_01">
  <p:cSld name="blank_layout_01">
    <p:bg>
      <p:bgPr>
        <a:solidFill>
          <a:srgbClr val="C04C4C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7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47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C04C4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5939" y="3718377"/>
            <a:ext cx="12192000" cy="313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47"/>
          <p:cNvSpPr/>
          <p:nvPr/>
        </p:nvSpPr>
        <p:spPr>
          <a:xfrm rot="-8100000">
            <a:off x="8565369" y="-3309433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352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47"/>
          <p:cNvSpPr/>
          <p:nvPr/>
        </p:nvSpPr>
        <p:spPr>
          <a:xfrm rot="1408779">
            <a:off x="6843673" y="-6248482"/>
            <a:ext cx="12148525" cy="10716021"/>
          </a:xfrm>
          <a:custGeom>
            <a:avLst/>
            <a:gdLst/>
            <a:ahLst/>
            <a:cxnLst/>
            <a:rect l="l" t="t" r="r" b="b"/>
            <a:pathLst>
              <a:path w="460" h="405" extrusionOk="0">
                <a:moveTo>
                  <a:pt x="456" y="144"/>
                </a:moveTo>
                <a:cubicBezTo>
                  <a:pt x="447" y="102"/>
                  <a:pt x="423" y="64"/>
                  <a:pt x="389" y="39"/>
                </a:cubicBezTo>
                <a:cubicBezTo>
                  <a:pt x="350" y="11"/>
                  <a:pt x="299" y="0"/>
                  <a:pt x="253" y="3"/>
                </a:cubicBezTo>
                <a:cubicBezTo>
                  <a:pt x="226" y="5"/>
                  <a:pt x="200" y="11"/>
                  <a:pt x="175" y="21"/>
                </a:cubicBezTo>
                <a:cubicBezTo>
                  <a:pt x="151" y="31"/>
                  <a:pt x="129" y="44"/>
                  <a:pt x="107" y="59"/>
                </a:cubicBezTo>
                <a:cubicBezTo>
                  <a:pt x="77" y="80"/>
                  <a:pt x="48" y="106"/>
                  <a:pt x="28" y="137"/>
                </a:cubicBezTo>
                <a:cubicBezTo>
                  <a:pt x="7" y="171"/>
                  <a:pt x="0" y="210"/>
                  <a:pt x="12" y="248"/>
                </a:cubicBezTo>
                <a:cubicBezTo>
                  <a:pt x="23" y="284"/>
                  <a:pt x="48" y="316"/>
                  <a:pt x="76" y="340"/>
                </a:cubicBezTo>
                <a:cubicBezTo>
                  <a:pt x="108" y="367"/>
                  <a:pt x="145" y="389"/>
                  <a:pt x="186" y="398"/>
                </a:cubicBezTo>
                <a:cubicBezTo>
                  <a:pt x="205" y="403"/>
                  <a:pt x="224" y="405"/>
                  <a:pt x="243" y="404"/>
                </a:cubicBezTo>
                <a:cubicBezTo>
                  <a:pt x="264" y="402"/>
                  <a:pt x="286" y="398"/>
                  <a:pt x="306" y="390"/>
                </a:cubicBezTo>
                <a:cubicBezTo>
                  <a:pt x="350" y="374"/>
                  <a:pt x="388" y="344"/>
                  <a:pt x="416" y="307"/>
                </a:cubicBezTo>
                <a:cubicBezTo>
                  <a:pt x="444" y="270"/>
                  <a:pt x="460" y="225"/>
                  <a:pt x="460" y="179"/>
                </a:cubicBezTo>
                <a:cubicBezTo>
                  <a:pt x="460" y="167"/>
                  <a:pt x="459" y="155"/>
                  <a:pt x="456" y="144"/>
                </a:cubicBezTo>
                <a:cubicBezTo>
                  <a:pt x="453" y="127"/>
                  <a:pt x="460" y="160"/>
                  <a:pt x="456" y="144"/>
                </a:cubicBezTo>
                <a:close/>
                <a:moveTo>
                  <a:pt x="423" y="195"/>
                </a:moveTo>
                <a:cubicBezTo>
                  <a:pt x="422" y="232"/>
                  <a:pt x="404" y="270"/>
                  <a:pt x="380" y="297"/>
                </a:cubicBezTo>
                <a:cubicBezTo>
                  <a:pt x="358" y="322"/>
                  <a:pt x="330" y="340"/>
                  <a:pt x="299" y="350"/>
                </a:cubicBezTo>
                <a:cubicBezTo>
                  <a:pt x="280" y="356"/>
                  <a:pt x="260" y="357"/>
                  <a:pt x="240" y="355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193" y="349"/>
                  <a:pt x="156" y="317"/>
                  <a:pt x="127" y="281"/>
                </a:cubicBezTo>
                <a:cubicBezTo>
                  <a:pt x="111" y="262"/>
                  <a:pt x="98" y="238"/>
                  <a:pt x="95" y="212"/>
                </a:cubicBezTo>
                <a:cubicBezTo>
                  <a:pt x="94" y="197"/>
                  <a:pt x="97" y="181"/>
                  <a:pt x="103" y="167"/>
                </a:cubicBezTo>
                <a:cubicBezTo>
                  <a:pt x="112" y="146"/>
                  <a:pt x="127" y="128"/>
                  <a:pt x="143" y="112"/>
                </a:cubicBezTo>
                <a:cubicBezTo>
                  <a:pt x="156" y="99"/>
                  <a:pt x="170" y="87"/>
                  <a:pt x="186" y="78"/>
                </a:cubicBezTo>
                <a:cubicBezTo>
                  <a:pt x="232" y="51"/>
                  <a:pt x="289" y="46"/>
                  <a:pt x="339" y="66"/>
                </a:cubicBezTo>
                <a:cubicBezTo>
                  <a:pt x="385" y="85"/>
                  <a:pt x="421" y="129"/>
                  <a:pt x="423" y="180"/>
                </a:cubicBezTo>
                <a:cubicBezTo>
                  <a:pt x="423" y="185"/>
                  <a:pt x="423" y="190"/>
                  <a:pt x="423" y="195"/>
                </a:cubicBezTo>
                <a:cubicBezTo>
                  <a:pt x="423" y="197"/>
                  <a:pt x="423" y="194"/>
                  <a:pt x="423" y="195"/>
                </a:cubicBezTo>
                <a:close/>
              </a:path>
            </a:pathLst>
          </a:custGeom>
          <a:solidFill>
            <a:schemeClr val="lt1">
              <a:alpha val="2352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" name="Google Shape;185;p47"/>
          <p:cNvSpPr>
            <a:spLocks noGrp="1"/>
          </p:cNvSpPr>
          <p:nvPr>
            <p:ph type="pic" idx="2"/>
          </p:nvPr>
        </p:nvSpPr>
        <p:spPr>
          <a:xfrm>
            <a:off x="-109538" y="-83942"/>
            <a:ext cx="7441671" cy="709379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>
            <a:alpha val="36470"/>
          </a:srgbClr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838200" y="33655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200"/>
              <a:buFont typeface="Poppins Medium"/>
              <a:buNone/>
              <a:defRPr sz="3200" b="1" i="0" u="none" strike="noStrike" cap="none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98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 txBox="1">
            <a:spLocks noGrp="1"/>
          </p:cNvSpPr>
          <p:nvPr>
            <p:ph type="ftr" idx="11"/>
          </p:nvPr>
        </p:nvSpPr>
        <p:spPr>
          <a:xfrm>
            <a:off x="186887" y="644403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3" name="Google Shape;13;p28"/>
          <p:cNvSpPr/>
          <p:nvPr/>
        </p:nvSpPr>
        <p:spPr>
          <a:xfrm>
            <a:off x="5553075" y="6413500"/>
            <a:ext cx="1085850" cy="444500"/>
          </a:xfrm>
          <a:custGeom>
            <a:avLst/>
            <a:gdLst/>
            <a:ahLst/>
            <a:cxnLst/>
            <a:rect l="l" t="t" r="r" b="b"/>
            <a:pathLst>
              <a:path w="2344943" h="407428" extrusionOk="0">
                <a:moveTo>
                  <a:pt x="550981" y="0"/>
                </a:moveTo>
                <a:lnTo>
                  <a:pt x="940996" y="0"/>
                </a:lnTo>
                <a:lnTo>
                  <a:pt x="1403945" y="0"/>
                </a:lnTo>
                <a:lnTo>
                  <a:pt x="1793961" y="0"/>
                </a:lnTo>
                <a:cubicBezTo>
                  <a:pt x="2111814" y="387"/>
                  <a:pt x="2144200" y="198956"/>
                  <a:pt x="2288061" y="355358"/>
                </a:cubicBezTo>
                <a:lnTo>
                  <a:pt x="2344943" y="407428"/>
                </a:lnTo>
                <a:lnTo>
                  <a:pt x="0" y="407428"/>
                </a:lnTo>
                <a:lnTo>
                  <a:pt x="56882" y="355358"/>
                </a:lnTo>
                <a:cubicBezTo>
                  <a:pt x="200743" y="198956"/>
                  <a:pt x="233129" y="387"/>
                  <a:pt x="550981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262626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"/>
          <p:cNvSpPr txBox="1"/>
          <p:nvPr/>
        </p:nvSpPr>
        <p:spPr>
          <a:xfrm>
            <a:off x="816918" y="2013450"/>
            <a:ext cx="70974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700" b="1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Basic Programming</a:t>
            </a:r>
            <a:br>
              <a:rPr lang="en-US" sz="3700" b="1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br>
              <a:rPr lang="en-US" sz="3700" b="1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-US" sz="3700" b="1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SUMMARIZED</a:t>
            </a:r>
            <a:br>
              <a:rPr lang="en-US" sz="3700" b="1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br>
              <a:rPr lang="en-US" sz="3700" b="1" i="0" u="none" strike="noStrike" cap="none" dirty="0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8090212" y="6595095"/>
            <a:ext cx="168186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UTM KUALA LUMPUR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998" y="6499364"/>
            <a:ext cx="2033624" cy="153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9"/>
          <p:cNvSpPr txBox="1"/>
          <p:nvPr/>
        </p:nvSpPr>
        <p:spPr>
          <a:xfrm>
            <a:off x="0" y="424979"/>
            <a:ext cx="12411856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MY" sz="4000" dirty="0"/>
              <a:t>Fundamental Concepts in Programming</a:t>
            </a:r>
            <a:endParaRPr lang="en-US"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9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fld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B40FCD-5B24-B3F0-E2D9-F5AB0A2F6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396" y="1395808"/>
            <a:ext cx="7834039" cy="40663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9"/>
          <p:cNvSpPr txBox="1"/>
          <p:nvPr/>
        </p:nvSpPr>
        <p:spPr>
          <a:xfrm>
            <a:off x="0" y="424979"/>
            <a:ext cx="12192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MY" sz="4000" dirty="0"/>
              <a:t> Input and Output Operations</a:t>
            </a:r>
            <a:endParaRPr lang="en-US"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9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fld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 descr="A black and white image of a face and a blue bubble&#10;&#10;Description automatically generated">
            <a:extLst>
              <a:ext uri="{FF2B5EF4-FFF2-40B4-BE49-F238E27FC236}">
                <a16:creationId xmlns:a16="http://schemas.microsoft.com/office/drawing/2014/main" id="{A2D3DAF9-FDED-26A8-5DD8-84BA510D0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650" y="2571750"/>
            <a:ext cx="78867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203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9"/>
          <p:cNvSpPr txBox="1"/>
          <p:nvPr/>
        </p:nvSpPr>
        <p:spPr>
          <a:xfrm>
            <a:off x="0" y="424979"/>
            <a:ext cx="12192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MY" sz="4000" dirty="0"/>
              <a:t> Variables and Data Types</a:t>
            </a:r>
            <a:endParaRPr lang="en-US"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9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</a:t>
            </a:fld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" name="Picture 7" descr="A blue and white diagram&#10;&#10;Description automatically generated">
            <a:extLst>
              <a:ext uri="{FF2B5EF4-FFF2-40B4-BE49-F238E27FC236}">
                <a16:creationId xmlns:a16="http://schemas.microsoft.com/office/drawing/2014/main" id="{144316FF-C770-BB7B-E972-2D609FBBF8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2712"/>
          <a:stretch/>
        </p:blipFill>
        <p:spPr>
          <a:xfrm>
            <a:off x="2438400" y="1933731"/>
            <a:ext cx="7315200" cy="350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74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9"/>
          <p:cNvSpPr txBox="1"/>
          <p:nvPr/>
        </p:nvSpPr>
        <p:spPr>
          <a:xfrm>
            <a:off x="0" y="424979"/>
            <a:ext cx="12192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MY" sz="4000" dirty="0"/>
              <a:t> Control Structures, Best Practices and Exercises</a:t>
            </a:r>
            <a:endParaRPr lang="en-US"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9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</a:t>
            </a:fld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" name="Picture 5" descr="A group of black arrows with white text&#10;&#10;Description automatically generated">
            <a:extLst>
              <a:ext uri="{FF2B5EF4-FFF2-40B4-BE49-F238E27FC236}">
                <a16:creationId xmlns:a16="http://schemas.microsoft.com/office/drawing/2014/main" id="{6A408DC8-DDF3-AC0F-4391-E81414A91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6816" y="2057219"/>
            <a:ext cx="4381500" cy="990600"/>
          </a:xfrm>
          <a:prstGeom prst="rect">
            <a:avLst/>
          </a:prstGeom>
        </p:spPr>
      </p:pic>
      <p:pic>
        <p:nvPicPr>
          <p:cNvPr id="8" name="Picture 7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3FCE917E-438B-412A-C806-4E1D4A84D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6816" y="3836413"/>
            <a:ext cx="42672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859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9"/>
          <p:cNvSpPr txBox="1"/>
          <p:nvPr/>
        </p:nvSpPr>
        <p:spPr>
          <a:xfrm>
            <a:off x="0" y="424979"/>
            <a:ext cx="121920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MY" sz="4000" dirty="0"/>
              <a:t> Type Conversion and Overflow</a:t>
            </a:r>
            <a:endParaRPr lang="en-US" sz="4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9"/>
          <p:cNvSpPr txBox="1"/>
          <p:nvPr/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6</a:t>
            </a:fld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" name="Picture 11" descr="A person standing on a staircase&#10;&#10;Description automatically generated">
            <a:extLst>
              <a:ext uri="{FF2B5EF4-FFF2-40B4-BE49-F238E27FC236}">
                <a16:creationId xmlns:a16="http://schemas.microsoft.com/office/drawing/2014/main" id="{05020D91-6492-1A60-2DD7-1338250B7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636" y="1603846"/>
            <a:ext cx="4114800" cy="48291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5DED171-E9ED-F55F-7BEE-FEF459A05D64}"/>
              </a:ext>
            </a:extLst>
          </p:cNvPr>
          <p:cNvSpPr txBox="1"/>
          <p:nvPr/>
        </p:nvSpPr>
        <p:spPr>
          <a:xfrm>
            <a:off x="6090416" y="1738757"/>
            <a:ext cx="527278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Automatic Type Conversion</a:t>
            </a:r>
            <a:r>
              <a:rPr lang="en-US" dirty="0"/>
              <a:t>: Lower types are promoted to higher types when necessary.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Overflow and Underflow</a:t>
            </a:r>
            <a:r>
              <a:rPr lang="en-US" dirty="0"/>
              <a:t>: Occur when the variable's capacity is exceeded.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US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Promotion</a:t>
            </a:r>
            <a:r>
              <a:rPr lang="en-US" dirty="0"/>
              <a:t>: Converts a smaller type to a larger type (e.g., int to float).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Demotion</a:t>
            </a:r>
            <a:r>
              <a:rPr lang="en-US" dirty="0"/>
              <a:t>: Converts a larger type to a smaller type (e.g., double to int), often losing precision.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7F47BB-1272-E9A6-4287-F02FE3B16256}"/>
              </a:ext>
            </a:extLst>
          </p:cNvPr>
          <p:cNvSpPr txBox="1"/>
          <p:nvPr/>
        </p:nvSpPr>
        <p:spPr>
          <a:xfrm>
            <a:off x="6098500" y="4376014"/>
            <a:ext cx="60935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int a = 5; </a:t>
            </a:r>
          </a:p>
          <a:p>
            <a:r>
              <a:rPr lang="en-MY" dirty="0"/>
              <a:t>double b = 2.5; </a:t>
            </a:r>
          </a:p>
          <a:p>
            <a:r>
              <a:rPr lang="en-MY" dirty="0"/>
              <a:t>double result = a + b;  // 'a' is promoted to double</a:t>
            </a:r>
          </a:p>
          <a:p>
            <a:r>
              <a:rPr lang="en-MY" dirty="0" err="1"/>
              <a:t>cout</a:t>
            </a:r>
            <a:r>
              <a:rPr lang="en-MY" dirty="0"/>
              <a:t> &lt;&lt; "Result: " &lt;&lt; result &lt;&lt; </a:t>
            </a:r>
            <a:r>
              <a:rPr lang="en-MY" dirty="0" err="1"/>
              <a:t>endl</a:t>
            </a:r>
            <a:r>
              <a:rPr lang="en-MY" dirty="0"/>
              <a:t>;  // Output: 7.5</a:t>
            </a:r>
          </a:p>
        </p:txBody>
      </p:sp>
    </p:spTree>
    <p:extLst>
      <p:ext uri="{BB962C8B-B14F-4D97-AF65-F5344CB8AC3E}">
        <p14:creationId xmlns:p14="http://schemas.microsoft.com/office/powerpoint/2010/main" val="2557402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0"/>
          <p:cNvSpPr txBox="1"/>
          <p:nvPr/>
        </p:nvSpPr>
        <p:spPr>
          <a:xfrm>
            <a:off x="709697" y="551150"/>
            <a:ext cx="64905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 dirty="0">
                <a:solidFill>
                  <a:srgbClr val="3F3F3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Sample Code</a:t>
            </a: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40034A-3C41-942F-8DB2-B4851F3C7113}"/>
              </a:ext>
            </a:extLst>
          </p:cNvPr>
          <p:cNvSpPr txBox="1"/>
          <p:nvPr/>
        </p:nvSpPr>
        <p:spPr>
          <a:xfrm>
            <a:off x="1106697" y="1525171"/>
            <a:ext cx="60935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#include &lt;iostream&gt;</a:t>
            </a:r>
          </a:p>
          <a:p>
            <a:r>
              <a:rPr lang="en-MY" dirty="0"/>
              <a:t>using namespace std;</a:t>
            </a:r>
          </a:p>
          <a:p>
            <a:endParaRPr lang="en-MY" dirty="0"/>
          </a:p>
          <a:p>
            <a:r>
              <a:rPr lang="en-MY" dirty="0"/>
              <a:t>int main() {</a:t>
            </a:r>
          </a:p>
          <a:p>
            <a:r>
              <a:rPr lang="en-MY" dirty="0"/>
              <a:t>    double num1 = 5, num2 = 12, sum;</a:t>
            </a:r>
          </a:p>
          <a:p>
            <a:r>
              <a:rPr lang="en-MY" dirty="0"/>
              <a:t>    sum = num1 + num2;</a:t>
            </a:r>
          </a:p>
          <a:p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"The sum is " &lt;&lt; sum;</a:t>
            </a:r>
          </a:p>
          <a:p>
            <a:r>
              <a:rPr lang="en-MY" dirty="0"/>
              <a:t>    return 0;</a:t>
            </a:r>
          </a:p>
          <a:p>
            <a:r>
              <a:rPr lang="en-MY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A4BEDE-12D6-7359-B2EE-70CE7FA47423}"/>
              </a:ext>
            </a:extLst>
          </p:cNvPr>
          <p:cNvSpPr txBox="1"/>
          <p:nvPr/>
        </p:nvSpPr>
        <p:spPr>
          <a:xfrm>
            <a:off x="1106697" y="4183051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 err="1"/>
              <a:t>cout</a:t>
            </a:r>
            <a:r>
              <a:rPr lang="en-MY" dirty="0"/>
              <a:t> &lt;&lt; "Enter a number: ";</a:t>
            </a:r>
          </a:p>
          <a:p>
            <a:r>
              <a:rPr lang="en-MY" dirty="0" err="1"/>
              <a:t>cin</a:t>
            </a:r>
            <a:r>
              <a:rPr lang="en-MY" dirty="0"/>
              <a:t> &gt;&gt; </a:t>
            </a:r>
            <a:r>
              <a:rPr lang="en-MY" dirty="0" err="1"/>
              <a:t>num</a:t>
            </a:r>
            <a:r>
              <a:rPr lang="en-MY" dirty="0"/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561BFB-4BDA-2CFF-B955-D121FA24028E}"/>
              </a:ext>
            </a:extLst>
          </p:cNvPr>
          <p:cNvSpPr txBox="1"/>
          <p:nvPr/>
        </p:nvSpPr>
        <p:spPr>
          <a:xfrm>
            <a:off x="6419538" y="1525170"/>
            <a:ext cx="60935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#include &lt;iostream&gt;</a:t>
            </a:r>
          </a:p>
          <a:p>
            <a:r>
              <a:rPr lang="en-MY" dirty="0"/>
              <a:t>using namespace std;</a:t>
            </a:r>
          </a:p>
          <a:p>
            <a:endParaRPr lang="en-MY" dirty="0"/>
          </a:p>
          <a:p>
            <a:r>
              <a:rPr lang="en-MY" dirty="0"/>
              <a:t>int main() {</a:t>
            </a:r>
          </a:p>
          <a:p>
            <a:r>
              <a:rPr lang="en-MY" dirty="0"/>
              <a:t>    char letter;</a:t>
            </a:r>
          </a:p>
          <a:p>
            <a:r>
              <a:rPr lang="en-MY" dirty="0"/>
              <a:t>    letter = "Z";  // Error: Should be 'Z'</a:t>
            </a:r>
          </a:p>
          <a:p>
            <a:r>
              <a:rPr lang="en-MY" dirty="0"/>
              <a:t>    </a:t>
            </a:r>
            <a:r>
              <a:rPr lang="en-MY" dirty="0" err="1"/>
              <a:t>cout</a:t>
            </a:r>
            <a:r>
              <a:rPr lang="en-MY" dirty="0"/>
              <a:t> &lt;&lt; letter &lt;&lt; </a:t>
            </a:r>
            <a:r>
              <a:rPr lang="en-MY" dirty="0" err="1"/>
              <a:t>endl</a:t>
            </a:r>
            <a:r>
              <a:rPr lang="en-MY" dirty="0"/>
              <a:t>;</a:t>
            </a:r>
          </a:p>
          <a:p>
            <a:r>
              <a:rPr lang="en-MY" dirty="0"/>
              <a:t>    return 0;</a:t>
            </a:r>
          </a:p>
          <a:p>
            <a:r>
              <a:rPr lang="en-MY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351CE2-0617-1032-3401-AFD136D6FDD7}"/>
              </a:ext>
            </a:extLst>
          </p:cNvPr>
          <p:cNvSpPr txBox="1"/>
          <p:nvPr/>
        </p:nvSpPr>
        <p:spPr>
          <a:xfrm>
            <a:off x="1106697" y="5332829"/>
            <a:ext cx="62583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dirty="0"/>
              <a:t>int a = 5, b = 2;</a:t>
            </a:r>
          </a:p>
          <a:p>
            <a:r>
              <a:rPr lang="en-MY" dirty="0"/>
              <a:t>double result = </a:t>
            </a:r>
            <a:r>
              <a:rPr lang="en-MY" dirty="0" err="1"/>
              <a:t>static_cast</a:t>
            </a:r>
            <a:r>
              <a:rPr lang="en-MY" dirty="0"/>
              <a:t>&lt;double&gt;(a) / b;  // Convert 'a' to double</a:t>
            </a:r>
          </a:p>
          <a:p>
            <a:r>
              <a:rPr lang="en-MY" dirty="0" err="1"/>
              <a:t>cout</a:t>
            </a:r>
            <a:r>
              <a:rPr lang="en-MY" dirty="0"/>
              <a:t> &lt;&lt; "Result: " &lt;&lt; result &lt;&lt; </a:t>
            </a:r>
            <a:r>
              <a:rPr lang="en-MY" dirty="0" err="1"/>
              <a:t>endl</a:t>
            </a:r>
            <a:r>
              <a:rPr lang="en-MY" dirty="0"/>
              <a:t>;  // Output: 2.5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0" name="Google Shape;1170;p26"/>
          <p:cNvGrpSpPr/>
          <p:nvPr/>
        </p:nvGrpSpPr>
        <p:grpSpPr>
          <a:xfrm>
            <a:off x="9734963" y="5647537"/>
            <a:ext cx="166688" cy="149219"/>
            <a:chOff x="11258550" y="6548438"/>
            <a:chExt cx="222250" cy="200025"/>
          </a:xfrm>
        </p:grpSpPr>
        <p:sp>
          <p:nvSpPr>
            <p:cNvPr id="1171" name="Google Shape;1171;p26"/>
            <p:cNvSpPr/>
            <p:nvPr/>
          </p:nvSpPr>
          <p:spPr>
            <a:xfrm>
              <a:off x="11258550" y="6548438"/>
              <a:ext cx="222250" cy="200025"/>
            </a:xfrm>
            <a:custGeom>
              <a:avLst/>
              <a:gdLst/>
              <a:ahLst/>
              <a:cxnLst/>
              <a:rect l="l" t="t" r="r" b="b"/>
              <a:pathLst>
                <a:path w="248" h="220" extrusionOk="0">
                  <a:moveTo>
                    <a:pt x="0" y="212"/>
                  </a:moveTo>
                  <a:cubicBezTo>
                    <a:pt x="0" y="216"/>
                    <a:pt x="4" y="220"/>
                    <a:pt x="8" y="220"/>
                  </a:cubicBezTo>
                  <a:cubicBezTo>
                    <a:pt x="240" y="220"/>
                    <a:pt x="240" y="220"/>
                    <a:pt x="240" y="220"/>
                  </a:cubicBezTo>
                  <a:cubicBezTo>
                    <a:pt x="244" y="220"/>
                    <a:pt x="248" y="216"/>
                    <a:pt x="248" y="212"/>
                  </a:cubicBezTo>
                  <a:cubicBezTo>
                    <a:pt x="248" y="76"/>
                    <a:pt x="248" y="76"/>
                    <a:pt x="248" y="76"/>
                  </a:cubicBezTo>
                  <a:cubicBezTo>
                    <a:pt x="248" y="71"/>
                    <a:pt x="244" y="68"/>
                    <a:pt x="240" y="68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8" y="68"/>
                    <a:pt x="8" y="68"/>
                    <a:pt x="8" y="68"/>
                  </a:cubicBezTo>
                  <a:cubicBezTo>
                    <a:pt x="4" y="68"/>
                    <a:pt x="0" y="71"/>
                    <a:pt x="0" y="76"/>
                  </a:cubicBezTo>
                  <a:lnTo>
                    <a:pt x="0" y="212"/>
                  </a:lnTo>
                  <a:close/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72" name="Google Shape;1172;p26"/>
            <p:cNvSpPr/>
            <p:nvPr/>
          </p:nvSpPr>
          <p:spPr>
            <a:xfrm>
              <a:off x="11258550" y="6614403"/>
              <a:ext cx="222250" cy="134060"/>
            </a:xfrm>
            <a:custGeom>
              <a:avLst/>
              <a:gdLst/>
              <a:ahLst/>
              <a:cxnLst/>
              <a:rect l="l" t="t" r="r" b="b"/>
              <a:pathLst>
                <a:path w="248" h="149" extrusionOk="0">
                  <a:moveTo>
                    <a:pt x="124" y="93"/>
                  </a:moveTo>
                  <a:cubicBezTo>
                    <a:pt x="90" y="68"/>
                    <a:pt x="0" y="1"/>
                    <a:pt x="0" y="5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45"/>
                    <a:pt x="4" y="149"/>
                    <a:pt x="8" y="149"/>
                  </a:cubicBezTo>
                  <a:cubicBezTo>
                    <a:pt x="240" y="149"/>
                    <a:pt x="240" y="149"/>
                    <a:pt x="240" y="149"/>
                  </a:cubicBezTo>
                  <a:cubicBezTo>
                    <a:pt x="244" y="149"/>
                    <a:pt x="248" y="145"/>
                    <a:pt x="248" y="141"/>
                  </a:cubicBezTo>
                  <a:cubicBezTo>
                    <a:pt x="248" y="5"/>
                    <a:pt x="248" y="5"/>
                    <a:pt x="248" y="5"/>
                  </a:cubicBezTo>
                  <a:cubicBezTo>
                    <a:pt x="248" y="0"/>
                    <a:pt x="124" y="93"/>
                    <a:pt x="124" y="93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173" name="Google Shape;1173;p26"/>
            <p:cNvCxnSpPr/>
            <p:nvPr/>
          </p:nvCxnSpPr>
          <p:spPr>
            <a:xfrm rot="10800000">
              <a:off x="11389867" y="6682408"/>
              <a:ext cx="86700" cy="61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4" name="Google Shape;1174;p26"/>
            <p:cNvCxnSpPr/>
            <p:nvPr/>
          </p:nvCxnSpPr>
          <p:spPr>
            <a:xfrm rot="10800000" flipH="1">
              <a:off x="11262783" y="6682408"/>
              <a:ext cx="84600" cy="618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175" name="Google Shape;1175;p26"/>
          <p:cNvGrpSpPr/>
          <p:nvPr/>
        </p:nvGrpSpPr>
        <p:grpSpPr>
          <a:xfrm>
            <a:off x="9702042" y="5267708"/>
            <a:ext cx="228595" cy="160348"/>
            <a:chOff x="8075613" y="3859213"/>
            <a:chExt cx="306387" cy="214312"/>
          </a:xfrm>
        </p:grpSpPr>
        <p:sp>
          <p:nvSpPr>
            <p:cNvPr id="1176" name="Google Shape;1176;p26"/>
            <p:cNvSpPr/>
            <p:nvPr/>
          </p:nvSpPr>
          <p:spPr>
            <a:xfrm>
              <a:off x="8109656" y="4020477"/>
              <a:ext cx="110640" cy="53048"/>
            </a:xfrm>
            <a:custGeom>
              <a:avLst/>
              <a:gdLst/>
              <a:ahLst/>
              <a:cxnLst/>
              <a:rect l="l" t="t" r="r" b="b"/>
              <a:pathLst>
                <a:path w="89" h="42" extrusionOk="0">
                  <a:moveTo>
                    <a:pt x="89" y="9"/>
                  </a:moveTo>
                  <a:cubicBezTo>
                    <a:pt x="84" y="10"/>
                    <a:pt x="79" y="10"/>
                    <a:pt x="75" y="10"/>
                  </a:cubicBezTo>
                  <a:cubicBezTo>
                    <a:pt x="72" y="10"/>
                    <a:pt x="69" y="10"/>
                    <a:pt x="66" y="10"/>
                  </a:cubicBezTo>
                  <a:cubicBezTo>
                    <a:pt x="66" y="10"/>
                    <a:pt x="66" y="10"/>
                    <a:pt x="66" y="1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20" y="0"/>
                    <a:pt x="20" y="0"/>
                    <a:pt x="20" y="0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77" name="Google Shape;1177;p26"/>
            <p:cNvSpPr/>
            <p:nvPr/>
          </p:nvSpPr>
          <p:spPr>
            <a:xfrm>
              <a:off x="8075613" y="3859213"/>
              <a:ext cx="221279" cy="167630"/>
            </a:xfrm>
            <a:custGeom>
              <a:avLst/>
              <a:gdLst/>
              <a:ahLst/>
              <a:cxnLst/>
              <a:rect l="l" t="t" r="r" b="b"/>
              <a:pathLst>
                <a:path w="180" h="135" extrusionOk="0">
                  <a:moveTo>
                    <a:pt x="62" y="135"/>
                  </a:moveTo>
                  <a:cubicBezTo>
                    <a:pt x="58" y="134"/>
                    <a:pt x="53" y="132"/>
                    <a:pt x="49" y="130"/>
                  </a:cubicBezTo>
                  <a:cubicBezTo>
                    <a:pt x="20" y="118"/>
                    <a:pt x="1" y="97"/>
                    <a:pt x="1" y="72"/>
                  </a:cubicBezTo>
                  <a:cubicBezTo>
                    <a:pt x="0" y="33"/>
                    <a:pt x="45" y="1"/>
                    <a:pt x="102" y="0"/>
                  </a:cubicBezTo>
                  <a:cubicBezTo>
                    <a:pt x="133" y="0"/>
                    <a:pt x="161" y="9"/>
                    <a:pt x="180" y="24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178" name="Google Shape;1178;p26"/>
            <p:cNvSpPr/>
            <p:nvPr/>
          </p:nvSpPr>
          <p:spPr>
            <a:xfrm>
              <a:off x="8175615" y="3893163"/>
              <a:ext cx="206385" cy="178239"/>
            </a:xfrm>
            <a:custGeom>
              <a:avLst/>
              <a:gdLst/>
              <a:ahLst/>
              <a:cxnLst/>
              <a:rect l="l" t="t" r="r" b="b"/>
              <a:pathLst>
                <a:path w="169" h="143" extrusionOk="0">
                  <a:moveTo>
                    <a:pt x="119" y="111"/>
                  </a:moveTo>
                  <a:cubicBezTo>
                    <a:pt x="123" y="110"/>
                    <a:pt x="127" y="108"/>
                    <a:pt x="130" y="107"/>
                  </a:cubicBezTo>
                  <a:cubicBezTo>
                    <a:pt x="153" y="96"/>
                    <a:pt x="169" y="78"/>
                    <a:pt x="168" y="57"/>
                  </a:cubicBezTo>
                  <a:cubicBezTo>
                    <a:pt x="168" y="25"/>
                    <a:pt x="130" y="0"/>
                    <a:pt x="83" y="0"/>
                  </a:cubicBezTo>
                  <a:cubicBezTo>
                    <a:pt x="37" y="1"/>
                    <a:pt x="0" y="27"/>
                    <a:pt x="0" y="60"/>
                  </a:cubicBezTo>
                  <a:cubicBezTo>
                    <a:pt x="0" y="92"/>
                    <a:pt x="39" y="117"/>
                    <a:pt x="85" y="116"/>
                  </a:cubicBezTo>
                  <a:cubicBezTo>
                    <a:pt x="87" y="116"/>
                    <a:pt x="90" y="116"/>
                    <a:pt x="92" y="116"/>
                  </a:cubicBezTo>
                  <a:cubicBezTo>
                    <a:pt x="92" y="116"/>
                    <a:pt x="92" y="116"/>
                    <a:pt x="92" y="116"/>
                  </a:cubicBezTo>
                  <a:cubicBezTo>
                    <a:pt x="149" y="143"/>
                    <a:pt x="149" y="143"/>
                    <a:pt x="149" y="143"/>
                  </a:cubicBezTo>
                  <a:cubicBezTo>
                    <a:pt x="130" y="107"/>
                    <a:pt x="130" y="107"/>
                    <a:pt x="130" y="107"/>
                  </a:cubicBezTo>
                </a:path>
              </a:pathLst>
            </a:cu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179" name="Google Shape;1179;p26"/>
          <p:cNvSpPr txBox="1"/>
          <p:nvPr/>
        </p:nvSpPr>
        <p:spPr>
          <a:xfrm>
            <a:off x="10062924" y="5187055"/>
            <a:ext cx="1593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+013 509 9215</a:t>
            </a:r>
            <a:endParaRPr sz="11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0" name="Google Shape;1180;p26"/>
          <p:cNvSpPr txBox="1"/>
          <p:nvPr/>
        </p:nvSpPr>
        <p:spPr>
          <a:xfrm>
            <a:off x="10062934" y="5620700"/>
            <a:ext cx="19035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050" b="0" i="0" u="none" strike="noStrike" cap="none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khatibsyarbini@utm.my</a:t>
            </a:r>
            <a:endParaRPr sz="1050" b="0" i="0" u="none" strike="noStrike" cap="none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1" name="Google Shape;1181;p26"/>
          <p:cNvSpPr txBox="1">
            <a:spLocks noGrp="1"/>
          </p:cNvSpPr>
          <p:nvPr>
            <p:ph type="sldNum" idx="12"/>
          </p:nvPr>
        </p:nvSpPr>
        <p:spPr>
          <a:xfrm>
            <a:off x="4718816" y="643302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182" name="Google Shape;1182;p26"/>
          <p:cNvSpPr/>
          <p:nvPr/>
        </p:nvSpPr>
        <p:spPr>
          <a:xfrm>
            <a:off x="6096000" y="5130877"/>
            <a:ext cx="3336300" cy="108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Thank you for your participation. I am very grateful to have the opportunity into this sharing session. If there any enquiries, feels free to contact me.</a:t>
            </a:r>
            <a:endParaRPr sz="11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83" name="Google Shape;1183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84600" y="511237"/>
            <a:ext cx="4622800" cy="370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PT custom">
      <a:dk1>
        <a:srgbClr val="000000"/>
      </a:dk1>
      <a:lt1>
        <a:srgbClr val="FFFFFF"/>
      </a:lt1>
      <a:dk2>
        <a:srgbClr val="323232"/>
      </a:dk2>
      <a:lt2>
        <a:srgbClr val="E7D7C1"/>
      </a:lt2>
      <a:accent1>
        <a:srgbClr val="74121D"/>
      </a:accent1>
      <a:accent2>
        <a:srgbClr val="A7333F"/>
      </a:accent2>
      <a:accent3>
        <a:srgbClr val="C52233"/>
      </a:accent3>
      <a:accent4>
        <a:srgbClr val="B19C7D"/>
      </a:accent4>
      <a:accent5>
        <a:srgbClr val="7F5F52"/>
      </a:accent5>
      <a:accent6>
        <a:srgbClr val="B27D49"/>
      </a:accent6>
      <a:hlink>
        <a:srgbClr val="FFC000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337</Words>
  <Application>Microsoft Office PowerPoint</Application>
  <PresentationFormat>Widescreen</PresentationFormat>
  <Paragraphs>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Poppins</vt:lpstr>
      <vt:lpstr>Poppins Medium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MUHAMMAD KHATIBSYARBINI 16880</cp:lastModifiedBy>
  <cp:revision>4</cp:revision>
  <dcterms:modified xsi:type="dcterms:W3CDTF">2024-10-23T06:17:01Z</dcterms:modified>
</cp:coreProperties>
</file>