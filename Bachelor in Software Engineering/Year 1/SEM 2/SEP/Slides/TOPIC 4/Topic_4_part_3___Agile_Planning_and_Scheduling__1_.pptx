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315" r:id="rId2"/>
    <p:sldId id="368" r:id="rId3"/>
    <p:sldId id="262" r:id="rId4"/>
    <p:sldId id="300" r:id="rId5"/>
    <p:sldId id="358" r:id="rId6"/>
    <p:sldId id="392" r:id="rId7"/>
    <p:sldId id="394" r:id="rId8"/>
    <p:sldId id="397" r:id="rId9"/>
    <p:sldId id="333" r:id="rId10"/>
    <p:sldId id="360" r:id="rId11"/>
    <p:sldId id="393" r:id="rId12"/>
    <p:sldId id="302" r:id="rId13"/>
    <p:sldId id="361" r:id="rId14"/>
    <p:sldId id="305" r:id="rId15"/>
    <p:sldId id="327" r:id="rId16"/>
    <p:sldId id="328" r:id="rId17"/>
    <p:sldId id="330" r:id="rId18"/>
    <p:sldId id="329" r:id="rId19"/>
    <p:sldId id="389" r:id="rId20"/>
    <p:sldId id="395" r:id="rId21"/>
    <p:sldId id="354" r:id="rId22"/>
    <p:sldId id="349" r:id="rId23"/>
    <p:sldId id="297" r:id="rId24"/>
    <p:sldId id="350" r:id="rId25"/>
    <p:sldId id="390" r:id="rId26"/>
    <p:sldId id="391" r:id="rId27"/>
    <p:sldId id="340" r:id="rId28"/>
    <p:sldId id="334" r:id="rId29"/>
    <p:sldId id="314" r:id="rId30"/>
    <p:sldId id="301" r:id="rId31"/>
    <p:sldId id="306" r:id="rId32"/>
  </p:sldIdLst>
  <p:sldSz cx="12192000" cy="6858000"/>
  <p:notesSz cx="6858000" cy="99472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6C1D3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243" autoAdjust="0"/>
    <p:restoredTop sz="95345" autoAdjust="0"/>
  </p:normalViewPr>
  <p:slideViewPr>
    <p:cSldViewPr snapToGrid="0">
      <p:cViewPr varScale="1">
        <p:scale>
          <a:sx n="59" d="100"/>
          <a:sy n="59" d="100"/>
        </p:scale>
        <p:origin x="750" y="6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svg"/><Relationship Id="rId1" Type="http://schemas.openxmlformats.org/officeDocument/2006/relationships/image" Target="../media/image23.png"/><Relationship Id="rId4" Type="http://schemas.openxmlformats.org/officeDocument/2006/relationships/image" Target="../media/image26.svg"/></Relationships>
</file>

<file path=ppt/diagrams/_rels/data3.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43.svg"/><Relationship Id="rId1" Type="http://schemas.openxmlformats.org/officeDocument/2006/relationships/image" Target="../media/image42.png"/><Relationship Id="rId6" Type="http://schemas.openxmlformats.org/officeDocument/2006/relationships/image" Target="../media/image47.svg"/><Relationship Id="rId5" Type="http://schemas.openxmlformats.org/officeDocument/2006/relationships/image" Target="../media/image46.png"/><Relationship Id="rId10" Type="http://schemas.openxmlformats.org/officeDocument/2006/relationships/image" Target="../media/image51.svg"/><Relationship Id="rId4" Type="http://schemas.openxmlformats.org/officeDocument/2006/relationships/image" Target="../media/image45.svg"/><Relationship Id="rId9" Type="http://schemas.openxmlformats.org/officeDocument/2006/relationships/image" Target="../media/image50.png"/></Relationships>
</file>

<file path=ppt/diagrams/_rels/drawing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svg"/><Relationship Id="rId1" Type="http://schemas.openxmlformats.org/officeDocument/2006/relationships/image" Target="../media/image23.png"/><Relationship Id="rId4" Type="http://schemas.openxmlformats.org/officeDocument/2006/relationships/image" Target="../media/image26.svg"/></Relationships>
</file>

<file path=ppt/diagrams/_rels/drawing3.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43.svg"/><Relationship Id="rId1" Type="http://schemas.openxmlformats.org/officeDocument/2006/relationships/image" Target="../media/image42.png"/><Relationship Id="rId6" Type="http://schemas.openxmlformats.org/officeDocument/2006/relationships/image" Target="../media/image47.svg"/><Relationship Id="rId5" Type="http://schemas.openxmlformats.org/officeDocument/2006/relationships/image" Target="../media/image46.png"/><Relationship Id="rId10" Type="http://schemas.openxmlformats.org/officeDocument/2006/relationships/image" Target="../media/image51.svg"/><Relationship Id="rId4" Type="http://schemas.openxmlformats.org/officeDocument/2006/relationships/image" Target="../media/image45.svg"/><Relationship Id="rId9" Type="http://schemas.openxmlformats.org/officeDocument/2006/relationships/image" Target="../media/image50.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AF67A14-641C-AF40-9D1D-A30273C63457}" type="doc">
      <dgm:prSet loTypeId="urn:microsoft.com/office/officeart/2018/2/layout/IconVerticalSolidList" loCatId="icon" qsTypeId="urn:microsoft.com/office/officeart/2005/8/quickstyle/simple1" qsCatId="simple" csTypeId="urn:microsoft.com/office/officeart/2018/5/colors/Iconchunking_neutralbg_colorful2" csCatId="colorful" phldr="1"/>
      <dgm:spPr/>
      <dgm:t>
        <a:bodyPr/>
        <a:lstStyle/>
        <a:p>
          <a:endParaRPr lang="en-GB"/>
        </a:p>
      </dgm:t>
    </dgm:pt>
    <dgm:pt modelId="{16813C74-5DC9-D54A-B30B-7347AE8DAB09}">
      <dgm:prSet/>
      <dgm:spPr/>
      <dgm:t>
        <a:bodyPr/>
        <a:lstStyle/>
        <a:p>
          <a:pPr>
            <a:lnSpc>
              <a:spcPct val="100000"/>
            </a:lnSpc>
          </a:pPr>
          <a:r>
            <a:rPr lang="en-US"/>
            <a:t>Gantt Charts</a:t>
          </a:r>
          <a:endParaRPr lang="en-MY"/>
        </a:p>
      </dgm:t>
    </dgm:pt>
    <dgm:pt modelId="{A0111E01-0E88-374F-88C9-791AD31DB381}" type="parTrans" cxnId="{71EF3424-0BF0-2848-A294-A0457DC09DD3}">
      <dgm:prSet/>
      <dgm:spPr/>
      <dgm:t>
        <a:bodyPr/>
        <a:lstStyle/>
        <a:p>
          <a:endParaRPr lang="en-GB"/>
        </a:p>
      </dgm:t>
    </dgm:pt>
    <dgm:pt modelId="{1BDD6456-BFDA-744F-A964-1DFEEAB4A261}" type="sibTrans" cxnId="{71EF3424-0BF0-2848-A294-A0457DC09DD3}">
      <dgm:prSet/>
      <dgm:spPr/>
      <dgm:t>
        <a:bodyPr/>
        <a:lstStyle/>
        <a:p>
          <a:endParaRPr lang="en-GB"/>
        </a:p>
      </dgm:t>
    </dgm:pt>
    <dgm:pt modelId="{1F0131E6-606C-C244-B6B7-A3D1FB23B6A6}">
      <dgm:prSet/>
      <dgm:spPr/>
      <dgm:t>
        <a:bodyPr/>
        <a:lstStyle/>
        <a:p>
          <a:pPr>
            <a:lnSpc>
              <a:spcPct val="100000"/>
            </a:lnSpc>
          </a:pPr>
          <a:r>
            <a:rPr lang="en-US" dirty="0"/>
            <a:t>PERT diagrams	</a:t>
          </a:r>
          <a:endParaRPr lang="en-MY" dirty="0"/>
        </a:p>
      </dgm:t>
    </dgm:pt>
    <dgm:pt modelId="{C4EF5855-30F9-964A-8B3A-F133DB673BC4}" type="parTrans" cxnId="{7FCA0A21-ACD5-584A-BF7B-D92887BA0E12}">
      <dgm:prSet/>
      <dgm:spPr/>
      <dgm:t>
        <a:bodyPr/>
        <a:lstStyle/>
        <a:p>
          <a:endParaRPr lang="en-GB"/>
        </a:p>
      </dgm:t>
    </dgm:pt>
    <dgm:pt modelId="{C4BA13B1-ABF6-D64F-B02C-A7361A9279AB}" type="sibTrans" cxnId="{7FCA0A21-ACD5-584A-BF7B-D92887BA0E12}">
      <dgm:prSet/>
      <dgm:spPr/>
      <dgm:t>
        <a:bodyPr/>
        <a:lstStyle/>
        <a:p>
          <a:endParaRPr lang="en-GB"/>
        </a:p>
      </dgm:t>
    </dgm:pt>
    <dgm:pt modelId="{A2A72D30-4D1D-184B-AB58-4498E47E426E}">
      <dgm:prSet/>
      <dgm:spPr/>
      <dgm:t>
        <a:bodyPr/>
        <a:lstStyle/>
        <a:p>
          <a:pPr>
            <a:lnSpc>
              <a:spcPct val="100000"/>
            </a:lnSpc>
          </a:pPr>
          <a:r>
            <a:rPr lang="en-MY" dirty="0"/>
            <a:t>Critical Path Method</a:t>
          </a:r>
        </a:p>
      </dgm:t>
    </dgm:pt>
    <dgm:pt modelId="{0ADA2FCE-E0B0-6E4D-A87E-0E5F85B680D0}" type="parTrans" cxnId="{D098F797-266E-9643-B6D9-541F6A773B2A}">
      <dgm:prSet/>
      <dgm:spPr/>
      <dgm:t>
        <a:bodyPr/>
        <a:lstStyle/>
        <a:p>
          <a:endParaRPr lang="en-GB"/>
        </a:p>
      </dgm:t>
    </dgm:pt>
    <dgm:pt modelId="{3C0B2ADB-1662-FA42-93AF-8F6206F565D3}" type="sibTrans" cxnId="{D098F797-266E-9643-B6D9-541F6A773B2A}">
      <dgm:prSet/>
      <dgm:spPr/>
      <dgm:t>
        <a:bodyPr/>
        <a:lstStyle/>
        <a:p>
          <a:endParaRPr lang="en-GB"/>
        </a:p>
      </dgm:t>
    </dgm:pt>
    <dgm:pt modelId="{DB929DE9-0E1C-4856-AB39-EA9AC5F5447E}" type="pres">
      <dgm:prSet presAssocID="{8AF67A14-641C-AF40-9D1D-A30273C63457}" presName="root" presStyleCnt="0">
        <dgm:presLayoutVars>
          <dgm:dir/>
          <dgm:resizeHandles val="exact"/>
        </dgm:presLayoutVars>
      </dgm:prSet>
      <dgm:spPr/>
    </dgm:pt>
    <dgm:pt modelId="{DA1EE37C-C4E0-46E3-81E2-794F41D3920A}" type="pres">
      <dgm:prSet presAssocID="{16813C74-5DC9-D54A-B30B-7347AE8DAB09}" presName="compNode" presStyleCnt="0"/>
      <dgm:spPr/>
    </dgm:pt>
    <dgm:pt modelId="{A0AB9297-AC84-4FE9-A8D4-A4FF0BFBE9CE}" type="pres">
      <dgm:prSet presAssocID="{16813C74-5DC9-D54A-B30B-7347AE8DAB09}" presName="bgRect" presStyleLbl="bgShp" presStyleIdx="0" presStyleCnt="3"/>
      <dgm:spPr/>
    </dgm:pt>
    <dgm:pt modelId="{57E6F384-5773-4157-BA58-3D56032B4425}" type="pres">
      <dgm:prSet presAssocID="{16813C74-5DC9-D54A-B30B-7347AE8DAB0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able"/>
        </a:ext>
      </dgm:extLst>
    </dgm:pt>
    <dgm:pt modelId="{FF1B1C27-528E-4310-843F-0EBBD0CE438D}" type="pres">
      <dgm:prSet presAssocID="{16813C74-5DC9-D54A-B30B-7347AE8DAB09}" presName="spaceRect" presStyleCnt="0"/>
      <dgm:spPr/>
    </dgm:pt>
    <dgm:pt modelId="{B56F28ED-1C2D-45CF-899D-1F3084C122AE}" type="pres">
      <dgm:prSet presAssocID="{16813C74-5DC9-D54A-B30B-7347AE8DAB09}" presName="parTx" presStyleLbl="revTx" presStyleIdx="0" presStyleCnt="3">
        <dgm:presLayoutVars>
          <dgm:chMax val="0"/>
          <dgm:chPref val="0"/>
        </dgm:presLayoutVars>
      </dgm:prSet>
      <dgm:spPr/>
    </dgm:pt>
    <dgm:pt modelId="{DCE40D97-03C9-467F-88B6-D413B23FB446}" type="pres">
      <dgm:prSet presAssocID="{1BDD6456-BFDA-744F-A964-1DFEEAB4A261}" presName="sibTrans" presStyleCnt="0"/>
      <dgm:spPr/>
    </dgm:pt>
    <dgm:pt modelId="{7A17592D-3B48-4BDD-9461-3DAE4F09B0C2}" type="pres">
      <dgm:prSet presAssocID="{1F0131E6-606C-C244-B6B7-A3D1FB23B6A6}" presName="compNode" presStyleCnt="0"/>
      <dgm:spPr/>
    </dgm:pt>
    <dgm:pt modelId="{A5B4A957-9B93-4EC9-96BF-0BABFE91639F}" type="pres">
      <dgm:prSet presAssocID="{1F0131E6-606C-C244-B6B7-A3D1FB23B6A6}" presName="bgRect" presStyleLbl="bgShp" presStyleIdx="1" presStyleCnt="3"/>
      <dgm:spPr/>
    </dgm:pt>
    <dgm:pt modelId="{42680C19-8AB6-405C-8EFD-90CFD19D390A}" type="pres">
      <dgm:prSet presAssocID="{1F0131E6-606C-C244-B6B7-A3D1FB23B6A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cument"/>
        </a:ext>
      </dgm:extLst>
    </dgm:pt>
    <dgm:pt modelId="{5B5193E4-A028-42B1-B57A-58EF7E02B809}" type="pres">
      <dgm:prSet presAssocID="{1F0131E6-606C-C244-B6B7-A3D1FB23B6A6}" presName="spaceRect" presStyleCnt="0"/>
      <dgm:spPr/>
    </dgm:pt>
    <dgm:pt modelId="{2194D895-3132-4517-AD9D-460430B1251F}" type="pres">
      <dgm:prSet presAssocID="{1F0131E6-606C-C244-B6B7-A3D1FB23B6A6}" presName="parTx" presStyleLbl="revTx" presStyleIdx="1" presStyleCnt="3">
        <dgm:presLayoutVars>
          <dgm:chMax val="0"/>
          <dgm:chPref val="0"/>
        </dgm:presLayoutVars>
      </dgm:prSet>
      <dgm:spPr/>
    </dgm:pt>
    <dgm:pt modelId="{C5CF62F5-36C1-034A-AE50-9135DF8C8EA8}" type="pres">
      <dgm:prSet presAssocID="{C4BA13B1-ABF6-D64F-B02C-A7361A9279AB}" presName="sibTrans" presStyleCnt="0"/>
      <dgm:spPr/>
    </dgm:pt>
    <dgm:pt modelId="{2F6229DA-5A07-C144-A8D3-3790D08CFD4D}" type="pres">
      <dgm:prSet presAssocID="{A2A72D30-4D1D-184B-AB58-4498E47E426E}" presName="compNode" presStyleCnt="0"/>
      <dgm:spPr/>
    </dgm:pt>
    <dgm:pt modelId="{DA434EEF-596D-5746-B0AC-090B34BB6856}" type="pres">
      <dgm:prSet presAssocID="{A2A72D30-4D1D-184B-AB58-4498E47E426E}" presName="bgRect" presStyleLbl="bgShp" presStyleIdx="2" presStyleCnt="3"/>
      <dgm:spPr/>
    </dgm:pt>
    <dgm:pt modelId="{038D8997-5D58-5B42-BD1B-FCD5C03B6FF1}" type="pres">
      <dgm:prSet presAssocID="{A2A72D30-4D1D-184B-AB58-4498E47E426E}" presName="iconRect" presStyleLbl="node1" presStyleIdx="2" presStyleCnt="3"/>
      <dgm:spPr/>
    </dgm:pt>
    <dgm:pt modelId="{FBF00550-59F9-EF4A-97AB-490464CFF910}" type="pres">
      <dgm:prSet presAssocID="{A2A72D30-4D1D-184B-AB58-4498E47E426E}" presName="spaceRect" presStyleCnt="0"/>
      <dgm:spPr/>
    </dgm:pt>
    <dgm:pt modelId="{8C10DAED-8354-9A4E-8856-42CD65E1B7A4}" type="pres">
      <dgm:prSet presAssocID="{A2A72D30-4D1D-184B-AB58-4498E47E426E}" presName="parTx" presStyleLbl="revTx" presStyleIdx="2" presStyleCnt="3">
        <dgm:presLayoutVars>
          <dgm:chMax val="0"/>
          <dgm:chPref val="0"/>
        </dgm:presLayoutVars>
      </dgm:prSet>
      <dgm:spPr/>
    </dgm:pt>
  </dgm:ptLst>
  <dgm:cxnLst>
    <dgm:cxn modelId="{D80F6B10-6703-544D-9466-C943E035695A}" type="presOf" srcId="{1F0131E6-606C-C244-B6B7-A3D1FB23B6A6}" destId="{2194D895-3132-4517-AD9D-460430B1251F}" srcOrd="0" destOrd="0" presId="urn:microsoft.com/office/officeart/2018/2/layout/IconVerticalSolidList"/>
    <dgm:cxn modelId="{8281091E-9C8F-7541-8CCA-B4C844753587}" type="presOf" srcId="{8AF67A14-641C-AF40-9D1D-A30273C63457}" destId="{DB929DE9-0E1C-4856-AB39-EA9AC5F5447E}" srcOrd="0" destOrd="0" presId="urn:microsoft.com/office/officeart/2018/2/layout/IconVerticalSolidList"/>
    <dgm:cxn modelId="{78B9AF1E-D3D9-334B-B387-E9EB4DC26DB9}" type="presOf" srcId="{16813C74-5DC9-D54A-B30B-7347AE8DAB09}" destId="{B56F28ED-1C2D-45CF-899D-1F3084C122AE}" srcOrd="0" destOrd="0" presId="urn:microsoft.com/office/officeart/2018/2/layout/IconVerticalSolidList"/>
    <dgm:cxn modelId="{7FCA0A21-ACD5-584A-BF7B-D92887BA0E12}" srcId="{8AF67A14-641C-AF40-9D1D-A30273C63457}" destId="{1F0131E6-606C-C244-B6B7-A3D1FB23B6A6}" srcOrd="1" destOrd="0" parTransId="{C4EF5855-30F9-964A-8B3A-F133DB673BC4}" sibTransId="{C4BA13B1-ABF6-D64F-B02C-A7361A9279AB}"/>
    <dgm:cxn modelId="{71EF3424-0BF0-2848-A294-A0457DC09DD3}" srcId="{8AF67A14-641C-AF40-9D1D-A30273C63457}" destId="{16813C74-5DC9-D54A-B30B-7347AE8DAB09}" srcOrd="0" destOrd="0" parTransId="{A0111E01-0E88-374F-88C9-791AD31DB381}" sibTransId="{1BDD6456-BFDA-744F-A964-1DFEEAB4A261}"/>
    <dgm:cxn modelId="{A161D770-491E-3944-AC90-446075FD6A0F}" type="presOf" srcId="{A2A72D30-4D1D-184B-AB58-4498E47E426E}" destId="{8C10DAED-8354-9A4E-8856-42CD65E1B7A4}" srcOrd="0" destOrd="0" presId="urn:microsoft.com/office/officeart/2018/2/layout/IconVerticalSolidList"/>
    <dgm:cxn modelId="{D098F797-266E-9643-B6D9-541F6A773B2A}" srcId="{8AF67A14-641C-AF40-9D1D-A30273C63457}" destId="{A2A72D30-4D1D-184B-AB58-4498E47E426E}" srcOrd="2" destOrd="0" parTransId="{0ADA2FCE-E0B0-6E4D-A87E-0E5F85B680D0}" sibTransId="{3C0B2ADB-1662-FA42-93AF-8F6206F565D3}"/>
    <dgm:cxn modelId="{F747F417-AA8A-D94B-9AC2-6246C50B17D5}" type="presParOf" srcId="{DB929DE9-0E1C-4856-AB39-EA9AC5F5447E}" destId="{DA1EE37C-C4E0-46E3-81E2-794F41D3920A}" srcOrd="0" destOrd="0" presId="urn:microsoft.com/office/officeart/2018/2/layout/IconVerticalSolidList"/>
    <dgm:cxn modelId="{8E6F1BCB-DF90-B546-B8C5-ED0C09821E97}" type="presParOf" srcId="{DA1EE37C-C4E0-46E3-81E2-794F41D3920A}" destId="{A0AB9297-AC84-4FE9-A8D4-A4FF0BFBE9CE}" srcOrd="0" destOrd="0" presId="urn:microsoft.com/office/officeart/2018/2/layout/IconVerticalSolidList"/>
    <dgm:cxn modelId="{BE10C524-7D63-EB44-8A98-5359F3692EBE}" type="presParOf" srcId="{DA1EE37C-C4E0-46E3-81E2-794F41D3920A}" destId="{57E6F384-5773-4157-BA58-3D56032B4425}" srcOrd="1" destOrd="0" presId="urn:microsoft.com/office/officeart/2018/2/layout/IconVerticalSolidList"/>
    <dgm:cxn modelId="{A7C7E44B-934D-404E-9DC5-F83D507AFFF8}" type="presParOf" srcId="{DA1EE37C-C4E0-46E3-81E2-794F41D3920A}" destId="{FF1B1C27-528E-4310-843F-0EBBD0CE438D}" srcOrd="2" destOrd="0" presId="urn:microsoft.com/office/officeart/2018/2/layout/IconVerticalSolidList"/>
    <dgm:cxn modelId="{31AB86FC-DE56-0348-9561-BB66BA0F66A9}" type="presParOf" srcId="{DA1EE37C-C4E0-46E3-81E2-794F41D3920A}" destId="{B56F28ED-1C2D-45CF-899D-1F3084C122AE}" srcOrd="3" destOrd="0" presId="urn:microsoft.com/office/officeart/2018/2/layout/IconVerticalSolidList"/>
    <dgm:cxn modelId="{DA3A1C2B-A924-CE43-A4DC-F80CB935C5A6}" type="presParOf" srcId="{DB929DE9-0E1C-4856-AB39-EA9AC5F5447E}" destId="{DCE40D97-03C9-467F-88B6-D413B23FB446}" srcOrd="1" destOrd="0" presId="urn:microsoft.com/office/officeart/2018/2/layout/IconVerticalSolidList"/>
    <dgm:cxn modelId="{AC2C73B2-E23C-2342-86A9-105E689CF9DD}" type="presParOf" srcId="{DB929DE9-0E1C-4856-AB39-EA9AC5F5447E}" destId="{7A17592D-3B48-4BDD-9461-3DAE4F09B0C2}" srcOrd="2" destOrd="0" presId="urn:microsoft.com/office/officeart/2018/2/layout/IconVerticalSolidList"/>
    <dgm:cxn modelId="{4E0E6EE2-A22A-974B-9592-7DAABA228886}" type="presParOf" srcId="{7A17592D-3B48-4BDD-9461-3DAE4F09B0C2}" destId="{A5B4A957-9B93-4EC9-96BF-0BABFE91639F}" srcOrd="0" destOrd="0" presId="urn:microsoft.com/office/officeart/2018/2/layout/IconVerticalSolidList"/>
    <dgm:cxn modelId="{020C1888-4E6A-ED41-9398-B96BEDF55070}" type="presParOf" srcId="{7A17592D-3B48-4BDD-9461-3DAE4F09B0C2}" destId="{42680C19-8AB6-405C-8EFD-90CFD19D390A}" srcOrd="1" destOrd="0" presId="urn:microsoft.com/office/officeart/2018/2/layout/IconVerticalSolidList"/>
    <dgm:cxn modelId="{561D0359-C6F5-D641-AD1A-7EC340D3D48A}" type="presParOf" srcId="{7A17592D-3B48-4BDD-9461-3DAE4F09B0C2}" destId="{5B5193E4-A028-42B1-B57A-58EF7E02B809}" srcOrd="2" destOrd="0" presId="urn:microsoft.com/office/officeart/2018/2/layout/IconVerticalSolidList"/>
    <dgm:cxn modelId="{88BBF196-12EE-C34C-85BA-5DDE65D1FA97}" type="presParOf" srcId="{7A17592D-3B48-4BDD-9461-3DAE4F09B0C2}" destId="{2194D895-3132-4517-AD9D-460430B1251F}" srcOrd="3" destOrd="0" presId="urn:microsoft.com/office/officeart/2018/2/layout/IconVerticalSolidList"/>
    <dgm:cxn modelId="{7268F3BD-9848-3D4F-8260-BFDE407F11CC}" type="presParOf" srcId="{DB929DE9-0E1C-4856-AB39-EA9AC5F5447E}" destId="{C5CF62F5-36C1-034A-AE50-9135DF8C8EA8}" srcOrd="3" destOrd="0" presId="urn:microsoft.com/office/officeart/2018/2/layout/IconVerticalSolidList"/>
    <dgm:cxn modelId="{E9AF78F6-C016-2444-8093-A4FEE1F6D5C8}" type="presParOf" srcId="{DB929DE9-0E1C-4856-AB39-EA9AC5F5447E}" destId="{2F6229DA-5A07-C144-A8D3-3790D08CFD4D}" srcOrd="4" destOrd="0" presId="urn:microsoft.com/office/officeart/2018/2/layout/IconVerticalSolidList"/>
    <dgm:cxn modelId="{2CC546B6-674C-4F4E-861A-B7CB0A74B6D0}" type="presParOf" srcId="{2F6229DA-5A07-C144-A8D3-3790D08CFD4D}" destId="{DA434EEF-596D-5746-B0AC-090B34BB6856}" srcOrd="0" destOrd="0" presId="urn:microsoft.com/office/officeart/2018/2/layout/IconVerticalSolidList"/>
    <dgm:cxn modelId="{62C5C2DC-C9F1-614E-92E6-FC28BC29DB1E}" type="presParOf" srcId="{2F6229DA-5A07-C144-A8D3-3790D08CFD4D}" destId="{038D8997-5D58-5B42-BD1B-FCD5C03B6FF1}" srcOrd="1" destOrd="0" presId="urn:microsoft.com/office/officeart/2018/2/layout/IconVerticalSolidList"/>
    <dgm:cxn modelId="{C7840717-2BF3-EB49-9094-FD0D20811EBE}" type="presParOf" srcId="{2F6229DA-5A07-C144-A8D3-3790D08CFD4D}" destId="{FBF00550-59F9-EF4A-97AB-490464CFF910}" srcOrd="2" destOrd="0" presId="urn:microsoft.com/office/officeart/2018/2/layout/IconVerticalSolidList"/>
    <dgm:cxn modelId="{498AD90C-BDAF-A24C-AE60-FB985BAB55D4}" type="presParOf" srcId="{2F6229DA-5A07-C144-A8D3-3790D08CFD4D}" destId="{8C10DAED-8354-9A4E-8856-42CD65E1B7A4}"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06623C1-68D9-8A47-9975-E039D2A68E51}" type="doc">
      <dgm:prSet loTypeId="urn:microsoft.com/office/officeart/2005/8/layout/process2" loCatId="list" qsTypeId="urn:microsoft.com/office/officeart/2005/8/quickstyle/simple2" qsCatId="simple" csTypeId="urn:microsoft.com/office/officeart/2005/8/colors/colorful2" csCatId="colorful" phldr="1"/>
      <dgm:spPr/>
      <dgm:t>
        <a:bodyPr/>
        <a:lstStyle/>
        <a:p>
          <a:endParaRPr lang="en-GB"/>
        </a:p>
      </dgm:t>
    </dgm:pt>
    <dgm:pt modelId="{635CBF90-8EF8-2146-897A-84D2EBEBEED9}">
      <dgm:prSet/>
      <dgm:spPr/>
      <dgm:t>
        <a:bodyPr/>
        <a:lstStyle/>
        <a:p>
          <a:r>
            <a:rPr lang="en-US" dirty="0"/>
            <a:t>PHASES</a:t>
          </a:r>
          <a:endParaRPr lang="en-MY" dirty="0"/>
        </a:p>
      </dgm:t>
    </dgm:pt>
    <dgm:pt modelId="{E23B41F4-3FE6-F24B-9EF3-DD3A40E92AC1}" type="parTrans" cxnId="{C4BA1EE1-FA4F-5B48-8DAF-8208EA5E8023}">
      <dgm:prSet/>
      <dgm:spPr/>
      <dgm:t>
        <a:bodyPr/>
        <a:lstStyle/>
        <a:p>
          <a:endParaRPr lang="en-GB"/>
        </a:p>
      </dgm:t>
    </dgm:pt>
    <dgm:pt modelId="{0278B425-EDF6-FB4E-975D-2C8EF29E7E41}" type="sibTrans" cxnId="{C4BA1EE1-FA4F-5B48-8DAF-8208EA5E8023}">
      <dgm:prSet/>
      <dgm:spPr/>
      <dgm:t>
        <a:bodyPr/>
        <a:lstStyle/>
        <a:p>
          <a:endParaRPr lang="en-GB"/>
        </a:p>
      </dgm:t>
    </dgm:pt>
    <dgm:pt modelId="{7092A884-5A61-7747-AF71-16DF393C85BF}">
      <dgm:prSet/>
      <dgm:spPr/>
      <dgm:t>
        <a:bodyPr/>
        <a:lstStyle/>
        <a:p>
          <a:r>
            <a:rPr lang="en-US" dirty="0"/>
            <a:t>TASK/ACTIVITIES</a:t>
          </a:r>
          <a:endParaRPr lang="en-MY" dirty="0"/>
        </a:p>
      </dgm:t>
    </dgm:pt>
    <dgm:pt modelId="{7DA1B602-D1EE-4740-833F-F17B3725941C}" type="parTrans" cxnId="{AA640555-C864-E749-861E-62C48911118C}">
      <dgm:prSet/>
      <dgm:spPr/>
      <dgm:t>
        <a:bodyPr/>
        <a:lstStyle/>
        <a:p>
          <a:endParaRPr lang="en-GB"/>
        </a:p>
      </dgm:t>
    </dgm:pt>
    <dgm:pt modelId="{E0C8F367-BD4F-8A44-835F-FB234081C40C}" type="sibTrans" cxnId="{AA640555-C864-E749-861E-62C48911118C}">
      <dgm:prSet/>
      <dgm:spPr/>
      <dgm:t>
        <a:bodyPr/>
        <a:lstStyle/>
        <a:p>
          <a:endParaRPr lang="en-GB"/>
        </a:p>
      </dgm:t>
    </dgm:pt>
    <dgm:pt modelId="{72AF5A41-3571-4642-8359-AA4C3C923E23}">
      <dgm:prSet/>
      <dgm:spPr/>
      <dgm:t>
        <a:bodyPr/>
        <a:lstStyle/>
        <a:p>
          <a:r>
            <a:rPr lang="en-US"/>
            <a:t>STEPS</a:t>
          </a:r>
          <a:endParaRPr lang="en-MY"/>
        </a:p>
      </dgm:t>
    </dgm:pt>
    <dgm:pt modelId="{8FC92E7F-5869-7D41-8D06-94F46843945C}" type="parTrans" cxnId="{EB94E2B5-2463-CE4B-8C31-4A59782FC692}">
      <dgm:prSet/>
      <dgm:spPr/>
      <dgm:t>
        <a:bodyPr/>
        <a:lstStyle/>
        <a:p>
          <a:endParaRPr lang="en-GB"/>
        </a:p>
      </dgm:t>
    </dgm:pt>
    <dgm:pt modelId="{6463D27F-D9B7-5E40-8900-5C5616C7FC41}" type="sibTrans" cxnId="{EB94E2B5-2463-CE4B-8C31-4A59782FC692}">
      <dgm:prSet/>
      <dgm:spPr/>
      <dgm:t>
        <a:bodyPr/>
        <a:lstStyle/>
        <a:p>
          <a:endParaRPr lang="en-GB"/>
        </a:p>
      </dgm:t>
    </dgm:pt>
    <dgm:pt modelId="{03BB3918-0255-7140-9752-366378C613D6}">
      <dgm:prSet/>
      <dgm:spPr/>
      <dgm:t>
        <a:bodyPr/>
        <a:lstStyle/>
        <a:p>
          <a:r>
            <a:rPr lang="en-US" dirty="0"/>
            <a:t>smaller units</a:t>
          </a:r>
          <a:endParaRPr lang="en-MY" dirty="0"/>
        </a:p>
      </dgm:t>
    </dgm:pt>
    <dgm:pt modelId="{B97B23EA-6C92-724D-B8E0-2484921505CF}" type="parTrans" cxnId="{981C31B2-5E84-884B-9B1F-CBEBE064C0BC}">
      <dgm:prSet/>
      <dgm:spPr/>
      <dgm:t>
        <a:bodyPr/>
        <a:lstStyle/>
        <a:p>
          <a:endParaRPr lang="en-GB"/>
        </a:p>
      </dgm:t>
    </dgm:pt>
    <dgm:pt modelId="{9D35951D-6C43-D145-A495-C70CE9ED4051}" type="sibTrans" cxnId="{981C31B2-5E84-884B-9B1F-CBEBE064C0BC}">
      <dgm:prSet/>
      <dgm:spPr/>
      <dgm:t>
        <a:bodyPr/>
        <a:lstStyle/>
        <a:p>
          <a:endParaRPr lang="en-GB"/>
        </a:p>
      </dgm:t>
    </dgm:pt>
    <dgm:pt modelId="{B7597117-651F-9143-A264-6C424534E184}" type="pres">
      <dgm:prSet presAssocID="{506623C1-68D9-8A47-9975-E039D2A68E51}" presName="linearFlow" presStyleCnt="0">
        <dgm:presLayoutVars>
          <dgm:resizeHandles val="exact"/>
        </dgm:presLayoutVars>
      </dgm:prSet>
      <dgm:spPr/>
    </dgm:pt>
    <dgm:pt modelId="{461A2C73-FB8D-0A4F-8106-8603695D5CDA}" type="pres">
      <dgm:prSet presAssocID="{635CBF90-8EF8-2146-897A-84D2EBEBEED9}" presName="node" presStyleLbl="node1" presStyleIdx="0" presStyleCnt="4">
        <dgm:presLayoutVars>
          <dgm:bulletEnabled val="1"/>
        </dgm:presLayoutVars>
      </dgm:prSet>
      <dgm:spPr/>
    </dgm:pt>
    <dgm:pt modelId="{2A6E3506-DC81-8140-BF9B-61582B026A1B}" type="pres">
      <dgm:prSet presAssocID="{0278B425-EDF6-FB4E-975D-2C8EF29E7E41}" presName="sibTrans" presStyleLbl="sibTrans2D1" presStyleIdx="0" presStyleCnt="3"/>
      <dgm:spPr/>
    </dgm:pt>
    <dgm:pt modelId="{3B866712-4DA8-F840-AAA8-8CCA134B3CB2}" type="pres">
      <dgm:prSet presAssocID="{0278B425-EDF6-FB4E-975D-2C8EF29E7E41}" presName="connectorText" presStyleLbl="sibTrans2D1" presStyleIdx="0" presStyleCnt="3"/>
      <dgm:spPr/>
    </dgm:pt>
    <dgm:pt modelId="{08A834FF-5195-8349-8C0C-05C589D21C16}" type="pres">
      <dgm:prSet presAssocID="{7092A884-5A61-7747-AF71-16DF393C85BF}" presName="node" presStyleLbl="node1" presStyleIdx="1" presStyleCnt="4">
        <dgm:presLayoutVars>
          <dgm:bulletEnabled val="1"/>
        </dgm:presLayoutVars>
      </dgm:prSet>
      <dgm:spPr/>
    </dgm:pt>
    <dgm:pt modelId="{FC0B1219-76C9-F64C-9477-44D6653705DF}" type="pres">
      <dgm:prSet presAssocID="{E0C8F367-BD4F-8A44-835F-FB234081C40C}" presName="sibTrans" presStyleLbl="sibTrans2D1" presStyleIdx="1" presStyleCnt="3"/>
      <dgm:spPr/>
    </dgm:pt>
    <dgm:pt modelId="{E8B78383-A234-5247-9D63-1549CDDF88FA}" type="pres">
      <dgm:prSet presAssocID="{E0C8F367-BD4F-8A44-835F-FB234081C40C}" presName="connectorText" presStyleLbl="sibTrans2D1" presStyleIdx="1" presStyleCnt="3"/>
      <dgm:spPr/>
    </dgm:pt>
    <dgm:pt modelId="{6743FBAA-4DF0-4B40-815C-F76B79422F26}" type="pres">
      <dgm:prSet presAssocID="{72AF5A41-3571-4642-8359-AA4C3C923E23}" presName="node" presStyleLbl="node1" presStyleIdx="2" presStyleCnt="4">
        <dgm:presLayoutVars>
          <dgm:bulletEnabled val="1"/>
        </dgm:presLayoutVars>
      </dgm:prSet>
      <dgm:spPr/>
    </dgm:pt>
    <dgm:pt modelId="{0F0F3354-CD5F-A141-9A2B-5D9DC9F869E8}" type="pres">
      <dgm:prSet presAssocID="{6463D27F-D9B7-5E40-8900-5C5616C7FC41}" presName="sibTrans" presStyleLbl="sibTrans2D1" presStyleIdx="2" presStyleCnt="3"/>
      <dgm:spPr/>
    </dgm:pt>
    <dgm:pt modelId="{C4E88232-1A0C-274D-A3CC-28B33B4B0A05}" type="pres">
      <dgm:prSet presAssocID="{6463D27F-D9B7-5E40-8900-5C5616C7FC41}" presName="connectorText" presStyleLbl="sibTrans2D1" presStyleIdx="2" presStyleCnt="3"/>
      <dgm:spPr/>
    </dgm:pt>
    <dgm:pt modelId="{F51D907C-0C02-7042-BDEB-649BFE602FD8}" type="pres">
      <dgm:prSet presAssocID="{03BB3918-0255-7140-9752-366378C613D6}" presName="node" presStyleLbl="node1" presStyleIdx="3" presStyleCnt="4">
        <dgm:presLayoutVars>
          <dgm:bulletEnabled val="1"/>
        </dgm:presLayoutVars>
      </dgm:prSet>
      <dgm:spPr/>
    </dgm:pt>
  </dgm:ptLst>
  <dgm:cxnLst>
    <dgm:cxn modelId="{DA206402-23C9-B641-81BD-A0B334DBD036}" type="presOf" srcId="{0278B425-EDF6-FB4E-975D-2C8EF29E7E41}" destId="{3B866712-4DA8-F840-AAA8-8CCA134B3CB2}" srcOrd="1" destOrd="0" presId="urn:microsoft.com/office/officeart/2005/8/layout/process2"/>
    <dgm:cxn modelId="{1934F503-EE9C-D34D-A874-C91D71D36CE6}" type="presOf" srcId="{6463D27F-D9B7-5E40-8900-5C5616C7FC41}" destId="{C4E88232-1A0C-274D-A3CC-28B33B4B0A05}" srcOrd="1" destOrd="0" presId="urn:microsoft.com/office/officeart/2005/8/layout/process2"/>
    <dgm:cxn modelId="{E3D4041B-4C63-5E47-9234-988891FA668C}" type="presOf" srcId="{6463D27F-D9B7-5E40-8900-5C5616C7FC41}" destId="{0F0F3354-CD5F-A141-9A2B-5D9DC9F869E8}" srcOrd="0" destOrd="0" presId="urn:microsoft.com/office/officeart/2005/8/layout/process2"/>
    <dgm:cxn modelId="{D2692737-6A91-984D-B0E1-59774151D491}" type="presOf" srcId="{635CBF90-8EF8-2146-897A-84D2EBEBEED9}" destId="{461A2C73-FB8D-0A4F-8106-8603695D5CDA}" srcOrd="0" destOrd="0" presId="urn:microsoft.com/office/officeart/2005/8/layout/process2"/>
    <dgm:cxn modelId="{F8DE293C-7379-504D-AE72-D1333F6675E2}" type="presOf" srcId="{03BB3918-0255-7140-9752-366378C613D6}" destId="{F51D907C-0C02-7042-BDEB-649BFE602FD8}" srcOrd="0" destOrd="0" presId="urn:microsoft.com/office/officeart/2005/8/layout/process2"/>
    <dgm:cxn modelId="{B32D3964-77C1-2546-BFDB-556D27124773}" type="presOf" srcId="{506623C1-68D9-8A47-9975-E039D2A68E51}" destId="{B7597117-651F-9143-A264-6C424534E184}" srcOrd="0" destOrd="0" presId="urn:microsoft.com/office/officeart/2005/8/layout/process2"/>
    <dgm:cxn modelId="{AA640555-C864-E749-861E-62C48911118C}" srcId="{506623C1-68D9-8A47-9975-E039D2A68E51}" destId="{7092A884-5A61-7747-AF71-16DF393C85BF}" srcOrd="1" destOrd="0" parTransId="{7DA1B602-D1EE-4740-833F-F17B3725941C}" sibTransId="{E0C8F367-BD4F-8A44-835F-FB234081C40C}"/>
    <dgm:cxn modelId="{72C47875-B5BC-AF4D-A773-33A50EDE8644}" type="presOf" srcId="{72AF5A41-3571-4642-8359-AA4C3C923E23}" destId="{6743FBAA-4DF0-4B40-815C-F76B79422F26}" srcOrd="0" destOrd="0" presId="urn:microsoft.com/office/officeart/2005/8/layout/process2"/>
    <dgm:cxn modelId="{1BF39681-1A05-8D42-9E51-F7E3B59914C8}" type="presOf" srcId="{7092A884-5A61-7747-AF71-16DF393C85BF}" destId="{08A834FF-5195-8349-8C0C-05C589D21C16}" srcOrd="0" destOrd="0" presId="urn:microsoft.com/office/officeart/2005/8/layout/process2"/>
    <dgm:cxn modelId="{87D9BB96-1A53-3A4C-8262-0B18DCBF434D}" type="presOf" srcId="{E0C8F367-BD4F-8A44-835F-FB234081C40C}" destId="{E8B78383-A234-5247-9D63-1549CDDF88FA}" srcOrd="1" destOrd="0" presId="urn:microsoft.com/office/officeart/2005/8/layout/process2"/>
    <dgm:cxn modelId="{981C31B2-5E84-884B-9B1F-CBEBE064C0BC}" srcId="{506623C1-68D9-8A47-9975-E039D2A68E51}" destId="{03BB3918-0255-7140-9752-366378C613D6}" srcOrd="3" destOrd="0" parTransId="{B97B23EA-6C92-724D-B8E0-2484921505CF}" sibTransId="{9D35951D-6C43-D145-A495-C70CE9ED4051}"/>
    <dgm:cxn modelId="{EB94E2B5-2463-CE4B-8C31-4A59782FC692}" srcId="{506623C1-68D9-8A47-9975-E039D2A68E51}" destId="{72AF5A41-3571-4642-8359-AA4C3C923E23}" srcOrd="2" destOrd="0" parTransId="{8FC92E7F-5869-7D41-8D06-94F46843945C}" sibTransId="{6463D27F-D9B7-5E40-8900-5C5616C7FC41}"/>
    <dgm:cxn modelId="{3356F9BD-F149-2745-B38D-3C4243BEA890}" type="presOf" srcId="{0278B425-EDF6-FB4E-975D-2C8EF29E7E41}" destId="{2A6E3506-DC81-8140-BF9B-61582B026A1B}" srcOrd="0" destOrd="0" presId="urn:microsoft.com/office/officeart/2005/8/layout/process2"/>
    <dgm:cxn modelId="{C4BA1EE1-FA4F-5B48-8DAF-8208EA5E8023}" srcId="{506623C1-68D9-8A47-9975-E039D2A68E51}" destId="{635CBF90-8EF8-2146-897A-84D2EBEBEED9}" srcOrd="0" destOrd="0" parTransId="{E23B41F4-3FE6-F24B-9EF3-DD3A40E92AC1}" sibTransId="{0278B425-EDF6-FB4E-975D-2C8EF29E7E41}"/>
    <dgm:cxn modelId="{3AF80EF3-4616-C940-A201-5BDDA9D87C28}" type="presOf" srcId="{E0C8F367-BD4F-8A44-835F-FB234081C40C}" destId="{FC0B1219-76C9-F64C-9477-44D6653705DF}" srcOrd="0" destOrd="0" presId="urn:microsoft.com/office/officeart/2005/8/layout/process2"/>
    <dgm:cxn modelId="{64F2D039-7987-F947-99B0-0754FA0C0A21}" type="presParOf" srcId="{B7597117-651F-9143-A264-6C424534E184}" destId="{461A2C73-FB8D-0A4F-8106-8603695D5CDA}" srcOrd="0" destOrd="0" presId="urn:microsoft.com/office/officeart/2005/8/layout/process2"/>
    <dgm:cxn modelId="{60048C50-D9B9-B842-B181-53A617E551C5}" type="presParOf" srcId="{B7597117-651F-9143-A264-6C424534E184}" destId="{2A6E3506-DC81-8140-BF9B-61582B026A1B}" srcOrd="1" destOrd="0" presId="urn:microsoft.com/office/officeart/2005/8/layout/process2"/>
    <dgm:cxn modelId="{27967D36-22EB-7D40-AADB-F7C0A356BFA7}" type="presParOf" srcId="{2A6E3506-DC81-8140-BF9B-61582B026A1B}" destId="{3B866712-4DA8-F840-AAA8-8CCA134B3CB2}" srcOrd="0" destOrd="0" presId="urn:microsoft.com/office/officeart/2005/8/layout/process2"/>
    <dgm:cxn modelId="{AF88DCA5-16AA-2D47-94D8-30F9921B04F7}" type="presParOf" srcId="{B7597117-651F-9143-A264-6C424534E184}" destId="{08A834FF-5195-8349-8C0C-05C589D21C16}" srcOrd="2" destOrd="0" presId="urn:microsoft.com/office/officeart/2005/8/layout/process2"/>
    <dgm:cxn modelId="{C67C3473-CC39-914B-8A93-EE537E1066A1}" type="presParOf" srcId="{B7597117-651F-9143-A264-6C424534E184}" destId="{FC0B1219-76C9-F64C-9477-44D6653705DF}" srcOrd="3" destOrd="0" presId="urn:microsoft.com/office/officeart/2005/8/layout/process2"/>
    <dgm:cxn modelId="{5EEAB92D-5EA6-9F46-8FB2-1D7E9D2D52DC}" type="presParOf" srcId="{FC0B1219-76C9-F64C-9477-44D6653705DF}" destId="{E8B78383-A234-5247-9D63-1549CDDF88FA}" srcOrd="0" destOrd="0" presId="urn:microsoft.com/office/officeart/2005/8/layout/process2"/>
    <dgm:cxn modelId="{197AF21B-4E3A-1547-96FC-8B93E08C3ECA}" type="presParOf" srcId="{B7597117-651F-9143-A264-6C424534E184}" destId="{6743FBAA-4DF0-4B40-815C-F76B79422F26}" srcOrd="4" destOrd="0" presId="urn:microsoft.com/office/officeart/2005/8/layout/process2"/>
    <dgm:cxn modelId="{0C2E302A-BF1F-1843-B1A1-99517D714F3D}" type="presParOf" srcId="{B7597117-651F-9143-A264-6C424534E184}" destId="{0F0F3354-CD5F-A141-9A2B-5D9DC9F869E8}" srcOrd="5" destOrd="0" presId="urn:microsoft.com/office/officeart/2005/8/layout/process2"/>
    <dgm:cxn modelId="{DF9C1B4F-014F-5A49-8D39-FCB0B7B47ACF}" type="presParOf" srcId="{0F0F3354-CD5F-A141-9A2B-5D9DC9F869E8}" destId="{C4E88232-1A0C-274D-A3CC-28B33B4B0A05}" srcOrd="0" destOrd="0" presId="urn:microsoft.com/office/officeart/2005/8/layout/process2"/>
    <dgm:cxn modelId="{54911116-3E32-A240-8A75-DF42A5B827D4}" type="presParOf" srcId="{B7597117-651F-9143-A264-6C424534E184}" destId="{F51D907C-0C02-7042-BDEB-649BFE602FD8}" srcOrd="6"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1936BDA-C2B3-4D91-BBD8-8D2A81723930}"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00CC0F77-0F1E-4A2C-94E2-C3DB41C579A8}">
      <dgm:prSet/>
      <dgm:spPr/>
      <dgm:t>
        <a:bodyPr/>
        <a:lstStyle/>
        <a:p>
          <a:r>
            <a:rPr lang="en-US" dirty="0"/>
            <a:t>Project is broken down into phases.</a:t>
          </a:r>
        </a:p>
      </dgm:t>
    </dgm:pt>
    <dgm:pt modelId="{BFA9C584-0CD9-4B78-AC8A-E8A10A1335DA}" type="parTrans" cxnId="{D8AC0F8E-D354-4458-8FB9-3D18AADF251D}">
      <dgm:prSet/>
      <dgm:spPr/>
      <dgm:t>
        <a:bodyPr/>
        <a:lstStyle/>
        <a:p>
          <a:endParaRPr lang="en-US"/>
        </a:p>
      </dgm:t>
    </dgm:pt>
    <dgm:pt modelId="{2F43794E-227F-4B7E-897B-43A67E7707AA}" type="sibTrans" cxnId="{D8AC0F8E-D354-4458-8FB9-3D18AADF251D}">
      <dgm:prSet/>
      <dgm:spPr/>
      <dgm:t>
        <a:bodyPr/>
        <a:lstStyle/>
        <a:p>
          <a:endParaRPr lang="en-US"/>
        </a:p>
      </dgm:t>
    </dgm:pt>
    <dgm:pt modelId="{6FA6554A-4219-4F0C-A496-B7935A144CA8}">
      <dgm:prSet/>
      <dgm:spPr/>
      <dgm:t>
        <a:bodyPr/>
        <a:lstStyle/>
        <a:p>
          <a:r>
            <a:rPr lang="en-US" dirty="0"/>
            <a:t>Further project is broken down into tasks or activities.</a:t>
          </a:r>
        </a:p>
      </dgm:t>
    </dgm:pt>
    <dgm:pt modelId="{2F63240F-3160-478C-AC99-89F69AB7EED5}" type="parTrans" cxnId="{76EE0E40-A81C-47F8-9A0C-26692C13D005}">
      <dgm:prSet/>
      <dgm:spPr/>
      <dgm:t>
        <a:bodyPr/>
        <a:lstStyle/>
        <a:p>
          <a:endParaRPr lang="en-US"/>
        </a:p>
      </dgm:t>
    </dgm:pt>
    <dgm:pt modelId="{4C5C7274-6DC4-450D-B1B4-DCFC040279E2}" type="sibTrans" cxnId="{76EE0E40-A81C-47F8-9A0C-26692C13D005}">
      <dgm:prSet/>
      <dgm:spPr/>
      <dgm:t>
        <a:bodyPr/>
        <a:lstStyle/>
        <a:p>
          <a:endParaRPr lang="en-US"/>
        </a:p>
      </dgm:t>
    </dgm:pt>
    <dgm:pt modelId="{7D053AF7-B1AE-4D09-8D3C-72622700D2E3}">
      <dgm:prSet/>
      <dgm:spPr/>
      <dgm:t>
        <a:bodyPr/>
        <a:lstStyle/>
        <a:p>
          <a:r>
            <a:rPr lang="en-US" dirty="0"/>
            <a:t>Finally project is broken down into steps or even smaller units.</a:t>
          </a:r>
        </a:p>
      </dgm:t>
    </dgm:pt>
    <dgm:pt modelId="{DC711F29-4DE2-44E1-9ED1-7B4742E07401}" type="parTrans" cxnId="{9EF00816-655A-47AD-85E6-212C14C1F82D}">
      <dgm:prSet/>
      <dgm:spPr/>
      <dgm:t>
        <a:bodyPr/>
        <a:lstStyle/>
        <a:p>
          <a:endParaRPr lang="en-US"/>
        </a:p>
      </dgm:t>
    </dgm:pt>
    <dgm:pt modelId="{771430BD-034F-4738-B4DC-4EEB220839D1}" type="sibTrans" cxnId="{9EF00816-655A-47AD-85E6-212C14C1F82D}">
      <dgm:prSet/>
      <dgm:spPr/>
      <dgm:t>
        <a:bodyPr/>
        <a:lstStyle/>
        <a:p>
          <a:endParaRPr lang="en-US"/>
        </a:p>
      </dgm:t>
    </dgm:pt>
    <dgm:pt modelId="{8EF24248-4173-4F1A-83DD-8BDFE7574EB5}">
      <dgm:prSet/>
      <dgm:spPr/>
      <dgm:t>
        <a:bodyPr/>
        <a:lstStyle/>
        <a:p>
          <a:r>
            <a:rPr lang="en-US" dirty="0"/>
            <a:t>Time is estimated for each task or activity.</a:t>
          </a:r>
        </a:p>
      </dgm:t>
    </dgm:pt>
    <dgm:pt modelId="{C89DC3DB-417B-48B2-861E-4A82353FFE8F}" type="parTrans" cxnId="{32E395C9-43A9-44CB-8051-41EDE83D9EBB}">
      <dgm:prSet/>
      <dgm:spPr/>
      <dgm:t>
        <a:bodyPr/>
        <a:lstStyle/>
        <a:p>
          <a:endParaRPr lang="en-US"/>
        </a:p>
      </dgm:t>
    </dgm:pt>
    <dgm:pt modelId="{EEA0756C-4BE9-468D-B34C-2EB70EB96537}" type="sibTrans" cxnId="{32E395C9-43A9-44CB-8051-41EDE83D9EBB}">
      <dgm:prSet/>
      <dgm:spPr/>
      <dgm:t>
        <a:bodyPr/>
        <a:lstStyle/>
        <a:p>
          <a:endParaRPr lang="en-US"/>
        </a:p>
      </dgm:t>
    </dgm:pt>
    <dgm:pt modelId="{80537896-F662-4DEC-B6EE-D273F5FF93E2}">
      <dgm:prSet/>
      <dgm:spPr/>
      <dgm:t>
        <a:bodyPr/>
        <a:lstStyle/>
        <a:p>
          <a:r>
            <a:rPr lang="en-US" dirty="0"/>
            <a:t>Most likely, pessimistic, and optimistic estimates for time may be used.</a:t>
          </a:r>
        </a:p>
      </dgm:t>
    </dgm:pt>
    <dgm:pt modelId="{F2988846-48AD-441C-BC90-4F92BEEEEC7B}" type="parTrans" cxnId="{2A244D19-50A3-4876-B573-6CE8957CBD93}">
      <dgm:prSet/>
      <dgm:spPr/>
      <dgm:t>
        <a:bodyPr/>
        <a:lstStyle/>
        <a:p>
          <a:endParaRPr lang="en-US"/>
        </a:p>
      </dgm:t>
    </dgm:pt>
    <dgm:pt modelId="{FFE9FC49-38BD-4416-A5D6-D432352D6CC6}" type="sibTrans" cxnId="{2A244D19-50A3-4876-B573-6CE8957CBD93}">
      <dgm:prSet/>
      <dgm:spPr/>
      <dgm:t>
        <a:bodyPr/>
        <a:lstStyle/>
        <a:p>
          <a:endParaRPr lang="en-US"/>
        </a:p>
      </dgm:t>
    </dgm:pt>
    <dgm:pt modelId="{86D83E0A-4B22-4CE8-A3EB-319A5DF59CDD}" type="pres">
      <dgm:prSet presAssocID="{91936BDA-C2B3-4D91-BBD8-8D2A81723930}" presName="root" presStyleCnt="0">
        <dgm:presLayoutVars>
          <dgm:dir/>
          <dgm:resizeHandles val="exact"/>
        </dgm:presLayoutVars>
      </dgm:prSet>
      <dgm:spPr/>
    </dgm:pt>
    <dgm:pt modelId="{15984810-AEDF-4EA7-96C8-ECE04079CD17}" type="pres">
      <dgm:prSet presAssocID="{00CC0F77-0F1E-4A2C-94E2-C3DB41C579A8}" presName="compNode" presStyleCnt="0"/>
      <dgm:spPr/>
    </dgm:pt>
    <dgm:pt modelId="{44DD894D-D42C-46D8-896E-7D498D0F4314}" type="pres">
      <dgm:prSet presAssocID="{00CC0F77-0F1E-4A2C-94E2-C3DB41C579A8}" presName="bgRect" presStyleLbl="bgShp" presStyleIdx="0" presStyleCnt="5"/>
      <dgm:spPr/>
    </dgm:pt>
    <dgm:pt modelId="{46328671-8DA1-4EC6-8EE6-43AA92C86CD3}" type="pres">
      <dgm:prSet presAssocID="{00CC0F77-0F1E-4A2C-94E2-C3DB41C579A8}"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ierarchy"/>
        </a:ext>
      </dgm:extLst>
    </dgm:pt>
    <dgm:pt modelId="{10F3539D-5D62-49B2-80AE-66D5E08FC8F2}" type="pres">
      <dgm:prSet presAssocID="{00CC0F77-0F1E-4A2C-94E2-C3DB41C579A8}" presName="spaceRect" presStyleCnt="0"/>
      <dgm:spPr/>
    </dgm:pt>
    <dgm:pt modelId="{79CF8E83-6C6F-44E7-BA21-9A6961A3F29A}" type="pres">
      <dgm:prSet presAssocID="{00CC0F77-0F1E-4A2C-94E2-C3DB41C579A8}" presName="parTx" presStyleLbl="revTx" presStyleIdx="0" presStyleCnt="5">
        <dgm:presLayoutVars>
          <dgm:chMax val="0"/>
          <dgm:chPref val="0"/>
        </dgm:presLayoutVars>
      </dgm:prSet>
      <dgm:spPr/>
    </dgm:pt>
    <dgm:pt modelId="{21BED4F7-5E7A-42D7-A629-A919AF0868B5}" type="pres">
      <dgm:prSet presAssocID="{2F43794E-227F-4B7E-897B-43A67E7707AA}" presName="sibTrans" presStyleCnt="0"/>
      <dgm:spPr/>
    </dgm:pt>
    <dgm:pt modelId="{71B51998-2DBA-459B-9AAD-D4E6756A2615}" type="pres">
      <dgm:prSet presAssocID="{6FA6554A-4219-4F0C-A496-B7935A144CA8}" presName="compNode" presStyleCnt="0"/>
      <dgm:spPr/>
    </dgm:pt>
    <dgm:pt modelId="{74CE1711-529D-4689-AAEB-5FAC9B7738D5}" type="pres">
      <dgm:prSet presAssocID="{6FA6554A-4219-4F0C-A496-B7935A144CA8}" presName="bgRect" presStyleLbl="bgShp" presStyleIdx="1" presStyleCnt="5"/>
      <dgm:spPr/>
    </dgm:pt>
    <dgm:pt modelId="{D79F3007-D45D-4A60-911D-DC63503BE957}" type="pres">
      <dgm:prSet presAssocID="{6FA6554A-4219-4F0C-A496-B7935A144CA8}"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ears"/>
        </a:ext>
      </dgm:extLst>
    </dgm:pt>
    <dgm:pt modelId="{9A260AB9-5684-42BE-AB0C-9D3C44142579}" type="pres">
      <dgm:prSet presAssocID="{6FA6554A-4219-4F0C-A496-B7935A144CA8}" presName="spaceRect" presStyleCnt="0"/>
      <dgm:spPr/>
    </dgm:pt>
    <dgm:pt modelId="{8A89FC90-7849-480A-ABA7-BABA724DF275}" type="pres">
      <dgm:prSet presAssocID="{6FA6554A-4219-4F0C-A496-B7935A144CA8}" presName="parTx" presStyleLbl="revTx" presStyleIdx="1" presStyleCnt="5">
        <dgm:presLayoutVars>
          <dgm:chMax val="0"/>
          <dgm:chPref val="0"/>
        </dgm:presLayoutVars>
      </dgm:prSet>
      <dgm:spPr/>
    </dgm:pt>
    <dgm:pt modelId="{E7C504F3-54D7-4A00-8901-5F95C17842D1}" type="pres">
      <dgm:prSet presAssocID="{4C5C7274-6DC4-450D-B1B4-DCFC040279E2}" presName="sibTrans" presStyleCnt="0"/>
      <dgm:spPr/>
    </dgm:pt>
    <dgm:pt modelId="{9A607F5F-BDE9-4A1A-97A5-CC39ED601B09}" type="pres">
      <dgm:prSet presAssocID="{7D053AF7-B1AE-4D09-8D3C-72622700D2E3}" presName="compNode" presStyleCnt="0"/>
      <dgm:spPr/>
    </dgm:pt>
    <dgm:pt modelId="{87EF0288-624F-469C-A203-0E9FAECBD3F4}" type="pres">
      <dgm:prSet presAssocID="{7D053AF7-B1AE-4D09-8D3C-72622700D2E3}" presName="bgRect" presStyleLbl="bgShp" presStyleIdx="2" presStyleCnt="5"/>
      <dgm:spPr/>
    </dgm:pt>
    <dgm:pt modelId="{8E658653-DF77-41C2-A6EE-B145AECC77C1}" type="pres">
      <dgm:prSet presAssocID="{7D053AF7-B1AE-4D09-8D3C-72622700D2E3}"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ranching Diagram"/>
        </a:ext>
      </dgm:extLst>
    </dgm:pt>
    <dgm:pt modelId="{D479472F-D3DD-4B2E-992E-853398EA8815}" type="pres">
      <dgm:prSet presAssocID="{7D053AF7-B1AE-4D09-8D3C-72622700D2E3}" presName="spaceRect" presStyleCnt="0"/>
      <dgm:spPr/>
    </dgm:pt>
    <dgm:pt modelId="{F959AB19-F354-4D9E-B47A-B105148CB8BB}" type="pres">
      <dgm:prSet presAssocID="{7D053AF7-B1AE-4D09-8D3C-72622700D2E3}" presName="parTx" presStyleLbl="revTx" presStyleIdx="2" presStyleCnt="5">
        <dgm:presLayoutVars>
          <dgm:chMax val="0"/>
          <dgm:chPref val="0"/>
        </dgm:presLayoutVars>
      </dgm:prSet>
      <dgm:spPr/>
    </dgm:pt>
    <dgm:pt modelId="{22C8738C-342D-40ED-8C20-8F405899D94C}" type="pres">
      <dgm:prSet presAssocID="{771430BD-034F-4738-B4DC-4EEB220839D1}" presName="sibTrans" presStyleCnt="0"/>
      <dgm:spPr/>
    </dgm:pt>
    <dgm:pt modelId="{1719DEB6-7701-437A-90AA-9B1EA8516F57}" type="pres">
      <dgm:prSet presAssocID="{8EF24248-4173-4F1A-83DD-8BDFE7574EB5}" presName="compNode" presStyleCnt="0"/>
      <dgm:spPr/>
    </dgm:pt>
    <dgm:pt modelId="{9773F3F2-5E0F-454A-B08D-B4103EA6859A}" type="pres">
      <dgm:prSet presAssocID="{8EF24248-4173-4F1A-83DD-8BDFE7574EB5}" presName="bgRect" presStyleLbl="bgShp" presStyleIdx="3" presStyleCnt="5"/>
      <dgm:spPr/>
    </dgm:pt>
    <dgm:pt modelId="{7599960A-E0F9-4F58-9512-236E4AF95A14}" type="pres">
      <dgm:prSet presAssocID="{8EF24248-4173-4F1A-83DD-8BDFE7574EB5}"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lock"/>
        </a:ext>
      </dgm:extLst>
    </dgm:pt>
    <dgm:pt modelId="{CE5585EF-56CD-4F50-9540-1396670AED15}" type="pres">
      <dgm:prSet presAssocID="{8EF24248-4173-4F1A-83DD-8BDFE7574EB5}" presName="spaceRect" presStyleCnt="0"/>
      <dgm:spPr/>
    </dgm:pt>
    <dgm:pt modelId="{2542C2B8-C051-4929-8373-17706627B522}" type="pres">
      <dgm:prSet presAssocID="{8EF24248-4173-4F1A-83DD-8BDFE7574EB5}" presName="parTx" presStyleLbl="revTx" presStyleIdx="3" presStyleCnt="5">
        <dgm:presLayoutVars>
          <dgm:chMax val="0"/>
          <dgm:chPref val="0"/>
        </dgm:presLayoutVars>
      </dgm:prSet>
      <dgm:spPr/>
    </dgm:pt>
    <dgm:pt modelId="{233F5FE1-C727-4682-BCB7-6E9C2B8F067C}" type="pres">
      <dgm:prSet presAssocID="{EEA0756C-4BE9-468D-B34C-2EB70EB96537}" presName="sibTrans" presStyleCnt="0"/>
      <dgm:spPr/>
    </dgm:pt>
    <dgm:pt modelId="{92E6AE7A-73A8-462F-9D1D-BE619776ED10}" type="pres">
      <dgm:prSet presAssocID="{80537896-F662-4DEC-B6EE-D273F5FF93E2}" presName="compNode" presStyleCnt="0"/>
      <dgm:spPr/>
    </dgm:pt>
    <dgm:pt modelId="{909C34F0-A5FD-4340-A61F-3F66175C612F}" type="pres">
      <dgm:prSet presAssocID="{80537896-F662-4DEC-B6EE-D273F5FF93E2}" presName="bgRect" presStyleLbl="bgShp" presStyleIdx="4" presStyleCnt="5"/>
      <dgm:spPr/>
    </dgm:pt>
    <dgm:pt modelId="{402BF262-F1EC-4B68-88E8-F153B53891B0}" type="pres">
      <dgm:prSet presAssocID="{80537896-F662-4DEC-B6EE-D273F5FF93E2}"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Question mark"/>
        </a:ext>
      </dgm:extLst>
    </dgm:pt>
    <dgm:pt modelId="{100403A9-3FF4-479E-A50C-CD303D58EE09}" type="pres">
      <dgm:prSet presAssocID="{80537896-F662-4DEC-B6EE-D273F5FF93E2}" presName="spaceRect" presStyleCnt="0"/>
      <dgm:spPr/>
    </dgm:pt>
    <dgm:pt modelId="{EDF24A4B-2972-4017-952A-005343A4399C}" type="pres">
      <dgm:prSet presAssocID="{80537896-F662-4DEC-B6EE-D273F5FF93E2}" presName="parTx" presStyleLbl="revTx" presStyleIdx="4" presStyleCnt="5">
        <dgm:presLayoutVars>
          <dgm:chMax val="0"/>
          <dgm:chPref val="0"/>
        </dgm:presLayoutVars>
      </dgm:prSet>
      <dgm:spPr/>
    </dgm:pt>
  </dgm:ptLst>
  <dgm:cxnLst>
    <dgm:cxn modelId="{9EF00816-655A-47AD-85E6-212C14C1F82D}" srcId="{91936BDA-C2B3-4D91-BBD8-8D2A81723930}" destId="{7D053AF7-B1AE-4D09-8D3C-72622700D2E3}" srcOrd="2" destOrd="0" parTransId="{DC711F29-4DE2-44E1-9ED1-7B4742E07401}" sibTransId="{771430BD-034F-4738-B4DC-4EEB220839D1}"/>
    <dgm:cxn modelId="{2A244D19-50A3-4876-B573-6CE8957CBD93}" srcId="{91936BDA-C2B3-4D91-BBD8-8D2A81723930}" destId="{80537896-F662-4DEC-B6EE-D273F5FF93E2}" srcOrd="4" destOrd="0" parTransId="{F2988846-48AD-441C-BC90-4F92BEEEEC7B}" sibTransId="{FFE9FC49-38BD-4416-A5D6-D432352D6CC6}"/>
    <dgm:cxn modelId="{B95C3A39-E401-4377-BB67-043144F3A66A}" type="presOf" srcId="{80537896-F662-4DEC-B6EE-D273F5FF93E2}" destId="{EDF24A4B-2972-4017-952A-005343A4399C}" srcOrd="0" destOrd="0" presId="urn:microsoft.com/office/officeart/2018/2/layout/IconVerticalSolidList"/>
    <dgm:cxn modelId="{8DF72D3D-DED1-485D-B6AB-39E32CEC1CEF}" type="presOf" srcId="{7D053AF7-B1AE-4D09-8D3C-72622700D2E3}" destId="{F959AB19-F354-4D9E-B47A-B105148CB8BB}" srcOrd="0" destOrd="0" presId="urn:microsoft.com/office/officeart/2018/2/layout/IconVerticalSolidList"/>
    <dgm:cxn modelId="{76EE0E40-A81C-47F8-9A0C-26692C13D005}" srcId="{91936BDA-C2B3-4D91-BBD8-8D2A81723930}" destId="{6FA6554A-4219-4F0C-A496-B7935A144CA8}" srcOrd="1" destOrd="0" parTransId="{2F63240F-3160-478C-AC99-89F69AB7EED5}" sibTransId="{4C5C7274-6DC4-450D-B1B4-DCFC040279E2}"/>
    <dgm:cxn modelId="{99AF7D65-9F20-49CB-B16F-C9967AB50006}" type="presOf" srcId="{6FA6554A-4219-4F0C-A496-B7935A144CA8}" destId="{8A89FC90-7849-480A-ABA7-BABA724DF275}" srcOrd="0" destOrd="0" presId="urn:microsoft.com/office/officeart/2018/2/layout/IconVerticalSolidList"/>
    <dgm:cxn modelId="{C1534675-CDDB-4952-9C19-99E48C66A55C}" type="presOf" srcId="{91936BDA-C2B3-4D91-BBD8-8D2A81723930}" destId="{86D83E0A-4B22-4CE8-A3EB-319A5DF59CDD}" srcOrd="0" destOrd="0" presId="urn:microsoft.com/office/officeart/2018/2/layout/IconVerticalSolidList"/>
    <dgm:cxn modelId="{D8AC0F8E-D354-4458-8FB9-3D18AADF251D}" srcId="{91936BDA-C2B3-4D91-BBD8-8D2A81723930}" destId="{00CC0F77-0F1E-4A2C-94E2-C3DB41C579A8}" srcOrd="0" destOrd="0" parTransId="{BFA9C584-0CD9-4B78-AC8A-E8A10A1335DA}" sibTransId="{2F43794E-227F-4B7E-897B-43A67E7707AA}"/>
    <dgm:cxn modelId="{198A9EA9-086C-4B68-ADAD-7A0C2F14BB69}" type="presOf" srcId="{00CC0F77-0F1E-4A2C-94E2-C3DB41C579A8}" destId="{79CF8E83-6C6F-44E7-BA21-9A6961A3F29A}" srcOrd="0" destOrd="0" presId="urn:microsoft.com/office/officeart/2018/2/layout/IconVerticalSolidList"/>
    <dgm:cxn modelId="{93C1B0B8-4D62-417B-9B7A-5474E108786D}" type="presOf" srcId="{8EF24248-4173-4F1A-83DD-8BDFE7574EB5}" destId="{2542C2B8-C051-4929-8373-17706627B522}" srcOrd="0" destOrd="0" presId="urn:microsoft.com/office/officeart/2018/2/layout/IconVerticalSolidList"/>
    <dgm:cxn modelId="{32E395C9-43A9-44CB-8051-41EDE83D9EBB}" srcId="{91936BDA-C2B3-4D91-BBD8-8D2A81723930}" destId="{8EF24248-4173-4F1A-83DD-8BDFE7574EB5}" srcOrd="3" destOrd="0" parTransId="{C89DC3DB-417B-48B2-861E-4A82353FFE8F}" sibTransId="{EEA0756C-4BE9-468D-B34C-2EB70EB96537}"/>
    <dgm:cxn modelId="{922D3EBD-9B51-4E41-BAA1-281F46199121}" type="presParOf" srcId="{86D83E0A-4B22-4CE8-A3EB-319A5DF59CDD}" destId="{15984810-AEDF-4EA7-96C8-ECE04079CD17}" srcOrd="0" destOrd="0" presId="urn:microsoft.com/office/officeart/2018/2/layout/IconVerticalSolidList"/>
    <dgm:cxn modelId="{57E01EDA-E435-4488-BE47-3273C3356C47}" type="presParOf" srcId="{15984810-AEDF-4EA7-96C8-ECE04079CD17}" destId="{44DD894D-D42C-46D8-896E-7D498D0F4314}" srcOrd="0" destOrd="0" presId="urn:microsoft.com/office/officeart/2018/2/layout/IconVerticalSolidList"/>
    <dgm:cxn modelId="{6E3D894D-5475-434F-BD91-0061A71DD5A5}" type="presParOf" srcId="{15984810-AEDF-4EA7-96C8-ECE04079CD17}" destId="{46328671-8DA1-4EC6-8EE6-43AA92C86CD3}" srcOrd="1" destOrd="0" presId="urn:microsoft.com/office/officeart/2018/2/layout/IconVerticalSolidList"/>
    <dgm:cxn modelId="{14906ECB-CB78-4CD5-9EA9-A1AD7DFD862C}" type="presParOf" srcId="{15984810-AEDF-4EA7-96C8-ECE04079CD17}" destId="{10F3539D-5D62-49B2-80AE-66D5E08FC8F2}" srcOrd="2" destOrd="0" presId="urn:microsoft.com/office/officeart/2018/2/layout/IconVerticalSolidList"/>
    <dgm:cxn modelId="{C50B39D7-408C-4F55-9710-C602FB1A51AD}" type="presParOf" srcId="{15984810-AEDF-4EA7-96C8-ECE04079CD17}" destId="{79CF8E83-6C6F-44E7-BA21-9A6961A3F29A}" srcOrd="3" destOrd="0" presId="urn:microsoft.com/office/officeart/2018/2/layout/IconVerticalSolidList"/>
    <dgm:cxn modelId="{EF2E0116-E3DB-42D9-8C39-5F67F978BFCC}" type="presParOf" srcId="{86D83E0A-4B22-4CE8-A3EB-319A5DF59CDD}" destId="{21BED4F7-5E7A-42D7-A629-A919AF0868B5}" srcOrd="1" destOrd="0" presId="urn:microsoft.com/office/officeart/2018/2/layout/IconVerticalSolidList"/>
    <dgm:cxn modelId="{3D279FC9-BF32-480C-81F7-5B5410B2F32F}" type="presParOf" srcId="{86D83E0A-4B22-4CE8-A3EB-319A5DF59CDD}" destId="{71B51998-2DBA-459B-9AAD-D4E6756A2615}" srcOrd="2" destOrd="0" presId="urn:microsoft.com/office/officeart/2018/2/layout/IconVerticalSolidList"/>
    <dgm:cxn modelId="{CA58B156-2021-42F4-BDEB-92C381C4F985}" type="presParOf" srcId="{71B51998-2DBA-459B-9AAD-D4E6756A2615}" destId="{74CE1711-529D-4689-AAEB-5FAC9B7738D5}" srcOrd="0" destOrd="0" presId="urn:microsoft.com/office/officeart/2018/2/layout/IconVerticalSolidList"/>
    <dgm:cxn modelId="{706A6C2B-7C2E-4663-BAF8-98D3C28A607E}" type="presParOf" srcId="{71B51998-2DBA-459B-9AAD-D4E6756A2615}" destId="{D79F3007-D45D-4A60-911D-DC63503BE957}" srcOrd="1" destOrd="0" presId="urn:microsoft.com/office/officeart/2018/2/layout/IconVerticalSolidList"/>
    <dgm:cxn modelId="{92D61F0E-CD64-4A26-AEFA-A2CC8214F6BB}" type="presParOf" srcId="{71B51998-2DBA-459B-9AAD-D4E6756A2615}" destId="{9A260AB9-5684-42BE-AB0C-9D3C44142579}" srcOrd="2" destOrd="0" presId="urn:microsoft.com/office/officeart/2018/2/layout/IconVerticalSolidList"/>
    <dgm:cxn modelId="{F28D4EA2-717B-472E-AF77-AEF607B4F417}" type="presParOf" srcId="{71B51998-2DBA-459B-9AAD-D4E6756A2615}" destId="{8A89FC90-7849-480A-ABA7-BABA724DF275}" srcOrd="3" destOrd="0" presId="urn:microsoft.com/office/officeart/2018/2/layout/IconVerticalSolidList"/>
    <dgm:cxn modelId="{162B1D43-10D8-4ECA-B0ED-EAE732D0D70E}" type="presParOf" srcId="{86D83E0A-4B22-4CE8-A3EB-319A5DF59CDD}" destId="{E7C504F3-54D7-4A00-8901-5F95C17842D1}" srcOrd="3" destOrd="0" presId="urn:microsoft.com/office/officeart/2018/2/layout/IconVerticalSolidList"/>
    <dgm:cxn modelId="{CD97F64B-C9E3-4A97-A7B3-7447684D61BA}" type="presParOf" srcId="{86D83E0A-4B22-4CE8-A3EB-319A5DF59CDD}" destId="{9A607F5F-BDE9-4A1A-97A5-CC39ED601B09}" srcOrd="4" destOrd="0" presId="urn:microsoft.com/office/officeart/2018/2/layout/IconVerticalSolidList"/>
    <dgm:cxn modelId="{3D05369C-F6D4-43E4-BA40-3A62299DCC9A}" type="presParOf" srcId="{9A607F5F-BDE9-4A1A-97A5-CC39ED601B09}" destId="{87EF0288-624F-469C-A203-0E9FAECBD3F4}" srcOrd="0" destOrd="0" presId="urn:microsoft.com/office/officeart/2018/2/layout/IconVerticalSolidList"/>
    <dgm:cxn modelId="{2693EF6C-8408-4BA8-9BD1-862E43FCDED5}" type="presParOf" srcId="{9A607F5F-BDE9-4A1A-97A5-CC39ED601B09}" destId="{8E658653-DF77-41C2-A6EE-B145AECC77C1}" srcOrd="1" destOrd="0" presId="urn:microsoft.com/office/officeart/2018/2/layout/IconVerticalSolidList"/>
    <dgm:cxn modelId="{E88BDECE-55C9-441B-BDC8-2F42B4CC775B}" type="presParOf" srcId="{9A607F5F-BDE9-4A1A-97A5-CC39ED601B09}" destId="{D479472F-D3DD-4B2E-992E-853398EA8815}" srcOrd="2" destOrd="0" presId="urn:microsoft.com/office/officeart/2018/2/layout/IconVerticalSolidList"/>
    <dgm:cxn modelId="{1BFA9F63-2F91-4DB5-85CB-3DCBA3845001}" type="presParOf" srcId="{9A607F5F-BDE9-4A1A-97A5-CC39ED601B09}" destId="{F959AB19-F354-4D9E-B47A-B105148CB8BB}" srcOrd="3" destOrd="0" presId="urn:microsoft.com/office/officeart/2018/2/layout/IconVerticalSolidList"/>
    <dgm:cxn modelId="{3B12943C-BB7D-469A-AB98-333C0197A4ED}" type="presParOf" srcId="{86D83E0A-4B22-4CE8-A3EB-319A5DF59CDD}" destId="{22C8738C-342D-40ED-8C20-8F405899D94C}" srcOrd="5" destOrd="0" presId="urn:microsoft.com/office/officeart/2018/2/layout/IconVerticalSolidList"/>
    <dgm:cxn modelId="{D7390000-7BC8-4715-92C3-1D088BA7AE45}" type="presParOf" srcId="{86D83E0A-4B22-4CE8-A3EB-319A5DF59CDD}" destId="{1719DEB6-7701-437A-90AA-9B1EA8516F57}" srcOrd="6" destOrd="0" presId="urn:microsoft.com/office/officeart/2018/2/layout/IconVerticalSolidList"/>
    <dgm:cxn modelId="{D79F9FAE-8EFA-4D04-AE9C-7E210076F41A}" type="presParOf" srcId="{1719DEB6-7701-437A-90AA-9B1EA8516F57}" destId="{9773F3F2-5E0F-454A-B08D-B4103EA6859A}" srcOrd="0" destOrd="0" presId="urn:microsoft.com/office/officeart/2018/2/layout/IconVerticalSolidList"/>
    <dgm:cxn modelId="{F7561E0B-D292-4817-8508-CE4066A31642}" type="presParOf" srcId="{1719DEB6-7701-437A-90AA-9B1EA8516F57}" destId="{7599960A-E0F9-4F58-9512-236E4AF95A14}" srcOrd="1" destOrd="0" presId="urn:microsoft.com/office/officeart/2018/2/layout/IconVerticalSolidList"/>
    <dgm:cxn modelId="{64A67091-E3AC-449B-9314-D1242C7EF90B}" type="presParOf" srcId="{1719DEB6-7701-437A-90AA-9B1EA8516F57}" destId="{CE5585EF-56CD-4F50-9540-1396670AED15}" srcOrd="2" destOrd="0" presId="urn:microsoft.com/office/officeart/2018/2/layout/IconVerticalSolidList"/>
    <dgm:cxn modelId="{CD83CEAA-DF37-4E81-B430-5884C24C93C6}" type="presParOf" srcId="{1719DEB6-7701-437A-90AA-9B1EA8516F57}" destId="{2542C2B8-C051-4929-8373-17706627B522}" srcOrd="3" destOrd="0" presId="urn:microsoft.com/office/officeart/2018/2/layout/IconVerticalSolidList"/>
    <dgm:cxn modelId="{4372D59A-9FE6-4814-910E-D475F3D9F976}" type="presParOf" srcId="{86D83E0A-4B22-4CE8-A3EB-319A5DF59CDD}" destId="{233F5FE1-C727-4682-BCB7-6E9C2B8F067C}" srcOrd="7" destOrd="0" presId="urn:microsoft.com/office/officeart/2018/2/layout/IconVerticalSolidList"/>
    <dgm:cxn modelId="{BA08EDD5-03DA-4EDC-80ED-FFBF0DE0752F}" type="presParOf" srcId="{86D83E0A-4B22-4CE8-A3EB-319A5DF59CDD}" destId="{92E6AE7A-73A8-462F-9D1D-BE619776ED10}" srcOrd="8" destOrd="0" presId="urn:microsoft.com/office/officeart/2018/2/layout/IconVerticalSolidList"/>
    <dgm:cxn modelId="{831FB384-25FE-4757-9FE4-BAFB49B6716F}" type="presParOf" srcId="{92E6AE7A-73A8-462F-9D1D-BE619776ED10}" destId="{909C34F0-A5FD-4340-A61F-3F66175C612F}" srcOrd="0" destOrd="0" presId="urn:microsoft.com/office/officeart/2018/2/layout/IconVerticalSolidList"/>
    <dgm:cxn modelId="{39EE1D8B-8F49-4954-A33C-EE5238BFD44C}" type="presParOf" srcId="{92E6AE7A-73A8-462F-9D1D-BE619776ED10}" destId="{402BF262-F1EC-4B68-88E8-F153B53891B0}" srcOrd="1" destOrd="0" presId="urn:microsoft.com/office/officeart/2018/2/layout/IconVerticalSolidList"/>
    <dgm:cxn modelId="{F7BF86DC-5239-4EF7-981E-23BF34537C72}" type="presParOf" srcId="{92E6AE7A-73A8-462F-9D1D-BE619776ED10}" destId="{100403A9-3FF4-479E-A50C-CD303D58EE09}" srcOrd="2" destOrd="0" presId="urn:microsoft.com/office/officeart/2018/2/layout/IconVerticalSolidList"/>
    <dgm:cxn modelId="{4A752458-B9F8-4B9F-A012-6FCFE8020AE2}" type="presParOf" srcId="{92E6AE7A-73A8-462F-9D1D-BE619776ED10}" destId="{EDF24A4B-2972-4017-952A-005343A4399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AB9297-AC84-4FE9-A8D4-A4FF0BFBE9CE}">
      <dsp:nvSpPr>
        <dsp:cNvPr id="0" name=""/>
        <dsp:cNvSpPr/>
      </dsp:nvSpPr>
      <dsp:spPr>
        <a:xfrm>
          <a:off x="0" y="459"/>
          <a:ext cx="5095090" cy="107406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E6F384-5773-4157-BA58-3D56032B4425}">
      <dsp:nvSpPr>
        <dsp:cNvPr id="0" name=""/>
        <dsp:cNvSpPr/>
      </dsp:nvSpPr>
      <dsp:spPr>
        <a:xfrm>
          <a:off x="324903" y="242122"/>
          <a:ext cx="590733" cy="59073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56F28ED-1C2D-45CF-899D-1F3084C122AE}">
      <dsp:nvSpPr>
        <dsp:cNvPr id="0" name=""/>
        <dsp:cNvSpPr/>
      </dsp:nvSpPr>
      <dsp:spPr>
        <a:xfrm>
          <a:off x="1240539" y="459"/>
          <a:ext cx="3854550" cy="1074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671" tIns="113671" rIns="113671" bIns="113671" numCol="1" spcCol="1270" anchor="ctr" anchorCtr="0">
          <a:noAutofit/>
        </a:bodyPr>
        <a:lstStyle/>
        <a:p>
          <a:pPr marL="0" lvl="0" indent="0" algn="l" defTabSz="1111250">
            <a:lnSpc>
              <a:spcPct val="100000"/>
            </a:lnSpc>
            <a:spcBef>
              <a:spcPct val="0"/>
            </a:spcBef>
            <a:spcAft>
              <a:spcPct val="35000"/>
            </a:spcAft>
            <a:buNone/>
          </a:pPr>
          <a:r>
            <a:rPr lang="en-US" sz="2500" kern="1200"/>
            <a:t>Gantt Charts</a:t>
          </a:r>
          <a:endParaRPr lang="en-MY" sz="2500" kern="1200"/>
        </a:p>
      </dsp:txBody>
      <dsp:txXfrm>
        <a:off x="1240539" y="459"/>
        <a:ext cx="3854550" cy="1074060"/>
      </dsp:txXfrm>
    </dsp:sp>
    <dsp:sp modelId="{A5B4A957-9B93-4EC9-96BF-0BABFE91639F}">
      <dsp:nvSpPr>
        <dsp:cNvPr id="0" name=""/>
        <dsp:cNvSpPr/>
      </dsp:nvSpPr>
      <dsp:spPr>
        <a:xfrm>
          <a:off x="0" y="1343034"/>
          <a:ext cx="5095090" cy="107406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2680C19-8AB6-405C-8EFD-90CFD19D390A}">
      <dsp:nvSpPr>
        <dsp:cNvPr id="0" name=""/>
        <dsp:cNvSpPr/>
      </dsp:nvSpPr>
      <dsp:spPr>
        <a:xfrm>
          <a:off x="324903" y="1584697"/>
          <a:ext cx="590733" cy="59073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194D895-3132-4517-AD9D-460430B1251F}">
      <dsp:nvSpPr>
        <dsp:cNvPr id="0" name=""/>
        <dsp:cNvSpPr/>
      </dsp:nvSpPr>
      <dsp:spPr>
        <a:xfrm>
          <a:off x="1240539" y="1343034"/>
          <a:ext cx="3854550" cy="1074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671" tIns="113671" rIns="113671" bIns="113671" numCol="1" spcCol="1270" anchor="ctr" anchorCtr="0">
          <a:noAutofit/>
        </a:bodyPr>
        <a:lstStyle/>
        <a:p>
          <a:pPr marL="0" lvl="0" indent="0" algn="l" defTabSz="1111250">
            <a:lnSpc>
              <a:spcPct val="100000"/>
            </a:lnSpc>
            <a:spcBef>
              <a:spcPct val="0"/>
            </a:spcBef>
            <a:spcAft>
              <a:spcPct val="35000"/>
            </a:spcAft>
            <a:buNone/>
          </a:pPr>
          <a:r>
            <a:rPr lang="en-US" sz="2500" kern="1200" dirty="0"/>
            <a:t>PERT diagrams	</a:t>
          </a:r>
          <a:endParaRPr lang="en-MY" sz="2500" kern="1200" dirty="0"/>
        </a:p>
      </dsp:txBody>
      <dsp:txXfrm>
        <a:off x="1240539" y="1343034"/>
        <a:ext cx="3854550" cy="1074060"/>
      </dsp:txXfrm>
    </dsp:sp>
    <dsp:sp modelId="{DA434EEF-596D-5746-B0AC-090B34BB6856}">
      <dsp:nvSpPr>
        <dsp:cNvPr id="0" name=""/>
        <dsp:cNvSpPr/>
      </dsp:nvSpPr>
      <dsp:spPr>
        <a:xfrm>
          <a:off x="0" y="2685609"/>
          <a:ext cx="5095090" cy="107406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8D8997-5D58-5B42-BD1B-FCD5C03B6FF1}">
      <dsp:nvSpPr>
        <dsp:cNvPr id="0" name=""/>
        <dsp:cNvSpPr/>
      </dsp:nvSpPr>
      <dsp:spPr>
        <a:xfrm>
          <a:off x="324903" y="2927273"/>
          <a:ext cx="590733" cy="590733"/>
        </a:xfrm>
        <a:prstGeom prst="rect">
          <a:avLst/>
        </a:prstGeom>
        <a:solidFill>
          <a:schemeClr val="accent2">
            <a:hueOff val="1907789"/>
            <a:satOff val="-43528"/>
            <a:lumOff val="16079"/>
            <a:alphaOff val="0"/>
          </a:schemeClr>
        </a:solid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C10DAED-8354-9A4E-8856-42CD65E1B7A4}">
      <dsp:nvSpPr>
        <dsp:cNvPr id="0" name=""/>
        <dsp:cNvSpPr/>
      </dsp:nvSpPr>
      <dsp:spPr>
        <a:xfrm>
          <a:off x="1240539" y="2685609"/>
          <a:ext cx="3854550" cy="1074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671" tIns="113671" rIns="113671" bIns="113671" numCol="1" spcCol="1270" anchor="ctr" anchorCtr="0">
          <a:noAutofit/>
        </a:bodyPr>
        <a:lstStyle/>
        <a:p>
          <a:pPr marL="0" lvl="0" indent="0" algn="l" defTabSz="1111250">
            <a:lnSpc>
              <a:spcPct val="100000"/>
            </a:lnSpc>
            <a:spcBef>
              <a:spcPct val="0"/>
            </a:spcBef>
            <a:spcAft>
              <a:spcPct val="35000"/>
            </a:spcAft>
            <a:buNone/>
          </a:pPr>
          <a:r>
            <a:rPr lang="en-MY" sz="2500" kern="1200" dirty="0"/>
            <a:t>Critical Path Method</a:t>
          </a:r>
        </a:p>
      </dsp:txBody>
      <dsp:txXfrm>
        <a:off x="1240539" y="2685609"/>
        <a:ext cx="3854550" cy="10740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1A2C73-FB8D-0A4F-8106-8603695D5CDA}">
      <dsp:nvSpPr>
        <dsp:cNvPr id="0" name=""/>
        <dsp:cNvSpPr/>
      </dsp:nvSpPr>
      <dsp:spPr>
        <a:xfrm>
          <a:off x="1233725" y="2145"/>
          <a:ext cx="1710981" cy="798125"/>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PHASES</a:t>
          </a:r>
          <a:endParaRPr lang="en-MY" sz="1800" kern="1200" dirty="0"/>
        </a:p>
      </dsp:txBody>
      <dsp:txXfrm>
        <a:off x="1257101" y="25521"/>
        <a:ext cx="1664229" cy="751373"/>
      </dsp:txXfrm>
    </dsp:sp>
    <dsp:sp modelId="{2A6E3506-DC81-8140-BF9B-61582B026A1B}">
      <dsp:nvSpPr>
        <dsp:cNvPr id="0" name=""/>
        <dsp:cNvSpPr/>
      </dsp:nvSpPr>
      <dsp:spPr>
        <a:xfrm rot="5400000">
          <a:off x="1939567" y="820224"/>
          <a:ext cx="299297" cy="359156"/>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rot="-5400000">
        <a:off x="1981469" y="850154"/>
        <a:ext cx="215494" cy="209508"/>
      </dsp:txXfrm>
    </dsp:sp>
    <dsp:sp modelId="{08A834FF-5195-8349-8C0C-05C589D21C16}">
      <dsp:nvSpPr>
        <dsp:cNvPr id="0" name=""/>
        <dsp:cNvSpPr/>
      </dsp:nvSpPr>
      <dsp:spPr>
        <a:xfrm>
          <a:off x="1233725" y="1199333"/>
          <a:ext cx="1710981" cy="798125"/>
        </a:xfrm>
        <a:prstGeom prst="roundRect">
          <a:avLst>
            <a:gd name="adj" fmla="val 10000"/>
          </a:avLst>
        </a:prstGeom>
        <a:solidFill>
          <a:schemeClr val="accent2">
            <a:hueOff val="635930"/>
            <a:satOff val="-14509"/>
            <a:lumOff val="536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TASK/ACTIVITIES</a:t>
          </a:r>
          <a:endParaRPr lang="en-MY" sz="1800" kern="1200" dirty="0"/>
        </a:p>
      </dsp:txBody>
      <dsp:txXfrm>
        <a:off x="1257101" y="1222709"/>
        <a:ext cx="1664229" cy="751373"/>
      </dsp:txXfrm>
    </dsp:sp>
    <dsp:sp modelId="{FC0B1219-76C9-F64C-9477-44D6653705DF}">
      <dsp:nvSpPr>
        <dsp:cNvPr id="0" name=""/>
        <dsp:cNvSpPr/>
      </dsp:nvSpPr>
      <dsp:spPr>
        <a:xfrm rot="5400000">
          <a:off x="1939567" y="2017412"/>
          <a:ext cx="299297" cy="359156"/>
        </a:xfrm>
        <a:prstGeom prst="rightArrow">
          <a:avLst>
            <a:gd name="adj1" fmla="val 60000"/>
            <a:gd name="adj2" fmla="val 50000"/>
          </a:avLst>
        </a:prstGeom>
        <a:solidFill>
          <a:schemeClr val="accent2">
            <a:hueOff val="953895"/>
            <a:satOff val="-21764"/>
            <a:lumOff val="8039"/>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rot="-5400000">
        <a:off x="1981469" y="2047342"/>
        <a:ext cx="215494" cy="209508"/>
      </dsp:txXfrm>
    </dsp:sp>
    <dsp:sp modelId="{6743FBAA-4DF0-4B40-815C-F76B79422F26}">
      <dsp:nvSpPr>
        <dsp:cNvPr id="0" name=""/>
        <dsp:cNvSpPr/>
      </dsp:nvSpPr>
      <dsp:spPr>
        <a:xfrm>
          <a:off x="1233725" y="2396522"/>
          <a:ext cx="1710981" cy="798125"/>
        </a:xfrm>
        <a:prstGeom prst="roundRect">
          <a:avLst>
            <a:gd name="adj" fmla="val 10000"/>
          </a:avLst>
        </a:prstGeom>
        <a:solidFill>
          <a:schemeClr val="accent2">
            <a:hueOff val="1271860"/>
            <a:satOff val="-29019"/>
            <a:lumOff val="10719"/>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STEPS</a:t>
          </a:r>
          <a:endParaRPr lang="en-MY" sz="1800" kern="1200"/>
        </a:p>
      </dsp:txBody>
      <dsp:txXfrm>
        <a:off x="1257101" y="2419898"/>
        <a:ext cx="1664229" cy="751373"/>
      </dsp:txXfrm>
    </dsp:sp>
    <dsp:sp modelId="{0F0F3354-CD5F-A141-9A2B-5D9DC9F869E8}">
      <dsp:nvSpPr>
        <dsp:cNvPr id="0" name=""/>
        <dsp:cNvSpPr/>
      </dsp:nvSpPr>
      <dsp:spPr>
        <a:xfrm rot="5400000">
          <a:off x="1939567" y="3214601"/>
          <a:ext cx="299297" cy="359156"/>
        </a:xfrm>
        <a:prstGeom prst="rightArrow">
          <a:avLst>
            <a:gd name="adj1" fmla="val 60000"/>
            <a:gd name="adj2" fmla="val 50000"/>
          </a:avLst>
        </a:prstGeom>
        <a:solidFill>
          <a:schemeClr val="accent2">
            <a:hueOff val="1907789"/>
            <a:satOff val="-43528"/>
            <a:lumOff val="16079"/>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rot="-5400000">
        <a:off x="1981469" y="3244531"/>
        <a:ext cx="215494" cy="209508"/>
      </dsp:txXfrm>
    </dsp:sp>
    <dsp:sp modelId="{F51D907C-0C02-7042-BDEB-649BFE602FD8}">
      <dsp:nvSpPr>
        <dsp:cNvPr id="0" name=""/>
        <dsp:cNvSpPr/>
      </dsp:nvSpPr>
      <dsp:spPr>
        <a:xfrm>
          <a:off x="1233725" y="3593710"/>
          <a:ext cx="1710981" cy="798125"/>
        </a:xfrm>
        <a:prstGeom prst="roundRect">
          <a:avLst>
            <a:gd name="adj" fmla="val 10000"/>
          </a:avLst>
        </a:prstGeom>
        <a:solidFill>
          <a:schemeClr val="accent2">
            <a:hueOff val="1907789"/>
            <a:satOff val="-43528"/>
            <a:lumOff val="16079"/>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smaller units</a:t>
          </a:r>
          <a:endParaRPr lang="en-MY" sz="1800" kern="1200" dirty="0"/>
        </a:p>
      </dsp:txBody>
      <dsp:txXfrm>
        <a:off x="1257101" y="3617086"/>
        <a:ext cx="1664229" cy="75137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DD894D-D42C-46D8-896E-7D498D0F4314}">
      <dsp:nvSpPr>
        <dsp:cNvPr id="0" name=""/>
        <dsp:cNvSpPr/>
      </dsp:nvSpPr>
      <dsp:spPr>
        <a:xfrm>
          <a:off x="0" y="4175"/>
          <a:ext cx="5891817" cy="88933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6328671-8DA1-4EC6-8EE6-43AA92C86CD3}">
      <dsp:nvSpPr>
        <dsp:cNvPr id="0" name=""/>
        <dsp:cNvSpPr/>
      </dsp:nvSpPr>
      <dsp:spPr>
        <a:xfrm>
          <a:off x="269023" y="204275"/>
          <a:ext cx="489132" cy="48913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9CF8E83-6C6F-44E7-BA21-9A6961A3F29A}">
      <dsp:nvSpPr>
        <dsp:cNvPr id="0" name=""/>
        <dsp:cNvSpPr/>
      </dsp:nvSpPr>
      <dsp:spPr>
        <a:xfrm>
          <a:off x="1027178" y="4175"/>
          <a:ext cx="4864638" cy="8893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4121" tIns="94121" rIns="94121" bIns="94121" numCol="1" spcCol="1270" anchor="ctr" anchorCtr="0">
          <a:noAutofit/>
        </a:bodyPr>
        <a:lstStyle/>
        <a:p>
          <a:pPr marL="0" lvl="0" indent="0" algn="l" defTabSz="844550">
            <a:lnSpc>
              <a:spcPct val="90000"/>
            </a:lnSpc>
            <a:spcBef>
              <a:spcPct val="0"/>
            </a:spcBef>
            <a:spcAft>
              <a:spcPct val="35000"/>
            </a:spcAft>
            <a:buNone/>
          </a:pPr>
          <a:r>
            <a:rPr lang="en-US" sz="1900" kern="1200" dirty="0"/>
            <a:t>Project is broken down into phases.</a:t>
          </a:r>
        </a:p>
      </dsp:txBody>
      <dsp:txXfrm>
        <a:off x="1027178" y="4175"/>
        <a:ext cx="4864638" cy="889332"/>
      </dsp:txXfrm>
    </dsp:sp>
    <dsp:sp modelId="{74CE1711-529D-4689-AAEB-5FAC9B7738D5}">
      <dsp:nvSpPr>
        <dsp:cNvPr id="0" name=""/>
        <dsp:cNvSpPr/>
      </dsp:nvSpPr>
      <dsp:spPr>
        <a:xfrm>
          <a:off x="0" y="1115840"/>
          <a:ext cx="5891817" cy="88933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9F3007-D45D-4A60-911D-DC63503BE957}">
      <dsp:nvSpPr>
        <dsp:cNvPr id="0" name=""/>
        <dsp:cNvSpPr/>
      </dsp:nvSpPr>
      <dsp:spPr>
        <a:xfrm>
          <a:off x="269023" y="1315940"/>
          <a:ext cx="489132" cy="48913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A89FC90-7849-480A-ABA7-BABA724DF275}">
      <dsp:nvSpPr>
        <dsp:cNvPr id="0" name=""/>
        <dsp:cNvSpPr/>
      </dsp:nvSpPr>
      <dsp:spPr>
        <a:xfrm>
          <a:off x="1027178" y="1115840"/>
          <a:ext cx="4864638" cy="8893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4121" tIns="94121" rIns="94121" bIns="94121" numCol="1" spcCol="1270" anchor="ctr" anchorCtr="0">
          <a:noAutofit/>
        </a:bodyPr>
        <a:lstStyle/>
        <a:p>
          <a:pPr marL="0" lvl="0" indent="0" algn="l" defTabSz="844550">
            <a:lnSpc>
              <a:spcPct val="90000"/>
            </a:lnSpc>
            <a:spcBef>
              <a:spcPct val="0"/>
            </a:spcBef>
            <a:spcAft>
              <a:spcPct val="35000"/>
            </a:spcAft>
            <a:buNone/>
          </a:pPr>
          <a:r>
            <a:rPr lang="en-US" sz="1900" kern="1200" dirty="0"/>
            <a:t>Further project is broken down into tasks or activities.</a:t>
          </a:r>
        </a:p>
      </dsp:txBody>
      <dsp:txXfrm>
        <a:off x="1027178" y="1115840"/>
        <a:ext cx="4864638" cy="889332"/>
      </dsp:txXfrm>
    </dsp:sp>
    <dsp:sp modelId="{87EF0288-624F-469C-A203-0E9FAECBD3F4}">
      <dsp:nvSpPr>
        <dsp:cNvPr id="0" name=""/>
        <dsp:cNvSpPr/>
      </dsp:nvSpPr>
      <dsp:spPr>
        <a:xfrm>
          <a:off x="0" y="2227506"/>
          <a:ext cx="5891817" cy="88933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658653-DF77-41C2-A6EE-B145AECC77C1}">
      <dsp:nvSpPr>
        <dsp:cNvPr id="0" name=""/>
        <dsp:cNvSpPr/>
      </dsp:nvSpPr>
      <dsp:spPr>
        <a:xfrm>
          <a:off x="269023" y="2427606"/>
          <a:ext cx="489132" cy="48913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959AB19-F354-4D9E-B47A-B105148CB8BB}">
      <dsp:nvSpPr>
        <dsp:cNvPr id="0" name=""/>
        <dsp:cNvSpPr/>
      </dsp:nvSpPr>
      <dsp:spPr>
        <a:xfrm>
          <a:off x="1027178" y="2227506"/>
          <a:ext cx="4864638" cy="8893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4121" tIns="94121" rIns="94121" bIns="94121" numCol="1" spcCol="1270" anchor="ctr" anchorCtr="0">
          <a:noAutofit/>
        </a:bodyPr>
        <a:lstStyle/>
        <a:p>
          <a:pPr marL="0" lvl="0" indent="0" algn="l" defTabSz="844550">
            <a:lnSpc>
              <a:spcPct val="90000"/>
            </a:lnSpc>
            <a:spcBef>
              <a:spcPct val="0"/>
            </a:spcBef>
            <a:spcAft>
              <a:spcPct val="35000"/>
            </a:spcAft>
            <a:buNone/>
          </a:pPr>
          <a:r>
            <a:rPr lang="en-US" sz="1900" kern="1200" dirty="0"/>
            <a:t>Finally project is broken down into steps or even smaller units.</a:t>
          </a:r>
        </a:p>
      </dsp:txBody>
      <dsp:txXfrm>
        <a:off x="1027178" y="2227506"/>
        <a:ext cx="4864638" cy="889332"/>
      </dsp:txXfrm>
    </dsp:sp>
    <dsp:sp modelId="{9773F3F2-5E0F-454A-B08D-B4103EA6859A}">
      <dsp:nvSpPr>
        <dsp:cNvPr id="0" name=""/>
        <dsp:cNvSpPr/>
      </dsp:nvSpPr>
      <dsp:spPr>
        <a:xfrm>
          <a:off x="0" y="3339171"/>
          <a:ext cx="5891817" cy="88933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599960A-E0F9-4F58-9512-236E4AF95A14}">
      <dsp:nvSpPr>
        <dsp:cNvPr id="0" name=""/>
        <dsp:cNvSpPr/>
      </dsp:nvSpPr>
      <dsp:spPr>
        <a:xfrm>
          <a:off x="269023" y="3539271"/>
          <a:ext cx="489132" cy="48913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542C2B8-C051-4929-8373-17706627B522}">
      <dsp:nvSpPr>
        <dsp:cNvPr id="0" name=""/>
        <dsp:cNvSpPr/>
      </dsp:nvSpPr>
      <dsp:spPr>
        <a:xfrm>
          <a:off x="1027178" y="3339171"/>
          <a:ext cx="4864638" cy="8893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4121" tIns="94121" rIns="94121" bIns="94121" numCol="1" spcCol="1270" anchor="ctr" anchorCtr="0">
          <a:noAutofit/>
        </a:bodyPr>
        <a:lstStyle/>
        <a:p>
          <a:pPr marL="0" lvl="0" indent="0" algn="l" defTabSz="844550">
            <a:lnSpc>
              <a:spcPct val="90000"/>
            </a:lnSpc>
            <a:spcBef>
              <a:spcPct val="0"/>
            </a:spcBef>
            <a:spcAft>
              <a:spcPct val="35000"/>
            </a:spcAft>
            <a:buNone/>
          </a:pPr>
          <a:r>
            <a:rPr lang="en-US" sz="1900" kern="1200" dirty="0"/>
            <a:t>Time is estimated for each task or activity.</a:t>
          </a:r>
        </a:p>
      </dsp:txBody>
      <dsp:txXfrm>
        <a:off x="1027178" y="3339171"/>
        <a:ext cx="4864638" cy="889332"/>
      </dsp:txXfrm>
    </dsp:sp>
    <dsp:sp modelId="{909C34F0-A5FD-4340-A61F-3F66175C612F}">
      <dsp:nvSpPr>
        <dsp:cNvPr id="0" name=""/>
        <dsp:cNvSpPr/>
      </dsp:nvSpPr>
      <dsp:spPr>
        <a:xfrm>
          <a:off x="0" y="4450837"/>
          <a:ext cx="5891817" cy="88933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2BF262-F1EC-4B68-88E8-F153B53891B0}">
      <dsp:nvSpPr>
        <dsp:cNvPr id="0" name=""/>
        <dsp:cNvSpPr/>
      </dsp:nvSpPr>
      <dsp:spPr>
        <a:xfrm>
          <a:off x="269023" y="4650937"/>
          <a:ext cx="489132" cy="48913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DF24A4B-2972-4017-952A-005343A4399C}">
      <dsp:nvSpPr>
        <dsp:cNvPr id="0" name=""/>
        <dsp:cNvSpPr/>
      </dsp:nvSpPr>
      <dsp:spPr>
        <a:xfrm>
          <a:off x="1027178" y="4450837"/>
          <a:ext cx="4864638" cy="8893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4121" tIns="94121" rIns="94121" bIns="94121" numCol="1" spcCol="1270" anchor="ctr" anchorCtr="0">
          <a:noAutofit/>
        </a:bodyPr>
        <a:lstStyle/>
        <a:p>
          <a:pPr marL="0" lvl="0" indent="0" algn="l" defTabSz="844550">
            <a:lnSpc>
              <a:spcPct val="90000"/>
            </a:lnSpc>
            <a:spcBef>
              <a:spcPct val="0"/>
            </a:spcBef>
            <a:spcAft>
              <a:spcPct val="35000"/>
            </a:spcAft>
            <a:buNone/>
          </a:pPr>
          <a:r>
            <a:rPr lang="en-US" sz="1900" kern="1200" dirty="0"/>
            <a:t>Most likely, pessimistic, and optimistic estimates for time may be used.</a:t>
          </a:r>
        </a:p>
      </dsp:txBody>
      <dsp:txXfrm>
        <a:off x="1027178" y="4450837"/>
        <a:ext cx="4864638" cy="88933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99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99091"/>
          </a:xfrm>
          <a:prstGeom prst="rect">
            <a:avLst/>
          </a:prstGeom>
        </p:spPr>
        <p:txBody>
          <a:bodyPr vert="horz" lIns="91440" tIns="45720" rIns="91440" bIns="45720" rtlCol="0"/>
          <a:lstStyle>
            <a:lvl1pPr algn="r">
              <a:defRPr sz="1200"/>
            </a:lvl1pPr>
          </a:lstStyle>
          <a:p>
            <a:fld id="{62A509BF-53EE-4D84-844F-BEC1430829BC}" type="datetimeFigureOut">
              <a:rPr lang="en-US" smtClean="0"/>
              <a:t>5/18/2025</a:t>
            </a:fld>
            <a:endParaRPr lang="en-US"/>
          </a:p>
        </p:txBody>
      </p:sp>
      <p:sp>
        <p:nvSpPr>
          <p:cNvPr id="4" name="Slide Image Placeholder 3"/>
          <p:cNvSpPr>
            <a:spLocks noGrp="1" noRot="1" noChangeAspect="1"/>
          </p:cNvSpPr>
          <p:nvPr>
            <p:ph type="sldImg" idx="2"/>
          </p:nvPr>
        </p:nvSpPr>
        <p:spPr>
          <a:xfrm>
            <a:off x="444500" y="1243013"/>
            <a:ext cx="5969000" cy="335756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787126"/>
            <a:ext cx="5486400" cy="391674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48185"/>
            <a:ext cx="2971800" cy="49909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9448185"/>
            <a:ext cx="2971800" cy="499090"/>
          </a:xfrm>
          <a:prstGeom prst="rect">
            <a:avLst/>
          </a:prstGeom>
        </p:spPr>
        <p:txBody>
          <a:bodyPr vert="horz" lIns="91440" tIns="45720" rIns="91440" bIns="45720" rtlCol="0" anchor="b"/>
          <a:lstStyle>
            <a:lvl1pPr algn="r">
              <a:defRPr sz="1200"/>
            </a:lvl1pPr>
          </a:lstStyle>
          <a:p>
            <a:fld id="{092B6879-5321-45FF-A6AE-E6B1BB62CBAD}" type="slidenum">
              <a:rPr lang="en-US" smtClean="0"/>
              <a:t>‹#›</a:t>
            </a:fld>
            <a:endParaRPr lang="en-US"/>
          </a:p>
        </p:txBody>
      </p:sp>
    </p:spTree>
    <p:extLst>
      <p:ext uri="{BB962C8B-B14F-4D97-AF65-F5344CB8AC3E}">
        <p14:creationId xmlns:p14="http://schemas.microsoft.com/office/powerpoint/2010/main" val="33817419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FEE6678C-B846-4645-BFC0-6717EC24A31D}" type="slidenum">
              <a:rPr lang="en-US" smtClean="0"/>
              <a:pPr>
                <a:defRPr/>
              </a:pPr>
              <a:t>10</a:t>
            </a:fld>
            <a:endParaRPr lang="en-US"/>
          </a:p>
        </p:txBody>
      </p:sp>
    </p:spTree>
    <p:extLst>
      <p:ext uri="{BB962C8B-B14F-4D97-AF65-F5344CB8AC3E}">
        <p14:creationId xmlns:p14="http://schemas.microsoft.com/office/powerpoint/2010/main" val="39186150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6BB078C7-5A96-4C5A-98B3-59CCA3C6CC6B}" type="slidenum">
              <a:rPr lang="en-US" smtClean="0"/>
              <a:pPr>
                <a:defRPr/>
              </a:pPr>
              <a:t>18</a:t>
            </a:fld>
            <a:endParaRPr lang="en-US"/>
          </a:p>
        </p:txBody>
      </p:sp>
    </p:spTree>
    <p:extLst>
      <p:ext uri="{BB962C8B-B14F-4D97-AF65-F5344CB8AC3E}">
        <p14:creationId xmlns:p14="http://schemas.microsoft.com/office/powerpoint/2010/main" val="5006398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B8224-9C53-7756-2112-2558B52C8B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78C167-EF6E-DD0B-AAB8-8E8DACB48F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C33B55-2D90-9EC7-3863-265CEE1CF2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503654-322F-6B42-8445-D5AC72C32C80}"/>
              </a:ext>
            </a:extLst>
          </p:cNvPr>
          <p:cNvSpPr>
            <a:spLocks noGrp="1"/>
          </p:cNvSpPr>
          <p:nvPr>
            <p:ph type="sldNum" sz="quarter" idx="5"/>
          </p:nvPr>
        </p:nvSpPr>
        <p:spPr/>
        <p:txBody>
          <a:bodyPr/>
          <a:lstStyle/>
          <a:p>
            <a:pPr>
              <a:defRPr/>
            </a:pPr>
            <a:fld id="{FEE6678C-B846-4645-BFC0-6717EC24A31D}" type="slidenum">
              <a:rPr lang="en-US" smtClean="0"/>
              <a:pPr>
                <a:defRPr/>
              </a:pPr>
              <a:t>21</a:t>
            </a:fld>
            <a:endParaRPr lang="en-US"/>
          </a:p>
        </p:txBody>
      </p:sp>
    </p:spTree>
    <p:extLst>
      <p:ext uri="{BB962C8B-B14F-4D97-AF65-F5344CB8AC3E}">
        <p14:creationId xmlns:p14="http://schemas.microsoft.com/office/powerpoint/2010/main" val="26981386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2B7FD-CA95-16A4-2485-01AEAC4A19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834112-5753-DEA6-481D-283FD15165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A45E00-7DFD-0A45-8657-918477FD50FD}"/>
              </a:ext>
            </a:extLst>
          </p:cNvPr>
          <p:cNvSpPr>
            <a:spLocks noGrp="1"/>
          </p:cNvSpPr>
          <p:nvPr>
            <p:ph type="body" idx="1"/>
          </p:nvPr>
        </p:nvSpPr>
        <p:spPr/>
        <p:txBody>
          <a:bodyPr/>
          <a:lstStyle/>
          <a:p>
            <a:endParaRPr lang="en-MY" dirty="0"/>
          </a:p>
        </p:txBody>
      </p:sp>
      <p:sp>
        <p:nvSpPr>
          <p:cNvPr id="4" name="Slide Number Placeholder 3">
            <a:extLst>
              <a:ext uri="{FF2B5EF4-FFF2-40B4-BE49-F238E27FC236}">
                <a16:creationId xmlns:a16="http://schemas.microsoft.com/office/drawing/2014/main" id="{620853FD-4EF4-E4FB-755F-F760FA03B2FB}"/>
              </a:ext>
            </a:extLst>
          </p:cNvPr>
          <p:cNvSpPr>
            <a:spLocks noGrp="1"/>
          </p:cNvSpPr>
          <p:nvPr>
            <p:ph type="sldNum" sz="quarter" idx="5"/>
          </p:nvPr>
        </p:nvSpPr>
        <p:spPr/>
        <p:txBody>
          <a:bodyPr/>
          <a:lstStyle/>
          <a:p>
            <a:pPr>
              <a:defRPr/>
            </a:pPr>
            <a:fld id="{FEE6678C-B846-4645-BFC0-6717EC24A31D}" type="slidenum">
              <a:rPr lang="en-US" smtClean="0"/>
              <a:pPr>
                <a:defRPr/>
              </a:pPr>
              <a:t>26</a:t>
            </a:fld>
            <a:endParaRPr lang="en-US"/>
          </a:p>
        </p:txBody>
      </p:sp>
    </p:spTree>
    <p:extLst>
      <p:ext uri="{BB962C8B-B14F-4D97-AF65-F5344CB8AC3E}">
        <p14:creationId xmlns:p14="http://schemas.microsoft.com/office/powerpoint/2010/main" val="37276491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16C24-C9B5-678E-4800-7ED2B42BD441}"/>
            </a:ext>
          </a:extLst>
        </p:cNvPr>
        <p:cNvGrpSpPr/>
        <p:nvPr/>
      </p:nvGrpSpPr>
      <p:grpSpPr>
        <a:xfrm>
          <a:off x="0" y="0"/>
          <a:ext cx="0" cy="0"/>
          <a:chOff x="0" y="0"/>
          <a:chExt cx="0" cy="0"/>
        </a:xfrm>
      </p:grpSpPr>
      <p:sp>
        <p:nvSpPr>
          <p:cNvPr id="76802" name="Rectangle 7">
            <a:extLst>
              <a:ext uri="{FF2B5EF4-FFF2-40B4-BE49-F238E27FC236}">
                <a16:creationId xmlns:a16="http://schemas.microsoft.com/office/drawing/2014/main" id="{080CAC8A-983F-5E41-48AE-04DD4448EA8F}"/>
              </a:ext>
            </a:extLst>
          </p:cNvPr>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641923DD-079C-4806-A4A3-42CB9D692436}" type="slidenum">
              <a:rPr lang="en-US" smtClean="0"/>
              <a:pPr/>
              <a:t>27</a:t>
            </a:fld>
            <a:endParaRPr lang="en-US"/>
          </a:p>
        </p:txBody>
      </p:sp>
      <p:sp>
        <p:nvSpPr>
          <p:cNvPr id="76803" name="Rectangle 2">
            <a:extLst>
              <a:ext uri="{FF2B5EF4-FFF2-40B4-BE49-F238E27FC236}">
                <a16:creationId xmlns:a16="http://schemas.microsoft.com/office/drawing/2014/main" id="{97A751EE-6C53-4BB6-0031-FE8FBAFD8515}"/>
              </a:ext>
            </a:extLst>
          </p:cNvPr>
          <p:cNvSpPr>
            <a:spLocks noGrp="1" noRot="1" noChangeAspect="1" noChangeArrowheads="1" noTextEdit="1"/>
          </p:cNvSpPr>
          <p:nvPr>
            <p:ph type="sldImg"/>
          </p:nvPr>
        </p:nvSpPr>
        <p:spPr bwMode="auto">
          <a:noFill/>
          <a:ln>
            <a:solidFill>
              <a:srgbClr val="000000"/>
            </a:solidFill>
            <a:miter lim="800000"/>
            <a:headEnd/>
            <a:tailEnd/>
          </a:ln>
        </p:spPr>
      </p:sp>
      <p:sp>
        <p:nvSpPr>
          <p:cNvPr id="76804" name="Rectangle 3">
            <a:extLst>
              <a:ext uri="{FF2B5EF4-FFF2-40B4-BE49-F238E27FC236}">
                <a16:creationId xmlns:a16="http://schemas.microsoft.com/office/drawing/2014/main" id="{876FC591-54B6-D4A4-D79C-C1598E3D98FA}"/>
              </a:ext>
            </a:extLst>
          </p:cNvPr>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a:p>
        </p:txBody>
      </p:sp>
    </p:spTree>
    <p:extLst>
      <p:ext uri="{BB962C8B-B14F-4D97-AF65-F5344CB8AC3E}">
        <p14:creationId xmlns:p14="http://schemas.microsoft.com/office/powerpoint/2010/main" val="161471413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4.svg"/><Relationship Id="rId7"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2.tiff"/><Relationship Id="rId5" Type="http://schemas.openxmlformats.org/officeDocument/2006/relationships/image" Target="../media/image6.svg"/><Relationship Id="rId10" Type="http://schemas.openxmlformats.org/officeDocument/2006/relationships/image" Target="../media/image10.svg"/><Relationship Id="rId4" Type="http://schemas.openxmlformats.org/officeDocument/2006/relationships/image" Target="../media/image5.png"/><Relationship Id="rId9"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13.sv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A77FC49-908E-7282-71D1-FF9B45CC794D}"/>
              </a:ext>
            </a:extLst>
          </p:cNvPr>
          <p:cNvPicPr>
            <a:picLocks noChangeAspect="1"/>
          </p:cNvPicPr>
          <p:nvPr userDrawn="1"/>
        </p:nvPicPr>
        <p:blipFill>
          <a:blip r:embed="rId2">
            <a:alphaModFix amt="34000"/>
            <a:extLst>
              <a:ext uri="{28A0092B-C50C-407E-A947-70E740481C1C}">
                <a14:useLocalDpi xmlns:a14="http://schemas.microsoft.com/office/drawing/2010/main" val="0"/>
              </a:ext>
            </a:extLst>
          </a:blip>
          <a:stretch>
            <a:fillRect/>
          </a:stretch>
        </p:blipFill>
        <p:spPr>
          <a:xfrm rot="16200000">
            <a:off x="1428041" y="-1428041"/>
            <a:ext cx="6880030" cy="9736110"/>
          </a:xfrm>
          <a:prstGeom prst="rect">
            <a:avLst/>
          </a:prstGeom>
        </p:spPr>
      </p:pic>
      <p:pic>
        <p:nvPicPr>
          <p:cNvPr id="11" name="Picture 10">
            <a:extLst>
              <a:ext uri="{FF2B5EF4-FFF2-40B4-BE49-F238E27FC236}">
                <a16:creationId xmlns:a16="http://schemas.microsoft.com/office/drawing/2014/main" id="{B9FB5ACA-D821-A539-94D6-EEC7337F3AF1}"/>
              </a:ext>
            </a:extLst>
          </p:cNvPr>
          <p:cNvPicPr>
            <a:picLocks noChangeAspect="1"/>
          </p:cNvPicPr>
          <p:nvPr userDrawn="1"/>
        </p:nvPicPr>
        <p:blipFill>
          <a:blip r:embed="rId3">
            <a:alphaModFix amt="99000"/>
          </a:blip>
          <a:stretch>
            <a:fillRect/>
          </a:stretch>
        </p:blipFill>
        <p:spPr>
          <a:xfrm rot="10800000" flipV="1">
            <a:off x="59093" y="0"/>
            <a:ext cx="12073813" cy="3109189"/>
          </a:xfrm>
          <a:prstGeom prst="rect">
            <a:avLst/>
          </a:prstGeom>
        </p:spPr>
      </p:pic>
      <p:sp>
        <p:nvSpPr>
          <p:cNvPr id="3" name="Rectangle 2">
            <a:extLst>
              <a:ext uri="{FF2B5EF4-FFF2-40B4-BE49-F238E27FC236}">
                <a16:creationId xmlns:a16="http://schemas.microsoft.com/office/drawing/2014/main" id="{6500D8EF-2DF1-88B7-4784-92F60D932A2D}"/>
              </a:ext>
            </a:extLst>
          </p:cNvPr>
          <p:cNvSpPr/>
          <p:nvPr userDrawn="1"/>
        </p:nvSpPr>
        <p:spPr>
          <a:xfrm rot="5400000">
            <a:off x="5953544" y="641578"/>
            <a:ext cx="284909" cy="12192000"/>
          </a:xfrm>
          <a:prstGeom prst="rect">
            <a:avLst/>
          </a:prstGeom>
          <a:solidFill>
            <a:srgbClr val="6C1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7418E44-B184-3318-E83E-1ED0427C4C32}"/>
              </a:ext>
            </a:extLst>
          </p:cNvPr>
          <p:cNvSpPr txBox="1"/>
          <p:nvPr userDrawn="1"/>
        </p:nvSpPr>
        <p:spPr>
          <a:xfrm>
            <a:off x="5479363" y="6595121"/>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spTree>
    <p:extLst>
      <p:ext uri="{BB962C8B-B14F-4D97-AF65-F5344CB8AC3E}">
        <p14:creationId xmlns:p14="http://schemas.microsoft.com/office/powerpoint/2010/main" val="29596444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20C8336-6E97-19E8-88CA-FE902FF18424}"/>
              </a:ext>
            </a:extLst>
          </p:cNvPr>
          <p:cNvSpPr>
            <a:spLocks noGrp="1"/>
          </p:cNvSpPr>
          <p:nvPr>
            <p:ph type="dt" sz="half" idx="10"/>
          </p:nvPr>
        </p:nvSpPr>
        <p:spPr/>
        <p:txBody>
          <a:bodyPr/>
          <a:lstStyle/>
          <a:p>
            <a:fld id="{EF9959E7-45DE-4A2D-ACFD-0D8C8BBAB79F}" type="datetimeFigureOut">
              <a:rPr lang="en-US" smtClean="0"/>
              <a:t>5/18/2025</a:t>
            </a:fld>
            <a:endParaRPr lang="en-US"/>
          </a:p>
        </p:txBody>
      </p:sp>
      <p:sp>
        <p:nvSpPr>
          <p:cNvPr id="4" name="Footer Placeholder 3">
            <a:extLst>
              <a:ext uri="{FF2B5EF4-FFF2-40B4-BE49-F238E27FC236}">
                <a16:creationId xmlns:a16="http://schemas.microsoft.com/office/drawing/2014/main" id="{940694A3-909C-4BC7-8684-CF6A8DF611AC}"/>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EA586F0-1709-92BF-CEC8-7DFA93F80910}"/>
              </a:ext>
            </a:extLst>
          </p:cNvPr>
          <p:cNvSpPr>
            <a:spLocks noGrp="1"/>
          </p:cNvSpPr>
          <p:nvPr>
            <p:ph type="sldNum" sz="quarter" idx="12"/>
          </p:nvPr>
        </p:nvSpPr>
        <p:spPr/>
        <p:txBody>
          <a:bodyPr/>
          <a:lstStyle/>
          <a:p>
            <a:fld id="{B5912E74-8957-4046-8937-1199D0665174}" type="slidenum">
              <a:rPr lang="en-US" smtClean="0"/>
              <a:t>‹#›</a:t>
            </a:fld>
            <a:endParaRPr lang="en-US"/>
          </a:p>
        </p:txBody>
      </p:sp>
      <p:grpSp>
        <p:nvGrpSpPr>
          <p:cNvPr id="10" name="Group 9">
            <a:extLst>
              <a:ext uri="{FF2B5EF4-FFF2-40B4-BE49-F238E27FC236}">
                <a16:creationId xmlns:a16="http://schemas.microsoft.com/office/drawing/2014/main" id="{C7993728-E209-C557-FA87-A687A2439D90}"/>
              </a:ext>
            </a:extLst>
          </p:cNvPr>
          <p:cNvGrpSpPr/>
          <p:nvPr userDrawn="1"/>
        </p:nvGrpSpPr>
        <p:grpSpPr>
          <a:xfrm>
            <a:off x="0" y="0"/>
            <a:ext cx="4323456" cy="7438348"/>
            <a:chOff x="0" y="0"/>
            <a:chExt cx="4323456" cy="7438348"/>
          </a:xfrm>
        </p:grpSpPr>
        <p:pic>
          <p:nvPicPr>
            <p:cNvPr id="12" name="Graphic 11">
              <a:extLst>
                <a:ext uri="{FF2B5EF4-FFF2-40B4-BE49-F238E27FC236}">
                  <a16:creationId xmlns:a16="http://schemas.microsoft.com/office/drawing/2014/main" id="{C291997A-C196-DCDE-0EA0-51D4FDEDADA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3118649" cy="4463581"/>
            </a:xfrm>
            <a:prstGeom prst="rect">
              <a:avLst/>
            </a:prstGeom>
          </p:spPr>
        </p:pic>
        <p:sp>
          <p:nvSpPr>
            <p:cNvPr id="2" name="Parallelogram 1">
              <a:extLst>
                <a:ext uri="{FF2B5EF4-FFF2-40B4-BE49-F238E27FC236}">
                  <a16:creationId xmlns:a16="http://schemas.microsoft.com/office/drawing/2014/main" id="{14354985-0AB8-E860-28D0-17AD10E6B863}"/>
                </a:ext>
              </a:extLst>
            </p:cNvPr>
            <p:cNvSpPr/>
            <p:nvPr userDrawn="1"/>
          </p:nvSpPr>
          <p:spPr>
            <a:xfrm rot="8446488">
              <a:off x="1155879" y="3069975"/>
              <a:ext cx="2214654" cy="3120244"/>
            </a:xfrm>
            <a:prstGeom prst="parallelogram">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arallelogram 5">
              <a:extLst>
                <a:ext uri="{FF2B5EF4-FFF2-40B4-BE49-F238E27FC236}">
                  <a16:creationId xmlns:a16="http://schemas.microsoft.com/office/drawing/2014/main" id="{9C95F9B9-2A5B-F93A-EA33-600D61519C46}"/>
                </a:ext>
              </a:extLst>
            </p:cNvPr>
            <p:cNvSpPr/>
            <p:nvPr userDrawn="1"/>
          </p:nvSpPr>
          <p:spPr>
            <a:xfrm rot="8446488">
              <a:off x="2539020" y="5497285"/>
              <a:ext cx="1784436" cy="1941063"/>
            </a:xfrm>
            <a:custGeom>
              <a:avLst/>
              <a:gdLst>
                <a:gd name="connsiteX0" fmla="*/ 0 w 2214654"/>
                <a:gd name="connsiteY0" fmla="*/ 3120244 h 3120244"/>
                <a:gd name="connsiteX1" fmla="*/ 553664 w 2214654"/>
                <a:gd name="connsiteY1" fmla="*/ 0 h 3120244"/>
                <a:gd name="connsiteX2" fmla="*/ 2214654 w 2214654"/>
                <a:gd name="connsiteY2" fmla="*/ 0 h 3120244"/>
                <a:gd name="connsiteX3" fmla="*/ 1660991 w 2214654"/>
                <a:gd name="connsiteY3" fmla="*/ 3120244 h 3120244"/>
                <a:gd name="connsiteX4" fmla="*/ 0 w 2214654"/>
                <a:gd name="connsiteY4" fmla="*/ 3120244 h 3120244"/>
                <a:gd name="connsiteX0" fmla="*/ 0 w 2214654"/>
                <a:gd name="connsiteY0" fmla="*/ 3120244 h 3120244"/>
                <a:gd name="connsiteX1" fmla="*/ 341522 w 2214654"/>
                <a:gd name="connsiteY1" fmla="*/ 1179181 h 3120244"/>
                <a:gd name="connsiteX2" fmla="*/ 2214654 w 2214654"/>
                <a:gd name="connsiteY2" fmla="*/ 0 h 3120244"/>
                <a:gd name="connsiteX3" fmla="*/ 1660991 w 2214654"/>
                <a:gd name="connsiteY3" fmla="*/ 3120244 h 3120244"/>
                <a:gd name="connsiteX4" fmla="*/ 0 w 2214654"/>
                <a:gd name="connsiteY4" fmla="*/ 3120244 h 3120244"/>
                <a:gd name="connsiteX0" fmla="*/ 0 w 1784436"/>
                <a:gd name="connsiteY0" fmla="*/ 1941063 h 1941063"/>
                <a:gd name="connsiteX1" fmla="*/ 341522 w 1784436"/>
                <a:gd name="connsiteY1" fmla="*/ 0 h 1941063"/>
                <a:gd name="connsiteX2" fmla="*/ 1784436 w 1784436"/>
                <a:gd name="connsiteY2" fmla="*/ 1205605 h 1941063"/>
                <a:gd name="connsiteX3" fmla="*/ 1660991 w 1784436"/>
                <a:gd name="connsiteY3" fmla="*/ 1941063 h 1941063"/>
                <a:gd name="connsiteX4" fmla="*/ 0 w 1784436"/>
                <a:gd name="connsiteY4" fmla="*/ 1941063 h 1941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4436" h="1941063">
                  <a:moveTo>
                    <a:pt x="0" y="1941063"/>
                  </a:moveTo>
                  <a:lnTo>
                    <a:pt x="341522" y="0"/>
                  </a:lnTo>
                  <a:lnTo>
                    <a:pt x="1784436" y="1205605"/>
                  </a:lnTo>
                  <a:lnTo>
                    <a:pt x="1660991" y="1941063"/>
                  </a:lnTo>
                  <a:lnTo>
                    <a:pt x="0" y="1941063"/>
                  </a:lnTo>
                  <a:close/>
                </a:path>
              </a:pathLst>
            </a:cu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5" name="Graphic 14">
            <a:extLst>
              <a:ext uri="{FF2B5EF4-FFF2-40B4-BE49-F238E27FC236}">
                <a16:creationId xmlns:a16="http://schemas.microsoft.com/office/drawing/2014/main" id="{0B5606AF-41C6-0137-32A8-807A0A5D0D4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2126331" y="-1062392"/>
            <a:ext cx="2405080" cy="3385097"/>
          </a:xfrm>
          <a:prstGeom prst="rect">
            <a:avLst/>
          </a:prstGeom>
        </p:spPr>
      </p:pic>
      <p:pic>
        <p:nvPicPr>
          <p:cNvPr id="13" name="Picture 12">
            <a:extLst>
              <a:ext uri="{FF2B5EF4-FFF2-40B4-BE49-F238E27FC236}">
                <a16:creationId xmlns:a16="http://schemas.microsoft.com/office/drawing/2014/main" id="{9AF4D5AD-886B-F49D-187E-EF188BA5C869}"/>
              </a:ext>
            </a:extLst>
          </p:cNvPr>
          <p:cNvPicPr>
            <a:picLocks noChangeAspect="1"/>
          </p:cNvPicPr>
          <p:nvPr userDrawn="1"/>
        </p:nvPicPr>
        <p:blipFill>
          <a:blip r:embed="rId6">
            <a:alphaModFix amt="99000"/>
          </a:blip>
          <a:stretch>
            <a:fillRect/>
          </a:stretch>
        </p:blipFill>
        <p:spPr>
          <a:xfrm rot="5400000" flipV="1">
            <a:off x="-2602281" y="2616106"/>
            <a:ext cx="7046892" cy="1814681"/>
          </a:xfrm>
          <a:prstGeom prst="rect">
            <a:avLst/>
          </a:prstGeom>
        </p:spPr>
      </p:pic>
      <p:pic>
        <p:nvPicPr>
          <p:cNvPr id="16" name="Graphic 15">
            <a:extLst>
              <a:ext uri="{FF2B5EF4-FFF2-40B4-BE49-F238E27FC236}">
                <a16:creationId xmlns:a16="http://schemas.microsoft.com/office/drawing/2014/main" id="{ADB128DF-CD31-0CEB-4D7C-71A658062365}"/>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rot="10800000">
            <a:off x="283211" y="3743462"/>
            <a:ext cx="2080701" cy="2978013"/>
          </a:xfrm>
          <a:prstGeom prst="rect">
            <a:avLst/>
          </a:prstGeom>
        </p:spPr>
      </p:pic>
      <p:pic>
        <p:nvPicPr>
          <p:cNvPr id="25" name="Graphic 24">
            <a:extLst>
              <a:ext uri="{FF2B5EF4-FFF2-40B4-BE49-F238E27FC236}">
                <a16:creationId xmlns:a16="http://schemas.microsoft.com/office/drawing/2014/main" id="{3FF214BE-EBD1-4C75-B559-2A68D3A7182D}"/>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rot="5400000">
            <a:off x="1830037" y="6046777"/>
            <a:ext cx="419100" cy="790575"/>
          </a:xfrm>
          <a:prstGeom prst="rect">
            <a:avLst/>
          </a:prstGeom>
        </p:spPr>
      </p:pic>
    </p:spTree>
    <p:extLst>
      <p:ext uri="{BB962C8B-B14F-4D97-AF65-F5344CB8AC3E}">
        <p14:creationId xmlns:p14="http://schemas.microsoft.com/office/powerpoint/2010/main" val="864249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36" name="Picture 35">
            <a:extLst>
              <a:ext uri="{FF2B5EF4-FFF2-40B4-BE49-F238E27FC236}">
                <a16:creationId xmlns:a16="http://schemas.microsoft.com/office/drawing/2014/main" id="{E22F56BC-829B-3BC8-96F9-8B26B69F0FD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6333" b="7973"/>
          <a:stretch/>
        </p:blipFill>
        <p:spPr>
          <a:xfrm>
            <a:off x="0" y="0"/>
            <a:ext cx="12192000" cy="6858000"/>
          </a:xfrm>
          <a:prstGeom prst="rect">
            <a:avLst/>
          </a:prstGeom>
        </p:spPr>
      </p:pic>
      <p:sp>
        <p:nvSpPr>
          <p:cNvPr id="34" name="Rectangle 33">
            <a:extLst>
              <a:ext uri="{FF2B5EF4-FFF2-40B4-BE49-F238E27FC236}">
                <a16:creationId xmlns:a16="http://schemas.microsoft.com/office/drawing/2014/main" id="{6D44EBC3-45F4-19C6-0AEB-16C907B4BCB5}"/>
              </a:ext>
            </a:extLst>
          </p:cNvPr>
          <p:cNvSpPr/>
          <p:nvPr userDrawn="1"/>
        </p:nvSpPr>
        <p:spPr>
          <a:xfrm>
            <a:off x="0" y="1"/>
            <a:ext cx="12192000" cy="6858000"/>
          </a:xfrm>
          <a:prstGeom prst="rect">
            <a:avLst/>
          </a:prstGeom>
          <a:gradFill flip="none" rotWithShape="1">
            <a:gsLst>
              <a:gs pos="12000">
                <a:srgbClr val="6C1D35">
                  <a:alpha val="68000"/>
                </a:srgbClr>
              </a:gs>
              <a:gs pos="77000">
                <a:schemeClr val="accent1">
                  <a:lumMod val="75000"/>
                </a:schemeClr>
              </a:gs>
            </a:gsLst>
            <a:lin ang="135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6528AE63-F58B-C295-2F24-0E7B07553C61}"/>
              </a:ext>
            </a:extLst>
          </p:cNvPr>
          <p:cNvSpPr>
            <a:spLocks noGrp="1"/>
          </p:cNvSpPr>
          <p:nvPr>
            <p:ph type="dt" sz="half" idx="10"/>
          </p:nvPr>
        </p:nvSpPr>
        <p:spPr/>
        <p:txBody>
          <a:bodyPr/>
          <a:lstStyle/>
          <a:p>
            <a:fld id="{EF9959E7-45DE-4A2D-ACFD-0D8C8BBAB79F}" type="datetimeFigureOut">
              <a:rPr lang="en-US" smtClean="0"/>
              <a:t>5/18/2025</a:t>
            </a:fld>
            <a:endParaRPr lang="en-US"/>
          </a:p>
        </p:txBody>
      </p:sp>
      <p:sp>
        <p:nvSpPr>
          <p:cNvPr id="4" name="Footer Placeholder 3">
            <a:extLst>
              <a:ext uri="{FF2B5EF4-FFF2-40B4-BE49-F238E27FC236}">
                <a16:creationId xmlns:a16="http://schemas.microsoft.com/office/drawing/2014/main" id="{62D40798-1691-00D6-C3D9-64CC3EB8261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1A835F-2749-4B9F-A9CB-5E0BF4302B20}"/>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41" name="Graphic 40">
            <a:extLst>
              <a:ext uri="{FF2B5EF4-FFF2-40B4-BE49-F238E27FC236}">
                <a16:creationId xmlns:a16="http://schemas.microsoft.com/office/drawing/2014/main" id="{BBA782F0-1339-9AD7-88E8-E482862A0C7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flipH="1">
            <a:off x="7112000" y="-35081"/>
            <a:ext cx="4917440" cy="6921189"/>
          </a:xfrm>
          <a:prstGeom prst="rect">
            <a:avLst/>
          </a:prstGeom>
        </p:spPr>
      </p:pic>
      <p:pic>
        <p:nvPicPr>
          <p:cNvPr id="42" name="Graphic 41">
            <a:extLst>
              <a:ext uri="{FF2B5EF4-FFF2-40B4-BE49-F238E27FC236}">
                <a16:creationId xmlns:a16="http://schemas.microsoft.com/office/drawing/2014/main" id="{955F31CF-FB2A-3612-E2CA-58665EF22E3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flipH="1">
            <a:off x="11268262" y="349094"/>
            <a:ext cx="2010036" cy="2829081"/>
          </a:xfrm>
          <a:prstGeom prst="rect">
            <a:avLst/>
          </a:prstGeom>
        </p:spPr>
      </p:pic>
    </p:spTree>
    <p:extLst>
      <p:ext uri="{BB962C8B-B14F-4D97-AF65-F5344CB8AC3E}">
        <p14:creationId xmlns:p14="http://schemas.microsoft.com/office/powerpoint/2010/main" val="11868840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nd page">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9A0EB9F-5240-3366-0373-E8B7C3C2A4FE}"/>
              </a:ext>
            </a:extLst>
          </p:cNvPr>
          <p:cNvSpPr/>
          <p:nvPr userDrawn="1"/>
        </p:nvSpPr>
        <p:spPr>
          <a:xfrm>
            <a:off x="0" y="-2"/>
            <a:ext cx="12230100" cy="6858001"/>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BAF7B2D7-FB34-55B3-113A-7F96DDA7A845}"/>
              </a:ext>
            </a:extLst>
          </p:cNvPr>
          <p:cNvPicPr>
            <a:picLocks noChangeAspect="1"/>
          </p:cNvPicPr>
          <p:nvPr userDrawn="1"/>
        </p:nvPicPr>
        <p:blipFill rotWithShape="1">
          <a:blip r:embed="rId2">
            <a:alphaModFix amt="32000"/>
            <a:extLst>
              <a:ext uri="{28A0092B-C50C-407E-A947-70E740481C1C}">
                <a14:useLocalDpi xmlns:a14="http://schemas.microsoft.com/office/drawing/2010/main" val="0"/>
              </a:ext>
            </a:extLst>
          </a:blip>
          <a:srcRect l="20647"/>
          <a:stretch/>
        </p:blipFill>
        <p:spPr>
          <a:xfrm rot="16200000">
            <a:off x="2686050" y="-2686050"/>
            <a:ext cx="6858000" cy="12230100"/>
          </a:xfrm>
          <a:prstGeom prst="rect">
            <a:avLst/>
          </a:prstGeom>
        </p:spPr>
      </p:pic>
      <p:sp>
        <p:nvSpPr>
          <p:cNvPr id="3" name="Date Placeholder 2">
            <a:extLst>
              <a:ext uri="{FF2B5EF4-FFF2-40B4-BE49-F238E27FC236}">
                <a16:creationId xmlns:a16="http://schemas.microsoft.com/office/drawing/2014/main" id="{837B2BBA-3015-27B9-D210-D15544F2C44D}"/>
              </a:ext>
            </a:extLst>
          </p:cNvPr>
          <p:cNvSpPr>
            <a:spLocks noGrp="1"/>
          </p:cNvSpPr>
          <p:nvPr>
            <p:ph type="dt" sz="half" idx="10"/>
          </p:nvPr>
        </p:nvSpPr>
        <p:spPr/>
        <p:txBody>
          <a:bodyPr/>
          <a:lstStyle/>
          <a:p>
            <a:fld id="{EF9959E7-45DE-4A2D-ACFD-0D8C8BBAB79F}" type="datetimeFigureOut">
              <a:rPr lang="en-US" smtClean="0"/>
              <a:t>5/18/2025</a:t>
            </a:fld>
            <a:endParaRPr lang="en-US"/>
          </a:p>
        </p:txBody>
      </p:sp>
      <p:sp>
        <p:nvSpPr>
          <p:cNvPr id="4" name="Footer Placeholder 3">
            <a:extLst>
              <a:ext uri="{FF2B5EF4-FFF2-40B4-BE49-F238E27FC236}">
                <a16:creationId xmlns:a16="http://schemas.microsoft.com/office/drawing/2014/main" id="{02FAB71C-4835-3D07-2B7F-A7456A46C5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DE7A9C-9AFC-99CF-42E5-627A58693AE1}"/>
              </a:ext>
            </a:extLst>
          </p:cNvPr>
          <p:cNvSpPr>
            <a:spLocks noGrp="1"/>
          </p:cNvSpPr>
          <p:nvPr>
            <p:ph type="sldNum" sz="quarter" idx="12"/>
          </p:nvPr>
        </p:nvSpPr>
        <p:spPr/>
        <p:txBody>
          <a:bodyPr/>
          <a:lstStyle/>
          <a:p>
            <a:fld id="{B5912E74-8957-4046-8937-1199D0665174}" type="slidenum">
              <a:rPr lang="en-US" smtClean="0"/>
              <a:t>‹#›</a:t>
            </a:fld>
            <a:endParaRPr lang="en-US"/>
          </a:p>
        </p:txBody>
      </p:sp>
    </p:spTree>
    <p:extLst>
      <p:ext uri="{BB962C8B-B14F-4D97-AF65-F5344CB8AC3E}">
        <p14:creationId xmlns:p14="http://schemas.microsoft.com/office/powerpoint/2010/main" val="2395643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ECAB3E7-A192-D902-B47D-B2CC33AF3A17}"/>
              </a:ext>
            </a:extLst>
          </p:cNvPr>
          <p:cNvPicPr>
            <a:picLocks noChangeAspect="1"/>
          </p:cNvPicPr>
          <p:nvPr userDrawn="1"/>
        </p:nvPicPr>
        <p:blipFill>
          <a:blip r:embed="rId2">
            <a:alphaModFix amt="99000"/>
          </a:blip>
          <a:stretch>
            <a:fillRect/>
          </a:stretch>
        </p:blipFill>
        <p:spPr>
          <a:xfrm rot="10800000" flipV="1">
            <a:off x="6764" y="1270"/>
            <a:ext cx="12073813" cy="3109189"/>
          </a:xfrm>
          <a:prstGeom prst="rect">
            <a:avLst/>
          </a:prstGeom>
        </p:spPr>
      </p:pic>
      <p:grpSp>
        <p:nvGrpSpPr>
          <p:cNvPr id="29" name="Group 28">
            <a:extLst>
              <a:ext uri="{FF2B5EF4-FFF2-40B4-BE49-F238E27FC236}">
                <a16:creationId xmlns:a16="http://schemas.microsoft.com/office/drawing/2014/main" id="{9956ED8E-CF4D-D756-5FA9-5F3263853A9C}"/>
              </a:ext>
            </a:extLst>
          </p:cNvPr>
          <p:cNvGrpSpPr/>
          <p:nvPr userDrawn="1"/>
        </p:nvGrpSpPr>
        <p:grpSpPr>
          <a:xfrm>
            <a:off x="0" y="6438899"/>
            <a:ext cx="4425450" cy="419100"/>
            <a:chOff x="0" y="6438899"/>
            <a:chExt cx="4425450" cy="419100"/>
          </a:xfrm>
        </p:grpSpPr>
        <p:sp>
          <p:nvSpPr>
            <p:cNvPr id="27" name="Rectangle 26">
              <a:extLst>
                <a:ext uri="{FF2B5EF4-FFF2-40B4-BE49-F238E27FC236}">
                  <a16:creationId xmlns:a16="http://schemas.microsoft.com/office/drawing/2014/main" id="{4185CCF7-2507-F40E-2E71-04B5C07C7F09}"/>
                </a:ext>
              </a:extLst>
            </p:cNvPr>
            <p:cNvSpPr/>
            <p:nvPr userDrawn="1"/>
          </p:nvSpPr>
          <p:spPr>
            <a:xfrm>
              <a:off x="0" y="6438900"/>
              <a:ext cx="4115884" cy="419099"/>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ight Triangle 27">
              <a:extLst>
                <a:ext uri="{FF2B5EF4-FFF2-40B4-BE49-F238E27FC236}">
                  <a16:creationId xmlns:a16="http://schemas.microsoft.com/office/drawing/2014/main" id="{891B4BFE-7090-CB15-ACE2-E76D3D5E6402}"/>
                </a:ext>
              </a:extLst>
            </p:cNvPr>
            <p:cNvSpPr/>
            <p:nvPr userDrawn="1"/>
          </p:nvSpPr>
          <p:spPr>
            <a:xfrm>
              <a:off x="4115884" y="6438899"/>
              <a:ext cx="309566" cy="419100"/>
            </a:xfrm>
            <a:prstGeom prst="rtTriangle">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1796ACF-1284-B0D3-20AC-1A411B0BC639}"/>
              </a:ext>
            </a:extLst>
          </p:cNvPr>
          <p:cNvSpPr>
            <a:spLocks noGrp="1"/>
          </p:cNvSpPr>
          <p:nvPr>
            <p:ph type="title"/>
          </p:nvPr>
        </p:nvSpPr>
        <p:spPr>
          <a:xfrm>
            <a:off x="831850" y="1047751"/>
            <a:ext cx="10515600" cy="1500187"/>
          </a:xfrm>
        </p:spPr>
        <p:txBody>
          <a:bodyPr anchor="t">
            <a:normAutofit/>
          </a:bodyPr>
          <a:lstStyle>
            <a:lvl1pPr>
              <a:defRPr sz="4000">
                <a:latin typeface="+mn-lt"/>
              </a:defRPr>
            </a:lvl1pPr>
          </a:lstStyle>
          <a:p>
            <a:r>
              <a:rPr lang="en-US" dirty="0"/>
              <a:t>Click to edit Master title style</a:t>
            </a:r>
          </a:p>
        </p:txBody>
      </p:sp>
      <p:sp>
        <p:nvSpPr>
          <p:cNvPr id="3" name="Text Placeholder 2">
            <a:extLst>
              <a:ext uri="{FF2B5EF4-FFF2-40B4-BE49-F238E27FC236}">
                <a16:creationId xmlns:a16="http://schemas.microsoft.com/office/drawing/2014/main" id="{CAE66E6B-CFF2-F241-A3D1-4FD4DAC4FAC5}"/>
              </a:ext>
            </a:extLst>
          </p:cNvPr>
          <p:cNvSpPr>
            <a:spLocks noGrp="1"/>
          </p:cNvSpPr>
          <p:nvPr>
            <p:ph type="body" idx="1"/>
          </p:nvPr>
        </p:nvSpPr>
        <p:spPr>
          <a:xfrm>
            <a:off x="831850" y="2814638"/>
            <a:ext cx="10515600" cy="3357562"/>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916DBAF-8EC8-76B5-BD68-4EE498D12AED}"/>
              </a:ext>
            </a:extLst>
          </p:cNvPr>
          <p:cNvSpPr>
            <a:spLocks noGrp="1"/>
          </p:cNvSpPr>
          <p:nvPr>
            <p:ph type="dt" sz="half" idx="10"/>
          </p:nvPr>
        </p:nvSpPr>
        <p:spPr/>
        <p:txBody>
          <a:bodyPr/>
          <a:lstStyle/>
          <a:p>
            <a:fld id="{EF9959E7-45DE-4A2D-ACFD-0D8C8BBAB79F}" type="datetimeFigureOut">
              <a:rPr lang="en-US" smtClean="0"/>
              <a:t>5/18/2025</a:t>
            </a:fld>
            <a:endParaRPr lang="en-US"/>
          </a:p>
        </p:txBody>
      </p:sp>
      <p:sp>
        <p:nvSpPr>
          <p:cNvPr id="5" name="Footer Placeholder 4">
            <a:extLst>
              <a:ext uri="{FF2B5EF4-FFF2-40B4-BE49-F238E27FC236}">
                <a16:creationId xmlns:a16="http://schemas.microsoft.com/office/drawing/2014/main" id="{14FC1A71-0977-DB43-6672-9DD2B43F03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41AA75-9A52-677C-BAAB-361020BE450C}"/>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11" name="Picture 10">
            <a:extLst>
              <a:ext uri="{FF2B5EF4-FFF2-40B4-BE49-F238E27FC236}">
                <a16:creationId xmlns:a16="http://schemas.microsoft.com/office/drawing/2014/main" id="{14CA6469-707B-4B2D-CE38-C2E80563F89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24" name="Group 23">
            <a:extLst>
              <a:ext uri="{FF2B5EF4-FFF2-40B4-BE49-F238E27FC236}">
                <a16:creationId xmlns:a16="http://schemas.microsoft.com/office/drawing/2014/main" id="{DB94ABDC-D409-D0CF-BFD9-E874B46B7EEF}"/>
              </a:ext>
            </a:extLst>
          </p:cNvPr>
          <p:cNvGrpSpPr/>
          <p:nvPr userDrawn="1"/>
        </p:nvGrpSpPr>
        <p:grpSpPr>
          <a:xfrm>
            <a:off x="0" y="0"/>
            <a:ext cx="2135014" cy="390908"/>
            <a:chOff x="0" y="0"/>
            <a:chExt cx="2135014" cy="390908"/>
          </a:xfrm>
        </p:grpSpPr>
        <p:sp>
          <p:nvSpPr>
            <p:cNvPr id="21" name="Rectangle 20">
              <a:extLst>
                <a:ext uri="{FF2B5EF4-FFF2-40B4-BE49-F238E27FC236}">
                  <a16:creationId xmlns:a16="http://schemas.microsoft.com/office/drawing/2014/main" id="{15CC8F0A-14AF-F65B-6D14-A51CBEFF1729}"/>
                </a:ext>
              </a:extLst>
            </p:cNvPr>
            <p:cNvSpPr/>
            <p:nvPr userDrawn="1"/>
          </p:nvSpPr>
          <p:spPr>
            <a:xfrm>
              <a:off x="0" y="1"/>
              <a:ext cx="1921715" cy="390907"/>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Triangle 22">
              <a:extLst>
                <a:ext uri="{FF2B5EF4-FFF2-40B4-BE49-F238E27FC236}">
                  <a16:creationId xmlns:a16="http://schemas.microsoft.com/office/drawing/2014/main" id="{7D170A48-ED14-4722-ED48-412F8B7C44AA}"/>
                </a:ext>
              </a:extLst>
            </p:cNvPr>
            <p:cNvSpPr/>
            <p:nvPr userDrawn="1"/>
          </p:nvSpPr>
          <p:spPr>
            <a:xfrm flipV="1">
              <a:off x="1921715" y="0"/>
              <a:ext cx="213299" cy="390907"/>
            </a:xfrm>
            <a:prstGeom prst="rtTriangle">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A4B6D801-7EDC-E981-F405-040472A43AB5}"/>
              </a:ext>
            </a:extLst>
          </p:cNvPr>
          <p:cNvGrpSpPr/>
          <p:nvPr userDrawn="1"/>
        </p:nvGrpSpPr>
        <p:grpSpPr>
          <a:xfrm>
            <a:off x="11930388" y="4900065"/>
            <a:ext cx="261612" cy="1456285"/>
            <a:chOff x="-7479" y="4982614"/>
            <a:chExt cx="261612" cy="1456285"/>
          </a:xfrm>
        </p:grpSpPr>
        <p:sp>
          <p:nvSpPr>
            <p:cNvPr id="32" name="Rectangle 31">
              <a:extLst>
                <a:ext uri="{FF2B5EF4-FFF2-40B4-BE49-F238E27FC236}">
                  <a16:creationId xmlns:a16="http://schemas.microsoft.com/office/drawing/2014/main" id="{790F7BDA-9A67-4500-FC96-D0DCA5669FC2}"/>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E6D3808A-7510-8E14-D035-56A7CA6C58A0}"/>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184226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45FB79D-2789-2E82-ACD5-FA141CFFB85B}"/>
              </a:ext>
            </a:extLst>
          </p:cNvPr>
          <p:cNvPicPr>
            <a:picLocks noChangeAspect="1"/>
          </p:cNvPicPr>
          <p:nvPr userDrawn="1"/>
        </p:nvPicPr>
        <p:blipFill>
          <a:blip r:embed="rId2">
            <a:alphaModFix amt="99000"/>
          </a:blip>
          <a:stretch>
            <a:fillRect/>
          </a:stretch>
        </p:blipFill>
        <p:spPr>
          <a:xfrm rot="10800000" flipV="1">
            <a:off x="6764" y="1270"/>
            <a:ext cx="12073813" cy="3109189"/>
          </a:xfrm>
          <a:prstGeom prst="rect">
            <a:avLst/>
          </a:prstGeom>
        </p:spPr>
      </p:pic>
      <p:sp>
        <p:nvSpPr>
          <p:cNvPr id="2" name="Title 1">
            <a:extLst>
              <a:ext uri="{FF2B5EF4-FFF2-40B4-BE49-F238E27FC236}">
                <a16:creationId xmlns:a16="http://schemas.microsoft.com/office/drawing/2014/main" id="{D306C3F4-36B0-1561-8EFF-3B31A7774228}"/>
              </a:ext>
            </a:extLst>
          </p:cNvPr>
          <p:cNvSpPr>
            <a:spLocks noGrp="1"/>
          </p:cNvSpPr>
          <p:nvPr>
            <p:ph type="ctrTitle"/>
          </p:nvPr>
        </p:nvSpPr>
        <p:spPr>
          <a:xfrm>
            <a:off x="1524000" y="1122363"/>
            <a:ext cx="9144000" cy="1381125"/>
          </a:xfrm>
        </p:spPr>
        <p:txBody>
          <a:bodyPr anchor="t">
            <a:normAutofit/>
          </a:bodyPr>
          <a:lstStyle>
            <a:lvl1pPr algn="l">
              <a:defRPr sz="4000">
                <a:latin typeface="+mn-lt"/>
              </a:defRPr>
            </a:lvl1pPr>
          </a:lstStyle>
          <a:p>
            <a:r>
              <a:rPr lang="en-US" dirty="0"/>
              <a:t>Click to edit Master title style</a:t>
            </a:r>
          </a:p>
        </p:txBody>
      </p:sp>
      <p:sp>
        <p:nvSpPr>
          <p:cNvPr id="3" name="Subtitle 2">
            <a:extLst>
              <a:ext uri="{FF2B5EF4-FFF2-40B4-BE49-F238E27FC236}">
                <a16:creationId xmlns:a16="http://schemas.microsoft.com/office/drawing/2014/main" id="{FDC4E23C-BC64-3E31-C7C9-1CCB71C593F3}"/>
              </a:ext>
            </a:extLst>
          </p:cNvPr>
          <p:cNvSpPr>
            <a:spLocks noGrp="1"/>
          </p:cNvSpPr>
          <p:nvPr>
            <p:ph type="subTitle" idx="1"/>
          </p:nvPr>
        </p:nvSpPr>
        <p:spPr>
          <a:xfrm>
            <a:off x="1524000" y="2601118"/>
            <a:ext cx="9144000" cy="3461751"/>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68BAAB4A-F681-D1CE-536F-A8600B878509}"/>
              </a:ext>
            </a:extLst>
          </p:cNvPr>
          <p:cNvSpPr>
            <a:spLocks noGrp="1"/>
          </p:cNvSpPr>
          <p:nvPr>
            <p:ph type="dt" sz="half" idx="10"/>
          </p:nvPr>
        </p:nvSpPr>
        <p:spPr/>
        <p:txBody>
          <a:bodyPr/>
          <a:lstStyle/>
          <a:p>
            <a:fld id="{EF9959E7-45DE-4A2D-ACFD-0D8C8BBAB79F}" type="datetimeFigureOut">
              <a:rPr lang="en-US" smtClean="0"/>
              <a:t>5/18/2025</a:t>
            </a:fld>
            <a:endParaRPr lang="en-US"/>
          </a:p>
        </p:txBody>
      </p:sp>
      <p:sp>
        <p:nvSpPr>
          <p:cNvPr id="5" name="Footer Placeholder 4">
            <a:extLst>
              <a:ext uri="{FF2B5EF4-FFF2-40B4-BE49-F238E27FC236}">
                <a16:creationId xmlns:a16="http://schemas.microsoft.com/office/drawing/2014/main" id="{5872C815-2D69-C272-C63C-A195EBFE39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D7A072-5E8E-BDBB-35CA-3A355E5D5FFB}"/>
              </a:ext>
            </a:extLst>
          </p:cNvPr>
          <p:cNvSpPr>
            <a:spLocks noGrp="1"/>
          </p:cNvSpPr>
          <p:nvPr>
            <p:ph type="sldNum" sz="quarter" idx="12"/>
          </p:nvPr>
        </p:nvSpPr>
        <p:spPr/>
        <p:txBody>
          <a:bodyPr/>
          <a:lstStyle>
            <a:lvl1pPr>
              <a:defRPr>
                <a:solidFill>
                  <a:srgbClr val="6C1D35"/>
                </a:solidFill>
              </a:defRPr>
            </a:lvl1pPr>
          </a:lstStyle>
          <a:p>
            <a:fld id="{B5912E74-8957-4046-8937-1199D0665174}" type="slidenum">
              <a:rPr lang="en-US" smtClean="0"/>
              <a:pPr/>
              <a:t>‹#›</a:t>
            </a:fld>
            <a:endParaRPr lang="en-US" dirty="0"/>
          </a:p>
        </p:txBody>
      </p:sp>
      <p:pic>
        <p:nvPicPr>
          <p:cNvPr id="7" name="Picture 6">
            <a:extLst>
              <a:ext uri="{FF2B5EF4-FFF2-40B4-BE49-F238E27FC236}">
                <a16:creationId xmlns:a16="http://schemas.microsoft.com/office/drawing/2014/main" id="{1AFB2FEB-1CDE-753F-3231-2131ED23FF1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24" name="Group 23">
            <a:extLst>
              <a:ext uri="{FF2B5EF4-FFF2-40B4-BE49-F238E27FC236}">
                <a16:creationId xmlns:a16="http://schemas.microsoft.com/office/drawing/2014/main" id="{60EA2A08-0768-E840-71C5-CB5BA198C844}"/>
              </a:ext>
            </a:extLst>
          </p:cNvPr>
          <p:cNvGrpSpPr/>
          <p:nvPr userDrawn="1"/>
        </p:nvGrpSpPr>
        <p:grpSpPr>
          <a:xfrm>
            <a:off x="0" y="336866"/>
            <a:ext cx="838200" cy="390908"/>
            <a:chOff x="0" y="585597"/>
            <a:chExt cx="838200" cy="390908"/>
          </a:xfrm>
        </p:grpSpPr>
        <p:sp>
          <p:nvSpPr>
            <p:cNvPr id="22" name="Rectangle 21">
              <a:extLst>
                <a:ext uri="{FF2B5EF4-FFF2-40B4-BE49-F238E27FC236}">
                  <a16:creationId xmlns:a16="http://schemas.microsoft.com/office/drawing/2014/main" id="{87FE56D3-CDFF-99C8-081E-21872711345C}"/>
                </a:ext>
              </a:extLst>
            </p:cNvPr>
            <p:cNvSpPr/>
            <p:nvPr userDrawn="1"/>
          </p:nvSpPr>
          <p:spPr>
            <a:xfrm>
              <a:off x="0" y="585598"/>
              <a:ext cx="624901" cy="390907"/>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Triangle 22">
              <a:extLst>
                <a:ext uri="{FF2B5EF4-FFF2-40B4-BE49-F238E27FC236}">
                  <a16:creationId xmlns:a16="http://schemas.microsoft.com/office/drawing/2014/main" id="{55D81439-E4CF-3498-4773-82E6A34DB949}"/>
                </a:ext>
              </a:extLst>
            </p:cNvPr>
            <p:cNvSpPr/>
            <p:nvPr userDrawn="1"/>
          </p:nvSpPr>
          <p:spPr>
            <a:xfrm flipV="1">
              <a:off x="624901" y="585597"/>
              <a:ext cx="213299" cy="390907"/>
            </a:xfrm>
            <a:prstGeom prst="rtTriangle">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4F56CB3B-27D6-0844-017F-CFA08F52311B}"/>
              </a:ext>
            </a:extLst>
          </p:cNvPr>
          <p:cNvGrpSpPr/>
          <p:nvPr userDrawn="1"/>
        </p:nvGrpSpPr>
        <p:grpSpPr>
          <a:xfrm>
            <a:off x="11930388" y="4900065"/>
            <a:ext cx="261612" cy="1456285"/>
            <a:chOff x="-7479" y="4982614"/>
            <a:chExt cx="261612" cy="1456285"/>
          </a:xfrm>
        </p:grpSpPr>
        <p:sp>
          <p:nvSpPr>
            <p:cNvPr id="10" name="Rectangle 9">
              <a:extLst>
                <a:ext uri="{FF2B5EF4-FFF2-40B4-BE49-F238E27FC236}">
                  <a16:creationId xmlns:a16="http://schemas.microsoft.com/office/drawing/2014/main" id="{845E31CA-977D-9659-5E4D-1E4EC75ABA70}"/>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B4385F2-2245-0F8C-C446-564E2DE5084A}"/>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20659877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95386308-8E2B-C701-D9C5-CFF5B6D9F8D4}"/>
              </a:ext>
            </a:extLst>
          </p:cNvPr>
          <p:cNvPicPr>
            <a:picLocks noChangeAspect="1"/>
          </p:cNvPicPr>
          <p:nvPr userDrawn="1"/>
        </p:nvPicPr>
        <p:blipFill>
          <a:blip r:embed="rId2"/>
          <a:stretch>
            <a:fillRect/>
          </a:stretch>
        </p:blipFill>
        <p:spPr>
          <a:xfrm rot="10800000" flipV="1">
            <a:off x="6765" y="1270"/>
            <a:ext cx="7112053" cy="1831461"/>
          </a:xfrm>
          <a:prstGeom prst="rect">
            <a:avLst/>
          </a:prstGeom>
        </p:spPr>
      </p:pic>
      <p:sp>
        <p:nvSpPr>
          <p:cNvPr id="2" name="Title 1">
            <a:extLst>
              <a:ext uri="{FF2B5EF4-FFF2-40B4-BE49-F238E27FC236}">
                <a16:creationId xmlns:a16="http://schemas.microsoft.com/office/drawing/2014/main" id="{048221F6-B30E-6574-4F98-77B2C4903734}"/>
              </a:ext>
            </a:extLst>
          </p:cNvPr>
          <p:cNvSpPr>
            <a:spLocks noGrp="1"/>
          </p:cNvSpPr>
          <p:nvPr>
            <p:ph type="title"/>
          </p:nvPr>
        </p:nvSpPr>
        <p:spPr/>
        <p:txBody>
          <a:bodyPr>
            <a:normAutofit/>
          </a:bodyPr>
          <a:lstStyle>
            <a:lvl1pPr algn="ctr">
              <a:defRPr sz="4000">
                <a:latin typeface="+mn-lt"/>
              </a:defRPr>
            </a:lvl1pPr>
          </a:lstStyle>
          <a:p>
            <a:r>
              <a:rPr lang="en-US" dirty="0"/>
              <a:t>Click to edit Master title style</a:t>
            </a:r>
          </a:p>
        </p:txBody>
      </p:sp>
      <p:sp>
        <p:nvSpPr>
          <p:cNvPr id="3" name="Content Placeholder 2">
            <a:extLst>
              <a:ext uri="{FF2B5EF4-FFF2-40B4-BE49-F238E27FC236}">
                <a16:creationId xmlns:a16="http://schemas.microsoft.com/office/drawing/2014/main" id="{ADB6BEFF-E786-80CC-C462-EC9F1C9C357F}"/>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7B6CF37-673E-EFC4-46AD-C8B8CC64E1D0}"/>
              </a:ext>
            </a:extLst>
          </p:cNvPr>
          <p:cNvSpPr>
            <a:spLocks noGrp="1"/>
          </p:cNvSpPr>
          <p:nvPr>
            <p:ph type="dt" sz="half" idx="10"/>
          </p:nvPr>
        </p:nvSpPr>
        <p:spPr/>
        <p:txBody>
          <a:bodyPr/>
          <a:lstStyle/>
          <a:p>
            <a:fld id="{EF9959E7-45DE-4A2D-ACFD-0D8C8BBAB79F}" type="datetimeFigureOut">
              <a:rPr lang="en-US" smtClean="0"/>
              <a:t>5/18/2025</a:t>
            </a:fld>
            <a:endParaRPr lang="en-US"/>
          </a:p>
        </p:txBody>
      </p:sp>
      <p:sp>
        <p:nvSpPr>
          <p:cNvPr id="5" name="Footer Placeholder 4">
            <a:extLst>
              <a:ext uri="{FF2B5EF4-FFF2-40B4-BE49-F238E27FC236}">
                <a16:creationId xmlns:a16="http://schemas.microsoft.com/office/drawing/2014/main" id="{9C3B8A85-2B88-6B89-6CF8-4D396AB7B4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84774E-879A-AA6A-5AEF-0FD775B9793F}"/>
              </a:ext>
            </a:extLst>
          </p:cNvPr>
          <p:cNvSpPr>
            <a:spLocks noGrp="1"/>
          </p:cNvSpPr>
          <p:nvPr>
            <p:ph type="sldNum" sz="quarter" idx="12"/>
          </p:nvPr>
        </p:nvSpPr>
        <p:spPr/>
        <p:txBody>
          <a:bodyPr/>
          <a:lstStyle/>
          <a:p>
            <a:fld id="{B5912E74-8957-4046-8937-1199D0665174}" type="slidenum">
              <a:rPr lang="en-US" smtClean="0"/>
              <a:t>‹#›</a:t>
            </a:fld>
            <a:endParaRPr lang="en-US"/>
          </a:p>
        </p:txBody>
      </p:sp>
      <p:sp>
        <p:nvSpPr>
          <p:cNvPr id="8" name="Rectangle 7">
            <a:extLst>
              <a:ext uri="{FF2B5EF4-FFF2-40B4-BE49-F238E27FC236}">
                <a16:creationId xmlns:a16="http://schemas.microsoft.com/office/drawing/2014/main" id="{68F9B18A-4C13-213C-5ECD-7D00902A82F8}"/>
              </a:ext>
            </a:extLst>
          </p:cNvPr>
          <p:cNvSpPr/>
          <p:nvPr userDrawn="1"/>
        </p:nvSpPr>
        <p:spPr>
          <a:xfrm>
            <a:off x="3894421" y="21431"/>
            <a:ext cx="4460168" cy="256507"/>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B8A0DAC0-1D7C-425C-A3EA-189775AB007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sp>
        <p:nvSpPr>
          <p:cNvPr id="11" name="Rectangle 10">
            <a:extLst>
              <a:ext uri="{FF2B5EF4-FFF2-40B4-BE49-F238E27FC236}">
                <a16:creationId xmlns:a16="http://schemas.microsoft.com/office/drawing/2014/main" id="{73A6FB34-FC21-998E-F2ED-B41CC15A4311}"/>
              </a:ext>
            </a:extLst>
          </p:cNvPr>
          <p:cNvSpPr/>
          <p:nvPr userDrawn="1"/>
        </p:nvSpPr>
        <p:spPr>
          <a:xfrm>
            <a:off x="-1" y="6808662"/>
            <a:ext cx="12249013" cy="10897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191E5DFC-83E6-86F2-21A3-C9353A831D94}"/>
              </a:ext>
            </a:extLst>
          </p:cNvPr>
          <p:cNvGrpSpPr/>
          <p:nvPr userDrawn="1"/>
        </p:nvGrpSpPr>
        <p:grpSpPr>
          <a:xfrm>
            <a:off x="11930388" y="4900065"/>
            <a:ext cx="261612" cy="1456285"/>
            <a:chOff x="-7479" y="4982614"/>
            <a:chExt cx="261612" cy="1456285"/>
          </a:xfrm>
        </p:grpSpPr>
        <p:sp>
          <p:nvSpPr>
            <p:cNvPr id="9" name="Rectangle 8">
              <a:extLst>
                <a:ext uri="{FF2B5EF4-FFF2-40B4-BE49-F238E27FC236}">
                  <a16:creationId xmlns:a16="http://schemas.microsoft.com/office/drawing/2014/main" id="{00E6CDA0-D409-8B80-7C3D-EE78328F12C7}"/>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1DCC3F2-36B2-C662-DECB-01503AFCAA9E}"/>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28480663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660D2230-4C54-C188-62C4-95CC76262BA7}"/>
              </a:ext>
            </a:extLst>
          </p:cNvPr>
          <p:cNvPicPr>
            <a:picLocks noChangeAspect="1"/>
          </p:cNvPicPr>
          <p:nvPr userDrawn="1"/>
        </p:nvPicPr>
        <p:blipFill>
          <a:blip r:embed="rId2"/>
          <a:stretch>
            <a:fillRect/>
          </a:stretch>
        </p:blipFill>
        <p:spPr>
          <a:xfrm rot="10800000" flipV="1">
            <a:off x="6765" y="1270"/>
            <a:ext cx="7112053" cy="1831461"/>
          </a:xfrm>
          <a:prstGeom prst="rect">
            <a:avLst/>
          </a:prstGeom>
        </p:spPr>
      </p:pic>
      <p:sp>
        <p:nvSpPr>
          <p:cNvPr id="11" name="Rectangle 10">
            <a:extLst>
              <a:ext uri="{FF2B5EF4-FFF2-40B4-BE49-F238E27FC236}">
                <a16:creationId xmlns:a16="http://schemas.microsoft.com/office/drawing/2014/main" id="{1466CAA0-852B-2260-4E79-4DCDC5D3C474}"/>
              </a:ext>
            </a:extLst>
          </p:cNvPr>
          <p:cNvSpPr/>
          <p:nvPr userDrawn="1"/>
        </p:nvSpPr>
        <p:spPr>
          <a:xfrm>
            <a:off x="-38100" y="1690688"/>
            <a:ext cx="12230100" cy="5167312"/>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D09984-B07C-717A-A1FC-A0212B127BE0}"/>
              </a:ext>
            </a:extLst>
          </p:cNvPr>
          <p:cNvSpPr>
            <a:spLocks noGrp="1"/>
          </p:cNvSpPr>
          <p:nvPr>
            <p:ph type="title"/>
          </p:nvPr>
        </p:nvSpPr>
        <p:spPr/>
        <p:txBody>
          <a:bodyPr>
            <a:normAutofit/>
          </a:bodyPr>
          <a:lstStyle>
            <a:lvl1pPr>
              <a:defRPr sz="4000">
                <a:latin typeface="+mn-lt"/>
              </a:defRPr>
            </a:lvl1pPr>
          </a:lstStyle>
          <a:p>
            <a:r>
              <a:rPr lang="en-US" dirty="0"/>
              <a:t>Click to edit Master title style</a:t>
            </a:r>
          </a:p>
        </p:txBody>
      </p:sp>
      <p:sp>
        <p:nvSpPr>
          <p:cNvPr id="3" name="Content Placeholder 2">
            <a:extLst>
              <a:ext uri="{FF2B5EF4-FFF2-40B4-BE49-F238E27FC236}">
                <a16:creationId xmlns:a16="http://schemas.microsoft.com/office/drawing/2014/main" id="{D7D56CC2-F4AE-C871-25CA-0693B8E51D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F04C4D5-028B-CF4F-DB83-2E7DAE14517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84ECB3-6230-1C4A-4271-8B1B329A9B88}"/>
              </a:ext>
            </a:extLst>
          </p:cNvPr>
          <p:cNvSpPr>
            <a:spLocks noGrp="1"/>
          </p:cNvSpPr>
          <p:nvPr>
            <p:ph type="dt" sz="half" idx="10"/>
          </p:nvPr>
        </p:nvSpPr>
        <p:spPr/>
        <p:txBody>
          <a:bodyPr/>
          <a:lstStyle/>
          <a:p>
            <a:fld id="{EF9959E7-45DE-4A2D-ACFD-0D8C8BBAB79F}" type="datetimeFigureOut">
              <a:rPr lang="en-US" smtClean="0"/>
              <a:t>5/18/2025</a:t>
            </a:fld>
            <a:endParaRPr lang="en-US"/>
          </a:p>
        </p:txBody>
      </p:sp>
      <p:sp>
        <p:nvSpPr>
          <p:cNvPr id="6" name="Footer Placeholder 5">
            <a:extLst>
              <a:ext uri="{FF2B5EF4-FFF2-40B4-BE49-F238E27FC236}">
                <a16:creationId xmlns:a16="http://schemas.microsoft.com/office/drawing/2014/main" id="{A9D0EBE9-6EE3-30E5-37E9-966CEBBA44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D42C9F-71DE-08A3-B2D8-60F040A88956}"/>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10" name="Picture 9">
            <a:extLst>
              <a:ext uri="{FF2B5EF4-FFF2-40B4-BE49-F238E27FC236}">
                <a16:creationId xmlns:a16="http://schemas.microsoft.com/office/drawing/2014/main" id="{431BACEB-C3CA-5C73-C1CD-7E28828923B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8" name="Group 7">
            <a:extLst>
              <a:ext uri="{FF2B5EF4-FFF2-40B4-BE49-F238E27FC236}">
                <a16:creationId xmlns:a16="http://schemas.microsoft.com/office/drawing/2014/main" id="{F32450C2-7E85-EAB2-8C8F-8B13B9657507}"/>
              </a:ext>
            </a:extLst>
          </p:cNvPr>
          <p:cNvGrpSpPr/>
          <p:nvPr userDrawn="1"/>
        </p:nvGrpSpPr>
        <p:grpSpPr>
          <a:xfrm>
            <a:off x="11930388" y="4900065"/>
            <a:ext cx="261612" cy="1456285"/>
            <a:chOff x="-7479" y="4982614"/>
            <a:chExt cx="261612" cy="1456285"/>
          </a:xfrm>
        </p:grpSpPr>
        <p:sp>
          <p:nvSpPr>
            <p:cNvPr id="9" name="Rectangle 8">
              <a:extLst>
                <a:ext uri="{FF2B5EF4-FFF2-40B4-BE49-F238E27FC236}">
                  <a16:creationId xmlns:a16="http://schemas.microsoft.com/office/drawing/2014/main" id="{E593644A-0A35-6B8C-F216-AC1945DFC79E}"/>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A806244-EF9A-642C-8573-A2BFA17DB33E}"/>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3165366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F169F28-4F60-04EA-2355-80F723258DB7}"/>
              </a:ext>
            </a:extLst>
          </p:cNvPr>
          <p:cNvPicPr>
            <a:picLocks noChangeAspect="1"/>
          </p:cNvPicPr>
          <p:nvPr userDrawn="1"/>
        </p:nvPicPr>
        <p:blipFill>
          <a:blip r:embed="rId2">
            <a:alphaModFix amt="99000"/>
          </a:blip>
          <a:stretch>
            <a:fillRect/>
          </a:stretch>
        </p:blipFill>
        <p:spPr>
          <a:xfrm rot="10800000" flipV="1">
            <a:off x="6764" y="1270"/>
            <a:ext cx="12073813" cy="3109189"/>
          </a:xfrm>
          <a:prstGeom prst="rect">
            <a:avLst/>
          </a:prstGeom>
        </p:spPr>
      </p:pic>
      <p:sp>
        <p:nvSpPr>
          <p:cNvPr id="2" name="Title 1">
            <a:extLst>
              <a:ext uri="{FF2B5EF4-FFF2-40B4-BE49-F238E27FC236}">
                <a16:creationId xmlns:a16="http://schemas.microsoft.com/office/drawing/2014/main" id="{D7D3BD4A-F379-8CFF-EBD6-707DD0E70908}"/>
              </a:ext>
            </a:extLst>
          </p:cNvPr>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FD159623-7488-E134-22F1-5329048ED4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99D7D39-C4CD-9439-3408-FF0BFA1B113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3750B8F-83C3-D985-5919-F1A3FDF4D0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6CCF953-DD56-9B85-AB4B-B9C9F0FF06C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BD25C81-2863-04F8-8182-D218BA273C24}"/>
              </a:ext>
            </a:extLst>
          </p:cNvPr>
          <p:cNvSpPr>
            <a:spLocks noGrp="1"/>
          </p:cNvSpPr>
          <p:nvPr>
            <p:ph type="dt" sz="half" idx="10"/>
          </p:nvPr>
        </p:nvSpPr>
        <p:spPr/>
        <p:txBody>
          <a:bodyPr/>
          <a:lstStyle/>
          <a:p>
            <a:fld id="{EF9959E7-45DE-4A2D-ACFD-0D8C8BBAB79F}" type="datetimeFigureOut">
              <a:rPr lang="en-US" smtClean="0"/>
              <a:t>5/18/2025</a:t>
            </a:fld>
            <a:endParaRPr lang="en-US"/>
          </a:p>
        </p:txBody>
      </p:sp>
      <p:sp>
        <p:nvSpPr>
          <p:cNvPr id="8" name="Footer Placeholder 7">
            <a:extLst>
              <a:ext uri="{FF2B5EF4-FFF2-40B4-BE49-F238E27FC236}">
                <a16:creationId xmlns:a16="http://schemas.microsoft.com/office/drawing/2014/main" id="{A3A521E1-8180-A360-8696-A84620A87D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3D6C59-8054-7190-9FD8-FAA596348D42}"/>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12" name="Picture 11">
            <a:extLst>
              <a:ext uri="{FF2B5EF4-FFF2-40B4-BE49-F238E27FC236}">
                <a16:creationId xmlns:a16="http://schemas.microsoft.com/office/drawing/2014/main" id="{C023B567-24C2-C088-6F75-913992BE2D8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sp>
        <p:nvSpPr>
          <p:cNvPr id="15" name="Rectangle 14">
            <a:extLst>
              <a:ext uri="{FF2B5EF4-FFF2-40B4-BE49-F238E27FC236}">
                <a16:creationId xmlns:a16="http://schemas.microsoft.com/office/drawing/2014/main" id="{A32B20C0-22D4-422D-2940-7F540F191BF7}"/>
              </a:ext>
            </a:extLst>
          </p:cNvPr>
          <p:cNvSpPr/>
          <p:nvPr userDrawn="1"/>
        </p:nvSpPr>
        <p:spPr>
          <a:xfrm>
            <a:off x="6764" y="342265"/>
            <a:ext cx="10269639" cy="45719"/>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1870257A-EF80-EF1A-EE95-68EB9FBC2F71}"/>
              </a:ext>
            </a:extLst>
          </p:cNvPr>
          <p:cNvGrpSpPr/>
          <p:nvPr userDrawn="1"/>
        </p:nvGrpSpPr>
        <p:grpSpPr>
          <a:xfrm>
            <a:off x="11930388" y="4900065"/>
            <a:ext cx="261612" cy="1456285"/>
            <a:chOff x="-7479" y="4982614"/>
            <a:chExt cx="261612" cy="1456285"/>
          </a:xfrm>
        </p:grpSpPr>
        <p:sp>
          <p:nvSpPr>
            <p:cNvPr id="13" name="Rectangle 12">
              <a:extLst>
                <a:ext uri="{FF2B5EF4-FFF2-40B4-BE49-F238E27FC236}">
                  <a16:creationId xmlns:a16="http://schemas.microsoft.com/office/drawing/2014/main" id="{BAEA7E83-8757-44B8-B8ED-EFD855548FA2}"/>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C603E4A3-2F29-E99E-59AA-19FD2D71718A}"/>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31401991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C5A05E41-FECA-555C-4DA5-FBDABE88EAD3}"/>
              </a:ext>
            </a:extLst>
          </p:cNvPr>
          <p:cNvPicPr>
            <a:picLocks noChangeAspect="1"/>
          </p:cNvPicPr>
          <p:nvPr userDrawn="1"/>
        </p:nvPicPr>
        <p:blipFill>
          <a:blip r:embed="rId2">
            <a:alphaModFix amt="99000"/>
          </a:blip>
          <a:stretch>
            <a:fillRect/>
          </a:stretch>
        </p:blipFill>
        <p:spPr>
          <a:xfrm rot="10800000" flipV="1">
            <a:off x="6764" y="1270"/>
            <a:ext cx="12073813" cy="3109189"/>
          </a:xfrm>
          <a:prstGeom prst="rect">
            <a:avLst/>
          </a:prstGeom>
        </p:spPr>
      </p:pic>
      <p:grpSp>
        <p:nvGrpSpPr>
          <p:cNvPr id="13" name="Group 12">
            <a:extLst>
              <a:ext uri="{FF2B5EF4-FFF2-40B4-BE49-F238E27FC236}">
                <a16:creationId xmlns:a16="http://schemas.microsoft.com/office/drawing/2014/main" id="{6EFDB3D2-BABB-4614-ACBD-74206D54EFA7}"/>
              </a:ext>
            </a:extLst>
          </p:cNvPr>
          <p:cNvGrpSpPr/>
          <p:nvPr userDrawn="1"/>
        </p:nvGrpSpPr>
        <p:grpSpPr>
          <a:xfrm flipH="1">
            <a:off x="8896479" y="6438899"/>
            <a:ext cx="3295521" cy="419101"/>
            <a:chOff x="0" y="6438899"/>
            <a:chExt cx="4425450" cy="419100"/>
          </a:xfrm>
        </p:grpSpPr>
        <p:sp>
          <p:nvSpPr>
            <p:cNvPr id="14" name="Rectangle 13">
              <a:extLst>
                <a:ext uri="{FF2B5EF4-FFF2-40B4-BE49-F238E27FC236}">
                  <a16:creationId xmlns:a16="http://schemas.microsoft.com/office/drawing/2014/main" id="{B3C9DBE5-42FF-593C-82CE-C4B2774E3AD0}"/>
                </a:ext>
              </a:extLst>
            </p:cNvPr>
            <p:cNvSpPr/>
            <p:nvPr userDrawn="1"/>
          </p:nvSpPr>
          <p:spPr>
            <a:xfrm>
              <a:off x="0" y="6438900"/>
              <a:ext cx="4115884" cy="419099"/>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ight Triangle 14">
              <a:extLst>
                <a:ext uri="{FF2B5EF4-FFF2-40B4-BE49-F238E27FC236}">
                  <a16:creationId xmlns:a16="http://schemas.microsoft.com/office/drawing/2014/main" id="{D8516993-C2D5-28D4-6E6E-D3A5B19FD20F}"/>
                </a:ext>
              </a:extLst>
            </p:cNvPr>
            <p:cNvSpPr/>
            <p:nvPr userDrawn="1"/>
          </p:nvSpPr>
          <p:spPr>
            <a:xfrm>
              <a:off x="4115884" y="6438899"/>
              <a:ext cx="309566" cy="419100"/>
            </a:xfrm>
            <a:prstGeom prst="rtTriangle">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6EB218D0-0E4A-6601-1430-D75D1D89819B}"/>
              </a:ext>
            </a:extLst>
          </p:cNvPr>
          <p:cNvSpPr>
            <a:spLocks noGrp="1"/>
          </p:cNvSpPr>
          <p:nvPr>
            <p:ph type="title"/>
          </p:nvPr>
        </p:nvSpPr>
        <p:spPr>
          <a:xfrm>
            <a:off x="1364974" y="2766218"/>
            <a:ext cx="10515600" cy="1325563"/>
          </a:xfrm>
        </p:spPr>
        <p:txBody>
          <a:bodyPr/>
          <a:lstStyle>
            <a:lvl1pPr>
              <a:defRPr>
                <a:latin typeface="+mn-lt"/>
              </a:defRPr>
            </a:lvl1pPr>
          </a:lstStyle>
          <a:p>
            <a:r>
              <a:rPr lang="en-US" dirty="0"/>
              <a:t>Click to edit Master title style</a:t>
            </a:r>
          </a:p>
        </p:txBody>
      </p:sp>
      <p:sp>
        <p:nvSpPr>
          <p:cNvPr id="3" name="Date Placeholder 2">
            <a:extLst>
              <a:ext uri="{FF2B5EF4-FFF2-40B4-BE49-F238E27FC236}">
                <a16:creationId xmlns:a16="http://schemas.microsoft.com/office/drawing/2014/main" id="{65407DD1-72E8-53B4-A8B5-16105BC66947}"/>
              </a:ext>
            </a:extLst>
          </p:cNvPr>
          <p:cNvSpPr>
            <a:spLocks noGrp="1"/>
          </p:cNvSpPr>
          <p:nvPr>
            <p:ph type="dt" sz="half" idx="10"/>
          </p:nvPr>
        </p:nvSpPr>
        <p:spPr/>
        <p:txBody>
          <a:bodyPr/>
          <a:lstStyle/>
          <a:p>
            <a:fld id="{EF9959E7-45DE-4A2D-ACFD-0D8C8BBAB79F}" type="datetimeFigureOut">
              <a:rPr lang="en-US" smtClean="0"/>
              <a:t>5/18/2025</a:t>
            </a:fld>
            <a:endParaRPr lang="en-US"/>
          </a:p>
        </p:txBody>
      </p:sp>
      <p:sp>
        <p:nvSpPr>
          <p:cNvPr id="4" name="Footer Placeholder 3">
            <a:extLst>
              <a:ext uri="{FF2B5EF4-FFF2-40B4-BE49-F238E27FC236}">
                <a16:creationId xmlns:a16="http://schemas.microsoft.com/office/drawing/2014/main" id="{F3621DE3-618B-CDA6-C30A-1DB7F4E9C6D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F568125-E5E8-EEE2-D064-3848DBBA63B9}"/>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10" name="Picture 9">
            <a:extLst>
              <a:ext uri="{FF2B5EF4-FFF2-40B4-BE49-F238E27FC236}">
                <a16:creationId xmlns:a16="http://schemas.microsoft.com/office/drawing/2014/main" id="{19F13517-FB38-BE9B-5A77-235BBF8CE80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6" name="Group 5">
            <a:extLst>
              <a:ext uri="{FF2B5EF4-FFF2-40B4-BE49-F238E27FC236}">
                <a16:creationId xmlns:a16="http://schemas.microsoft.com/office/drawing/2014/main" id="{715FA5D2-1257-770C-1E2F-2CCA5238FD2A}"/>
              </a:ext>
            </a:extLst>
          </p:cNvPr>
          <p:cNvGrpSpPr/>
          <p:nvPr userDrawn="1"/>
        </p:nvGrpSpPr>
        <p:grpSpPr>
          <a:xfrm>
            <a:off x="11930388" y="4900065"/>
            <a:ext cx="261612" cy="1456285"/>
            <a:chOff x="-7479" y="4982614"/>
            <a:chExt cx="261612" cy="1456285"/>
          </a:xfrm>
        </p:grpSpPr>
        <p:sp>
          <p:nvSpPr>
            <p:cNvPr id="7" name="Rectangle 6">
              <a:extLst>
                <a:ext uri="{FF2B5EF4-FFF2-40B4-BE49-F238E27FC236}">
                  <a16:creationId xmlns:a16="http://schemas.microsoft.com/office/drawing/2014/main" id="{F29FA834-B150-3245-D347-588904243A5E}"/>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8EF11FA-4280-83FF-5E5F-70581310F2C4}"/>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1611669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C80EC996-29B5-35CD-CAA8-09FAAB535A3F}"/>
              </a:ext>
            </a:extLst>
          </p:cNvPr>
          <p:cNvPicPr>
            <a:picLocks noChangeAspect="1"/>
          </p:cNvPicPr>
          <p:nvPr userDrawn="1"/>
        </p:nvPicPr>
        <p:blipFill>
          <a:blip r:embed="rId2"/>
          <a:stretch>
            <a:fillRect/>
          </a:stretch>
        </p:blipFill>
        <p:spPr>
          <a:xfrm rot="10800000" flipV="1">
            <a:off x="4713261" y="1270"/>
            <a:ext cx="7112053" cy="1831461"/>
          </a:xfrm>
          <a:prstGeom prst="rect">
            <a:avLst/>
          </a:prstGeom>
        </p:spPr>
      </p:pic>
      <p:sp>
        <p:nvSpPr>
          <p:cNvPr id="10" name="Rectangle 9">
            <a:extLst>
              <a:ext uri="{FF2B5EF4-FFF2-40B4-BE49-F238E27FC236}">
                <a16:creationId xmlns:a16="http://schemas.microsoft.com/office/drawing/2014/main" id="{C4E085B5-6456-E991-6904-BB25D1005185}"/>
              </a:ext>
            </a:extLst>
          </p:cNvPr>
          <p:cNvSpPr/>
          <p:nvPr userDrawn="1"/>
        </p:nvSpPr>
        <p:spPr>
          <a:xfrm>
            <a:off x="-38099" y="0"/>
            <a:ext cx="4764088" cy="6858000"/>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B5AF6C-3A58-DD89-B778-7C9B4E4937D6}"/>
              </a:ext>
            </a:extLst>
          </p:cNvPr>
          <p:cNvSpPr>
            <a:spLocks noGrp="1"/>
          </p:cNvSpPr>
          <p:nvPr>
            <p:ph type="title"/>
          </p:nvPr>
        </p:nvSpPr>
        <p:spPr>
          <a:xfrm>
            <a:off x="839788" y="457200"/>
            <a:ext cx="3771969" cy="1600200"/>
          </a:xfrm>
        </p:spPr>
        <p:txBody>
          <a:bodyPr anchor="b">
            <a:normAutofit/>
          </a:bodyPr>
          <a:lstStyle>
            <a:lvl1pPr>
              <a:defRPr sz="2800">
                <a:latin typeface="+mn-lt"/>
              </a:defRPr>
            </a:lvl1pPr>
          </a:lstStyle>
          <a:p>
            <a:r>
              <a:rPr lang="en-US" dirty="0"/>
              <a:t>Click to edit Master title style</a:t>
            </a:r>
          </a:p>
        </p:txBody>
      </p:sp>
      <p:sp>
        <p:nvSpPr>
          <p:cNvPr id="3" name="Content Placeholder 2">
            <a:extLst>
              <a:ext uri="{FF2B5EF4-FFF2-40B4-BE49-F238E27FC236}">
                <a16:creationId xmlns:a16="http://schemas.microsoft.com/office/drawing/2014/main" id="{4C730643-5DEF-0301-05FB-43BFE78104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CC84E7D-D23B-8AA6-561F-6482F0A1224C}"/>
              </a:ext>
            </a:extLst>
          </p:cNvPr>
          <p:cNvSpPr>
            <a:spLocks noGrp="1"/>
          </p:cNvSpPr>
          <p:nvPr>
            <p:ph type="body" sz="half" idx="2"/>
          </p:nvPr>
        </p:nvSpPr>
        <p:spPr>
          <a:xfrm>
            <a:off x="839788" y="2057400"/>
            <a:ext cx="3771969"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9060D1C3-135E-09A0-2E54-EFBC9A5D9940}"/>
              </a:ext>
            </a:extLst>
          </p:cNvPr>
          <p:cNvSpPr>
            <a:spLocks noGrp="1"/>
          </p:cNvSpPr>
          <p:nvPr>
            <p:ph type="dt" sz="half" idx="10"/>
          </p:nvPr>
        </p:nvSpPr>
        <p:spPr/>
        <p:txBody>
          <a:bodyPr/>
          <a:lstStyle/>
          <a:p>
            <a:fld id="{EF9959E7-45DE-4A2D-ACFD-0D8C8BBAB79F}" type="datetimeFigureOut">
              <a:rPr lang="en-US" smtClean="0"/>
              <a:t>5/18/2025</a:t>
            </a:fld>
            <a:endParaRPr lang="en-US"/>
          </a:p>
        </p:txBody>
      </p:sp>
      <p:sp>
        <p:nvSpPr>
          <p:cNvPr id="6" name="Footer Placeholder 5">
            <a:extLst>
              <a:ext uri="{FF2B5EF4-FFF2-40B4-BE49-F238E27FC236}">
                <a16:creationId xmlns:a16="http://schemas.microsoft.com/office/drawing/2014/main" id="{B1E11F67-329D-954C-CD5C-1AA093EC26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5EB87E-06D7-61E3-D9E0-49BF14B3E008}"/>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9" name="Picture 8">
            <a:extLst>
              <a:ext uri="{FF2B5EF4-FFF2-40B4-BE49-F238E27FC236}">
                <a16:creationId xmlns:a16="http://schemas.microsoft.com/office/drawing/2014/main" id="{0C8EA7C3-CAA4-9F46-F633-CAA69D61B61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sp>
        <p:nvSpPr>
          <p:cNvPr id="11" name="Rectangle 10">
            <a:extLst>
              <a:ext uri="{FF2B5EF4-FFF2-40B4-BE49-F238E27FC236}">
                <a16:creationId xmlns:a16="http://schemas.microsoft.com/office/drawing/2014/main" id="{7DD1F696-3383-CCD0-5F6F-4B9E89375262}"/>
              </a:ext>
            </a:extLst>
          </p:cNvPr>
          <p:cNvSpPr/>
          <p:nvPr userDrawn="1"/>
        </p:nvSpPr>
        <p:spPr>
          <a:xfrm rot="5400000">
            <a:off x="1324286" y="3399184"/>
            <a:ext cx="6858000" cy="59635"/>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97DF8517-697A-D659-D645-CCC025297F18}"/>
              </a:ext>
            </a:extLst>
          </p:cNvPr>
          <p:cNvGrpSpPr/>
          <p:nvPr userDrawn="1"/>
        </p:nvGrpSpPr>
        <p:grpSpPr>
          <a:xfrm>
            <a:off x="11930388" y="4900065"/>
            <a:ext cx="261612" cy="1456285"/>
            <a:chOff x="-7479" y="4982614"/>
            <a:chExt cx="261612" cy="1456285"/>
          </a:xfrm>
        </p:grpSpPr>
        <p:sp>
          <p:nvSpPr>
            <p:cNvPr id="12" name="Rectangle 11">
              <a:extLst>
                <a:ext uri="{FF2B5EF4-FFF2-40B4-BE49-F238E27FC236}">
                  <a16:creationId xmlns:a16="http://schemas.microsoft.com/office/drawing/2014/main" id="{028F6DD2-968A-9801-9B22-22DBD1C894E0}"/>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8F835E16-0810-A050-7387-E04FC0CFD8C9}"/>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41201097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BDE0F43-CB86-1C9B-53B1-54930B9BBDB8}"/>
              </a:ext>
            </a:extLst>
          </p:cNvPr>
          <p:cNvPicPr>
            <a:picLocks noChangeAspect="1"/>
          </p:cNvPicPr>
          <p:nvPr userDrawn="1"/>
        </p:nvPicPr>
        <p:blipFill>
          <a:blip r:embed="rId2"/>
          <a:stretch>
            <a:fillRect/>
          </a:stretch>
        </p:blipFill>
        <p:spPr>
          <a:xfrm rot="10800000" flipV="1">
            <a:off x="6765" y="1270"/>
            <a:ext cx="7112053" cy="1831461"/>
          </a:xfrm>
          <a:prstGeom prst="rect">
            <a:avLst/>
          </a:prstGeom>
        </p:spPr>
      </p:pic>
      <p:sp>
        <p:nvSpPr>
          <p:cNvPr id="2" name="Date Placeholder 1">
            <a:extLst>
              <a:ext uri="{FF2B5EF4-FFF2-40B4-BE49-F238E27FC236}">
                <a16:creationId xmlns:a16="http://schemas.microsoft.com/office/drawing/2014/main" id="{C938C0B1-8B0B-33DB-42B1-6BBD5950DE08}"/>
              </a:ext>
            </a:extLst>
          </p:cNvPr>
          <p:cNvSpPr>
            <a:spLocks noGrp="1"/>
          </p:cNvSpPr>
          <p:nvPr>
            <p:ph type="dt" sz="half" idx="10"/>
          </p:nvPr>
        </p:nvSpPr>
        <p:spPr/>
        <p:txBody>
          <a:bodyPr/>
          <a:lstStyle/>
          <a:p>
            <a:fld id="{EF9959E7-45DE-4A2D-ACFD-0D8C8BBAB79F}" type="datetimeFigureOut">
              <a:rPr lang="en-US" smtClean="0"/>
              <a:t>5/18/2025</a:t>
            </a:fld>
            <a:endParaRPr lang="en-US"/>
          </a:p>
        </p:txBody>
      </p:sp>
      <p:sp>
        <p:nvSpPr>
          <p:cNvPr id="3" name="Footer Placeholder 2">
            <a:extLst>
              <a:ext uri="{FF2B5EF4-FFF2-40B4-BE49-F238E27FC236}">
                <a16:creationId xmlns:a16="http://schemas.microsoft.com/office/drawing/2014/main" id="{E07F86FD-0946-30C8-BC74-577779A4D69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A2CEAC2-352E-92E4-C579-C2A59B6940E0}"/>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6" name="Picture 5">
            <a:extLst>
              <a:ext uri="{FF2B5EF4-FFF2-40B4-BE49-F238E27FC236}">
                <a16:creationId xmlns:a16="http://schemas.microsoft.com/office/drawing/2014/main" id="{ABA7D5CF-8052-62A2-8652-9E5660A058F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5" name="Group 4">
            <a:extLst>
              <a:ext uri="{FF2B5EF4-FFF2-40B4-BE49-F238E27FC236}">
                <a16:creationId xmlns:a16="http://schemas.microsoft.com/office/drawing/2014/main" id="{7CEA865B-9359-931D-9136-36413785F784}"/>
              </a:ext>
            </a:extLst>
          </p:cNvPr>
          <p:cNvGrpSpPr/>
          <p:nvPr userDrawn="1"/>
        </p:nvGrpSpPr>
        <p:grpSpPr>
          <a:xfrm>
            <a:off x="11930388" y="4900065"/>
            <a:ext cx="261612" cy="1456285"/>
            <a:chOff x="-7479" y="4982614"/>
            <a:chExt cx="261612" cy="1456285"/>
          </a:xfrm>
        </p:grpSpPr>
        <p:sp>
          <p:nvSpPr>
            <p:cNvPr id="7" name="Rectangle 6">
              <a:extLst>
                <a:ext uri="{FF2B5EF4-FFF2-40B4-BE49-F238E27FC236}">
                  <a16:creationId xmlns:a16="http://schemas.microsoft.com/office/drawing/2014/main" id="{990C6828-16EB-91B9-7078-52ADFDC0F2F1}"/>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BEA9D62-1A2E-5482-2A68-9FCEFEB913F9}"/>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33996132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colo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86208AF-0FB5-0709-9E4A-86BB9C81B267}"/>
              </a:ext>
            </a:extLst>
          </p:cNvPr>
          <p:cNvSpPr/>
          <p:nvPr userDrawn="1"/>
        </p:nvSpPr>
        <p:spPr>
          <a:xfrm>
            <a:off x="-38100" y="0"/>
            <a:ext cx="12230100" cy="6858000"/>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57D46B25-0C92-A630-DD9E-0DC228627926}"/>
              </a:ext>
            </a:extLst>
          </p:cNvPr>
          <p:cNvGrpSpPr/>
          <p:nvPr userDrawn="1"/>
        </p:nvGrpSpPr>
        <p:grpSpPr>
          <a:xfrm>
            <a:off x="7180119" y="6473574"/>
            <a:ext cx="5011881" cy="390911"/>
            <a:chOff x="7180118" y="6489891"/>
            <a:chExt cx="5011881" cy="390911"/>
          </a:xfrm>
        </p:grpSpPr>
        <p:sp>
          <p:nvSpPr>
            <p:cNvPr id="16" name="Rectangle 15">
              <a:extLst>
                <a:ext uri="{FF2B5EF4-FFF2-40B4-BE49-F238E27FC236}">
                  <a16:creationId xmlns:a16="http://schemas.microsoft.com/office/drawing/2014/main" id="{BA51D9DD-D54B-BD6E-1FC0-1E96064A7DD4}"/>
                </a:ext>
              </a:extLst>
            </p:cNvPr>
            <p:cNvSpPr/>
            <p:nvPr userDrawn="1"/>
          </p:nvSpPr>
          <p:spPr>
            <a:xfrm rot="10800000">
              <a:off x="7393415" y="6489891"/>
              <a:ext cx="4798584" cy="3909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ight Triangle 16">
              <a:extLst>
                <a:ext uri="{FF2B5EF4-FFF2-40B4-BE49-F238E27FC236}">
                  <a16:creationId xmlns:a16="http://schemas.microsoft.com/office/drawing/2014/main" id="{B12D63A4-B45F-D7EE-07AE-ED4F2AA9FBF6}"/>
                </a:ext>
              </a:extLst>
            </p:cNvPr>
            <p:cNvSpPr/>
            <p:nvPr userDrawn="1"/>
          </p:nvSpPr>
          <p:spPr>
            <a:xfrm rot="10800000" flipV="1">
              <a:off x="7180118" y="6489895"/>
              <a:ext cx="213299" cy="390907"/>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 name="Picture 7">
            <a:extLst>
              <a:ext uri="{FF2B5EF4-FFF2-40B4-BE49-F238E27FC236}">
                <a16:creationId xmlns:a16="http://schemas.microsoft.com/office/drawing/2014/main" id="{CE4DBBFF-D866-CE38-8CC8-48E42BA7EFB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76220" y="283589"/>
            <a:ext cx="1470825" cy="497461"/>
          </a:xfrm>
          <a:prstGeom prst="rect">
            <a:avLst/>
          </a:prstGeom>
        </p:spPr>
      </p:pic>
      <p:sp>
        <p:nvSpPr>
          <p:cNvPr id="2" name="Date Placeholder 1">
            <a:extLst>
              <a:ext uri="{FF2B5EF4-FFF2-40B4-BE49-F238E27FC236}">
                <a16:creationId xmlns:a16="http://schemas.microsoft.com/office/drawing/2014/main" id="{C938C0B1-8B0B-33DB-42B1-6BBD5950DE08}"/>
              </a:ext>
            </a:extLst>
          </p:cNvPr>
          <p:cNvSpPr>
            <a:spLocks noGrp="1"/>
          </p:cNvSpPr>
          <p:nvPr>
            <p:ph type="dt" sz="half" idx="10"/>
          </p:nvPr>
        </p:nvSpPr>
        <p:spPr/>
        <p:txBody>
          <a:bodyPr/>
          <a:lstStyle/>
          <a:p>
            <a:fld id="{EF9959E7-45DE-4A2D-ACFD-0D8C8BBAB79F}" type="datetimeFigureOut">
              <a:rPr lang="en-US" smtClean="0"/>
              <a:t>5/18/2025</a:t>
            </a:fld>
            <a:endParaRPr lang="en-US"/>
          </a:p>
        </p:txBody>
      </p:sp>
      <p:sp>
        <p:nvSpPr>
          <p:cNvPr id="3" name="Footer Placeholder 2">
            <a:extLst>
              <a:ext uri="{FF2B5EF4-FFF2-40B4-BE49-F238E27FC236}">
                <a16:creationId xmlns:a16="http://schemas.microsoft.com/office/drawing/2014/main" id="{E07F86FD-0946-30C8-BC74-577779A4D69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A2CEAC2-352E-92E4-C579-C2A59B6940E0}"/>
              </a:ext>
            </a:extLst>
          </p:cNvPr>
          <p:cNvSpPr>
            <a:spLocks noGrp="1"/>
          </p:cNvSpPr>
          <p:nvPr>
            <p:ph type="sldNum" sz="quarter" idx="12"/>
          </p:nvPr>
        </p:nvSpPr>
        <p:spPr/>
        <p:txBody>
          <a:bodyPr/>
          <a:lstStyle/>
          <a:p>
            <a:fld id="{B5912E74-8957-4046-8937-1199D0665174}" type="slidenum">
              <a:rPr lang="en-US" smtClean="0"/>
              <a:t>‹#›</a:t>
            </a:fld>
            <a:endParaRPr lang="en-US"/>
          </a:p>
        </p:txBody>
      </p:sp>
      <p:grpSp>
        <p:nvGrpSpPr>
          <p:cNvPr id="10" name="Group 9">
            <a:extLst>
              <a:ext uri="{FF2B5EF4-FFF2-40B4-BE49-F238E27FC236}">
                <a16:creationId xmlns:a16="http://schemas.microsoft.com/office/drawing/2014/main" id="{DEECA337-96B6-AF15-88CE-5A1B9B8EBDB6}"/>
              </a:ext>
            </a:extLst>
          </p:cNvPr>
          <p:cNvGrpSpPr/>
          <p:nvPr userDrawn="1"/>
        </p:nvGrpSpPr>
        <p:grpSpPr>
          <a:xfrm>
            <a:off x="-58882" y="0"/>
            <a:ext cx="2130820" cy="390908"/>
            <a:chOff x="-58882" y="0"/>
            <a:chExt cx="2130820" cy="390908"/>
          </a:xfrm>
        </p:grpSpPr>
        <p:sp>
          <p:nvSpPr>
            <p:cNvPr id="13" name="Rectangle 12">
              <a:extLst>
                <a:ext uri="{FF2B5EF4-FFF2-40B4-BE49-F238E27FC236}">
                  <a16:creationId xmlns:a16="http://schemas.microsoft.com/office/drawing/2014/main" id="{755327DB-3941-6535-2638-26DDF5148B23}"/>
                </a:ext>
              </a:extLst>
            </p:cNvPr>
            <p:cNvSpPr/>
            <p:nvPr userDrawn="1"/>
          </p:nvSpPr>
          <p:spPr>
            <a:xfrm>
              <a:off x="-58882" y="1"/>
              <a:ext cx="1921715" cy="3909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ight Triangle 13">
              <a:extLst>
                <a:ext uri="{FF2B5EF4-FFF2-40B4-BE49-F238E27FC236}">
                  <a16:creationId xmlns:a16="http://schemas.microsoft.com/office/drawing/2014/main" id="{751988F2-DBDB-53FA-2E8B-DE674D6D2B6A}"/>
                </a:ext>
              </a:extLst>
            </p:cNvPr>
            <p:cNvSpPr/>
            <p:nvPr userDrawn="1"/>
          </p:nvSpPr>
          <p:spPr>
            <a:xfrm flipV="1">
              <a:off x="1858639" y="0"/>
              <a:ext cx="213299" cy="390907"/>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 name="Group 5">
            <a:extLst>
              <a:ext uri="{FF2B5EF4-FFF2-40B4-BE49-F238E27FC236}">
                <a16:creationId xmlns:a16="http://schemas.microsoft.com/office/drawing/2014/main" id="{A5B451E3-7C30-F7E8-27F1-20A1711850CE}"/>
              </a:ext>
            </a:extLst>
          </p:cNvPr>
          <p:cNvGrpSpPr/>
          <p:nvPr userDrawn="1"/>
        </p:nvGrpSpPr>
        <p:grpSpPr>
          <a:xfrm>
            <a:off x="11930388" y="4900065"/>
            <a:ext cx="261612" cy="1456285"/>
            <a:chOff x="-7479" y="4982614"/>
            <a:chExt cx="261612" cy="1456285"/>
          </a:xfrm>
        </p:grpSpPr>
        <p:sp>
          <p:nvSpPr>
            <p:cNvPr id="7" name="Rectangle 6">
              <a:extLst>
                <a:ext uri="{FF2B5EF4-FFF2-40B4-BE49-F238E27FC236}">
                  <a16:creationId xmlns:a16="http://schemas.microsoft.com/office/drawing/2014/main" id="{2AF9E3A6-8792-EBEF-E21F-6506CA347F72}"/>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2D7814D-56F3-7C85-157F-E73DAB5F0429}"/>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33928284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D450D105-3168-9AA2-1E36-18264E43F5DD}"/>
              </a:ext>
            </a:extLst>
          </p:cNvPr>
          <p:cNvPicPr>
            <a:picLocks noChangeAspect="1"/>
          </p:cNvPicPr>
          <p:nvPr userDrawn="1"/>
        </p:nvPicPr>
        <p:blipFill>
          <a:blip r:embed="rId2"/>
          <a:stretch>
            <a:fillRect/>
          </a:stretch>
        </p:blipFill>
        <p:spPr>
          <a:xfrm rot="10800000" flipV="1">
            <a:off x="6765" y="1270"/>
            <a:ext cx="7112053" cy="1831461"/>
          </a:xfrm>
          <a:prstGeom prst="rect">
            <a:avLst/>
          </a:prstGeom>
        </p:spPr>
      </p:pic>
      <p:sp>
        <p:nvSpPr>
          <p:cNvPr id="5" name="Date Placeholder 4">
            <a:extLst>
              <a:ext uri="{FF2B5EF4-FFF2-40B4-BE49-F238E27FC236}">
                <a16:creationId xmlns:a16="http://schemas.microsoft.com/office/drawing/2014/main" id="{EBC3EA9C-34EA-199C-CEF0-8463AAE7DDB7}"/>
              </a:ext>
            </a:extLst>
          </p:cNvPr>
          <p:cNvSpPr>
            <a:spLocks noGrp="1"/>
          </p:cNvSpPr>
          <p:nvPr>
            <p:ph type="dt" sz="half" idx="10"/>
          </p:nvPr>
        </p:nvSpPr>
        <p:spPr/>
        <p:txBody>
          <a:bodyPr/>
          <a:lstStyle/>
          <a:p>
            <a:fld id="{EF9959E7-45DE-4A2D-ACFD-0D8C8BBAB79F}" type="datetimeFigureOut">
              <a:rPr lang="en-US" smtClean="0"/>
              <a:t>5/18/2025</a:t>
            </a:fld>
            <a:endParaRPr lang="en-US"/>
          </a:p>
        </p:txBody>
      </p:sp>
      <p:sp>
        <p:nvSpPr>
          <p:cNvPr id="6" name="Footer Placeholder 5">
            <a:extLst>
              <a:ext uri="{FF2B5EF4-FFF2-40B4-BE49-F238E27FC236}">
                <a16:creationId xmlns:a16="http://schemas.microsoft.com/office/drawing/2014/main" id="{A16D9ED6-2507-9043-2434-14990C2905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15142B-2BCF-3584-CF46-5568AF2394B0}"/>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8" name="Picture 7">
            <a:extLst>
              <a:ext uri="{FF2B5EF4-FFF2-40B4-BE49-F238E27FC236}">
                <a16:creationId xmlns:a16="http://schemas.microsoft.com/office/drawing/2014/main" id="{1E117FA9-E26A-4F12-3480-6499E26C73F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9" name="Group 8">
            <a:extLst>
              <a:ext uri="{FF2B5EF4-FFF2-40B4-BE49-F238E27FC236}">
                <a16:creationId xmlns:a16="http://schemas.microsoft.com/office/drawing/2014/main" id="{C2F26ABC-4A2D-3F29-949F-D733E61C91B2}"/>
              </a:ext>
            </a:extLst>
          </p:cNvPr>
          <p:cNvGrpSpPr/>
          <p:nvPr userDrawn="1"/>
        </p:nvGrpSpPr>
        <p:grpSpPr>
          <a:xfrm>
            <a:off x="11930388" y="4900065"/>
            <a:ext cx="261612" cy="1456285"/>
            <a:chOff x="-7479" y="4982614"/>
            <a:chExt cx="261612" cy="1456285"/>
          </a:xfrm>
        </p:grpSpPr>
        <p:sp>
          <p:nvSpPr>
            <p:cNvPr id="10" name="Rectangle 9">
              <a:extLst>
                <a:ext uri="{FF2B5EF4-FFF2-40B4-BE49-F238E27FC236}">
                  <a16:creationId xmlns:a16="http://schemas.microsoft.com/office/drawing/2014/main" id="{70ED001F-8063-F3C7-2FEF-E453A15D6F8A}"/>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8584E66-4123-80C8-F229-404A09AEC330}"/>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
        <p:nvSpPr>
          <p:cNvPr id="12" name="Rectangle 11">
            <a:extLst>
              <a:ext uri="{FF2B5EF4-FFF2-40B4-BE49-F238E27FC236}">
                <a16:creationId xmlns:a16="http://schemas.microsoft.com/office/drawing/2014/main" id="{812957FA-0954-130C-016A-4BAA3351102F}"/>
              </a:ext>
            </a:extLst>
          </p:cNvPr>
          <p:cNvSpPr/>
          <p:nvPr userDrawn="1"/>
        </p:nvSpPr>
        <p:spPr>
          <a:xfrm rot="5400000">
            <a:off x="6073139" y="761174"/>
            <a:ext cx="45719" cy="12192000"/>
          </a:xfrm>
          <a:prstGeom prst="rect">
            <a:avLst/>
          </a:prstGeom>
          <a:solidFill>
            <a:srgbClr val="6C1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1">
            <a:extLst>
              <a:ext uri="{FF2B5EF4-FFF2-40B4-BE49-F238E27FC236}">
                <a16:creationId xmlns:a16="http://schemas.microsoft.com/office/drawing/2014/main" id="{6B5F1816-5F6B-7928-15B1-1910931B275B}"/>
              </a:ext>
            </a:extLst>
          </p:cNvPr>
          <p:cNvSpPr>
            <a:spLocks noGrp="1"/>
          </p:cNvSpPr>
          <p:nvPr>
            <p:ph type="title"/>
          </p:nvPr>
        </p:nvSpPr>
        <p:spPr>
          <a:xfrm>
            <a:off x="838198" y="781051"/>
            <a:ext cx="10515600" cy="1325563"/>
          </a:xfrm>
        </p:spPr>
        <p:txBody>
          <a:bodyPr/>
          <a:lstStyle>
            <a:lvl1pPr>
              <a:defRPr>
                <a:latin typeface="+mn-lt"/>
              </a:defRPr>
            </a:lvl1pPr>
          </a:lstStyle>
          <a:p>
            <a:r>
              <a:rPr lang="en-US" dirty="0"/>
              <a:t>Click to edit Master title style</a:t>
            </a:r>
          </a:p>
        </p:txBody>
      </p:sp>
    </p:spTree>
    <p:extLst>
      <p:ext uri="{BB962C8B-B14F-4D97-AF65-F5344CB8AC3E}">
        <p14:creationId xmlns:p14="http://schemas.microsoft.com/office/powerpoint/2010/main" val="27433504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D450D105-3168-9AA2-1E36-18264E43F5DD}"/>
              </a:ext>
            </a:extLst>
          </p:cNvPr>
          <p:cNvPicPr>
            <a:picLocks noChangeAspect="1"/>
          </p:cNvPicPr>
          <p:nvPr userDrawn="1"/>
        </p:nvPicPr>
        <p:blipFill>
          <a:blip r:embed="rId2"/>
          <a:stretch>
            <a:fillRect/>
          </a:stretch>
        </p:blipFill>
        <p:spPr>
          <a:xfrm rot="10800000" flipV="1">
            <a:off x="6765" y="1270"/>
            <a:ext cx="7112053" cy="1831461"/>
          </a:xfrm>
          <a:prstGeom prst="rect">
            <a:avLst/>
          </a:prstGeom>
        </p:spPr>
      </p:pic>
      <p:sp>
        <p:nvSpPr>
          <p:cNvPr id="5" name="Date Placeholder 4">
            <a:extLst>
              <a:ext uri="{FF2B5EF4-FFF2-40B4-BE49-F238E27FC236}">
                <a16:creationId xmlns:a16="http://schemas.microsoft.com/office/drawing/2014/main" id="{EBC3EA9C-34EA-199C-CEF0-8463AAE7DDB7}"/>
              </a:ext>
            </a:extLst>
          </p:cNvPr>
          <p:cNvSpPr>
            <a:spLocks noGrp="1"/>
          </p:cNvSpPr>
          <p:nvPr>
            <p:ph type="dt" sz="half" idx="10"/>
          </p:nvPr>
        </p:nvSpPr>
        <p:spPr/>
        <p:txBody>
          <a:bodyPr/>
          <a:lstStyle/>
          <a:p>
            <a:fld id="{EF9959E7-45DE-4A2D-ACFD-0D8C8BBAB79F}" type="datetimeFigureOut">
              <a:rPr lang="en-US" smtClean="0"/>
              <a:t>5/18/2025</a:t>
            </a:fld>
            <a:endParaRPr lang="en-US"/>
          </a:p>
        </p:txBody>
      </p:sp>
      <p:sp>
        <p:nvSpPr>
          <p:cNvPr id="6" name="Footer Placeholder 5">
            <a:extLst>
              <a:ext uri="{FF2B5EF4-FFF2-40B4-BE49-F238E27FC236}">
                <a16:creationId xmlns:a16="http://schemas.microsoft.com/office/drawing/2014/main" id="{A16D9ED6-2507-9043-2434-14990C2905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15142B-2BCF-3584-CF46-5568AF2394B0}"/>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8" name="Picture 7">
            <a:extLst>
              <a:ext uri="{FF2B5EF4-FFF2-40B4-BE49-F238E27FC236}">
                <a16:creationId xmlns:a16="http://schemas.microsoft.com/office/drawing/2014/main" id="{1E117FA9-E26A-4F12-3480-6499E26C73F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9" name="Group 8">
            <a:extLst>
              <a:ext uri="{FF2B5EF4-FFF2-40B4-BE49-F238E27FC236}">
                <a16:creationId xmlns:a16="http://schemas.microsoft.com/office/drawing/2014/main" id="{C2F26ABC-4A2D-3F29-949F-D733E61C91B2}"/>
              </a:ext>
            </a:extLst>
          </p:cNvPr>
          <p:cNvGrpSpPr/>
          <p:nvPr userDrawn="1"/>
        </p:nvGrpSpPr>
        <p:grpSpPr>
          <a:xfrm>
            <a:off x="11930388" y="4900065"/>
            <a:ext cx="261612" cy="1456285"/>
            <a:chOff x="-7479" y="4982614"/>
            <a:chExt cx="261612" cy="1456285"/>
          </a:xfrm>
        </p:grpSpPr>
        <p:sp>
          <p:nvSpPr>
            <p:cNvPr id="10" name="Rectangle 9">
              <a:extLst>
                <a:ext uri="{FF2B5EF4-FFF2-40B4-BE49-F238E27FC236}">
                  <a16:creationId xmlns:a16="http://schemas.microsoft.com/office/drawing/2014/main" id="{70ED001F-8063-F3C7-2FEF-E453A15D6F8A}"/>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8584E66-4123-80C8-F229-404A09AEC330}"/>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
        <p:nvSpPr>
          <p:cNvPr id="13" name="Rectangle 12">
            <a:extLst>
              <a:ext uri="{FF2B5EF4-FFF2-40B4-BE49-F238E27FC236}">
                <a16:creationId xmlns:a16="http://schemas.microsoft.com/office/drawing/2014/main" id="{CAE4AFB9-D289-5BB8-FC6E-3A98AE611BFD}"/>
              </a:ext>
            </a:extLst>
          </p:cNvPr>
          <p:cNvSpPr/>
          <p:nvPr userDrawn="1"/>
        </p:nvSpPr>
        <p:spPr>
          <a:xfrm rot="5400000">
            <a:off x="6079906" y="-6086095"/>
            <a:ext cx="45719" cy="12192000"/>
          </a:xfrm>
          <a:prstGeom prst="rect">
            <a:avLst/>
          </a:prstGeom>
          <a:solidFill>
            <a:srgbClr val="6C1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559C5E7F-48AB-BACC-5157-81B702629420}"/>
              </a:ext>
            </a:extLst>
          </p:cNvPr>
          <p:cNvSpPr>
            <a:spLocks noGrp="1"/>
          </p:cNvSpPr>
          <p:nvPr>
            <p:ph type="title"/>
          </p:nvPr>
        </p:nvSpPr>
        <p:spPr>
          <a:xfrm>
            <a:off x="838198" y="781051"/>
            <a:ext cx="10515600" cy="1325563"/>
          </a:xfrm>
        </p:spPr>
        <p:txBody>
          <a:bodyPr/>
          <a:lstStyle>
            <a:lvl1pPr>
              <a:defRPr>
                <a:latin typeface="+mn-lt"/>
              </a:defRPr>
            </a:lvl1pPr>
          </a:lstStyle>
          <a:p>
            <a:r>
              <a:rPr lang="en-US" dirty="0"/>
              <a:t>Click to edit Master title style</a:t>
            </a:r>
          </a:p>
        </p:txBody>
      </p:sp>
    </p:spTree>
    <p:extLst>
      <p:ext uri="{BB962C8B-B14F-4D97-AF65-F5344CB8AC3E}">
        <p14:creationId xmlns:p14="http://schemas.microsoft.com/office/powerpoint/2010/main" val="1788661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pic>
        <p:nvPicPr>
          <p:cNvPr id="3" name="Picture 6">
            <a:extLst>
              <a:ext uri="{FF2B5EF4-FFF2-40B4-BE49-F238E27FC236}">
                <a16:creationId xmlns:a16="http://schemas.microsoft.com/office/drawing/2014/main" id="{03528DBD-8687-B24E-B658-95B1FA3EADA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034D6447-46EF-4D76-B6F0-24723C8FA94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4" name="Date Placeholder 2">
            <a:extLst>
              <a:ext uri="{FF2B5EF4-FFF2-40B4-BE49-F238E27FC236}">
                <a16:creationId xmlns:a16="http://schemas.microsoft.com/office/drawing/2014/main" id="{2C59699B-F0AD-DC4D-B73A-74BA42BD2E4C}"/>
              </a:ext>
            </a:extLst>
          </p:cNvPr>
          <p:cNvSpPr>
            <a:spLocks noGrp="1"/>
          </p:cNvSpPr>
          <p:nvPr>
            <p:ph type="dt" sz="half" idx="10"/>
          </p:nvPr>
        </p:nvSpPr>
        <p:spPr/>
        <p:txBody>
          <a:bodyPr/>
          <a:lstStyle>
            <a:lvl1pPr>
              <a:defRPr/>
            </a:lvl1pPr>
          </a:lstStyle>
          <a:p>
            <a:pPr>
              <a:defRPr/>
            </a:pPr>
            <a:fld id="{B3C081EF-84C1-4B45-A03A-EF6374474348}" type="datetime1">
              <a:rPr lang="en-MY" smtClean="0"/>
              <a:t>18/5/2025</a:t>
            </a:fld>
            <a:endParaRPr lang="en-US"/>
          </a:p>
        </p:txBody>
      </p:sp>
      <p:sp>
        <p:nvSpPr>
          <p:cNvPr id="5" name="Footer Placeholder 3">
            <a:extLst>
              <a:ext uri="{FF2B5EF4-FFF2-40B4-BE49-F238E27FC236}">
                <a16:creationId xmlns:a16="http://schemas.microsoft.com/office/drawing/2014/main" id="{AE8649E2-1AE6-8B4A-A66B-C42D6A0336B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4">
            <a:extLst>
              <a:ext uri="{FF2B5EF4-FFF2-40B4-BE49-F238E27FC236}">
                <a16:creationId xmlns:a16="http://schemas.microsoft.com/office/drawing/2014/main" id="{7F7DC1B4-CEAD-B24A-83FD-14E4ABA98780}"/>
              </a:ext>
            </a:extLst>
          </p:cNvPr>
          <p:cNvSpPr>
            <a:spLocks noGrp="1"/>
          </p:cNvSpPr>
          <p:nvPr>
            <p:ph type="sldNum" sz="quarter" idx="12"/>
          </p:nvPr>
        </p:nvSpPr>
        <p:spPr/>
        <p:txBody>
          <a:bodyPr/>
          <a:lstStyle>
            <a:lvl1pPr>
              <a:defRPr/>
            </a:lvl1pPr>
          </a:lstStyle>
          <a:p>
            <a:pPr>
              <a:defRPr/>
            </a:pPr>
            <a:fld id="{2CAAE11C-1C29-154B-880D-F2ECCBA8932F}" type="slidenum">
              <a:rPr lang="en-US"/>
              <a:pPr>
                <a:defRPr/>
              </a:pPr>
              <a:t>‹#›</a:t>
            </a:fld>
            <a:endParaRPr lang="en-US"/>
          </a:p>
        </p:txBody>
      </p:sp>
    </p:spTree>
    <p:extLst>
      <p:ext uri="{BB962C8B-B14F-4D97-AF65-F5344CB8AC3E}">
        <p14:creationId xmlns:p14="http://schemas.microsoft.com/office/powerpoint/2010/main" val="152017411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310277F4-9C8F-7F48-8D75-91A2A88B091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8ABBE89F-3B06-5348-A0F7-A6A21915B1C3}"/>
              </a:ext>
            </a:extLst>
          </p:cNvPr>
          <p:cNvSpPr>
            <a:spLocks noGrp="1"/>
          </p:cNvSpPr>
          <p:nvPr>
            <p:ph type="dt" sz="half" idx="10"/>
          </p:nvPr>
        </p:nvSpPr>
        <p:spPr/>
        <p:txBody>
          <a:bodyPr/>
          <a:lstStyle>
            <a:lvl1pPr>
              <a:defRPr/>
            </a:lvl1pPr>
          </a:lstStyle>
          <a:p>
            <a:pPr>
              <a:defRPr/>
            </a:pPr>
            <a:fld id="{1572A74A-1193-594B-853D-3BC7CFD78FCB}" type="datetime1">
              <a:rPr lang="en-MY" smtClean="0"/>
              <a:t>18/5/2025</a:t>
            </a:fld>
            <a:endParaRPr lang="en-US"/>
          </a:p>
        </p:txBody>
      </p:sp>
      <p:sp>
        <p:nvSpPr>
          <p:cNvPr id="4" name="Footer Placeholder 3">
            <a:extLst>
              <a:ext uri="{FF2B5EF4-FFF2-40B4-BE49-F238E27FC236}">
                <a16:creationId xmlns:a16="http://schemas.microsoft.com/office/drawing/2014/main" id="{65C55A93-550E-4F44-9852-A46BDF562DCF}"/>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35631349-69D0-CB47-BD9A-8C19A047C9F0}"/>
              </a:ext>
            </a:extLst>
          </p:cNvPr>
          <p:cNvSpPr>
            <a:spLocks noGrp="1"/>
          </p:cNvSpPr>
          <p:nvPr>
            <p:ph type="sldNum" sz="quarter" idx="12"/>
          </p:nvPr>
        </p:nvSpPr>
        <p:spPr/>
        <p:txBody>
          <a:bodyPr/>
          <a:lstStyle>
            <a:lvl1pPr>
              <a:defRPr/>
            </a:lvl1pPr>
          </a:lstStyle>
          <a:p>
            <a:pPr>
              <a:defRPr/>
            </a:pPr>
            <a:fld id="{D1A9425D-9892-784D-B3BB-790F829805F1}" type="slidenum">
              <a:rPr lang="en-US"/>
              <a:pPr>
                <a:defRPr/>
              </a:pPr>
              <a:t>‹#›</a:t>
            </a:fld>
            <a:endParaRPr lang="en-US"/>
          </a:p>
        </p:txBody>
      </p:sp>
    </p:spTree>
    <p:extLst>
      <p:ext uri="{BB962C8B-B14F-4D97-AF65-F5344CB8AC3E}">
        <p14:creationId xmlns:p14="http://schemas.microsoft.com/office/powerpoint/2010/main" val="244231525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19975F-708A-F234-4722-AEB2343426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CB87F26E-314A-B65E-03F9-0EADD49DAA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FC2CC6-2915-3AF9-A194-7961055772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9959E7-45DE-4A2D-ACFD-0D8C8BBAB79F}" type="datetimeFigureOut">
              <a:rPr lang="en-US" smtClean="0"/>
              <a:t>5/18/2025</a:t>
            </a:fld>
            <a:endParaRPr lang="en-US"/>
          </a:p>
        </p:txBody>
      </p:sp>
      <p:sp>
        <p:nvSpPr>
          <p:cNvPr id="5" name="Footer Placeholder 4">
            <a:extLst>
              <a:ext uri="{FF2B5EF4-FFF2-40B4-BE49-F238E27FC236}">
                <a16:creationId xmlns:a16="http://schemas.microsoft.com/office/drawing/2014/main" id="{4994C745-1356-0A9F-002D-66D467AF4D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DC9A2B0-BC9C-678A-D6F9-6A0D62CAA9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912E74-8957-4046-8937-1199D0665174}" type="slidenum">
              <a:rPr lang="en-US" smtClean="0"/>
              <a:t>‹#›</a:t>
            </a:fld>
            <a:endParaRPr lang="en-US"/>
          </a:p>
        </p:txBody>
      </p:sp>
    </p:spTree>
    <p:extLst>
      <p:ext uri="{BB962C8B-B14F-4D97-AF65-F5344CB8AC3E}">
        <p14:creationId xmlns:p14="http://schemas.microsoft.com/office/powerpoint/2010/main" val="1015553595"/>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6" r:id="rId3"/>
    <p:sldLayoutId id="2147483662" r:id="rId4"/>
    <p:sldLayoutId id="2147483651" r:id="rId5"/>
    <p:sldLayoutId id="2147483649" r:id="rId6"/>
    <p:sldLayoutId id="2147483650" r:id="rId7"/>
    <p:sldLayoutId id="2147483652" r:id="rId8"/>
    <p:sldLayoutId id="2147483653" r:id="rId9"/>
    <p:sldLayoutId id="2147483654" r:id="rId10"/>
    <p:sldLayoutId id="2147483656" r:id="rId11"/>
    <p:sldLayoutId id="2147483655" r:id="rId12"/>
    <p:sldLayoutId id="2147483660" r:id="rId13"/>
    <p:sldLayoutId id="2147483657" r:id="rId14"/>
    <p:sldLayoutId id="2147483663" r:id="rId15"/>
    <p:sldLayoutId id="2147483667" r:id="rId16"/>
    <p:sldLayoutId id="2147483668" r:id="rId17"/>
  </p:sldLayoutIdLst>
  <p:txStyles>
    <p:titleStyle>
      <a:lvl1pPr algn="l" defTabSz="914400" rtl="0" eaLnBrk="1" latinLnBrk="0" hangingPunct="1">
        <a:lnSpc>
          <a:spcPct val="90000"/>
        </a:lnSpc>
        <a:spcBef>
          <a:spcPct val="0"/>
        </a:spcBef>
        <a:buNone/>
        <a:defRPr sz="4000"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2.jpeg"/><Relationship Id="rId1" Type="http://schemas.openxmlformats.org/officeDocument/2006/relationships/slideLayout" Target="../slideLayouts/slideLayout1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eg"/><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17.xml"/><Relationship Id="rId4" Type="http://schemas.openxmlformats.org/officeDocument/2006/relationships/image" Target="../media/image39.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1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6.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xml"/><Relationship Id="rId1" Type="http://schemas.openxmlformats.org/officeDocument/2006/relationships/slideLayout" Target="../slideLayouts/slideLayout17.xml"/><Relationship Id="rId4" Type="http://schemas.openxmlformats.org/officeDocument/2006/relationships/image" Target="../media/image53.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image" Target="../media/image57.png"/><Relationship Id="rId1" Type="http://schemas.openxmlformats.org/officeDocument/2006/relationships/slideLayout" Target="../slideLayouts/slideLayout4.xml"/><Relationship Id="rId5" Type="http://schemas.openxmlformats.org/officeDocument/2006/relationships/image" Target="../media/image60.svg"/><Relationship Id="rId4" Type="http://schemas.openxmlformats.org/officeDocument/2006/relationships/image" Target="../media/image5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DAD0E23-96B9-5B33-C4F6-4DBCE5F54F96}"/>
              </a:ext>
            </a:extLst>
          </p:cNvPr>
          <p:cNvSpPr txBox="1"/>
          <p:nvPr/>
        </p:nvSpPr>
        <p:spPr>
          <a:xfrm>
            <a:off x="1511202" y="3859663"/>
            <a:ext cx="5943600" cy="461665"/>
          </a:xfrm>
          <a:prstGeom prst="rect">
            <a:avLst/>
          </a:prstGeom>
          <a:noFill/>
        </p:spPr>
        <p:txBody>
          <a:bodyPr wrap="square" rtlCol="0">
            <a:spAutoFit/>
          </a:bodyPr>
          <a:lstStyle/>
          <a:p>
            <a:pPr rtl="0">
              <a:buNone/>
            </a:pPr>
            <a:r>
              <a:rPr lang="en-US" sz="2400" b="1" i="0" u="none" strike="noStrike" dirty="0">
                <a:solidFill>
                  <a:srgbClr val="FF0000"/>
                </a:solidFill>
                <a:effectLst/>
                <a:latin typeface="Calibri" panose="020F0502020204030204" pitchFamily="34" charset="0"/>
              </a:rPr>
              <a:t>Planning and Scheduling</a:t>
            </a:r>
            <a:endParaRPr lang="en-US" sz="2000" b="1" dirty="0">
              <a:solidFill>
                <a:srgbClr val="FF0000"/>
              </a:solidFill>
              <a:effectLst/>
            </a:endParaRPr>
          </a:p>
        </p:txBody>
      </p:sp>
      <p:sp>
        <p:nvSpPr>
          <p:cNvPr id="5" name="TextBox 4">
            <a:extLst>
              <a:ext uri="{FF2B5EF4-FFF2-40B4-BE49-F238E27FC236}">
                <a16:creationId xmlns:a16="http://schemas.microsoft.com/office/drawing/2014/main" id="{A857FEA5-9459-537C-E1D9-3C7D22507583}"/>
              </a:ext>
            </a:extLst>
          </p:cNvPr>
          <p:cNvSpPr txBox="1"/>
          <p:nvPr/>
        </p:nvSpPr>
        <p:spPr>
          <a:xfrm>
            <a:off x="1511203" y="2997603"/>
            <a:ext cx="10941262" cy="769441"/>
          </a:xfrm>
          <a:prstGeom prst="rect">
            <a:avLst/>
          </a:prstGeom>
          <a:noFill/>
        </p:spPr>
        <p:txBody>
          <a:bodyPr wrap="square" rtlCol="0">
            <a:spAutoFit/>
          </a:bodyPr>
          <a:lstStyle/>
          <a:p>
            <a:pPr rtl="0">
              <a:buNone/>
            </a:pPr>
            <a:r>
              <a:rPr lang="en-US" sz="4400" b="1" i="0" u="none" strike="noStrike" dirty="0">
                <a:solidFill>
                  <a:srgbClr val="000000"/>
                </a:solidFill>
                <a:effectLst/>
                <a:latin typeface="Calibri" panose="020F0502020204030204" pitchFamily="34" charset="0"/>
              </a:rPr>
              <a:t>Fundamental of Project Management (Part 3)</a:t>
            </a:r>
            <a:endParaRPr lang="en-US" sz="4000" b="0" dirty="0">
              <a:effectLst/>
            </a:endParaRPr>
          </a:p>
        </p:txBody>
      </p:sp>
      <p:sp>
        <p:nvSpPr>
          <p:cNvPr id="6" name="TextBox 5">
            <a:extLst>
              <a:ext uri="{FF2B5EF4-FFF2-40B4-BE49-F238E27FC236}">
                <a16:creationId xmlns:a16="http://schemas.microsoft.com/office/drawing/2014/main" id="{8E102EFA-FD94-7D1F-B76C-45B63CEC7823}"/>
              </a:ext>
            </a:extLst>
          </p:cNvPr>
          <p:cNvSpPr txBox="1"/>
          <p:nvPr/>
        </p:nvSpPr>
        <p:spPr>
          <a:xfrm>
            <a:off x="1511202" y="2074130"/>
            <a:ext cx="6431894" cy="769441"/>
          </a:xfrm>
          <a:prstGeom prst="rect">
            <a:avLst/>
          </a:prstGeom>
          <a:noFill/>
        </p:spPr>
        <p:txBody>
          <a:bodyPr wrap="square" rtlCol="0">
            <a:spAutoFit/>
          </a:bodyPr>
          <a:lstStyle/>
          <a:p>
            <a:r>
              <a:rPr lang="en-US" sz="4400" b="1" kern="0" dirty="0">
                <a:solidFill>
                  <a:srgbClr val="6C1D35"/>
                </a:solidFill>
              </a:rPr>
              <a:t>TOPIC 4</a:t>
            </a:r>
          </a:p>
        </p:txBody>
      </p:sp>
      <p:pic>
        <p:nvPicPr>
          <p:cNvPr id="7" name="Picture 6">
            <a:extLst>
              <a:ext uri="{FF2B5EF4-FFF2-40B4-BE49-F238E27FC236}">
                <a16:creationId xmlns:a16="http://schemas.microsoft.com/office/drawing/2014/main" id="{770A5E36-46DF-4261-B2A9-84180659C6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27149" y="599516"/>
            <a:ext cx="2249407" cy="751894"/>
          </a:xfrm>
          <a:prstGeom prst="rect">
            <a:avLst/>
          </a:prstGeom>
        </p:spPr>
      </p:pic>
      <p:pic>
        <p:nvPicPr>
          <p:cNvPr id="2" name="Picture 1">
            <a:extLst>
              <a:ext uri="{FF2B5EF4-FFF2-40B4-BE49-F238E27FC236}">
                <a16:creationId xmlns:a16="http://schemas.microsoft.com/office/drawing/2014/main" id="{0DAB95FE-9FB6-3175-C6AD-6B6A256E7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78429" y="6352942"/>
            <a:ext cx="2136771" cy="160806"/>
          </a:xfrm>
          <a:prstGeom prst="rect">
            <a:avLst/>
          </a:prstGeom>
        </p:spPr>
      </p:pic>
    </p:spTree>
    <p:extLst>
      <p:ext uri="{BB962C8B-B14F-4D97-AF65-F5344CB8AC3E}">
        <p14:creationId xmlns:p14="http://schemas.microsoft.com/office/powerpoint/2010/main" val="17937469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E21ED3-5E11-B446-AE78-18F168C1682A}"/>
              </a:ext>
            </a:extLst>
          </p:cNvPr>
          <p:cNvSpPr>
            <a:spLocks noGrp="1"/>
          </p:cNvSpPr>
          <p:nvPr>
            <p:ph type="title"/>
          </p:nvPr>
        </p:nvSpPr>
        <p:spPr>
          <a:xfrm>
            <a:off x="1524000" y="2245809"/>
            <a:ext cx="9144000" cy="1564716"/>
          </a:xfrm>
        </p:spPr>
        <p:txBody>
          <a:bodyPr vert="horz" lIns="91440" tIns="45720" rIns="91440" bIns="45720" rtlCol="0" anchor="b">
            <a:normAutofit/>
          </a:bodyPr>
          <a:lstStyle/>
          <a:p>
            <a:pPr algn="ctr" eaLnBrk="1" hangingPunct="1"/>
            <a:r>
              <a:rPr lang="en-US" sz="4800" b="1" kern="1200" dirty="0">
                <a:solidFill>
                  <a:schemeClr val="tx1"/>
                </a:solidFill>
                <a:latin typeface="+mj-lt"/>
                <a:ea typeface="+mj-ea"/>
                <a:cs typeface="+mj-cs"/>
              </a:rPr>
              <a:t>PROJECT SCHEDULING</a:t>
            </a:r>
          </a:p>
        </p:txBody>
      </p:sp>
      <p:sp>
        <p:nvSpPr>
          <p:cNvPr id="2" name="Slide Number Placeholder 1">
            <a:extLst>
              <a:ext uri="{FF2B5EF4-FFF2-40B4-BE49-F238E27FC236}">
                <a16:creationId xmlns:a16="http://schemas.microsoft.com/office/drawing/2014/main" id="{F7AA2598-8A1A-CE41-9FCF-535A6EC91F32}"/>
              </a:ext>
            </a:extLst>
          </p:cNvPr>
          <p:cNvSpPr>
            <a:spLocks noGrp="1"/>
          </p:cNvSpPr>
          <p:nvPr>
            <p:ph type="sldNum" sz="quarter" idx="12"/>
          </p:nvPr>
        </p:nvSpPr>
        <p:spPr>
          <a:xfrm>
            <a:off x="8820150" y="6356350"/>
            <a:ext cx="2533650" cy="365125"/>
          </a:xfrm>
        </p:spPr>
        <p:txBody>
          <a:bodyPr vert="horz" lIns="91440" tIns="45720" rIns="91440" bIns="45720" rtlCol="0" anchor="ctr">
            <a:normAutofit/>
          </a:bodyPr>
          <a:lstStyle/>
          <a:p>
            <a:pPr>
              <a:spcAft>
                <a:spcPts val="600"/>
              </a:spcAft>
              <a:defRPr/>
            </a:pPr>
            <a:fld id="{9981CC2A-974A-4B4F-A46C-280931AFA35F}" type="slidenum">
              <a:rPr lang="en-US">
                <a:solidFill>
                  <a:srgbClr val="FFFFFF">
                    <a:alpha val="80000"/>
                  </a:srgbClr>
                </a:solidFill>
              </a:rPr>
              <a:pPr>
                <a:spcAft>
                  <a:spcPts val="600"/>
                </a:spcAft>
                <a:defRPr/>
              </a:pPr>
              <a:t>2</a:t>
            </a:fld>
            <a:endParaRPr lang="en-US">
              <a:solidFill>
                <a:srgbClr val="FFFFFF">
                  <a:alpha val="80000"/>
                </a:srgbClr>
              </a:solidFill>
            </a:endParaRPr>
          </a:p>
        </p:txBody>
      </p:sp>
    </p:spTree>
    <p:extLst>
      <p:ext uri="{BB962C8B-B14F-4D97-AF65-F5344CB8AC3E}">
        <p14:creationId xmlns:p14="http://schemas.microsoft.com/office/powerpoint/2010/main" val="97305503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8C41E3F1-B7A9-83E6-1569-3C2E2C5D14B6}"/>
              </a:ext>
            </a:extLst>
          </p:cNvPr>
          <p:cNvGrpSpPr/>
          <p:nvPr/>
        </p:nvGrpSpPr>
        <p:grpSpPr>
          <a:xfrm>
            <a:off x="5508988" y="895841"/>
            <a:ext cx="5446027" cy="646331"/>
            <a:chOff x="5292036" y="974450"/>
            <a:chExt cx="5446027" cy="646331"/>
          </a:xfrm>
        </p:grpSpPr>
        <p:sp>
          <p:nvSpPr>
            <p:cNvPr id="10" name="TextBox 9">
              <a:extLst>
                <a:ext uri="{FF2B5EF4-FFF2-40B4-BE49-F238E27FC236}">
                  <a16:creationId xmlns:a16="http://schemas.microsoft.com/office/drawing/2014/main" id="{E03A9152-69B0-736A-2CFE-04A297940E6A}"/>
                </a:ext>
              </a:extLst>
            </p:cNvPr>
            <p:cNvSpPr txBox="1"/>
            <p:nvPr/>
          </p:nvSpPr>
          <p:spPr>
            <a:xfrm>
              <a:off x="6230371" y="1052382"/>
              <a:ext cx="4507692" cy="400110"/>
            </a:xfrm>
            <a:prstGeom prst="rect">
              <a:avLst/>
            </a:prstGeom>
            <a:noFill/>
          </p:spPr>
          <p:txBody>
            <a:bodyPr wrap="square" lIns="108000" rIns="108000" rtlCol="0">
              <a:spAutoFit/>
            </a:bodyPr>
            <a:lstStyle/>
            <a:p>
              <a:pPr rtl="0" fontAlgn="base"/>
              <a:r>
                <a:rPr lang="en-US" sz="2000" b="1" i="0" u="none" strike="noStrike" dirty="0">
                  <a:effectLst/>
                  <a:latin typeface="Calibri" panose="020F0502020204030204" pitchFamily="34" charset="0"/>
                </a:rPr>
                <a:t>Gantt Chart</a:t>
              </a:r>
            </a:p>
          </p:txBody>
        </p:sp>
        <p:sp>
          <p:nvSpPr>
            <p:cNvPr id="8" name="TextBox 7">
              <a:extLst>
                <a:ext uri="{FF2B5EF4-FFF2-40B4-BE49-F238E27FC236}">
                  <a16:creationId xmlns:a16="http://schemas.microsoft.com/office/drawing/2014/main" id="{C25BDAC7-AF3F-67DF-4F18-78B7C660723C}"/>
                </a:ext>
              </a:extLst>
            </p:cNvPr>
            <p:cNvSpPr txBox="1"/>
            <p:nvPr/>
          </p:nvSpPr>
          <p:spPr>
            <a:xfrm>
              <a:off x="5292036" y="974450"/>
              <a:ext cx="958096" cy="646331"/>
            </a:xfrm>
            <a:prstGeom prst="rect">
              <a:avLst/>
            </a:prstGeom>
            <a:noFill/>
          </p:spPr>
          <p:txBody>
            <a:bodyPr wrap="square" lIns="108000" rIns="108000" rtlCol="0">
              <a:spAutoFit/>
            </a:bodyPr>
            <a:lstStyle/>
            <a:p>
              <a:pPr algn="ctr"/>
              <a:r>
                <a:rPr lang="en-US" altLang="ko-KR" sz="3600" b="1" dirty="0">
                  <a:cs typeface="Arial" pitchFamily="34" charset="0"/>
                </a:rPr>
                <a:t>01</a:t>
              </a:r>
              <a:endParaRPr lang="ko-KR" altLang="en-US" sz="3600" b="1" dirty="0">
                <a:cs typeface="Arial" pitchFamily="34" charset="0"/>
              </a:endParaRPr>
            </a:p>
          </p:txBody>
        </p:sp>
      </p:grpSp>
      <p:grpSp>
        <p:nvGrpSpPr>
          <p:cNvPr id="28" name="Group 27">
            <a:extLst>
              <a:ext uri="{FF2B5EF4-FFF2-40B4-BE49-F238E27FC236}">
                <a16:creationId xmlns:a16="http://schemas.microsoft.com/office/drawing/2014/main" id="{DC77C103-7409-67E1-0766-F8506271AB2A}"/>
              </a:ext>
            </a:extLst>
          </p:cNvPr>
          <p:cNvGrpSpPr/>
          <p:nvPr/>
        </p:nvGrpSpPr>
        <p:grpSpPr>
          <a:xfrm>
            <a:off x="5508988" y="1746363"/>
            <a:ext cx="5446027" cy="785818"/>
            <a:chOff x="5292036" y="974450"/>
            <a:chExt cx="5446027" cy="785818"/>
          </a:xfrm>
        </p:grpSpPr>
        <p:sp>
          <p:nvSpPr>
            <p:cNvPr id="29" name="TextBox 28">
              <a:extLst>
                <a:ext uri="{FF2B5EF4-FFF2-40B4-BE49-F238E27FC236}">
                  <a16:creationId xmlns:a16="http://schemas.microsoft.com/office/drawing/2014/main" id="{B6E4D0E0-0363-7D00-9476-926580CC8B81}"/>
                </a:ext>
              </a:extLst>
            </p:cNvPr>
            <p:cNvSpPr txBox="1"/>
            <p:nvPr/>
          </p:nvSpPr>
          <p:spPr>
            <a:xfrm>
              <a:off x="6230371" y="1052382"/>
              <a:ext cx="4507692" cy="707886"/>
            </a:xfrm>
            <a:prstGeom prst="rect">
              <a:avLst/>
            </a:prstGeom>
            <a:noFill/>
          </p:spPr>
          <p:txBody>
            <a:bodyPr wrap="square" lIns="108000" rIns="108000" rtlCol="0">
              <a:spAutoFit/>
            </a:bodyPr>
            <a:lstStyle/>
            <a:p>
              <a:pPr rtl="0" fontAlgn="base"/>
              <a:r>
                <a:rPr lang="en-US" altLang="ko-KR" sz="2000" b="1" dirty="0">
                  <a:cs typeface="Arial" pitchFamily="34" charset="0"/>
                </a:rPr>
                <a:t>How to convert from Gantt Chart to </a:t>
              </a:r>
              <a:r>
                <a:rPr lang="en-US" sz="2000" b="1" i="0" u="none" strike="noStrike" dirty="0">
                  <a:effectLst/>
                  <a:latin typeface="Calibri" panose="020F0502020204030204" pitchFamily="34" charset="0"/>
                </a:rPr>
                <a:t>Pert Charts</a:t>
              </a:r>
            </a:p>
          </p:txBody>
        </p:sp>
        <p:sp>
          <p:nvSpPr>
            <p:cNvPr id="30" name="TextBox 29">
              <a:extLst>
                <a:ext uri="{FF2B5EF4-FFF2-40B4-BE49-F238E27FC236}">
                  <a16:creationId xmlns:a16="http://schemas.microsoft.com/office/drawing/2014/main" id="{1533923C-0FE2-D0D7-D3D2-546A2398E56F}"/>
                </a:ext>
              </a:extLst>
            </p:cNvPr>
            <p:cNvSpPr txBox="1"/>
            <p:nvPr/>
          </p:nvSpPr>
          <p:spPr>
            <a:xfrm>
              <a:off x="5292036" y="974450"/>
              <a:ext cx="958096" cy="646331"/>
            </a:xfrm>
            <a:prstGeom prst="rect">
              <a:avLst/>
            </a:prstGeom>
            <a:noFill/>
          </p:spPr>
          <p:txBody>
            <a:bodyPr wrap="square" lIns="108000" rIns="108000" rtlCol="0">
              <a:spAutoFit/>
            </a:bodyPr>
            <a:lstStyle/>
            <a:p>
              <a:pPr algn="ctr"/>
              <a:r>
                <a:rPr lang="en-US" altLang="ko-KR" sz="3600" b="1" dirty="0">
                  <a:cs typeface="Arial" pitchFamily="34" charset="0"/>
                </a:rPr>
                <a:t>02</a:t>
              </a:r>
              <a:endParaRPr lang="ko-KR" altLang="en-US" sz="3600" b="1" dirty="0">
                <a:cs typeface="Arial" pitchFamily="34" charset="0"/>
              </a:endParaRPr>
            </a:p>
          </p:txBody>
        </p:sp>
      </p:grpSp>
      <p:grpSp>
        <p:nvGrpSpPr>
          <p:cNvPr id="32" name="Group 31">
            <a:extLst>
              <a:ext uri="{FF2B5EF4-FFF2-40B4-BE49-F238E27FC236}">
                <a16:creationId xmlns:a16="http://schemas.microsoft.com/office/drawing/2014/main" id="{BD13128B-02AE-1322-E7B7-712C1EDD1CAD}"/>
              </a:ext>
            </a:extLst>
          </p:cNvPr>
          <p:cNvGrpSpPr/>
          <p:nvPr/>
        </p:nvGrpSpPr>
        <p:grpSpPr>
          <a:xfrm>
            <a:off x="5508988" y="2782669"/>
            <a:ext cx="5446027" cy="646331"/>
            <a:chOff x="5292036" y="974450"/>
            <a:chExt cx="5446027" cy="646331"/>
          </a:xfrm>
        </p:grpSpPr>
        <p:sp>
          <p:nvSpPr>
            <p:cNvPr id="33" name="TextBox 32">
              <a:extLst>
                <a:ext uri="{FF2B5EF4-FFF2-40B4-BE49-F238E27FC236}">
                  <a16:creationId xmlns:a16="http://schemas.microsoft.com/office/drawing/2014/main" id="{9E4484E9-F589-F0D0-E711-BD1AD2477BB3}"/>
                </a:ext>
              </a:extLst>
            </p:cNvPr>
            <p:cNvSpPr txBox="1"/>
            <p:nvPr/>
          </p:nvSpPr>
          <p:spPr>
            <a:xfrm>
              <a:off x="6230371" y="1052382"/>
              <a:ext cx="4507692" cy="400110"/>
            </a:xfrm>
            <a:prstGeom prst="rect">
              <a:avLst/>
            </a:prstGeom>
            <a:noFill/>
          </p:spPr>
          <p:txBody>
            <a:bodyPr wrap="square" lIns="108000" rIns="108000" rtlCol="0">
              <a:spAutoFit/>
            </a:bodyPr>
            <a:lstStyle/>
            <a:p>
              <a:pPr rtl="0" fontAlgn="base"/>
              <a:r>
                <a:rPr lang="en-US" sz="2000" b="1" i="0" u="none" strike="noStrike" dirty="0">
                  <a:effectLst/>
                  <a:latin typeface="Calibri" panose="020F0502020204030204" pitchFamily="34" charset="0"/>
                </a:rPr>
                <a:t>Pert Chart </a:t>
              </a:r>
            </a:p>
          </p:txBody>
        </p:sp>
        <p:sp>
          <p:nvSpPr>
            <p:cNvPr id="34" name="TextBox 33">
              <a:extLst>
                <a:ext uri="{FF2B5EF4-FFF2-40B4-BE49-F238E27FC236}">
                  <a16:creationId xmlns:a16="http://schemas.microsoft.com/office/drawing/2014/main" id="{F08DE2FE-EE81-76C5-D3F5-E4AFA05286F0}"/>
                </a:ext>
              </a:extLst>
            </p:cNvPr>
            <p:cNvSpPr txBox="1"/>
            <p:nvPr/>
          </p:nvSpPr>
          <p:spPr>
            <a:xfrm>
              <a:off x="5292036" y="974450"/>
              <a:ext cx="958096" cy="646331"/>
            </a:xfrm>
            <a:prstGeom prst="rect">
              <a:avLst/>
            </a:prstGeom>
            <a:noFill/>
          </p:spPr>
          <p:txBody>
            <a:bodyPr wrap="square" lIns="108000" rIns="108000" rtlCol="0">
              <a:spAutoFit/>
            </a:bodyPr>
            <a:lstStyle/>
            <a:p>
              <a:pPr algn="ctr"/>
              <a:r>
                <a:rPr lang="en-US" altLang="ko-KR" sz="3600" b="1" dirty="0">
                  <a:cs typeface="Arial" pitchFamily="34" charset="0"/>
                </a:rPr>
                <a:t>03</a:t>
              </a:r>
              <a:endParaRPr lang="ko-KR" altLang="en-US" sz="3600" b="1" dirty="0">
                <a:cs typeface="Arial" pitchFamily="34" charset="0"/>
              </a:endParaRPr>
            </a:p>
          </p:txBody>
        </p:sp>
      </p:grpSp>
      <p:grpSp>
        <p:nvGrpSpPr>
          <p:cNvPr id="36" name="Group 35">
            <a:extLst>
              <a:ext uri="{FF2B5EF4-FFF2-40B4-BE49-F238E27FC236}">
                <a16:creationId xmlns:a16="http://schemas.microsoft.com/office/drawing/2014/main" id="{E9613243-C4DA-5CC5-7318-211CCB5D3BA1}"/>
              </a:ext>
            </a:extLst>
          </p:cNvPr>
          <p:cNvGrpSpPr/>
          <p:nvPr/>
        </p:nvGrpSpPr>
        <p:grpSpPr>
          <a:xfrm>
            <a:off x="5508988" y="3763165"/>
            <a:ext cx="5446027" cy="785818"/>
            <a:chOff x="5292036" y="974450"/>
            <a:chExt cx="5446027" cy="785818"/>
          </a:xfrm>
        </p:grpSpPr>
        <p:sp>
          <p:nvSpPr>
            <p:cNvPr id="37" name="TextBox 36">
              <a:extLst>
                <a:ext uri="{FF2B5EF4-FFF2-40B4-BE49-F238E27FC236}">
                  <a16:creationId xmlns:a16="http://schemas.microsoft.com/office/drawing/2014/main" id="{A6B8D799-B9DD-C367-C39E-7D4C8AA8760C}"/>
                </a:ext>
              </a:extLst>
            </p:cNvPr>
            <p:cNvSpPr txBox="1"/>
            <p:nvPr/>
          </p:nvSpPr>
          <p:spPr>
            <a:xfrm>
              <a:off x="6230371" y="1052382"/>
              <a:ext cx="4507692" cy="707886"/>
            </a:xfrm>
            <a:prstGeom prst="rect">
              <a:avLst/>
            </a:prstGeom>
            <a:noFill/>
          </p:spPr>
          <p:txBody>
            <a:bodyPr wrap="square" lIns="108000" rIns="108000" rtlCol="0">
              <a:spAutoFit/>
            </a:bodyPr>
            <a:lstStyle/>
            <a:p>
              <a:r>
                <a:rPr lang="en-US" sz="2000" b="1" i="0" u="none" strike="noStrike" dirty="0">
                  <a:effectLst/>
                  <a:latin typeface="Calibri" panose="020F0502020204030204" pitchFamily="34" charset="0"/>
                </a:rPr>
                <a:t>Activity Networks and Critical Path Method</a:t>
              </a:r>
              <a:endParaRPr lang="ko-KR" altLang="en-US" sz="2000" b="1" dirty="0">
                <a:cs typeface="Arial" pitchFamily="34" charset="0"/>
              </a:endParaRPr>
            </a:p>
          </p:txBody>
        </p:sp>
        <p:sp>
          <p:nvSpPr>
            <p:cNvPr id="38" name="TextBox 37">
              <a:extLst>
                <a:ext uri="{FF2B5EF4-FFF2-40B4-BE49-F238E27FC236}">
                  <a16:creationId xmlns:a16="http://schemas.microsoft.com/office/drawing/2014/main" id="{0B653FF4-B6FB-AB93-3922-3E2C06C965CE}"/>
                </a:ext>
              </a:extLst>
            </p:cNvPr>
            <p:cNvSpPr txBox="1"/>
            <p:nvPr/>
          </p:nvSpPr>
          <p:spPr>
            <a:xfrm>
              <a:off x="5292036" y="974450"/>
              <a:ext cx="958096" cy="646331"/>
            </a:xfrm>
            <a:prstGeom prst="rect">
              <a:avLst/>
            </a:prstGeom>
            <a:noFill/>
          </p:spPr>
          <p:txBody>
            <a:bodyPr wrap="square" lIns="108000" rIns="108000" rtlCol="0">
              <a:spAutoFit/>
            </a:bodyPr>
            <a:lstStyle/>
            <a:p>
              <a:pPr algn="ctr"/>
              <a:r>
                <a:rPr lang="en-US" altLang="ko-KR" sz="3600" b="1" dirty="0">
                  <a:cs typeface="Arial" pitchFamily="34" charset="0"/>
                </a:rPr>
                <a:t>04</a:t>
              </a:r>
              <a:endParaRPr lang="ko-KR" altLang="en-US" sz="3600" b="1" dirty="0">
                <a:cs typeface="Arial" pitchFamily="34" charset="0"/>
              </a:endParaRPr>
            </a:p>
          </p:txBody>
        </p:sp>
      </p:grpSp>
      <p:pic>
        <p:nvPicPr>
          <p:cNvPr id="4" name="Picture 3">
            <a:extLst>
              <a:ext uri="{FF2B5EF4-FFF2-40B4-BE49-F238E27FC236}">
                <a16:creationId xmlns:a16="http://schemas.microsoft.com/office/drawing/2014/main" id="{1A63027A-A8CD-9E48-8312-06F52A14B3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4018" y="6594272"/>
            <a:ext cx="1951264" cy="146845"/>
          </a:xfrm>
          <a:prstGeom prst="rect">
            <a:avLst/>
          </a:prstGeom>
        </p:spPr>
      </p:pic>
    </p:spTree>
    <p:extLst>
      <p:ext uri="{BB962C8B-B14F-4D97-AF65-F5344CB8AC3E}">
        <p14:creationId xmlns:p14="http://schemas.microsoft.com/office/powerpoint/2010/main" val="33612639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2">
            <a:extLst>
              <a:ext uri="{FF2B5EF4-FFF2-40B4-BE49-F238E27FC236}">
                <a16:creationId xmlns:a16="http://schemas.microsoft.com/office/drawing/2014/main" id="{C46FA24E-11F5-9646-B4B3-95349B0BDAD0}"/>
              </a:ext>
            </a:extLst>
          </p:cNvPr>
          <p:cNvSpPr>
            <a:spLocks noGrp="1" noChangeArrowheads="1"/>
          </p:cNvSpPr>
          <p:nvPr>
            <p:ph type="title"/>
          </p:nvPr>
        </p:nvSpPr>
        <p:spPr>
          <a:xfrm>
            <a:off x="589560" y="856180"/>
            <a:ext cx="4560584" cy="1128068"/>
          </a:xfrm>
        </p:spPr>
        <p:txBody>
          <a:bodyPr vert="horz" lIns="91440" tIns="45720" rIns="91440" bIns="45720" rtlCol="0" anchor="ctr">
            <a:normAutofit/>
          </a:bodyPr>
          <a:lstStyle/>
          <a:p>
            <a:pPr eaLnBrk="1" hangingPunct="1">
              <a:defRPr/>
            </a:pPr>
            <a:r>
              <a:rPr lang="en-US" sz="3700"/>
              <a:t>Project Scheduling Techniques</a:t>
            </a:r>
          </a:p>
        </p:txBody>
      </p:sp>
      <p:pic>
        <p:nvPicPr>
          <p:cNvPr id="7" name="Picture 2" descr="C:\Documents and Settings\Lecturer\Desktop\SADM SEM 1 20092010\image library chapters\Chapter03\Fig3.9.jpg">
            <a:extLst>
              <a:ext uri="{FF2B5EF4-FFF2-40B4-BE49-F238E27FC236}">
                <a16:creationId xmlns:a16="http://schemas.microsoft.com/office/drawing/2014/main" id="{64997146-F68A-2F48-B39F-2962AFC5ADA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575" r="4" b="4"/>
          <a:stretch/>
        </p:blipFill>
        <p:spPr>
          <a:xfrm>
            <a:off x="5977788" y="1756944"/>
            <a:ext cx="5425410" cy="4301704"/>
          </a:xfrm>
          <a:prstGeom prst="rect">
            <a:avLst/>
          </a:prstGeom>
          <a:noFill/>
        </p:spPr>
      </p:pic>
      <p:graphicFrame>
        <p:nvGraphicFramePr>
          <p:cNvPr id="2" name="Diagram 1">
            <a:extLst>
              <a:ext uri="{FF2B5EF4-FFF2-40B4-BE49-F238E27FC236}">
                <a16:creationId xmlns:a16="http://schemas.microsoft.com/office/drawing/2014/main" id="{EE7FD9AE-D221-5747-A230-D41381F0DEB4}"/>
              </a:ext>
            </a:extLst>
          </p:cNvPr>
          <p:cNvGraphicFramePr/>
          <p:nvPr/>
        </p:nvGraphicFramePr>
        <p:xfrm>
          <a:off x="590719" y="2330505"/>
          <a:ext cx="5095090" cy="37601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9225837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2">
            <a:extLst>
              <a:ext uri="{FF2B5EF4-FFF2-40B4-BE49-F238E27FC236}">
                <a16:creationId xmlns:a16="http://schemas.microsoft.com/office/drawing/2014/main" id="{6A2A7874-2065-7842-AEFB-A7AD627A1462}"/>
              </a:ext>
            </a:extLst>
          </p:cNvPr>
          <p:cNvSpPr>
            <a:spLocks noGrp="1" noChangeArrowheads="1"/>
          </p:cNvSpPr>
          <p:nvPr>
            <p:ph type="title"/>
          </p:nvPr>
        </p:nvSpPr>
        <p:spPr>
          <a:xfrm>
            <a:off x="838200" y="585216"/>
            <a:ext cx="10515600" cy="1325563"/>
          </a:xfrm>
        </p:spPr>
        <p:txBody>
          <a:bodyPr vert="horz" lIns="91440" tIns="45720" rIns="91440" bIns="45720" rtlCol="0" anchor="ctr">
            <a:normAutofit/>
          </a:bodyPr>
          <a:lstStyle/>
          <a:p>
            <a:pPr eaLnBrk="1" hangingPunct="1">
              <a:defRPr/>
            </a:pPr>
            <a:r>
              <a:rPr lang="en-US" dirty="0">
                <a:solidFill>
                  <a:schemeClr val="bg1"/>
                </a:solidFill>
              </a:rPr>
              <a:t>Project Scheduling Techniques #1:</a:t>
            </a:r>
            <a:br>
              <a:rPr lang="en-US" dirty="0">
                <a:solidFill>
                  <a:schemeClr val="bg1"/>
                </a:solidFill>
              </a:rPr>
            </a:br>
            <a:r>
              <a:rPr lang="en-US" dirty="0">
                <a:solidFill>
                  <a:schemeClr val="bg1"/>
                </a:solidFill>
              </a:rPr>
              <a:t> Gantt Charts</a:t>
            </a:r>
          </a:p>
        </p:txBody>
      </p:sp>
      <p:sp>
        <p:nvSpPr>
          <p:cNvPr id="66577" name="Rectangle 3">
            <a:extLst>
              <a:ext uri="{FF2B5EF4-FFF2-40B4-BE49-F238E27FC236}">
                <a16:creationId xmlns:a16="http://schemas.microsoft.com/office/drawing/2014/main" id="{F547E140-FD84-2D40-BAD6-853B68E393FB}"/>
              </a:ext>
            </a:extLst>
          </p:cNvPr>
          <p:cNvSpPr>
            <a:spLocks noGrp="1" noChangeArrowheads="1"/>
          </p:cNvSpPr>
          <p:nvPr>
            <p:ph type="body" idx="4294967295"/>
          </p:nvPr>
        </p:nvSpPr>
        <p:spPr>
          <a:xfrm>
            <a:off x="7546847" y="2148524"/>
            <a:ext cx="4508304" cy="4362005"/>
          </a:xfrm>
        </p:spPr>
        <p:txBody>
          <a:bodyPr vert="horz" lIns="91440" tIns="45720" rIns="91440" bIns="45720" rtlCol="0" anchor="ctr">
            <a:normAutofit/>
          </a:bodyPr>
          <a:lstStyle/>
          <a:p>
            <a:pPr eaLnBrk="1" hangingPunct="1">
              <a:defRPr/>
            </a:pPr>
            <a:r>
              <a:rPr lang="en-US" sz="2000" dirty="0"/>
              <a:t>Chart in which </a:t>
            </a:r>
            <a:r>
              <a:rPr lang="en-US" sz="2000" b="1" dirty="0"/>
              <a:t>bars</a:t>
            </a:r>
            <a:r>
              <a:rPr lang="en-US" sz="2000" dirty="0"/>
              <a:t> represent </a:t>
            </a:r>
            <a:r>
              <a:rPr lang="en-US" sz="2000" b="1" dirty="0"/>
              <a:t>tasks or activities</a:t>
            </a:r>
          </a:p>
          <a:p>
            <a:pPr eaLnBrk="1" hangingPunct="1">
              <a:defRPr/>
            </a:pPr>
            <a:r>
              <a:rPr lang="en-US" sz="2000" dirty="0"/>
              <a:t>Advantages:</a:t>
            </a:r>
          </a:p>
          <a:p>
            <a:pPr marL="914400" lvl="1" eaLnBrk="1" hangingPunct="1">
              <a:defRPr/>
            </a:pPr>
            <a:r>
              <a:rPr lang="en-US" sz="2000" dirty="0"/>
              <a:t>Simple : easy to understand</a:t>
            </a:r>
          </a:p>
          <a:p>
            <a:pPr marL="914400" lvl="1" eaLnBrk="1" hangingPunct="1">
              <a:defRPr/>
            </a:pPr>
            <a:r>
              <a:rPr lang="en-US" sz="2000" dirty="0"/>
              <a:t>Worthwhile communication with end user.</a:t>
            </a:r>
          </a:p>
          <a:p>
            <a:pPr marL="914400" lvl="1" eaLnBrk="1" hangingPunct="1">
              <a:defRPr/>
            </a:pPr>
            <a:r>
              <a:rPr lang="en-US" sz="2000" dirty="0"/>
              <a:t>Drawn to scale : sequence of activities/tasks with length durations</a:t>
            </a:r>
          </a:p>
          <a:p>
            <a:pPr lvl="1" eaLnBrk="1" hangingPunct="1">
              <a:defRPr/>
            </a:pPr>
            <a:endParaRPr lang="en-US" sz="2000" dirty="0"/>
          </a:p>
          <a:p>
            <a:pPr eaLnBrk="1" hangingPunct="1">
              <a:defRPr/>
            </a:pPr>
            <a:endParaRPr lang="en-US" sz="2000" dirty="0"/>
          </a:p>
        </p:txBody>
      </p:sp>
      <p:pic>
        <p:nvPicPr>
          <p:cNvPr id="37" name="Picture 3" descr="http://psdam.mit.edu/kc/images/gantt%2012-11.jpg">
            <a:extLst>
              <a:ext uri="{FF2B5EF4-FFF2-40B4-BE49-F238E27FC236}">
                <a16:creationId xmlns:a16="http://schemas.microsoft.com/office/drawing/2014/main" id="{F9E597C4-A308-9541-ABFD-0FAD3F1DD66F}"/>
              </a:ext>
            </a:extLst>
          </p:cNvPr>
          <p:cNvPicPr>
            <a:picLocks noChangeAspect="1" noChangeArrowheads="1"/>
          </p:cNvPicPr>
          <p:nvPr/>
        </p:nvPicPr>
        <p:blipFill>
          <a:blip r:embed="rId2" cstate="print"/>
          <a:srcRect/>
          <a:stretch>
            <a:fillRect/>
          </a:stretch>
        </p:blipFill>
        <p:spPr bwMode="auto">
          <a:xfrm>
            <a:off x="548639" y="2348594"/>
            <a:ext cx="6523965" cy="3522050"/>
          </a:xfrm>
          <a:prstGeom prst="rect">
            <a:avLst/>
          </a:prstGeom>
          <a:noFill/>
          <a:ln w="9525">
            <a:solidFill>
              <a:schemeClr val="tx1"/>
            </a:solidFill>
            <a:miter lim="800000"/>
            <a:headEnd/>
            <a:tailEnd/>
          </a:ln>
          <a:effectLst>
            <a:outerShdw dist="35921" dir="2700000" algn="ctr" rotWithShape="0">
              <a:srgbClr val="808080"/>
            </a:outerShdw>
          </a:effectLst>
        </p:spPr>
      </p:pic>
      <p:sp>
        <p:nvSpPr>
          <p:cNvPr id="38" name="Rectangle 37">
            <a:extLst>
              <a:ext uri="{FF2B5EF4-FFF2-40B4-BE49-F238E27FC236}">
                <a16:creationId xmlns:a16="http://schemas.microsoft.com/office/drawing/2014/main" id="{48BBD36B-DA44-6D4F-908C-B83565614DDD}"/>
              </a:ext>
            </a:extLst>
          </p:cNvPr>
          <p:cNvSpPr/>
          <p:nvPr/>
        </p:nvSpPr>
        <p:spPr>
          <a:xfrm>
            <a:off x="2564301" y="5901122"/>
            <a:ext cx="4508303" cy="338554"/>
          </a:xfrm>
          <a:prstGeom prst="rect">
            <a:avLst/>
          </a:prstGeom>
        </p:spPr>
        <p:txBody>
          <a:bodyPr wrap="square">
            <a:spAutoFit/>
          </a:bodyPr>
          <a:lstStyle/>
          <a:p>
            <a:pPr>
              <a:defRPr/>
            </a:pPr>
            <a:r>
              <a:rPr lang="en-US" sz="1600" i="1" dirty="0">
                <a:solidFill>
                  <a:schemeClr val="accent6">
                    <a:lumMod val="75000"/>
                  </a:schemeClr>
                </a:solidFill>
                <a:latin typeface="Calibri" charset="0"/>
                <a:ea typeface="ＭＳ Ｐゴシック" charset="0"/>
                <a:cs typeface="ＭＳ Ｐゴシック" charset="0"/>
              </a:rPr>
              <a:t>* Assign more than 1 roles to specific task names</a:t>
            </a:r>
          </a:p>
        </p:txBody>
      </p:sp>
    </p:spTree>
    <p:extLst>
      <p:ext uri="{BB962C8B-B14F-4D97-AF65-F5344CB8AC3E}">
        <p14:creationId xmlns:p14="http://schemas.microsoft.com/office/powerpoint/2010/main" val="317549793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29" name="Picture 8">
            <a:extLst>
              <a:ext uri="{FF2B5EF4-FFF2-40B4-BE49-F238E27FC236}">
                <a16:creationId xmlns:a16="http://schemas.microsoft.com/office/drawing/2014/main" id="{3208F90D-3B3D-5448-A54B-A31E83F3F4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6418" y="738982"/>
            <a:ext cx="8264525" cy="532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8" name="Rectangle 2">
            <a:extLst>
              <a:ext uri="{FF2B5EF4-FFF2-40B4-BE49-F238E27FC236}">
                <a16:creationId xmlns:a16="http://schemas.microsoft.com/office/drawing/2014/main" id="{4EF3509C-6B47-BC44-BFF3-5BBAD9DF8C11}"/>
              </a:ext>
            </a:extLst>
          </p:cNvPr>
          <p:cNvSpPr>
            <a:spLocks noGrp="1" noChangeArrowheads="1"/>
          </p:cNvSpPr>
          <p:nvPr>
            <p:ph type="title"/>
          </p:nvPr>
        </p:nvSpPr>
        <p:spPr>
          <a:xfrm>
            <a:off x="838200" y="620713"/>
            <a:ext cx="10515600" cy="1069975"/>
          </a:xfrm>
        </p:spPr>
        <p:txBody>
          <a:bodyPr/>
          <a:lstStyle/>
          <a:p>
            <a:pPr algn="ctr" eaLnBrk="1" hangingPunct="1">
              <a:defRPr/>
            </a:pPr>
            <a:r>
              <a:rPr lang="en-US" sz="2800" b="1" dirty="0">
                <a:solidFill>
                  <a:srgbClr val="C00000"/>
                </a:solidFill>
              </a:rPr>
              <a:t>Gantt Chart (2 Dimensions)</a:t>
            </a:r>
          </a:p>
        </p:txBody>
      </p:sp>
      <p:sp>
        <p:nvSpPr>
          <p:cNvPr id="2" name="Rectangle 1">
            <a:extLst>
              <a:ext uri="{FF2B5EF4-FFF2-40B4-BE49-F238E27FC236}">
                <a16:creationId xmlns:a16="http://schemas.microsoft.com/office/drawing/2014/main" id="{9F7C3251-D7D2-7149-9F70-FA3A0A5B3F93}"/>
              </a:ext>
            </a:extLst>
          </p:cNvPr>
          <p:cNvSpPr/>
          <p:nvPr/>
        </p:nvSpPr>
        <p:spPr>
          <a:xfrm>
            <a:off x="1739106" y="6068218"/>
            <a:ext cx="8713787" cy="338138"/>
          </a:xfrm>
          <a:prstGeom prst="rect">
            <a:avLst/>
          </a:prstGeom>
        </p:spPr>
        <p:txBody>
          <a:bodyPr>
            <a:spAutoFit/>
          </a:bodyPr>
          <a:lstStyle/>
          <a:p>
            <a:pPr algn="ctr">
              <a:defRPr/>
            </a:pPr>
            <a:r>
              <a:rPr lang="en-US" sz="1600" i="1" dirty="0">
                <a:solidFill>
                  <a:schemeClr val="accent6">
                    <a:lumMod val="75000"/>
                  </a:schemeClr>
                </a:solidFill>
                <a:latin typeface="Calibri" charset="0"/>
                <a:ea typeface="ＭＳ Ｐゴシック" charset="0"/>
                <a:cs typeface="ＭＳ Ｐゴシック" charset="0"/>
              </a:rPr>
              <a:t>* Using a two-dimensional Gantt chart for planning activities that can be accomplished in parallel</a:t>
            </a:r>
          </a:p>
        </p:txBody>
      </p:sp>
    </p:spTree>
    <p:extLst>
      <p:ext uri="{BB962C8B-B14F-4D97-AF65-F5344CB8AC3E}">
        <p14:creationId xmlns:p14="http://schemas.microsoft.com/office/powerpoint/2010/main" val="327878957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4A1F6-0416-E41D-F741-8018F9F7F36B}"/>
              </a:ext>
            </a:extLst>
          </p:cNvPr>
          <p:cNvSpPr>
            <a:spLocks noGrp="1"/>
          </p:cNvSpPr>
          <p:nvPr>
            <p:ph type="title"/>
          </p:nvPr>
        </p:nvSpPr>
        <p:spPr/>
        <p:txBody>
          <a:bodyPr/>
          <a:lstStyle/>
          <a:p>
            <a:r>
              <a:rPr lang="en-MY" dirty="0"/>
              <a:t>How to convert from </a:t>
            </a:r>
            <a:r>
              <a:rPr lang="en-MY" dirty="0" err="1"/>
              <a:t>gantt</a:t>
            </a:r>
            <a:r>
              <a:rPr lang="en-MY" dirty="0"/>
              <a:t> to pert chart </a:t>
            </a:r>
          </a:p>
        </p:txBody>
      </p:sp>
      <p:pic>
        <p:nvPicPr>
          <p:cNvPr id="4" name="Picture 3">
            <a:extLst>
              <a:ext uri="{FF2B5EF4-FFF2-40B4-BE49-F238E27FC236}">
                <a16:creationId xmlns:a16="http://schemas.microsoft.com/office/drawing/2014/main" id="{9DFD1599-B22C-207E-A5FA-403D75E2E7F7}"/>
              </a:ext>
            </a:extLst>
          </p:cNvPr>
          <p:cNvPicPr>
            <a:picLocks noChangeAspect="1"/>
          </p:cNvPicPr>
          <p:nvPr/>
        </p:nvPicPr>
        <p:blipFill>
          <a:blip r:embed="rId2"/>
          <a:stretch>
            <a:fillRect/>
          </a:stretch>
        </p:blipFill>
        <p:spPr>
          <a:xfrm>
            <a:off x="347053" y="1979267"/>
            <a:ext cx="6429667" cy="4222928"/>
          </a:xfrm>
          <a:prstGeom prst="rect">
            <a:avLst/>
          </a:prstGeom>
        </p:spPr>
      </p:pic>
      <p:sp>
        <p:nvSpPr>
          <p:cNvPr id="5" name="TextBox 4">
            <a:extLst>
              <a:ext uri="{FF2B5EF4-FFF2-40B4-BE49-F238E27FC236}">
                <a16:creationId xmlns:a16="http://schemas.microsoft.com/office/drawing/2014/main" id="{73D127E0-0A52-BBBE-D7CB-C6E348D11F47}"/>
              </a:ext>
            </a:extLst>
          </p:cNvPr>
          <p:cNvSpPr txBox="1"/>
          <p:nvPr/>
        </p:nvSpPr>
        <p:spPr>
          <a:xfrm>
            <a:off x="6776720" y="1690688"/>
            <a:ext cx="4733860" cy="2400657"/>
          </a:xfrm>
          <a:prstGeom prst="rect">
            <a:avLst/>
          </a:prstGeom>
          <a:noFill/>
        </p:spPr>
        <p:txBody>
          <a:bodyPr wrap="none" rtlCol="0">
            <a:spAutoFit/>
          </a:bodyPr>
          <a:lstStyle/>
          <a:p>
            <a:r>
              <a:rPr lang="en-US" b="1" dirty="0">
                <a:solidFill>
                  <a:srgbClr val="C00000"/>
                </a:solidFill>
              </a:rPr>
              <a:t>Step 1: List All Activities</a:t>
            </a:r>
          </a:p>
          <a:p>
            <a:r>
              <a:rPr lang="en-US" b="1" dirty="0">
                <a:solidFill>
                  <a:srgbClr val="C00000"/>
                </a:solidFill>
              </a:rPr>
              <a:t>Step 2: Identify start and end dates for duration</a:t>
            </a:r>
          </a:p>
          <a:p>
            <a:r>
              <a:rPr lang="en-MY" b="1" dirty="0">
                <a:solidFill>
                  <a:srgbClr val="C00000"/>
                </a:solidFill>
              </a:rPr>
              <a:t>Step 3: Determine Dependencies</a:t>
            </a:r>
          </a:p>
          <a:p>
            <a:r>
              <a:rPr lang="en-MY" b="1" dirty="0">
                <a:solidFill>
                  <a:srgbClr val="C00000"/>
                </a:solidFill>
              </a:rPr>
              <a:t>Step 4: Create Pert Chart</a:t>
            </a:r>
            <a:endParaRPr lang="en-US" b="1" dirty="0">
              <a:solidFill>
                <a:srgbClr val="C00000"/>
              </a:solidFill>
            </a:endParaRPr>
          </a:p>
          <a:p>
            <a:pPr lvl="1"/>
            <a:r>
              <a:rPr lang="en-US" sz="1400" dirty="0">
                <a:highlight>
                  <a:srgbClr val="FFFF00"/>
                </a:highlight>
              </a:rPr>
              <a:t>Use nodes (circles) to represent events </a:t>
            </a:r>
          </a:p>
          <a:p>
            <a:pPr lvl="1"/>
            <a:r>
              <a:rPr lang="en-US" sz="1400" dirty="0">
                <a:highlight>
                  <a:srgbClr val="FFFF00"/>
                </a:highlight>
              </a:rPr>
              <a:t>Use arrows to represent activities (Activity, Duration)</a:t>
            </a:r>
          </a:p>
          <a:p>
            <a:pPr lvl="1"/>
            <a:r>
              <a:rPr lang="en-US" sz="1400" dirty="0">
                <a:highlight>
                  <a:srgbClr val="FFFF00"/>
                </a:highlight>
              </a:rPr>
              <a:t>(A,3)</a:t>
            </a:r>
          </a:p>
          <a:p>
            <a:r>
              <a:rPr lang="en-US" dirty="0">
                <a:solidFill>
                  <a:srgbClr val="C00000"/>
                </a:solidFill>
              </a:rPr>
              <a:t>Step 5: Identify Merging Paths and Logic</a:t>
            </a:r>
          </a:p>
          <a:p>
            <a:r>
              <a:rPr lang="en-US" dirty="0">
                <a:solidFill>
                  <a:srgbClr val="C00000"/>
                </a:solidFill>
              </a:rPr>
              <a:t>Step 6: Analyze for Critical Path</a:t>
            </a:r>
            <a:endParaRPr lang="en-MY" dirty="0">
              <a:solidFill>
                <a:srgbClr val="C00000"/>
              </a:solidFill>
            </a:endParaRPr>
          </a:p>
        </p:txBody>
      </p:sp>
    </p:spTree>
    <p:extLst>
      <p:ext uri="{BB962C8B-B14F-4D97-AF65-F5344CB8AC3E}">
        <p14:creationId xmlns:p14="http://schemas.microsoft.com/office/powerpoint/2010/main" val="364393631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EB419-9547-29F2-E144-8A777C0FB081}"/>
              </a:ext>
            </a:extLst>
          </p:cNvPr>
          <p:cNvSpPr>
            <a:spLocks noGrp="1"/>
          </p:cNvSpPr>
          <p:nvPr>
            <p:ph type="title"/>
          </p:nvPr>
        </p:nvSpPr>
        <p:spPr/>
        <p:txBody>
          <a:bodyPr/>
          <a:lstStyle/>
          <a:p>
            <a:r>
              <a:rPr lang="en-MY" dirty="0"/>
              <a:t>Gantt chart to Pert Chart </a:t>
            </a:r>
          </a:p>
        </p:txBody>
      </p:sp>
      <p:pic>
        <p:nvPicPr>
          <p:cNvPr id="4" name="Picture 3">
            <a:extLst>
              <a:ext uri="{FF2B5EF4-FFF2-40B4-BE49-F238E27FC236}">
                <a16:creationId xmlns:a16="http://schemas.microsoft.com/office/drawing/2014/main" id="{1B3480E2-2855-CF97-46AB-8EA214004B48}"/>
              </a:ext>
            </a:extLst>
          </p:cNvPr>
          <p:cNvPicPr>
            <a:picLocks noChangeAspect="1"/>
          </p:cNvPicPr>
          <p:nvPr/>
        </p:nvPicPr>
        <p:blipFill>
          <a:blip r:embed="rId2"/>
          <a:stretch>
            <a:fillRect/>
          </a:stretch>
        </p:blipFill>
        <p:spPr>
          <a:xfrm>
            <a:off x="767073" y="1798237"/>
            <a:ext cx="6306430" cy="4010585"/>
          </a:xfrm>
          <a:prstGeom prst="rect">
            <a:avLst/>
          </a:prstGeom>
        </p:spPr>
      </p:pic>
      <p:sp>
        <p:nvSpPr>
          <p:cNvPr id="5" name="TextBox 4">
            <a:extLst>
              <a:ext uri="{FF2B5EF4-FFF2-40B4-BE49-F238E27FC236}">
                <a16:creationId xmlns:a16="http://schemas.microsoft.com/office/drawing/2014/main" id="{FE9A5782-00D6-F0F0-341C-7B659B23367C}"/>
              </a:ext>
            </a:extLst>
          </p:cNvPr>
          <p:cNvSpPr txBox="1"/>
          <p:nvPr/>
        </p:nvSpPr>
        <p:spPr>
          <a:xfrm>
            <a:off x="4632079" y="1982450"/>
            <a:ext cx="7498494" cy="1446550"/>
          </a:xfrm>
          <a:prstGeom prst="rect">
            <a:avLst/>
          </a:prstGeom>
          <a:solidFill>
            <a:schemeClr val="bg1"/>
          </a:solidFill>
        </p:spPr>
        <p:txBody>
          <a:bodyPr wrap="square" rtlCol="0">
            <a:spAutoFit/>
          </a:bodyPr>
          <a:lstStyle/>
          <a:p>
            <a:r>
              <a:rPr lang="en-US" sz="1100" dirty="0"/>
              <a:t>In the PERT example shown here, activity C may not be started until activity A is completed. </a:t>
            </a:r>
          </a:p>
          <a:p>
            <a:r>
              <a:rPr lang="en-US" sz="1100" dirty="0"/>
              <a:t>Precedence is not indicated at all in the Gantt chart, so it is not possible to tell whether activity C is scheduled to start on day 4 </a:t>
            </a:r>
          </a:p>
          <a:p>
            <a:r>
              <a:rPr lang="en-US" sz="1100" dirty="0"/>
              <a:t>on purpose or by coincidence. </a:t>
            </a:r>
          </a:p>
          <a:p>
            <a:r>
              <a:rPr lang="en-US" sz="1100" dirty="0"/>
              <a:t>A project has a beginning, a middle, and an end; in this example, the beginning is event 10, and the end is event 50. </a:t>
            </a:r>
          </a:p>
          <a:p>
            <a:r>
              <a:rPr lang="en-US" sz="1100" dirty="0"/>
              <a:t>To find the length of the project, each path from beginning to end is identified, and the length of each path is calculated. </a:t>
            </a:r>
          </a:p>
          <a:p>
            <a:r>
              <a:rPr lang="en-US" sz="1100" dirty="0"/>
              <a:t>In this example, path 10–20–40–50 has a length of 15 days, whereas path 10–30–40–50 has a length of 11 days. </a:t>
            </a:r>
          </a:p>
          <a:p>
            <a:r>
              <a:rPr lang="en-US" sz="1100" dirty="0"/>
              <a:t>Even though one person may be working on path 10–20–40–50 and another on path 10–30–40–50, the project is not a race. </a:t>
            </a:r>
          </a:p>
          <a:p>
            <a:r>
              <a:rPr lang="en-US" sz="1100" dirty="0"/>
              <a:t>The project requires that both sets of activities (or paths) be completed; consequently, the project takes 15 days to complete.</a:t>
            </a:r>
            <a:endParaRPr lang="en-MY" sz="1100" dirty="0"/>
          </a:p>
        </p:txBody>
      </p:sp>
      <p:sp>
        <p:nvSpPr>
          <p:cNvPr id="6" name="TextBox 5">
            <a:extLst>
              <a:ext uri="{FF2B5EF4-FFF2-40B4-BE49-F238E27FC236}">
                <a16:creationId xmlns:a16="http://schemas.microsoft.com/office/drawing/2014/main" id="{EA9DD9C2-D4F1-F86E-CD75-56255C77160B}"/>
              </a:ext>
            </a:extLst>
          </p:cNvPr>
          <p:cNvSpPr txBox="1"/>
          <p:nvPr/>
        </p:nvSpPr>
        <p:spPr>
          <a:xfrm>
            <a:off x="1306286" y="4790361"/>
            <a:ext cx="341760" cy="276999"/>
          </a:xfrm>
          <a:prstGeom prst="rect">
            <a:avLst/>
          </a:prstGeom>
          <a:noFill/>
        </p:spPr>
        <p:txBody>
          <a:bodyPr wrap="none" rtlCol="0">
            <a:spAutoFit/>
          </a:bodyPr>
          <a:lstStyle/>
          <a:p>
            <a:r>
              <a:rPr lang="en-MY" sz="1200" dirty="0"/>
              <a:t>10</a:t>
            </a:r>
          </a:p>
        </p:txBody>
      </p:sp>
      <p:sp>
        <p:nvSpPr>
          <p:cNvPr id="7" name="Flowchart: Connector 6">
            <a:extLst>
              <a:ext uri="{FF2B5EF4-FFF2-40B4-BE49-F238E27FC236}">
                <a16:creationId xmlns:a16="http://schemas.microsoft.com/office/drawing/2014/main" id="{93E740DB-FEE4-C082-324F-94161E6FCB6B}"/>
              </a:ext>
            </a:extLst>
          </p:cNvPr>
          <p:cNvSpPr/>
          <p:nvPr/>
        </p:nvSpPr>
        <p:spPr>
          <a:xfrm>
            <a:off x="1106871" y="4806868"/>
            <a:ext cx="541175" cy="401216"/>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sz="1400" dirty="0"/>
              <a:t>10</a:t>
            </a:r>
          </a:p>
        </p:txBody>
      </p:sp>
      <p:sp>
        <p:nvSpPr>
          <p:cNvPr id="8" name="Flowchart: Connector 7">
            <a:extLst>
              <a:ext uri="{FF2B5EF4-FFF2-40B4-BE49-F238E27FC236}">
                <a16:creationId xmlns:a16="http://schemas.microsoft.com/office/drawing/2014/main" id="{549AA450-0F80-10DF-DBD6-CD454E34E2A2}"/>
              </a:ext>
            </a:extLst>
          </p:cNvPr>
          <p:cNvSpPr/>
          <p:nvPr/>
        </p:nvSpPr>
        <p:spPr>
          <a:xfrm>
            <a:off x="2123331" y="4240233"/>
            <a:ext cx="524539" cy="350429"/>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sz="1400" dirty="0"/>
              <a:t>20</a:t>
            </a:r>
          </a:p>
        </p:txBody>
      </p:sp>
      <p:sp>
        <p:nvSpPr>
          <p:cNvPr id="9" name="Flowchart: Connector 8">
            <a:extLst>
              <a:ext uri="{FF2B5EF4-FFF2-40B4-BE49-F238E27FC236}">
                <a16:creationId xmlns:a16="http://schemas.microsoft.com/office/drawing/2014/main" id="{436CEB16-24B0-B6C9-90B0-FC5806C796A4}"/>
              </a:ext>
            </a:extLst>
          </p:cNvPr>
          <p:cNvSpPr/>
          <p:nvPr/>
        </p:nvSpPr>
        <p:spPr>
          <a:xfrm>
            <a:off x="3097402" y="4790361"/>
            <a:ext cx="541175" cy="401216"/>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sz="1400" dirty="0"/>
              <a:t>40</a:t>
            </a:r>
          </a:p>
        </p:txBody>
      </p:sp>
      <p:sp>
        <p:nvSpPr>
          <p:cNvPr id="10" name="Flowchart: Connector 9">
            <a:extLst>
              <a:ext uri="{FF2B5EF4-FFF2-40B4-BE49-F238E27FC236}">
                <a16:creationId xmlns:a16="http://schemas.microsoft.com/office/drawing/2014/main" id="{45FA0239-5951-4AC7-D4A6-DE32796796FB}"/>
              </a:ext>
            </a:extLst>
          </p:cNvPr>
          <p:cNvSpPr/>
          <p:nvPr/>
        </p:nvSpPr>
        <p:spPr>
          <a:xfrm>
            <a:off x="4018800" y="4776348"/>
            <a:ext cx="541175" cy="401216"/>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sz="1400" dirty="0"/>
              <a:t>50</a:t>
            </a:r>
          </a:p>
        </p:txBody>
      </p:sp>
      <p:sp>
        <p:nvSpPr>
          <p:cNvPr id="11" name="Flowchart: Connector 10">
            <a:extLst>
              <a:ext uri="{FF2B5EF4-FFF2-40B4-BE49-F238E27FC236}">
                <a16:creationId xmlns:a16="http://schemas.microsoft.com/office/drawing/2014/main" id="{68D56831-DEAC-1E99-5E73-AC272542D8E0}"/>
              </a:ext>
            </a:extLst>
          </p:cNvPr>
          <p:cNvSpPr/>
          <p:nvPr/>
        </p:nvSpPr>
        <p:spPr>
          <a:xfrm>
            <a:off x="2123331" y="5391008"/>
            <a:ext cx="524539" cy="350429"/>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sz="1400" dirty="0"/>
              <a:t>30</a:t>
            </a:r>
          </a:p>
        </p:txBody>
      </p:sp>
      <p:graphicFrame>
        <p:nvGraphicFramePr>
          <p:cNvPr id="12" name="Table 11">
            <a:extLst>
              <a:ext uri="{FF2B5EF4-FFF2-40B4-BE49-F238E27FC236}">
                <a16:creationId xmlns:a16="http://schemas.microsoft.com/office/drawing/2014/main" id="{8901FA6C-9BA5-C447-09EA-DA210D3DC51E}"/>
              </a:ext>
            </a:extLst>
          </p:cNvPr>
          <p:cNvGraphicFramePr>
            <a:graphicFrameLocks noGrp="1"/>
          </p:cNvGraphicFramePr>
          <p:nvPr>
            <p:extLst>
              <p:ext uri="{D42A27DB-BD31-4B8C-83A1-F6EECF244321}">
                <p14:modId xmlns:p14="http://schemas.microsoft.com/office/powerpoint/2010/main" val="2711218394"/>
              </p:ext>
            </p:extLst>
          </p:nvPr>
        </p:nvGraphicFramePr>
        <p:xfrm>
          <a:off x="4814595" y="3613213"/>
          <a:ext cx="6539205" cy="1686648"/>
        </p:xfrm>
        <a:graphic>
          <a:graphicData uri="http://schemas.openxmlformats.org/drawingml/2006/table">
            <a:tbl>
              <a:tblPr/>
              <a:tblGrid>
                <a:gridCol w="1307841">
                  <a:extLst>
                    <a:ext uri="{9D8B030D-6E8A-4147-A177-3AD203B41FA5}">
                      <a16:colId xmlns:a16="http://schemas.microsoft.com/office/drawing/2014/main" val="2349821235"/>
                    </a:ext>
                  </a:extLst>
                </a:gridCol>
                <a:gridCol w="1307841">
                  <a:extLst>
                    <a:ext uri="{9D8B030D-6E8A-4147-A177-3AD203B41FA5}">
                      <a16:colId xmlns:a16="http://schemas.microsoft.com/office/drawing/2014/main" val="2131244036"/>
                    </a:ext>
                  </a:extLst>
                </a:gridCol>
                <a:gridCol w="1307841">
                  <a:extLst>
                    <a:ext uri="{9D8B030D-6E8A-4147-A177-3AD203B41FA5}">
                      <a16:colId xmlns:a16="http://schemas.microsoft.com/office/drawing/2014/main" val="3876627323"/>
                    </a:ext>
                  </a:extLst>
                </a:gridCol>
                <a:gridCol w="1307841">
                  <a:extLst>
                    <a:ext uri="{9D8B030D-6E8A-4147-A177-3AD203B41FA5}">
                      <a16:colId xmlns:a16="http://schemas.microsoft.com/office/drawing/2014/main" val="3088075878"/>
                    </a:ext>
                  </a:extLst>
                </a:gridCol>
                <a:gridCol w="1307841">
                  <a:extLst>
                    <a:ext uri="{9D8B030D-6E8A-4147-A177-3AD203B41FA5}">
                      <a16:colId xmlns:a16="http://schemas.microsoft.com/office/drawing/2014/main" val="3493170912"/>
                    </a:ext>
                  </a:extLst>
                </a:gridCol>
              </a:tblGrid>
              <a:tr h="281108">
                <a:tc>
                  <a:txBody>
                    <a:bodyPr/>
                    <a:lstStyle/>
                    <a:p>
                      <a:r>
                        <a:rPr lang="en-MY" sz="1050" b="1"/>
                        <a:t>Activity</a:t>
                      </a:r>
                      <a:endParaRPr lang="en-MY" sz="1050"/>
                    </a:p>
                  </a:txBody>
                  <a:tcPr anchor="ctr">
                    <a:lnL>
                      <a:noFill/>
                    </a:lnL>
                    <a:lnR>
                      <a:noFill/>
                    </a:lnR>
                    <a:lnT>
                      <a:noFill/>
                    </a:lnT>
                    <a:lnB>
                      <a:noFill/>
                    </a:lnB>
                    <a:noFill/>
                  </a:tcPr>
                </a:tc>
                <a:tc>
                  <a:txBody>
                    <a:bodyPr/>
                    <a:lstStyle/>
                    <a:p>
                      <a:r>
                        <a:rPr lang="en-MY" sz="1050" b="1"/>
                        <a:t>Predecessor(s)</a:t>
                      </a:r>
                      <a:endParaRPr lang="en-MY" sz="1050"/>
                    </a:p>
                  </a:txBody>
                  <a:tcPr anchor="ctr">
                    <a:lnL>
                      <a:noFill/>
                    </a:lnL>
                    <a:lnR>
                      <a:noFill/>
                    </a:lnR>
                    <a:lnT>
                      <a:noFill/>
                    </a:lnT>
                    <a:lnB>
                      <a:noFill/>
                    </a:lnB>
                    <a:noFill/>
                  </a:tcPr>
                </a:tc>
                <a:tc>
                  <a:txBody>
                    <a:bodyPr/>
                    <a:lstStyle/>
                    <a:p>
                      <a:r>
                        <a:rPr lang="en-MY" sz="1050" b="1"/>
                        <a:t>Duration (Days)</a:t>
                      </a:r>
                      <a:endParaRPr lang="en-MY" sz="1050"/>
                    </a:p>
                  </a:txBody>
                  <a:tcPr anchor="ctr">
                    <a:lnL>
                      <a:noFill/>
                    </a:lnL>
                    <a:lnR>
                      <a:noFill/>
                    </a:lnR>
                    <a:lnT>
                      <a:noFill/>
                    </a:lnT>
                    <a:lnB>
                      <a:noFill/>
                    </a:lnB>
                    <a:noFill/>
                  </a:tcPr>
                </a:tc>
                <a:tc>
                  <a:txBody>
                    <a:bodyPr/>
                    <a:lstStyle/>
                    <a:p>
                      <a:r>
                        <a:rPr lang="en-MY" sz="1050" b="1"/>
                        <a:t>Start Time</a:t>
                      </a:r>
                      <a:endParaRPr lang="en-MY" sz="1050"/>
                    </a:p>
                  </a:txBody>
                  <a:tcPr anchor="ctr">
                    <a:lnL>
                      <a:noFill/>
                    </a:lnL>
                    <a:lnR>
                      <a:noFill/>
                    </a:lnR>
                    <a:lnT>
                      <a:noFill/>
                    </a:lnT>
                    <a:lnB>
                      <a:noFill/>
                    </a:lnB>
                    <a:noFill/>
                  </a:tcPr>
                </a:tc>
                <a:tc>
                  <a:txBody>
                    <a:bodyPr/>
                    <a:lstStyle/>
                    <a:p>
                      <a:r>
                        <a:rPr lang="en-MY" sz="1050" b="1"/>
                        <a:t>End Time</a:t>
                      </a:r>
                      <a:endParaRPr lang="en-MY" sz="1050"/>
                    </a:p>
                  </a:txBody>
                  <a:tcPr anchor="ctr">
                    <a:lnL>
                      <a:noFill/>
                    </a:lnL>
                    <a:lnR>
                      <a:noFill/>
                    </a:lnR>
                    <a:lnT>
                      <a:noFill/>
                    </a:lnT>
                    <a:lnB>
                      <a:noFill/>
                    </a:lnB>
                    <a:noFill/>
                  </a:tcPr>
                </a:tc>
                <a:extLst>
                  <a:ext uri="{0D108BD9-81ED-4DB2-BD59-A6C34878D82A}">
                    <a16:rowId xmlns:a16="http://schemas.microsoft.com/office/drawing/2014/main" val="303498306"/>
                  </a:ext>
                </a:extLst>
              </a:tr>
              <a:tr h="281108">
                <a:tc>
                  <a:txBody>
                    <a:bodyPr/>
                    <a:lstStyle/>
                    <a:p>
                      <a:r>
                        <a:rPr lang="en-MY" sz="1050"/>
                        <a:t>A</a:t>
                      </a:r>
                    </a:p>
                  </a:txBody>
                  <a:tcPr anchor="ctr">
                    <a:lnL>
                      <a:noFill/>
                    </a:lnL>
                    <a:lnR>
                      <a:noFill/>
                    </a:lnR>
                    <a:lnT>
                      <a:noFill/>
                    </a:lnT>
                    <a:lnB>
                      <a:noFill/>
                    </a:lnB>
                    <a:noFill/>
                  </a:tcPr>
                </a:tc>
                <a:tc>
                  <a:txBody>
                    <a:bodyPr/>
                    <a:lstStyle/>
                    <a:p>
                      <a:r>
                        <a:rPr lang="en-MY" sz="1050"/>
                        <a:t>—</a:t>
                      </a:r>
                    </a:p>
                  </a:txBody>
                  <a:tcPr anchor="ctr">
                    <a:lnL>
                      <a:noFill/>
                    </a:lnL>
                    <a:lnR>
                      <a:noFill/>
                    </a:lnR>
                    <a:lnT>
                      <a:noFill/>
                    </a:lnT>
                    <a:lnB>
                      <a:noFill/>
                    </a:lnB>
                    <a:noFill/>
                  </a:tcPr>
                </a:tc>
                <a:tc>
                  <a:txBody>
                    <a:bodyPr/>
                    <a:lstStyle/>
                    <a:p>
                      <a:r>
                        <a:rPr lang="en-MY" sz="1050" dirty="0"/>
                        <a:t>4</a:t>
                      </a:r>
                    </a:p>
                  </a:txBody>
                  <a:tcPr anchor="ctr">
                    <a:lnL>
                      <a:noFill/>
                    </a:lnL>
                    <a:lnR>
                      <a:noFill/>
                    </a:lnR>
                    <a:lnT>
                      <a:noFill/>
                    </a:lnT>
                    <a:lnB>
                      <a:noFill/>
                    </a:lnB>
                    <a:noFill/>
                  </a:tcPr>
                </a:tc>
                <a:tc>
                  <a:txBody>
                    <a:bodyPr/>
                    <a:lstStyle/>
                    <a:p>
                      <a:r>
                        <a:rPr lang="en-MY" sz="1050"/>
                        <a:t>0</a:t>
                      </a:r>
                    </a:p>
                  </a:txBody>
                  <a:tcPr anchor="ctr">
                    <a:lnL>
                      <a:noFill/>
                    </a:lnL>
                    <a:lnR>
                      <a:noFill/>
                    </a:lnR>
                    <a:lnT>
                      <a:noFill/>
                    </a:lnT>
                    <a:lnB>
                      <a:noFill/>
                    </a:lnB>
                    <a:noFill/>
                  </a:tcPr>
                </a:tc>
                <a:tc>
                  <a:txBody>
                    <a:bodyPr/>
                    <a:lstStyle/>
                    <a:p>
                      <a:r>
                        <a:rPr lang="en-MY" sz="1050"/>
                        <a:t>4</a:t>
                      </a:r>
                    </a:p>
                  </a:txBody>
                  <a:tcPr anchor="ctr">
                    <a:lnL>
                      <a:noFill/>
                    </a:lnL>
                    <a:lnR>
                      <a:noFill/>
                    </a:lnR>
                    <a:lnT>
                      <a:noFill/>
                    </a:lnT>
                    <a:lnB>
                      <a:noFill/>
                    </a:lnB>
                    <a:noFill/>
                  </a:tcPr>
                </a:tc>
                <a:extLst>
                  <a:ext uri="{0D108BD9-81ED-4DB2-BD59-A6C34878D82A}">
                    <a16:rowId xmlns:a16="http://schemas.microsoft.com/office/drawing/2014/main" val="3036099186"/>
                  </a:ext>
                </a:extLst>
              </a:tr>
              <a:tr h="281108">
                <a:tc>
                  <a:txBody>
                    <a:bodyPr/>
                    <a:lstStyle/>
                    <a:p>
                      <a:r>
                        <a:rPr lang="en-MY" sz="1050"/>
                        <a:t>B</a:t>
                      </a:r>
                    </a:p>
                  </a:txBody>
                  <a:tcPr anchor="ctr">
                    <a:lnL>
                      <a:noFill/>
                    </a:lnL>
                    <a:lnR>
                      <a:noFill/>
                    </a:lnR>
                    <a:lnT>
                      <a:noFill/>
                    </a:lnT>
                    <a:lnB>
                      <a:noFill/>
                    </a:lnB>
                    <a:noFill/>
                  </a:tcPr>
                </a:tc>
                <a:tc>
                  <a:txBody>
                    <a:bodyPr/>
                    <a:lstStyle/>
                    <a:p>
                      <a:r>
                        <a:rPr lang="en-MY" sz="1050"/>
                        <a:t>—</a:t>
                      </a:r>
                    </a:p>
                  </a:txBody>
                  <a:tcPr anchor="ctr">
                    <a:lnL>
                      <a:noFill/>
                    </a:lnL>
                    <a:lnR>
                      <a:noFill/>
                    </a:lnR>
                    <a:lnT>
                      <a:noFill/>
                    </a:lnT>
                    <a:lnB>
                      <a:noFill/>
                    </a:lnB>
                    <a:noFill/>
                  </a:tcPr>
                </a:tc>
                <a:tc>
                  <a:txBody>
                    <a:bodyPr/>
                    <a:lstStyle/>
                    <a:p>
                      <a:r>
                        <a:rPr lang="en-MY" sz="1050"/>
                        <a:t>2</a:t>
                      </a:r>
                    </a:p>
                  </a:txBody>
                  <a:tcPr anchor="ctr">
                    <a:lnL>
                      <a:noFill/>
                    </a:lnL>
                    <a:lnR>
                      <a:noFill/>
                    </a:lnR>
                    <a:lnT>
                      <a:noFill/>
                    </a:lnT>
                    <a:lnB>
                      <a:noFill/>
                    </a:lnB>
                    <a:noFill/>
                  </a:tcPr>
                </a:tc>
                <a:tc>
                  <a:txBody>
                    <a:bodyPr/>
                    <a:lstStyle/>
                    <a:p>
                      <a:r>
                        <a:rPr lang="en-MY" sz="1050"/>
                        <a:t>0</a:t>
                      </a:r>
                    </a:p>
                  </a:txBody>
                  <a:tcPr anchor="ctr">
                    <a:lnL>
                      <a:noFill/>
                    </a:lnL>
                    <a:lnR>
                      <a:noFill/>
                    </a:lnR>
                    <a:lnT>
                      <a:noFill/>
                    </a:lnT>
                    <a:lnB>
                      <a:noFill/>
                    </a:lnB>
                    <a:noFill/>
                  </a:tcPr>
                </a:tc>
                <a:tc>
                  <a:txBody>
                    <a:bodyPr/>
                    <a:lstStyle/>
                    <a:p>
                      <a:r>
                        <a:rPr lang="en-MY" sz="1050"/>
                        <a:t>2</a:t>
                      </a:r>
                    </a:p>
                  </a:txBody>
                  <a:tcPr anchor="ctr">
                    <a:lnL>
                      <a:noFill/>
                    </a:lnL>
                    <a:lnR>
                      <a:noFill/>
                    </a:lnR>
                    <a:lnT>
                      <a:noFill/>
                    </a:lnT>
                    <a:lnB>
                      <a:noFill/>
                    </a:lnB>
                    <a:noFill/>
                  </a:tcPr>
                </a:tc>
                <a:extLst>
                  <a:ext uri="{0D108BD9-81ED-4DB2-BD59-A6C34878D82A}">
                    <a16:rowId xmlns:a16="http://schemas.microsoft.com/office/drawing/2014/main" val="521675705"/>
                  </a:ext>
                </a:extLst>
              </a:tr>
              <a:tr h="281108">
                <a:tc>
                  <a:txBody>
                    <a:bodyPr/>
                    <a:lstStyle/>
                    <a:p>
                      <a:r>
                        <a:rPr lang="en-MY" sz="1050"/>
                        <a:t>C</a:t>
                      </a:r>
                    </a:p>
                  </a:txBody>
                  <a:tcPr anchor="ctr">
                    <a:lnL>
                      <a:noFill/>
                    </a:lnL>
                    <a:lnR>
                      <a:noFill/>
                    </a:lnR>
                    <a:lnT>
                      <a:noFill/>
                    </a:lnT>
                    <a:lnB>
                      <a:noFill/>
                    </a:lnB>
                    <a:noFill/>
                  </a:tcPr>
                </a:tc>
                <a:tc>
                  <a:txBody>
                    <a:bodyPr/>
                    <a:lstStyle/>
                    <a:p>
                      <a:r>
                        <a:rPr lang="en-MY" sz="1050"/>
                        <a:t>A</a:t>
                      </a:r>
                    </a:p>
                  </a:txBody>
                  <a:tcPr anchor="ctr">
                    <a:lnL>
                      <a:noFill/>
                    </a:lnL>
                    <a:lnR>
                      <a:noFill/>
                    </a:lnR>
                    <a:lnT>
                      <a:noFill/>
                    </a:lnT>
                    <a:lnB>
                      <a:noFill/>
                    </a:lnB>
                    <a:noFill/>
                  </a:tcPr>
                </a:tc>
                <a:tc>
                  <a:txBody>
                    <a:bodyPr/>
                    <a:lstStyle/>
                    <a:p>
                      <a:r>
                        <a:rPr lang="en-MY" sz="1050"/>
                        <a:t>5</a:t>
                      </a:r>
                    </a:p>
                  </a:txBody>
                  <a:tcPr anchor="ctr">
                    <a:lnL>
                      <a:noFill/>
                    </a:lnL>
                    <a:lnR>
                      <a:noFill/>
                    </a:lnR>
                    <a:lnT>
                      <a:noFill/>
                    </a:lnT>
                    <a:lnB>
                      <a:noFill/>
                    </a:lnB>
                    <a:noFill/>
                  </a:tcPr>
                </a:tc>
                <a:tc>
                  <a:txBody>
                    <a:bodyPr/>
                    <a:lstStyle/>
                    <a:p>
                      <a:r>
                        <a:rPr lang="en-MY" sz="1050"/>
                        <a:t>4</a:t>
                      </a:r>
                    </a:p>
                  </a:txBody>
                  <a:tcPr anchor="ctr">
                    <a:lnL>
                      <a:noFill/>
                    </a:lnL>
                    <a:lnR>
                      <a:noFill/>
                    </a:lnR>
                    <a:lnT>
                      <a:noFill/>
                    </a:lnT>
                    <a:lnB>
                      <a:noFill/>
                    </a:lnB>
                    <a:noFill/>
                  </a:tcPr>
                </a:tc>
                <a:tc>
                  <a:txBody>
                    <a:bodyPr/>
                    <a:lstStyle/>
                    <a:p>
                      <a:r>
                        <a:rPr lang="en-MY" sz="1050"/>
                        <a:t>9</a:t>
                      </a:r>
                    </a:p>
                  </a:txBody>
                  <a:tcPr anchor="ctr">
                    <a:lnL>
                      <a:noFill/>
                    </a:lnL>
                    <a:lnR>
                      <a:noFill/>
                    </a:lnR>
                    <a:lnT>
                      <a:noFill/>
                    </a:lnT>
                    <a:lnB>
                      <a:noFill/>
                    </a:lnB>
                    <a:noFill/>
                  </a:tcPr>
                </a:tc>
                <a:extLst>
                  <a:ext uri="{0D108BD9-81ED-4DB2-BD59-A6C34878D82A}">
                    <a16:rowId xmlns:a16="http://schemas.microsoft.com/office/drawing/2014/main" val="1665025794"/>
                  </a:ext>
                </a:extLst>
              </a:tr>
              <a:tr h="281108">
                <a:tc>
                  <a:txBody>
                    <a:bodyPr/>
                    <a:lstStyle/>
                    <a:p>
                      <a:r>
                        <a:rPr lang="en-MY" sz="1050"/>
                        <a:t>D</a:t>
                      </a:r>
                    </a:p>
                  </a:txBody>
                  <a:tcPr anchor="ctr">
                    <a:lnL>
                      <a:noFill/>
                    </a:lnL>
                    <a:lnR>
                      <a:noFill/>
                    </a:lnR>
                    <a:lnT>
                      <a:noFill/>
                    </a:lnT>
                    <a:lnB>
                      <a:noFill/>
                    </a:lnB>
                    <a:noFill/>
                  </a:tcPr>
                </a:tc>
                <a:tc>
                  <a:txBody>
                    <a:bodyPr/>
                    <a:lstStyle/>
                    <a:p>
                      <a:r>
                        <a:rPr lang="en-MY" sz="1050"/>
                        <a:t>B</a:t>
                      </a:r>
                    </a:p>
                  </a:txBody>
                  <a:tcPr anchor="ctr">
                    <a:lnL>
                      <a:noFill/>
                    </a:lnL>
                    <a:lnR>
                      <a:noFill/>
                    </a:lnR>
                    <a:lnT>
                      <a:noFill/>
                    </a:lnT>
                    <a:lnB>
                      <a:noFill/>
                    </a:lnB>
                    <a:noFill/>
                  </a:tcPr>
                </a:tc>
                <a:tc>
                  <a:txBody>
                    <a:bodyPr/>
                    <a:lstStyle/>
                    <a:p>
                      <a:r>
                        <a:rPr lang="en-MY" sz="1050"/>
                        <a:t>3</a:t>
                      </a:r>
                    </a:p>
                  </a:txBody>
                  <a:tcPr anchor="ctr">
                    <a:lnL>
                      <a:noFill/>
                    </a:lnL>
                    <a:lnR>
                      <a:noFill/>
                    </a:lnR>
                    <a:lnT>
                      <a:noFill/>
                    </a:lnT>
                    <a:lnB>
                      <a:noFill/>
                    </a:lnB>
                    <a:noFill/>
                  </a:tcPr>
                </a:tc>
                <a:tc>
                  <a:txBody>
                    <a:bodyPr/>
                    <a:lstStyle/>
                    <a:p>
                      <a:r>
                        <a:rPr lang="en-MY" sz="1050"/>
                        <a:t>2</a:t>
                      </a:r>
                    </a:p>
                  </a:txBody>
                  <a:tcPr anchor="ctr">
                    <a:lnL>
                      <a:noFill/>
                    </a:lnL>
                    <a:lnR>
                      <a:noFill/>
                    </a:lnR>
                    <a:lnT>
                      <a:noFill/>
                    </a:lnT>
                    <a:lnB>
                      <a:noFill/>
                    </a:lnB>
                    <a:noFill/>
                  </a:tcPr>
                </a:tc>
                <a:tc>
                  <a:txBody>
                    <a:bodyPr/>
                    <a:lstStyle/>
                    <a:p>
                      <a:r>
                        <a:rPr lang="en-MY" sz="1050"/>
                        <a:t>5</a:t>
                      </a:r>
                    </a:p>
                  </a:txBody>
                  <a:tcPr anchor="ctr">
                    <a:lnL>
                      <a:noFill/>
                    </a:lnL>
                    <a:lnR>
                      <a:noFill/>
                    </a:lnR>
                    <a:lnT>
                      <a:noFill/>
                    </a:lnT>
                    <a:lnB>
                      <a:noFill/>
                    </a:lnB>
                    <a:noFill/>
                  </a:tcPr>
                </a:tc>
                <a:extLst>
                  <a:ext uri="{0D108BD9-81ED-4DB2-BD59-A6C34878D82A}">
                    <a16:rowId xmlns:a16="http://schemas.microsoft.com/office/drawing/2014/main" val="943376158"/>
                  </a:ext>
                </a:extLst>
              </a:tr>
              <a:tr h="281108">
                <a:tc>
                  <a:txBody>
                    <a:bodyPr/>
                    <a:lstStyle/>
                    <a:p>
                      <a:r>
                        <a:rPr lang="en-MY" sz="1050"/>
                        <a:t>E</a:t>
                      </a:r>
                    </a:p>
                  </a:txBody>
                  <a:tcPr anchor="ctr">
                    <a:lnL>
                      <a:noFill/>
                    </a:lnL>
                    <a:lnR>
                      <a:noFill/>
                    </a:lnR>
                    <a:lnT>
                      <a:noFill/>
                    </a:lnT>
                    <a:lnB>
                      <a:noFill/>
                    </a:lnB>
                    <a:noFill/>
                  </a:tcPr>
                </a:tc>
                <a:tc>
                  <a:txBody>
                    <a:bodyPr/>
                    <a:lstStyle/>
                    <a:p>
                      <a:r>
                        <a:rPr lang="en-MY" sz="1050"/>
                        <a:t>C, D</a:t>
                      </a:r>
                    </a:p>
                  </a:txBody>
                  <a:tcPr anchor="ctr">
                    <a:lnL>
                      <a:noFill/>
                    </a:lnL>
                    <a:lnR>
                      <a:noFill/>
                    </a:lnR>
                    <a:lnT>
                      <a:noFill/>
                    </a:lnT>
                    <a:lnB>
                      <a:noFill/>
                    </a:lnB>
                    <a:noFill/>
                  </a:tcPr>
                </a:tc>
                <a:tc>
                  <a:txBody>
                    <a:bodyPr/>
                    <a:lstStyle/>
                    <a:p>
                      <a:r>
                        <a:rPr lang="en-MY" sz="1050"/>
                        <a:t>6</a:t>
                      </a:r>
                    </a:p>
                  </a:txBody>
                  <a:tcPr anchor="ctr">
                    <a:lnL>
                      <a:noFill/>
                    </a:lnL>
                    <a:lnR>
                      <a:noFill/>
                    </a:lnR>
                    <a:lnT>
                      <a:noFill/>
                    </a:lnT>
                    <a:lnB>
                      <a:noFill/>
                    </a:lnB>
                    <a:noFill/>
                  </a:tcPr>
                </a:tc>
                <a:tc>
                  <a:txBody>
                    <a:bodyPr/>
                    <a:lstStyle/>
                    <a:p>
                      <a:r>
                        <a:rPr lang="en-MY" sz="1050" dirty="0"/>
                        <a:t>9</a:t>
                      </a:r>
                    </a:p>
                  </a:txBody>
                  <a:tcPr anchor="ctr">
                    <a:lnL>
                      <a:noFill/>
                    </a:lnL>
                    <a:lnR>
                      <a:noFill/>
                    </a:lnR>
                    <a:lnT>
                      <a:noFill/>
                    </a:lnT>
                    <a:lnB>
                      <a:noFill/>
                    </a:lnB>
                    <a:noFill/>
                  </a:tcPr>
                </a:tc>
                <a:tc>
                  <a:txBody>
                    <a:bodyPr/>
                    <a:lstStyle/>
                    <a:p>
                      <a:r>
                        <a:rPr lang="en-MY" sz="1050" dirty="0"/>
                        <a:t>15</a:t>
                      </a:r>
                    </a:p>
                  </a:txBody>
                  <a:tcPr anchor="ctr">
                    <a:lnL>
                      <a:noFill/>
                    </a:lnL>
                    <a:lnR>
                      <a:noFill/>
                    </a:lnR>
                    <a:lnT>
                      <a:noFill/>
                    </a:lnT>
                    <a:lnB>
                      <a:noFill/>
                    </a:lnB>
                    <a:noFill/>
                  </a:tcPr>
                </a:tc>
                <a:extLst>
                  <a:ext uri="{0D108BD9-81ED-4DB2-BD59-A6C34878D82A}">
                    <a16:rowId xmlns:a16="http://schemas.microsoft.com/office/drawing/2014/main" val="2061921380"/>
                  </a:ext>
                </a:extLst>
              </a:tr>
            </a:tbl>
          </a:graphicData>
        </a:graphic>
      </p:graphicFrame>
      <p:sp>
        <p:nvSpPr>
          <p:cNvPr id="14" name="TextBox 13">
            <a:extLst>
              <a:ext uri="{FF2B5EF4-FFF2-40B4-BE49-F238E27FC236}">
                <a16:creationId xmlns:a16="http://schemas.microsoft.com/office/drawing/2014/main" id="{41E1B839-B351-C74A-7A1D-967F7C67B705}"/>
              </a:ext>
            </a:extLst>
          </p:cNvPr>
          <p:cNvSpPr txBox="1"/>
          <p:nvPr/>
        </p:nvSpPr>
        <p:spPr>
          <a:xfrm>
            <a:off x="4756683" y="5583515"/>
            <a:ext cx="6094476" cy="261610"/>
          </a:xfrm>
          <a:prstGeom prst="rect">
            <a:avLst/>
          </a:prstGeom>
          <a:noFill/>
        </p:spPr>
        <p:txBody>
          <a:bodyPr wrap="square">
            <a:spAutoFit/>
          </a:bodyPr>
          <a:lstStyle/>
          <a:p>
            <a:r>
              <a:rPr lang="en-US" sz="1100" b="1" dirty="0">
                <a:solidFill>
                  <a:schemeClr val="accent2"/>
                </a:solidFill>
              </a:rPr>
              <a:t>The longest path (A → C → E) = Critical Path, total duration = 15 days.</a:t>
            </a:r>
            <a:endParaRPr lang="en-MY" sz="1100" b="1" dirty="0">
              <a:solidFill>
                <a:schemeClr val="accent2"/>
              </a:solidFill>
            </a:endParaRPr>
          </a:p>
        </p:txBody>
      </p:sp>
    </p:spTree>
    <p:extLst>
      <p:ext uri="{BB962C8B-B14F-4D97-AF65-F5344CB8AC3E}">
        <p14:creationId xmlns:p14="http://schemas.microsoft.com/office/powerpoint/2010/main" val="388024787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4C59006-6EAE-A04F-932D-BBA7337A1B2E}"/>
              </a:ext>
            </a:extLst>
          </p:cNvPr>
          <p:cNvSpPr txBox="1">
            <a:spLocks noChangeArrowheads="1"/>
          </p:cNvSpPr>
          <p:nvPr/>
        </p:nvSpPr>
        <p:spPr bwMode="auto">
          <a:xfrm>
            <a:off x="2311147" y="365760"/>
            <a:ext cx="7569706" cy="12882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fontScale="92500"/>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90000"/>
              </a:lnSpc>
              <a:spcAft>
                <a:spcPts val="600"/>
              </a:spcAft>
            </a:pPr>
            <a:r>
              <a:rPr lang="en-US" sz="4400" dirty="0"/>
              <a:t>Project Scheduling Techniques #2:</a:t>
            </a:r>
            <a:br>
              <a:rPr lang="en-US" sz="4400" dirty="0"/>
            </a:br>
            <a:r>
              <a:rPr lang="en-US" sz="4400" dirty="0"/>
              <a:t> PERT diagram</a:t>
            </a:r>
            <a:endParaRPr lang="en-US" altLang="en-US" sz="4400" kern="1200" dirty="0">
              <a:solidFill>
                <a:schemeClr val="tx1"/>
              </a:solidFill>
              <a:latin typeface="+mj-lt"/>
              <a:ea typeface="+mj-ea"/>
              <a:cs typeface="+mj-cs"/>
            </a:endParaRPr>
          </a:p>
        </p:txBody>
      </p:sp>
      <p:sp>
        <p:nvSpPr>
          <p:cNvPr id="32773" name="Rectangle 3"/>
          <p:cNvSpPr>
            <a:spLocks noGrp="1" noChangeArrowheads="1"/>
          </p:cNvSpPr>
          <p:nvPr>
            <p:ph type="body" idx="4294967295"/>
          </p:nvPr>
        </p:nvSpPr>
        <p:spPr>
          <a:xfrm>
            <a:off x="2165569" y="1956816"/>
            <a:ext cx="7860863" cy="4024884"/>
          </a:xfrm>
        </p:spPr>
        <p:txBody>
          <a:bodyPr vert="horz" lIns="91440" tIns="45720" rIns="91440" bIns="45720" rtlCol="0" anchor="t">
            <a:normAutofit/>
          </a:bodyPr>
          <a:lstStyle/>
          <a:p>
            <a:pPr eaLnBrk="1" hangingPunct="1"/>
            <a:r>
              <a:rPr lang="en-US" sz="2400"/>
              <a:t>Advantages:</a:t>
            </a:r>
          </a:p>
          <a:p>
            <a:pPr lvl="1" eaLnBrk="1" hangingPunct="1">
              <a:spcBef>
                <a:spcPts val="0"/>
              </a:spcBef>
            </a:pPr>
            <a:r>
              <a:rPr lang="en-US"/>
              <a:t>Easy identification of the order of precedence.</a:t>
            </a:r>
          </a:p>
          <a:p>
            <a:pPr lvl="1" eaLnBrk="1" hangingPunct="1">
              <a:spcBef>
                <a:spcPts val="0"/>
              </a:spcBef>
            </a:pPr>
            <a:r>
              <a:rPr lang="en-US"/>
              <a:t>Easy identification of the critical path and thus critical activities.</a:t>
            </a:r>
          </a:p>
          <a:p>
            <a:pPr lvl="1" eaLnBrk="1" hangingPunct="1">
              <a:spcBef>
                <a:spcPts val="0"/>
              </a:spcBef>
            </a:pPr>
            <a:r>
              <a:rPr lang="en-US"/>
              <a:t>Easy determination of slack time.</a:t>
            </a:r>
          </a:p>
          <a:p>
            <a:pPr eaLnBrk="1" hangingPunct="1"/>
            <a:r>
              <a:rPr lang="en-US" sz="2400"/>
              <a:t>Occasionally, PERT Diagram need pseudo-activities, referred to as dummy activities</a:t>
            </a:r>
          </a:p>
          <a:p>
            <a:pPr eaLnBrk="1" hangingPunct="1"/>
            <a:r>
              <a:rPr lang="en-US" sz="2400"/>
              <a:t>It is used to preserve the logic or clarify the diagram.</a:t>
            </a:r>
          </a:p>
        </p:txBody>
      </p:sp>
      <p:sp>
        <p:nvSpPr>
          <p:cNvPr id="2" name="Slide Number Placeholder 1">
            <a:extLst>
              <a:ext uri="{FF2B5EF4-FFF2-40B4-BE49-F238E27FC236}">
                <a16:creationId xmlns:a16="http://schemas.microsoft.com/office/drawing/2014/main" id="{ED87D394-E000-9E46-9518-CF8237A54FFF}"/>
              </a:ext>
            </a:extLst>
          </p:cNvPr>
          <p:cNvSpPr>
            <a:spLocks noGrp="1"/>
          </p:cNvSpPr>
          <p:nvPr>
            <p:ph type="sldNum" sz="quarter" idx="12"/>
          </p:nvPr>
        </p:nvSpPr>
        <p:spPr>
          <a:xfrm>
            <a:off x="11263713" y="6108192"/>
            <a:ext cx="548640" cy="548640"/>
          </a:xfrm>
          <a:prstGeom prst="ellipse">
            <a:avLst/>
          </a:prstGeom>
          <a:solidFill>
            <a:srgbClr val="808080"/>
          </a:solidFill>
        </p:spPr>
        <p:txBody>
          <a:bodyPr vert="horz" lIns="91440" tIns="45720" rIns="91440" bIns="45720" rtlCol="0" anchor="ctr">
            <a:normAutofit/>
          </a:bodyPr>
          <a:lstStyle/>
          <a:p>
            <a:pPr algn="ctr">
              <a:spcAft>
                <a:spcPts val="600"/>
              </a:spcAft>
              <a:defRPr/>
            </a:pPr>
            <a:fld id="{D1A9425D-9892-784D-B3BB-790F829805F1}" type="slidenum">
              <a:rPr lang="en-US" sz="1500">
                <a:solidFill>
                  <a:srgbClr val="FFFFFF"/>
                </a:solidFill>
              </a:rPr>
              <a:pPr algn="ctr">
                <a:spcAft>
                  <a:spcPts val="600"/>
                </a:spcAft>
                <a:defRPr/>
              </a:pPr>
              <a:t>9</a:t>
            </a:fld>
            <a:endParaRPr lang="en-US" sz="1500">
              <a:solidFill>
                <a:srgbClr val="FFFFFF"/>
              </a:solidFill>
            </a:endParaRPr>
          </a:p>
        </p:txBody>
      </p:sp>
    </p:spTree>
    <p:extLst>
      <p:ext uri="{BB962C8B-B14F-4D97-AF65-F5344CB8AC3E}">
        <p14:creationId xmlns:p14="http://schemas.microsoft.com/office/powerpoint/2010/main" val="313262367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2">
            <a:extLst>
              <a:ext uri="{FF2B5EF4-FFF2-40B4-BE49-F238E27FC236}">
                <a16:creationId xmlns:a16="http://schemas.microsoft.com/office/drawing/2014/main" id="{E1DB2538-2E0F-4F45-8941-7982DD0CBA1A}"/>
              </a:ext>
            </a:extLst>
          </p:cNvPr>
          <p:cNvSpPr>
            <a:spLocks noGrp="1" noChangeArrowheads="1"/>
          </p:cNvSpPr>
          <p:nvPr>
            <p:ph type="title"/>
          </p:nvPr>
        </p:nvSpPr>
        <p:spPr>
          <a:xfrm>
            <a:off x="838200" y="621792"/>
            <a:ext cx="4795157" cy="2438649"/>
          </a:xfrm>
        </p:spPr>
        <p:txBody>
          <a:bodyPr vert="horz" lIns="91440" tIns="45720" rIns="91440" bIns="45720" rtlCol="0" anchor="ctr">
            <a:normAutofit fontScale="90000"/>
          </a:bodyPr>
          <a:lstStyle/>
          <a:p>
            <a:pPr eaLnBrk="1" hangingPunct="1">
              <a:defRPr/>
            </a:pPr>
            <a:r>
              <a:rPr lang="en-US" sz="5200" kern="1200" dirty="0">
                <a:solidFill>
                  <a:schemeClr val="bg1"/>
                </a:solidFill>
                <a:latin typeface="+mj-lt"/>
                <a:ea typeface="+mj-ea"/>
                <a:cs typeface="+mj-cs"/>
              </a:rPr>
              <a:t>Project Scheduling Techniques #2:</a:t>
            </a:r>
            <a:br>
              <a:rPr lang="en-US" sz="5200" kern="1200" dirty="0">
                <a:solidFill>
                  <a:schemeClr val="bg1"/>
                </a:solidFill>
                <a:latin typeface="+mj-lt"/>
                <a:ea typeface="+mj-ea"/>
                <a:cs typeface="+mj-cs"/>
              </a:rPr>
            </a:br>
            <a:r>
              <a:rPr lang="en-US" sz="5200" kern="1200" dirty="0">
                <a:solidFill>
                  <a:schemeClr val="bg1"/>
                </a:solidFill>
                <a:latin typeface="+mj-lt"/>
                <a:ea typeface="+mj-ea"/>
                <a:cs typeface="+mj-cs"/>
              </a:rPr>
              <a:t> PERT diagram</a:t>
            </a:r>
          </a:p>
        </p:txBody>
      </p:sp>
      <p:sp>
        <p:nvSpPr>
          <p:cNvPr id="66562" name="Rectangle 3">
            <a:extLst>
              <a:ext uri="{FF2B5EF4-FFF2-40B4-BE49-F238E27FC236}">
                <a16:creationId xmlns:a16="http://schemas.microsoft.com/office/drawing/2014/main" id="{669B842B-F422-C44A-9A69-BA331A38E759}"/>
              </a:ext>
            </a:extLst>
          </p:cNvPr>
          <p:cNvSpPr>
            <a:spLocks noGrp="1" noChangeArrowheads="1"/>
          </p:cNvSpPr>
          <p:nvPr>
            <p:ph type="body" idx="4294967295"/>
          </p:nvPr>
        </p:nvSpPr>
        <p:spPr>
          <a:xfrm>
            <a:off x="6521450" y="621792"/>
            <a:ext cx="4832349" cy="5413248"/>
          </a:xfrm>
        </p:spPr>
        <p:txBody>
          <a:bodyPr vert="horz" lIns="91440" tIns="45720" rIns="91440" bIns="45720" rtlCol="0" anchor="ctr">
            <a:normAutofit/>
          </a:bodyPr>
          <a:lstStyle/>
          <a:p>
            <a:pPr marL="342900" lvl="1" eaLnBrk="1" hangingPunct="1">
              <a:defRPr/>
            </a:pPr>
            <a:r>
              <a:rPr lang="en-US" sz="1900"/>
              <a:t>Program Evaluation and Review Technique (PERT)</a:t>
            </a:r>
          </a:p>
          <a:p>
            <a:pPr marL="742950" lvl="2" eaLnBrk="1" hangingPunct="1">
              <a:defRPr/>
            </a:pPr>
            <a:r>
              <a:rPr lang="en-US" sz="1900"/>
              <a:t>Program = project</a:t>
            </a:r>
          </a:p>
          <a:p>
            <a:pPr eaLnBrk="1" hangingPunct="1">
              <a:defRPr/>
            </a:pPr>
            <a:r>
              <a:rPr lang="en-US" sz="1900"/>
              <a:t>Useful when </a:t>
            </a:r>
            <a:r>
              <a:rPr lang="en-US" sz="1900" b="1"/>
              <a:t>activities can be done in parallel </a:t>
            </a:r>
            <a:r>
              <a:rPr lang="en-US" sz="1900"/>
              <a:t>rather than sequence.</a:t>
            </a:r>
          </a:p>
          <a:p>
            <a:pPr marL="342900" lvl="1" eaLnBrk="1" hangingPunct="1">
              <a:defRPr/>
            </a:pPr>
            <a:r>
              <a:rPr lang="en-US" sz="1900"/>
              <a:t>sometimes known as </a:t>
            </a:r>
            <a:r>
              <a:rPr lang="en-US" sz="1900" b="1" i="1"/>
              <a:t>Network</a:t>
            </a:r>
            <a:r>
              <a:rPr lang="en-US" sz="1900" i="1"/>
              <a:t> diagram</a:t>
            </a:r>
          </a:p>
          <a:p>
            <a:pPr marL="742950" lvl="2" eaLnBrk="1" hangingPunct="1">
              <a:defRPr/>
            </a:pPr>
            <a:r>
              <a:rPr lang="en-US" sz="1900"/>
              <a:t>Represented by a </a:t>
            </a:r>
            <a:r>
              <a:rPr lang="en-US" sz="1900" b="1"/>
              <a:t>network of nodes and arrows -  </a:t>
            </a:r>
            <a:r>
              <a:rPr lang="en-US" sz="1900" i="1"/>
              <a:t>- nodes denote events &amp; arrows denote activities</a:t>
            </a:r>
            <a:endParaRPr lang="en-US" sz="1900" b="1"/>
          </a:p>
          <a:p>
            <a:pPr lvl="1" eaLnBrk="1" hangingPunct="1">
              <a:defRPr/>
            </a:pPr>
            <a:r>
              <a:rPr lang="en-US" sz="1900"/>
              <a:t>Nodes</a:t>
            </a:r>
          </a:p>
          <a:p>
            <a:pPr lvl="2" eaLnBrk="1" hangingPunct="1">
              <a:defRPr/>
            </a:pPr>
            <a:r>
              <a:rPr lang="en-US" sz="1900"/>
              <a:t>called event, identified by numbers, letters etc</a:t>
            </a:r>
          </a:p>
          <a:p>
            <a:pPr lvl="2" eaLnBrk="1" hangingPunct="1">
              <a:defRPr/>
            </a:pPr>
            <a:r>
              <a:rPr lang="en-US" sz="1900"/>
              <a:t>To recognize that an activity is completed</a:t>
            </a:r>
          </a:p>
          <a:p>
            <a:pPr lvl="2" eaLnBrk="1" hangingPunct="1">
              <a:defRPr/>
            </a:pPr>
            <a:r>
              <a:rPr lang="en-US" sz="1900"/>
              <a:t>Indicate which activities need to be completed before new activities  maybe undertaken (</a:t>
            </a:r>
            <a:r>
              <a:rPr lang="en-US" sz="1900" i="1"/>
              <a:t>precedence</a:t>
            </a:r>
            <a:r>
              <a:rPr lang="en-US" sz="1900"/>
              <a:t>)</a:t>
            </a:r>
          </a:p>
          <a:p>
            <a:pPr eaLnBrk="1" hangingPunct="1">
              <a:defRPr/>
            </a:pPr>
            <a:endParaRPr lang="en-US" sz="1900"/>
          </a:p>
        </p:txBody>
      </p:sp>
      <p:pic>
        <p:nvPicPr>
          <p:cNvPr id="7" name="Picture 6">
            <a:extLst>
              <a:ext uri="{FF2B5EF4-FFF2-40B4-BE49-F238E27FC236}">
                <a16:creationId xmlns:a16="http://schemas.microsoft.com/office/drawing/2014/main" id="{3FD582B8-53C5-BF49-8824-2D76D4989EE0}"/>
              </a:ext>
            </a:extLst>
          </p:cNvPr>
          <p:cNvPicPr>
            <a:picLocks noChangeAspect="1" noChangeArrowheads="1"/>
          </p:cNvPicPr>
          <p:nvPr/>
        </p:nvPicPr>
        <p:blipFill>
          <a:blip r:embed="rId3" cstate="print"/>
          <a:srcRect/>
          <a:stretch>
            <a:fillRect/>
          </a:stretch>
        </p:blipFill>
        <p:spPr>
          <a:xfrm>
            <a:off x="346076" y="1334876"/>
            <a:ext cx="5731328" cy="2462684"/>
          </a:xfrm>
          <a:prstGeom prst="rect">
            <a:avLst/>
          </a:prstGeom>
          <a:noFill/>
        </p:spPr>
      </p:pic>
      <p:sp>
        <p:nvSpPr>
          <p:cNvPr id="8" name="TextBox 7">
            <a:extLst>
              <a:ext uri="{FF2B5EF4-FFF2-40B4-BE49-F238E27FC236}">
                <a16:creationId xmlns:a16="http://schemas.microsoft.com/office/drawing/2014/main" id="{C3C53385-0030-4F45-AC7F-4BE2E2B305D5}"/>
              </a:ext>
            </a:extLst>
          </p:cNvPr>
          <p:cNvSpPr txBox="1">
            <a:spLocks noChangeArrowheads="1"/>
          </p:cNvSpPr>
          <p:nvPr/>
        </p:nvSpPr>
        <p:spPr bwMode="auto">
          <a:xfrm>
            <a:off x="128297" y="6273225"/>
            <a:ext cx="5877954" cy="584775"/>
          </a:xfrm>
          <a:prstGeom prst="rect">
            <a:avLst/>
          </a:prstGeom>
          <a:noFill/>
          <a:ln w="9525">
            <a:noFill/>
            <a:miter lim="800000"/>
            <a:headEnd/>
            <a:tailEnd/>
          </a:ln>
        </p:spPr>
        <p:txBody>
          <a:bodyPr wrap="square" anchor="t">
            <a:spAutoFit/>
          </a:bodyPr>
          <a:lstStyle/>
          <a:p>
            <a:pPr algn="r"/>
            <a:r>
              <a:rPr lang="en-US" sz="1600" dirty="0">
                <a:solidFill>
                  <a:schemeClr val="bg1"/>
                </a:solidFill>
              </a:rPr>
              <a:t>A,3 - means Activity A has a duration of 3 days/weeks/months</a:t>
            </a:r>
          </a:p>
          <a:p>
            <a:pPr algn="r"/>
            <a:endParaRPr lang="en-US" sz="1600" dirty="0">
              <a:solidFill>
                <a:schemeClr val="bg1"/>
              </a:solidFill>
            </a:endParaRPr>
          </a:p>
        </p:txBody>
      </p:sp>
    </p:spTree>
    <p:extLst>
      <p:ext uri="{BB962C8B-B14F-4D97-AF65-F5344CB8AC3E}">
        <p14:creationId xmlns:p14="http://schemas.microsoft.com/office/powerpoint/2010/main" val="184112908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349F4809-6160-144B-B895-8BA4FAFD45AE}"/>
              </a:ext>
            </a:extLst>
          </p:cNvPr>
          <p:cNvSpPr>
            <a:spLocks noGrp="1"/>
          </p:cNvSpPr>
          <p:nvPr>
            <p:ph type="title"/>
          </p:nvPr>
        </p:nvSpPr>
        <p:spPr>
          <a:xfrm>
            <a:off x="838200" y="561975"/>
            <a:ext cx="10515600" cy="1325563"/>
          </a:xfrm>
        </p:spPr>
        <p:txBody>
          <a:bodyPr vert="horz" lIns="91440" tIns="45720" rIns="91440" bIns="45720" rtlCol="0" anchor="ctr">
            <a:normAutofit/>
          </a:bodyPr>
          <a:lstStyle/>
          <a:p>
            <a:pPr eaLnBrk="1" hangingPunct="1"/>
            <a:r>
              <a:rPr lang="en-US" altLang="en-US" sz="2800" b="1" dirty="0">
                <a:solidFill>
                  <a:srgbClr val="C00000"/>
                </a:solidFill>
              </a:rPr>
              <a:t>Example: How to develop PERT diagram for the following activities in Analysis Phase?</a:t>
            </a:r>
          </a:p>
        </p:txBody>
      </p:sp>
      <p:pic>
        <p:nvPicPr>
          <p:cNvPr id="78850" name="Picture 2" descr="C:\Documents and Settings\Lecturer\Desktop\SADM SEM 1 20092010\image library chapters\Chapter03\Fig3.11.jpg">
            <a:extLst>
              <a:ext uri="{FF2B5EF4-FFF2-40B4-BE49-F238E27FC236}">
                <a16:creationId xmlns:a16="http://schemas.microsoft.com/office/drawing/2014/main" id="{38D979A6-E712-A04C-B7AE-6A5F0CE1660A}"/>
              </a:ext>
            </a:extLst>
          </p:cNvPr>
          <p:cNvPicPr>
            <a:picLocks noGrp="1" noChangeAspect="1" noChangeArrowheads="1"/>
          </p:cNvPicPr>
          <p:nvPr>
            <p:ph idx="4294967295"/>
          </p:nvPr>
        </p:nvPicPr>
        <p:blipFill rotWithShape="1">
          <a:blip r:embed="rId2">
            <a:extLst>
              <a:ext uri="{28A0092B-C50C-407E-A947-70E740481C1C}">
                <a14:useLocalDpi xmlns:a14="http://schemas.microsoft.com/office/drawing/2010/main" val="0"/>
              </a:ext>
            </a:extLst>
          </a:blip>
          <a:srcRect t="8477" r="-1" b="8920"/>
          <a:stretch/>
        </p:blipFill>
        <p:spPr>
          <a:xfrm>
            <a:off x="6096000" y="2068533"/>
            <a:ext cx="5668347" cy="4227492"/>
          </a:xfrm>
          <a:prstGeom prst="rect">
            <a:avLst/>
          </a:prstGeom>
          <a:noFill/>
        </p:spPr>
      </p:pic>
      <p:pic>
        <p:nvPicPr>
          <p:cNvPr id="3" name="Picture 2">
            <a:extLst>
              <a:ext uri="{FF2B5EF4-FFF2-40B4-BE49-F238E27FC236}">
                <a16:creationId xmlns:a16="http://schemas.microsoft.com/office/drawing/2014/main" id="{575E05B0-7646-4D33-96F9-9FD1CBA055B5}"/>
              </a:ext>
            </a:extLst>
          </p:cNvPr>
          <p:cNvPicPr>
            <a:picLocks noChangeAspect="1"/>
          </p:cNvPicPr>
          <p:nvPr/>
        </p:nvPicPr>
        <p:blipFill>
          <a:blip r:embed="rId3"/>
          <a:stretch>
            <a:fillRect/>
          </a:stretch>
        </p:blipFill>
        <p:spPr>
          <a:xfrm>
            <a:off x="270164" y="2153454"/>
            <a:ext cx="5668346" cy="4142571"/>
          </a:xfrm>
          <a:prstGeom prst="rect">
            <a:avLst/>
          </a:prstGeom>
        </p:spPr>
      </p:pic>
    </p:spTree>
    <p:extLst>
      <p:ext uri="{BB962C8B-B14F-4D97-AF65-F5344CB8AC3E}">
        <p14:creationId xmlns:p14="http://schemas.microsoft.com/office/powerpoint/2010/main" val="425612717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6">
            <a:extLst>
              <a:ext uri="{FF2B5EF4-FFF2-40B4-BE49-F238E27FC236}">
                <a16:creationId xmlns:a16="http://schemas.microsoft.com/office/drawing/2014/main" id="{1A926BCA-5CCF-FD42-A29C-AAC7E406CF6D}"/>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2101072" y="1657350"/>
            <a:ext cx="7915275" cy="3543300"/>
          </a:xfrm>
          <a:noFill/>
        </p:spPr>
      </p:pic>
      <p:sp>
        <p:nvSpPr>
          <p:cNvPr id="2" name="Rectangle 1">
            <a:extLst>
              <a:ext uri="{FF2B5EF4-FFF2-40B4-BE49-F238E27FC236}">
                <a16:creationId xmlns:a16="http://schemas.microsoft.com/office/drawing/2014/main" id="{818DFBAD-632C-BB4E-AAAF-1F1ACC978481}"/>
              </a:ext>
            </a:extLst>
          </p:cNvPr>
          <p:cNvSpPr/>
          <p:nvPr/>
        </p:nvSpPr>
        <p:spPr>
          <a:xfrm>
            <a:off x="2101072" y="5492751"/>
            <a:ext cx="7704138" cy="369887"/>
          </a:xfrm>
          <a:prstGeom prst="rect">
            <a:avLst/>
          </a:prstGeom>
        </p:spPr>
        <p:txBody>
          <a:bodyPr>
            <a:spAutoFit/>
          </a:bodyPr>
          <a:lstStyle/>
          <a:p>
            <a:pPr>
              <a:defRPr/>
            </a:pPr>
            <a:r>
              <a:rPr lang="en-US" i="1" dirty="0">
                <a:solidFill>
                  <a:schemeClr val="accent6">
                    <a:lumMod val="75000"/>
                  </a:schemeClr>
                </a:solidFill>
                <a:latin typeface="Calibri" charset="0"/>
                <a:ea typeface="ＭＳ Ｐゴシック" charset="0"/>
                <a:cs typeface="ＭＳ Ｐゴシック" charset="0"/>
              </a:rPr>
              <a:t>* A completed network  diagram for the analysis phase of a systems project</a:t>
            </a:r>
            <a:endParaRPr lang="en-US" i="1" dirty="0">
              <a:latin typeface="Calibri" charset="0"/>
              <a:ea typeface="ＭＳ Ｐゴシック" charset="0"/>
              <a:cs typeface="ＭＳ Ｐゴシック" charset="0"/>
            </a:endParaRPr>
          </a:p>
        </p:txBody>
      </p:sp>
      <p:sp>
        <p:nvSpPr>
          <p:cNvPr id="11" name="Title 1">
            <a:extLst>
              <a:ext uri="{FF2B5EF4-FFF2-40B4-BE49-F238E27FC236}">
                <a16:creationId xmlns:a16="http://schemas.microsoft.com/office/drawing/2014/main" id="{B623ADE6-9742-8448-A98C-4D757C5F2EA6}"/>
              </a:ext>
            </a:extLst>
          </p:cNvPr>
          <p:cNvSpPr>
            <a:spLocks noGrp="1"/>
          </p:cNvSpPr>
          <p:nvPr>
            <p:ph type="title"/>
          </p:nvPr>
        </p:nvSpPr>
        <p:spPr>
          <a:xfrm>
            <a:off x="838200" y="561975"/>
            <a:ext cx="10515600" cy="1325563"/>
          </a:xfrm>
        </p:spPr>
        <p:txBody>
          <a:bodyPr vert="horz" lIns="91440" tIns="45720" rIns="91440" bIns="45720" rtlCol="0" anchor="ctr">
            <a:normAutofit/>
          </a:bodyPr>
          <a:lstStyle/>
          <a:p>
            <a:pPr eaLnBrk="1" hangingPunct="1"/>
            <a:r>
              <a:rPr lang="en-US" altLang="en-US" sz="2800" b="1" dirty="0">
                <a:solidFill>
                  <a:srgbClr val="C00000"/>
                </a:solidFill>
              </a:rPr>
              <a:t>Example of developed PERT diagram</a:t>
            </a:r>
          </a:p>
        </p:txBody>
      </p:sp>
    </p:spTree>
    <p:extLst>
      <p:ext uri="{BB962C8B-B14F-4D97-AF65-F5344CB8AC3E}">
        <p14:creationId xmlns:p14="http://schemas.microsoft.com/office/powerpoint/2010/main" val="61029761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2">
            <a:extLst>
              <a:ext uri="{FF2B5EF4-FFF2-40B4-BE49-F238E27FC236}">
                <a16:creationId xmlns:a16="http://schemas.microsoft.com/office/drawing/2014/main" id="{93959547-3C2C-9B46-A1EE-C123863501C0}"/>
              </a:ext>
            </a:extLst>
          </p:cNvPr>
          <p:cNvSpPr>
            <a:spLocks noGrp="1" noChangeArrowheads="1"/>
          </p:cNvSpPr>
          <p:nvPr>
            <p:ph type="title"/>
          </p:nvPr>
        </p:nvSpPr>
        <p:spPr>
          <a:xfrm>
            <a:off x="1136428" y="627564"/>
            <a:ext cx="7474172" cy="1325563"/>
          </a:xfrm>
        </p:spPr>
        <p:txBody>
          <a:bodyPr vert="horz" lIns="91440" tIns="45720" rIns="91440" bIns="45720" rtlCol="0" anchor="ctr">
            <a:normAutofit/>
          </a:bodyPr>
          <a:lstStyle/>
          <a:p>
            <a:pPr eaLnBrk="1" hangingPunct="1">
              <a:defRPr/>
            </a:pPr>
            <a:r>
              <a:rPr lang="en-US" sz="4100" kern="1200">
                <a:solidFill>
                  <a:schemeClr val="tx1"/>
                </a:solidFill>
                <a:latin typeface="+mj-lt"/>
                <a:ea typeface="+mj-ea"/>
                <a:cs typeface="+mj-cs"/>
              </a:rPr>
              <a:t>Project Scheduling Techniques #2:</a:t>
            </a:r>
            <a:br>
              <a:rPr lang="en-US" sz="4100" kern="1200">
                <a:solidFill>
                  <a:schemeClr val="tx1"/>
                </a:solidFill>
                <a:latin typeface="+mj-lt"/>
                <a:ea typeface="+mj-ea"/>
                <a:cs typeface="+mj-cs"/>
              </a:rPr>
            </a:br>
            <a:r>
              <a:rPr lang="en-US" sz="4100" kern="1200">
                <a:solidFill>
                  <a:schemeClr val="tx1"/>
                </a:solidFill>
                <a:latin typeface="+mj-lt"/>
                <a:ea typeface="+mj-ea"/>
                <a:cs typeface="+mj-cs"/>
              </a:rPr>
              <a:t> PERT diagram – dummy activities</a:t>
            </a:r>
          </a:p>
        </p:txBody>
      </p:sp>
      <p:sp>
        <p:nvSpPr>
          <p:cNvPr id="80909" name="Rectangle 3">
            <a:extLst>
              <a:ext uri="{FF2B5EF4-FFF2-40B4-BE49-F238E27FC236}">
                <a16:creationId xmlns:a16="http://schemas.microsoft.com/office/drawing/2014/main" id="{D2D9E2F8-9D66-664A-B292-91026FDE191F}"/>
              </a:ext>
            </a:extLst>
          </p:cNvPr>
          <p:cNvSpPr>
            <a:spLocks noGrp="1" noChangeArrowheads="1"/>
          </p:cNvSpPr>
          <p:nvPr>
            <p:ph type="body" idx="4294967295"/>
          </p:nvPr>
        </p:nvSpPr>
        <p:spPr>
          <a:xfrm>
            <a:off x="1136429" y="2278173"/>
            <a:ext cx="7634347" cy="3450613"/>
          </a:xfrm>
        </p:spPr>
        <p:txBody>
          <a:bodyPr vert="horz" lIns="91440" tIns="45720" rIns="91440" bIns="45720" rtlCol="0" anchor="ctr">
            <a:normAutofit/>
          </a:bodyPr>
          <a:lstStyle/>
          <a:p>
            <a:pPr eaLnBrk="1" hangingPunct="1"/>
            <a:r>
              <a:rPr lang="en-US" altLang="en-US" dirty="0"/>
              <a:t>Occasionally, PERT Diagram need pseudo-activities, referred to as dummy activities</a:t>
            </a:r>
          </a:p>
          <a:p>
            <a:pPr eaLnBrk="1" hangingPunct="1"/>
            <a:r>
              <a:rPr lang="en-US" altLang="en-US" dirty="0"/>
              <a:t>It is used to preserve the logic or clarify the diagram.</a:t>
            </a:r>
          </a:p>
          <a:p>
            <a:pPr eaLnBrk="1" hangingPunct="1"/>
            <a:endParaRPr lang="en-US" altLang="en-US" dirty="0"/>
          </a:p>
        </p:txBody>
      </p:sp>
      <p:sp>
        <p:nvSpPr>
          <p:cNvPr id="80897" name="Date Placeholder 3">
            <a:extLst>
              <a:ext uri="{FF2B5EF4-FFF2-40B4-BE49-F238E27FC236}">
                <a16:creationId xmlns:a16="http://schemas.microsoft.com/office/drawing/2014/main" id="{C337A562-1F52-964B-93F3-0A53014EADBA}"/>
              </a:ext>
            </a:extLst>
          </p:cNvPr>
          <p:cNvSpPr>
            <a:spLocks noGrp="1"/>
          </p:cNvSpPr>
          <p:nvPr>
            <p:ph type="dt" sz="half" idx="10"/>
          </p:nvPr>
        </p:nvSpPr>
        <p:spPr bwMode="auto">
          <a:xfrm>
            <a:off x="6973342" y="6356350"/>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eaLnBrk="0" hangingPunct="0">
              <a:defRPr sz="2400">
                <a:solidFill>
                  <a:schemeClr val="tx1"/>
                </a:solidFill>
                <a:latin typeface="Calibri" panose="020F0502020204030204" pitchFamily="34" charset="0"/>
                <a:ea typeface="ＭＳ Ｐゴシック" panose="020B0600070205080204" pitchFamily="34" charset="-128"/>
              </a:defRPr>
            </a:lvl1pPr>
            <a:lvl2pPr marL="742950" indent="-285750" eaLnBrk="0" hangingPunct="0">
              <a:defRPr sz="2400">
                <a:solidFill>
                  <a:schemeClr val="tx1"/>
                </a:solidFill>
                <a:latin typeface="Calibri" panose="020F0502020204030204" pitchFamily="34" charset="0"/>
                <a:ea typeface="ＭＳ Ｐゴシック" panose="020B0600070205080204" pitchFamily="34" charset="-128"/>
              </a:defRPr>
            </a:lvl2pPr>
            <a:lvl3pPr marL="1143000" indent="-228600" eaLnBrk="0" hangingPunct="0">
              <a:defRPr sz="2400">
                <a:solidFill>
                  <a:schemeClr val="tx1"/>
                </a:solidFill>
                <a:latin typeface="Calibri" panose="020F0502020204030204" pitchFamily="34" charset="0"/>
                <a:ea typeface="ＭＳ Ｐゴシック" panose="020B0600070205080204" pitchFamily="34" charset="-128"/>
              </a:defRPr>
            </a:lvl3pPr>
            <a:lvl4pPr marL="1600200" indent="-228600" eaLnBrk="0" hangingPunct="0">
              <a:defRPr sz="2400">
                <a:solidFill>
                  <a:schemeClr val="tx1"/>
                </a:solidFill>
                <a:latin typeface="Calibri" panose="020F0502020204030204" pitchFamily="34" charset="0"/>
                <a:ea typeface="ＭＳ Ｐゴシック" panose="020B0600070205080204" pitchFamily="34" charset="-128"/>
              </a:defRPr>
            </a:lvl4pPr>
            <a:lvl5pPr marL="2057400" indent="-228600" eaLnBrk="0" hangingPunct="0">
              <a:defRPr sz="24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9pPr>
          </a:lstStyle>
          <a:p>
            <a:pPr algn="r" eaLnBrk="1" hangingPunct="1">
              <a:spcAft>
                <a:spcPts val="600"/>
              </a:spcAft>
            </a:pPr>
            <a:r>
              <a:rPr lang="en-US" altLang="en-US" sz="1050">
                <a:solidFill>
                  <a:schemeClr val="tx1">
                    <a:lumMod val="75000"/>
                    <a:lumOff val="25000"/>
                  </a:schemeClr>
                </a:solidFill>
                <a:latin typeface="+mn-lt"/>
                <a:ea typeface="+mn-ea"/>
              </a:rPr>
              <a:t>Kendall &amp; Kendall</a:t>
            </a:r>
          </a:p>
        </p:txBody>
      </p:sp>
      <p:pic>
        <p:nvPicPr>
          <p:cNvPr id="80911" name="Graphic 72" descr="Arrow Circle">
            <a:extLst>
              <a:ext uri="{FF2B5EF4-FFF2-40B4-BE49-F238E27FC236}">
                <a16:creationId xmlns:a16="http://schemas.microsoft.com/office/drawing/2014/main" id="{6FB8AB7E-6B0C-4B95-8FD7-8E7DFF124A2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13987" y="2857501"/>
            <a:ext cx="1142998" cy="1142998"/>
          </a:xfrm>
          <a:prstGeom prst="rect">
            <a:avLst/>
          </a:prstGeom>
        </p:spPr>
      </p:pic>
      <p:sp>
        <p:nvSpPr>
          <p:cNvPr id="80898" name="Slide Number Placeholder 5">
            <a:extLst>
              <a:ext uri="{FF2B5EF4-FFF2-40B4-BE49-F238E27FC236}">
                <a16:creationId xmlns:a16="http://schemas.microsoft.com/office/drawing/2014/main" id="{5AB495AE-585B-3644-AC9E-FF936A1CC592}"/>
              </a:ext>
            </a:extLst>
          </p:cNvPr>
          <p:cNvSpPr>
            <a:spLocks noGrp="1"/>
          </p:cNvSpPr>
          <p:nvPr>
            <p:ph type="sldNum" sz="quarter" idx="12"/>
          </p:nvPr>
        </p:nvSpPr>
        <p:spPr bwMode="auto">
          <a:xfrm>
            <a:off x="10341428" y="6356350"/>
            <a:ext cx="1012371"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eaLnBrk="0" hangingPunct="0">
              <a:defRPr sz="2400">
                <a:solidFill>
                  <a:schemeClr val="tx1"/>
                </a:solidFill>
                <a:latin typeface="Calibri" panose="020F0502020204030204" pitchFamily="34" charset="0"/>
                <a:ea typeface="ＭＳ Ｐゴシック" panose="020B0600070205080204" pitchFamily="34" charset="-128"/>
              </a:defRPr>
            </a:lvl1pPr>
            <a:lvl2pPr marL="742950" indent="-285750" eaLnBrk="0" hangingPunct="0">
              <a:defRPr sz="2400">
                <a:solidFill>
                  <a:schemeClr val="tx1"/>
                </a:solidFill>
                <a:latin typeface="Calibri" panose="020F0502020204030204" pitchFamily="34" charset="0"/>
                <a:ea typeface="ＭＳ Ｐゴシック" panose="020B0600070205080204" pitchFamily="34" charset="-128"/>
              </a:defRPr>
            </a:lvl2pPr>
            <a:lvl3pPr marL="1143000" indent="-228600" eaLnBrk="0" hangingPunct="0">
              <a:defRPr sz="2400">
                <a:solidFill>
                  <a:schemeClr val="tx1"/>
                </a:solidFill>
                <a:latin typeface="Calibri" panose="020F0502020204030204" pitchFamily="34" charset="0"/>
                <a:ea typeface="ＭＳ Ｐゴシック" panose="020B0600070205080204" pitchFamily="34" charset="-128"/>
              </a:defRPr>
            </a:lvl3pPr>
            <a:lvl4pPr marL="1600200" indent="-228600" eaLnBrk="0" hangingPunct="0">
              <a:defRPr sz="2400">
                <a:solidFill>
                  <a:schemeClr val="tx1"/>
                </a:solidFill>
                <a:latin typeface="Calibri" panose="020F0502020204030204" pitchFamily="34" charset="0"/>
                <a:ea typeface="ＭＳ Ｐゴシック" panose="020B0600070205080204" pitchFamily="34" charset="-128"/>
              </a:defRPr>
            </a:lvl4pPr>
            <a:lvl5pPr marL="2057400" indent="-228600" eaLnBrk="0" hangingPunct="0">
              <a:defRPr sz="24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9pPr>
          </a:lstStyle>
          <a:p>
            <a:pPr eaLnBrk="1" hangingPunct="1">
              <a:spcAft>
                <a:spcPts val="600"/>
              </a:spcAft>
            </a:pPr>
            <a:r>
              <a:rPr lang="en-US" altLang="en-US" sz="1200">
                <a:solidFill>
                  <a:srgbClr val="FFFFFF"/>
                </a:solidFill>
                <a:latin typeface="+mn-lt"/>
                <a:ea typeface="+mn-ea"/>
              </a:rPr>
              <a:t>3-</a:t>
            </a:r>
            <a:fld id="{6E64A916-A81C-CC4C-880F-DC379BE7A857}" type="slidenum">
              <a:rPr lang="en-US" altLang="en-US" sz="1200">
                <a:solidFill>
                  <a:srgbClr val="FFFFFF"/>
                </a:solidFill>
                <a:latin typeface="+mn-lt"/>
                <a:ea typeface="+mn-ea"/>
              </a:rPr>
              <a:pPr eaLnBrk="1" hangingPunct="1">
                <a:spcAft>
                  <a:spcPts val="600"/>
                </a:spcAft>
              </a:pPr>
              <a:t>13</a:t>
            </a:fld>
            <a:endParaRPr lang="en-US" altLang="en-US" sz="1200">
              <a:solidFill>
                <a:srgbClr val="FFFFFF"/>
              </a:solidFill>
              <a:latin typeface="+mn-lt"/>
              <a:ea typeface="+mn-ea"/>
            </a:endParaRPr>
          </a:p>
        </p:txBody>
      </p:sp>
    </p:spTree>
    <p:extLst>
      <p:ext uri="{BB962C8B-B14F-4D97-AF65-F5344CB8AC3E}">
        <p14:creationId xmlns:p14="http://schemas.microsoft.com/office/powerpoint/2010/main" val="132929469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Picture 2" descr="C:\Documents and Settings\Lecturer\Desktop\SADM SEM 1 20092010\image library chapters\Chapter03\Fig3.10.jpg">
            <a:extLst>
              <a:ext uri="{FF2B5EF4-FFF2-40B4-BE49-F238E27FC236}">
                <a16:creationId xmlns:a16="http://schemas.microsoft.com/office/drawing/2014/main" id="{A9A3D505-FF08-0C43-9D7A-8FAABC8AAAE4}"/>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837848" y="1839649"/>
            <a:ext cx="7129463" cy="3959225"/>
          </a:xfrm>
          <a:noFill/>
        </p:spPr>
      </p:pic>
      <p:sp>
        <p:nvSpPr>
          <p:cNvPr id="74755" name="Rectangle 4">
            <a:extLst>
              <a:ext uri="{FF2B5EF4-FFF2-40B4-BE49-F238E27FC236}">
                <a16:creationId xmlns:a16="http://schemas.microsoft.com/office/drawing/2014/main" id="{044C1197-1BB3-2D4E-A758-4AF55C29518C}"/>
              </a:ext>
            </a:extLst>
          </p:cNvPr>
          <p:cNvSpPr>
            <a:spLocks noChangeArrowheads="1"/>
          </p:cNvSpPr>
          <p:nvPr/>
        </p:nvSpPr>
        <p:spPr bwMode="auto">
          <a:xfrm>
            <a:off x="2621838" y="6007442"/>
            <a:ext cx="64817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alibri" panose="020F0502020204030204" pitchFamily="34" charset="0"/>
                <a:ea typeface="ＭＳ Ｐゴシック" panose="020B0600070205080204" pitchFamily="34" charset="-128"/>
              </a:defRPr>
            </a:lvl1pPr>
            <a:lvl2pPr marL="742950" indent="-285750" eaLnBrk="0" hangingPunct="0">
              <a:defRPr sz="2400">
                <a:solidFill>
                  <a:schemeClr val="tx1"/>
                </a:solidFill>
                <a:latin typeface="Calibri" panose="020F0502020204030204" pitchFamily="34" charset="0"/>
                <a:ea typeface="ＭＳ Ｐゴシック" panose="020B0600070205080204" pitchFamily="34" charset="-128"/>
              </a:defRPr>
            </a:lvl2pPr>
            <a:lvl3pPr marL="1143000" indent="-228600" eaLnBrk="0" hangingPunct="0">
              <a:defRPr sz="2400">
                <a:solidFill>
                  <a:schemeClr val="tx1"/>
                </a:solidFill>
                <a:latin typeface="Calibri" panose="020F0502020204030204" pitchFamily="34" charset="0"/>
                <a:ea typeface="ＭＳ Ｐゴシック" panose="020B0600070205080204" pitchFamily="34" charset="-128"/>
              </a:defRPr>
            </a:lvl3pPr>
            <a:lvl4pPr marL="1600200" indent="-228600" eaLnBrk="0" hangingPunct="0">
              <a:defRPr sz="2400">
                <a:solidFill>
                  <a:schemeClr val="tx1"/>
                </a:solidFill>
                <a:latin typeface="Calibri" panose="020F0502020204030204" pitchFamily="34" charset="0"/>
                <a:ea typeface="ＭＳ Ｐゴシック" panose="020B0600070205080204" pitchFamily="34" charset="-128"/>
              </a:defRPr>
            </a:lvl4pPr>
            <a:lvl5pPr marL="2057400" indent="-228600" eaLnBrk="0" hangingPunct="0">
              <a:defRPr sz="24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9pPr>
          </a:lstStyle>
          <a:p>
            <a:pPr eaLnBrk="1" hangingPunct="1"/>
            <a:r>
              <a:rPr lang="en-US" altLang="en-US" sz="1800" i="1">
                <a:solidFill>
                  <a:srgbClr val="E46C0A"/>
                </a:solidFill>
              </a:rPr>
              <a:t>* Insert dummy to show logical sequence of the activity.</a:t>
            </a:r>
          </a:p>
        </p:txBody>
      </p:sp>
      <p:sp>
        <p:nvSpPr>
          <p:cNvPr id="12" name="Rectangle 2">
            <a:extLst>
              <a:ext uri="{FF2B5EF4-FFF2-40B4-BE49-F238E27FC236}">
                <a16:creationId xmlns:a16="http://schemas.microsoft.com/office/drawing/2014/main" id="{8C677937-A713-0641-A996-5ADCCB9709FA}"/>
              </a:ext>
            </a:extLst>
          </p:cNvPr>
          <p:cNvSpPr txBox="1">
            <a:spLocks noChangeArrowheads="1"/>
          </p:cNvSpPr>
          <p:nvPr/>
        </p:nvSpPr>
        <p:spPr>
          <a:xfrm>
            <a:off x="837848" y="524667"/>
            <a:ext cx="10190936" cy="1325563"/>
          </a:xfrm>
          <a:prstGeom prst="rect">
            <a:avLst/>
          </a:prstGeom>
        </p:spPr>
        <p:txBody>
          <a:bodyPr vert="horz" lIns="91440" tIns="45720" rIns="91440" bIns="45720" rtlCol="0" anchor="ctr">
            <a:normAutofit fontScale="97500"/>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hangingPunct="1">
              <a:defRPr/>
            </a:pPr>
            <a:r>
              <a:rPr lang="en-US" sz="4100" dirty="0"/>
              <a:t>Project Scheduling Techniques #2:</a:t>
            </a:r>
            <a:br>
              <a:rPr lang="en-US" sz="4100" dirty="0"/>
            </a:br>
            <a:r>
              <a:rPr lang="en-US" sz="4100" dirty="0"/>
              <a:t> PERT diagram example – inserting dummy</a:t>
            </a:r>
          </a:p>
        </p:txBody>
      </p:sp>
      <p:sp>
        <p:nvSpPr>
          <p:cNvPr id="14" name="TextBox 13">
            <a:extLst>
              <a:ext uri="{FF2B5EF4-FFF2-40B4-BE49-F238E27FC236}">
                <a16:creationId xmlns:a16="http://schemas.microsoft.com/office/drawing/2014/main" id="{8A9976EB-B8CC-2C4C-9E30-1E3F14F15ED4}"/>
              </a:ext>
            </a:extLst>
          </p:cNvPr>
          <p:cNvSpPr txBox="1">
            <a:spLocks noChangeArrowheads="1"/>
          </p:cNvSpPr>
          <p:nvPr/>
        </p:nvSpPr>
        <p:spPr bwMode="auto">
          <a:xfrm>
            <a:off x="7905037" y="2622891"/>
            <a:ext cx="2339975" cy="923925"/>
          </a:xfrm>
          <a:prstGeom prst="rect">
            <a:avLst/>
          </a:prstGeom>
          <a:gradFill rotWithShape="1">
            <a:gsLst>
              <a:gs pos="0">
                <a:srgbClr val="FFE5E5"/>
              </a:gs>
              <a:gs pos="64999">
                <a:srgbClr val="FFBEBD"/>
              </a:gs>
              <a:gs pos="100000">
                <a:srgbClr val="FFA2A1"/>
              </a:gs>
            </a:gsLst>
            <a:lin ang="5400000" scaled="1"/>
          </a:gradFill>
          <a:ln w="9525">
            <a:solidFill>
              <a:srgbClr val="BE4B48"/>
            </a:solidFill>
            <a:miter lim="800000"/>
            <a:headEnd/>
            <a:tailEnd/>
          </a:ln>
          <a:effectLst>
            <a:outerShdw blurRad="40000" dist="20000" dir="5400000" rotWithShape="0">
              <a:srgbClr val="808080">
                <a:alpha val="37999"/>
              </a:srgbClr>
            </a:outerShdw>
          </a:effectLst>
        </p:spPr>
        <p:txBody>
          <a:bodyPr>
            <a:spAutoFit/>
          </a:bodyPr>
          <a:lstStyle/>
          <a:p>
            <a:pPr>
              <a:defRPr/>
            </a:pPr>
            <a:r>
              <a:rPr lang="en-US" dirty="0">
                <a:solidFill>
                  <a:schemeClr val="dk1"/>
                </a:solidFill>
                <a:latin typeface="Arial"/>
                <a:ea typeface="+mn-ea"/>
                <a:cs typeface="Arial"/>
              </a:rPr>
              <a:t>* C can only be started if both A and B are finished</a:t>
            </a:r>
          </a:p>
        </p:txBody>
      </p:sp>
      <p:sp>
        <p:nvSpPr>
          <p:cNvPr id="15" name="TextBox 14">
            <a:extLst>
              <a:ext uri="{FF2B5EF4-FFF2-40B4-BE49-F238E27FC236}">
                <a16:creationId xmlns:a16="http://schemas.microsoft.com/office/drawing/2014/main" id="{F173499B-D1ED-E040-96F1-73043589D206}"/>
              </a:ext>
            </a:extLst>
          </p:cNvPr>
          <p:cNvSpPr txBox="1">
            <a:spLocks noChangeArrowheads="1"/>
          </p:cNvSpPr>
          <p:nvPr/>
        </p:nvSpPr>
        <p:spPr bwMode="auto">
          <a:xfrm>
            <a:off x="7905037" y="4640603"/>
            <a:ext cx="2339975" cy="1230313"/>
          </a:xfrm>
          <a:prstGeom prst="rect">
            <a:avLst/>
          </a:prstGeom>
          <a:gradFill rotWithShape="1">
            <a:gsLst>
              <a:gs pos="0">
                <a:srgbClr val="FFE5E5"/>
              </a:gs>
              <a:gs pos="64999">
                <a:srgbClr val="FFBEBD"/>
              </a:gs>
              <a:gs pos="100000">
                <a:srgbClr val="FFA2A1"/>
              </a:gs>
            </a:gsLst>
            <a:lin ang="5400000" scaled="1"/>
          </a:gradFill>
          <a:ln w="9525">
            <a:solidFill>
              <a:srgbClr val="BE4B48"/>
            </a:solidFill>
            <a:miter lim="800000"/>
            <a:headEnd/>
            <a:tailEnd/>
          </a:ln>
          <a:effectLst>
            <a:outerShdw blurRad="40000" dist="20000" dir="5400000" rotWithShape="0">
              <a:srgbClr val="808080">
                <a:alpha val="37999"/>
              </a:srgbClr>
            </a:outerShdw>
          </a:effectLst>
        </p:spPr>
        <p:txBody>
          <a:bodyPr>
            <a:spAutoFit/>
          </a:bodyPr>
          <a:lstStyle>
            <a:lvl1pPr eaLnBrk="0" hangingPunct="0">
              <a:defRPr sz="2400">
                <a:solidFill>
                  <a:schemeClr val="tx1"/>
                </a:solidFill>
                <a:latin typeface="Calibri" panose="020F0502020204030204" pitchFamily="34" charset="0"/>
                <a:ea typeface="ＭＳ Ｐゴシック" panose="020B0600070205080204" pitchFamily="34" charset="-128"/>
              </a:defRPr>
            </a:lvl1pPr>
            <a:lvl2pPr marL="742950" indent="-285750" eaLnBrk="0" hangingPunct="0">
              <a:defRPr sz="2400">
                <a:solidFill>
                  <a:schemeClr val="tx1"/>
                </a:solidFill>
                <a:latin typeface="Calibri" panose="020F0502020204030204" pitchFamily="34" charset="0"/>
                <a:ea typeface="ＭＳ Ｐゴシック" panose="020B0600070205080204" pitchFamily="34" charset="-128"/>
              </a:defRPr>
            </a:lvl2pPr>
            <a:lvl3pPr marL="1143000" indent="-228600" eaLnBrk="0" hangingPunct="0">
              <a:defRPr sz="2400">
                <a:solidFill>
                  <a:schemeClr val="tx1"/>
                </a:solidFill>
                <a:latin typeface="Calibri" panose="020F0502020204030204" pitchFamily="34" charset="0"/>
                <a:ea typeface="ＭＳ Ｐゴシック" panose="020B0600070205080204" pitchFamily="34" charset="-128"/>
              </a:defRPr>
            </a:lvl3pPr>
            <a:lvl4pPr marL="1600200" indent="-228600" eaLnBrk="0" hangingPunct="0">
              <a:defRPr sz="2400">
                <a:solidFill>
                  <a:schemeClr val="tx1"/>
                </a:solidFill>
                <a:latin typeface="Calibri" panose="020F0502020204030204" pitchFamily="34" charset="0"/>
                <a:ea typeface="ＭＳ Ｐゴシック" panose="020B0600070205080204" pitchFamily="34" charset="-128"/>
              </a:defRPr>
            </a:lvl4pPr>
            <a:lvl5pPr marL="2057400" indent="-228600" eaLnBrk="0" hangingPunct="0">
              <a:defRPr sz="24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Calibri" panose="020F0502020204030204" pitchFamily="34" charset="0"/>
                <a:ea typeface="ＭＳ Ｐゴシック" panose="020B0600070205080204" pitchFamily="34" charset="-128"/>
              </a:defRPr>
            </a:lvl9pPr>
          </a:lstStyle>
          <a:p>
            <a:pPr eaLnBrk="1" hangingPunct="1"/>
            <a:r>
              <a:rPr lang="en-US" altLang="en-US" sz="1800">
                <a:solidFill>
                  <a:srgbClr val="000000"/>
                </a:solidFill>
                <a:latin typeface="Arial" panose="020B0604020202020204" pitchFamily="34" charset="0"/>
                <a:cs typeface="Arial" panose="020B0604020202020204" pitchFamily="34" charset="0"/>
              </a:rPr>
              <a:t>* </a:t>
            </a:r>
            <a:r>
              <a:rPr lang="en-US" altLang="en-US" sz="1800">
                <a:solidFill>
                  <a:srgbClr val="000000"/>
                </a:solidFill>
              </a:rPr>
              <a:t> C only requires B’s </a:t>
            </a:r>
            <a:r>
              <a:rPr lang="en-US" altLang="en-US" sz="2000">
                <a:solidFill>
                  <a:srgbClr val="000000"/>
                </a:solidFill>
              </a:rPr>
              <a:t>completion</a:t>
            </a:r>
            <a:r>
              <a:rPr lang="en-US" altLang="en-US" sz="1800">
                <a:solidFill>
                  <a:srgbClr val="000000"/>
                </a:solidFill>
              </a:rPr>
              <a:t> &amp; could be under way while A is still taking place.</a:t>
            </a:r>
          </a:p>
        </p:txBody>
      </p:sp>
      <p:sp>
        <p:nvSpPr>
          <p:cNvPr id="16" name="Multiply 6">
            <a:extLst>
              <a:ext uri="{FF2B5EF4-FFF2-40B4-BE49-F238E27FC236}">
                <a16:creationId xmlns:a16="http://schemas.microsoft.com/office/drawing/2014/main" id="{7007229D-0CB5-514B-A566-FA86BBCCD8C5}"/>
              </a:ext>
            </a:extLst>
          </p:cNvPr>
          <p:cNvSpPr>
            <a:spLocks/>
          </p:cNvSpPr>
          <p:nvPr/>
        </p:nvSpPr>
        <p:spPr bwMode="auto">
          <a:xfrm>
            <a:off x="4212195" y="4032464"/>
            <a:ext cx="823912" cy="822325"/>
          </a:xfrm>
          <a:custGeom>
            <a:avLst/>
            <a:gdLst>
              <a:gd name="T0" fmla="*/ 129568 w 823912"/>
              <a:gd name="T1" fmla="*/ 265949 h 822325"/>
              <a:gd name="T2" fmla="*/ 266198 w 823912"/>
              <a:gd name="T3" fmla="*/ 129055 h 822325"/>
              <a:gd name="T4" fmla="*/ 411956 w 823912"/>
              <a:gd name="T5" fmla="*/ 274532 h 822325"/>
              <a:gd name="T6" fmla="*/ 557714 w 823912"/>
              <a:gd name="T7" fmla="*/ 129055 h 822325"/>
              <a:gd name="T8" fmla="*/ 694344 w 823912"/>
              <a:gd name="T9" fmla="*/ 265949 h 822325"/>
              <a:gd name="T10" fmla="*/ 548850 w 823912"/>
              <a:gd name="T11" fmla="*/ 411163 h 822325"/>
              <a:gd name="T12" fmla="*/ 694344 w 823912"/>
              <a:gd name="T13" fmla="*/ 556376 h 822325"/>
              <a:gd name="T14" fmla="*/ 557714 w 823912"/>
              <a:gd name="T15" fmla="*/ 693270 h 822325"/>
              <a:gd name="T16" fmla="*/ 411956 w 823912"/>
              <a:gd name="T17" fmla="*/ 547793 h 822325"/>
              <a:gd name="T18" fmla="*/ 266198 w 823912"/>
              <a:gd name="T19" fmla="*/ 693270 h 822325"/>
              <a:gd name="T20" fmla="*/ 129568 w 823912"/>
              <a:gd name="T21" fmla="*/ 556376 h 822325"/>
              <a:gd name="T22" fmla="*/ 275062 w 823912"/>
              <a:gd name="T23" fmla="*/ 411163 h 822325"/>
              <a:gd name="T24" fmla="*/ 129568 w 823912"/>
              <a:gd name="T25" fmla="*/ 265949 h 8223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23912" h="822325">
                <a:moveTo>
                  <a:pt x="129568" y="265949"/>
                </a:moveTo>
                <a:lnTo>
                  <a:pt x="266198" y="129055"/>
                </a:lnTo>
                <a:lnTo>
                  <a:pt x="411956" y="274532"/>
                </a:lnTo>
                <a:lnTo>
                  <a:pt x="557714" y="129055"/>
                </a:lnTo>
                <a:lnTo>
                  <a:pt x="694344" y="265949"/>
                </a:lnTo>
                <a:lnTo>
                  <a:pt x="548850" y="411163"/>
                </a:lnTo>
                <a:lnTo>
                  <a:pt x="694344" y="556376"/>
                </a:lnTo>
                <a:lnTo>
                  <a:pt x="557714" y="693270"/>
                </a:lnTo>
                <a:lnTo>
                  <a:pt x="411956" y="547793"/>
                </a:lnTo>
                <a:lnTo>
                  <a:pt x="266198" y="693270"/>
                </a:lnTo>
                <a:lnTo>
                  <a:pt x="129568" y="556376"/>
                </a:lnTo>
                <a:lnTo>
                  <a:pt x="275062" y="411163"/>
                </a:lnTo>
                <a:lnTo>
                  <a:pt x="129568" y="265949"/>
                </a:lnTo>
                <a:close/>
              </a:path>
            </a:pathLst>
          </a:custGeom>
          <a:gradFill rotWithShape="1">
            <a:gsLst>
              <a:gs pos="0">
                <a:srgbClr val="FFE5E5"/>
              </a:gs>
              <a:gs pos="64999">
                <a:srgbClr val="FFBEBD"/>
              </a:gs>
              <a:gs pos="100000">
                <a:srgbClr val="FFA2A1"/>
              </a:gs>
            </a:gsLst>
            <a:lin ang="5400000" scaled="1"/>
          </a:gradFill>
          <a:ln w="9525" cap="flat" cmpd="sng">
            <a:solidFill>
              <a:srgbClr val="BE4B48"/>
            </a:solidFill>
            <a:prstDash val="solid"/>
            <a:round/>
            <a:headEnd/>
            <a:tailEnd/>
          </a:ln>
          <a:effectLst>
            <a:outerShdw blurRad="40000" dist="20000" dir="5400000" rotWithShape="0">
              <a:srgbClr val="000000">
                <a:alpha val="37999"/>
              </a:srgbClr>
            </a:outerShdw>
          </a:effectLst>
        </p:spPr>
        <p:txBody>
          <a:bodyPr/>
          <a:lstStyle/>
          <a:p>
            <a:endParaRPr lang="en-US"/>
          </a:p>
        </p:txBody>
      </p:sp>
    </p:spTree>
    <p:extLst>
      <p:ext uri="{BB962C8B-B14F-4D97-AF65-F5344CB8AC3E}">
        <p14:creationId xmlns:p14="http://schemas.microsoft.com/office/powerpoint/2010/main" val="380804142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74754"/>
                                        </p:tgtEl>
                                        <p:attrNameLst>
                                          <p:attrName>style.visibility</p:attrName>
                                        </p:attrNameLst>
                                      </p:cBhvr>
                                      <p:to>
                                        <p:strVal val="visible"/>
                                      </p:to>
                                    </p:set>
                                    <p:animEffect transition="in" filter="blinds(horizontal)">
                                      <p:cBhvr>
                                        <p:cTn id="7" dur="500"/>
                                        <p:tgtEl>
                                          <p:spTgt spid="74754"/>
                                        </p:tgtEl>
                                      </p:cBhvr>
                                    </p:animEffect>
                                  </p:childTnLst>
                                </p:cTn>
                              </p:par>
                            </p:childTnLst>
                          </p:cTn>
                        </p:par>
                        <p:par>
                          <p:cTn id="8" fill="hold" nodeType="afterGroup">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7475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box(in)">
                                      <p:cBhvr>
                                        <p:cTn id="15" dur="3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 calcmode="lin" valueType="num">
                                      <p:cBhvr additive="base">
                                        <p:cTn id="20" dur="200"/>
                                        <p:tgtEl>
                                          <p:spTgt spid="15"/>
                                        </p:tgtEl>
                                        <p:attrNameLst>
                                          <p:attrName>ppt_y</p:attrName>
                                        </p:attrNameLst>
                                      </p:cBhvr>
                                      <p:tavLst>
                                        <p:tav tm="0">
                                          <p:val>
                                            <p:strVal val="#ppt_y+#ppt_h*1.125000"/>
                                          </p:val>
                                        </p:tav>
                                        <p:tav tm="100000">
                                          <p:val>
                                            <p:strVal val="#ppt_y"/>
                                          </p:val>
                                        </p:tav>
                                      </p:tavLst>
                                    </p:anim>
                                    <p:animEffect transition="in" filter="wipe(up)">
                                      <p:cBhvr>
                                        <p:cTn id="21" dur="200"/>
                                        <p:tgtEl>
                                          <p:spTgt spid="15"/>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2" fill="hold" nodeType="clickEffect">
                                  <p:stCondLst>
                                    <p:cond delay="0"/>
                                  </p:stCondLst>
                                  <p:childTnLst>
                                    <p:set>
                                      <p:cBhvr>
                                        <p:cTn id="25" dur="1" fill="hold">
                                          <p:stCondLst>
                                            <p:cond delay="0"/>
                                          </p:stCondLst>
                                        </p:cTn>
                                        <p:tgtEl>
                                          <p:spTgt spid="16"/>
                                        </p:tgtEl>
                                        <p:attrNameLst>
                                          <p:attrName>style.visibility</p:attrName>
                                        </p:attrNameLst>
                                      </p:cBhvr>
                                      <p:to>
                                        <p:strVal val="visible"/>
                                      </p:to>
                                    </p:set>
                                    <p:anim calcmode="lin" valueType="num">
                                      <p:cBhvr additive="base">
                                        <p:cTn id="26" dur="110"/>
                                        <p:tgtEl>
                                          <p:spTgt spid="16"/>
                                        </p:tgtEl>
                                        <p:attrNameLst>
                                          <p:attrName>ppt_x</p:attrName>
                                        </p:attrNameLst>
                                      </p:cBhvr>
                                      <p:tavLst>
                                        <p:tav tm="0">
                                          <p:val>
                                            <p:strVal val="#ppt_x+#ppt_w*1.125000"/>
                                          </p:val>
                                        </p:tav>
                                        <p:tav tm="100000">
                                          <p:val>
                                            <p:strVal val="#ppt_x"/>
                                          </p:val>
                                        </p:tav>
                                      </p:tavLst>
                                    </p:anim>
                                    <p:animEffect transition="in" filter="wipe(left)">
                                      <p:cBhvr>
                                        <p:cTn id="27" dur="11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5" grpId="0"/>
      <p:bldP spid="14" grpId="0" animBg="1"/>
      <p:bldP spid="1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8865311-65B4-8641-85F7-A4743F4BC027}"/>
              </a:ext>
            </a:extLst>
          </p:cNvPr>
          <p:cNvSpPr txBox="1">
            <a:spLocks noChangeArrowheads="1"/>
          </p:cNvSpPr>
          <p:nvPr/>
        </p:nvSpPr>
        <p:spPr bwMode="auto">
          <a:xfrm>
            <a:off x="2311147" y="365760"/>
            <a:ext cx="7569706" cy="12882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90000"/>
              </a:lnSpc>
              <a:spcAft>
                <a:spcPts val="600"/>
              </a:spcAft>
            </a:pPr>
            <a:r>
              <a:rPr lang="en-US" altLang="en-US" sz="4100" b="1" dirty="0">
                <a:latin typeface="+mj-lt"/>
                <a:ea typeface="+mj-ea"/>
                <a:cs typeface="+mj-cs"/>
              </a:rPr>
              <a:t>Project Scheduling Techniques #3: </a:t>
            </a:r>
            <a:r>
              <a:rPr lang="en-US" altLang="en-US" sz="4100" b="1" kern="1200" dirty="0">
                <a:solidFill>
                  <a:schemeClr val="tx1"/>
                </a:solidFill>
                <a:latin typeface="+mj-lt"/>
                <a:ea typeface="+mj-ea"/>
                <a:cs typeface="+mj-cs"/>
              </a:rPr>
              <a:t>CRITICAL PATH METHOD (CPM)</a:t>
            </a:r>
            <a:endParaRPr lang="en-US" altLang="en-US" sz="4100" kern="1200" dirty="0">
              <a:solidFill>
                <a:schemeClr val="tx1"/>
              </a:solidFill>
              <a:latin typeface="+mj-lt"/>
              <a:ea typeface="+mj-ea"/>
              <a:cs typeface="+mj-cs"/>
            </a:endParaRPr>
          </a:p>
        </p:txBody>
      </p:sp>
      <p:sp>
        <p:nvSpPr>
          <p:cNvPr id="21508" name="Rectangle 3"/>
          <p:cNvSpPr>
            <a:spLocks noGrp="1" noChangeArrowheads="1"/>
          </p:cNvSpPr>
          <p:nvPr>
            <p:ph type="body" idx="4294967295"/>
          </p:nvPr>
        </p:nvSpPr>
        <p:spPr>
          <a:xfrm>
            <a:off x="2165569" y="1956816"/>
            <a:ext cx="7860863" cy="4024884"/>
          </a:xfrm>
        </p:spPr>
        <p:txBody>
          <a:bodyPr vert="horz" lIns="91440" tIns="45720" rIns="91440" bIns="45720" rtlCol="0" anchor="t">
            <a:normAutofit/>
          </a:bodyPr>
          <a:lstStyle/>
          <a:p>
            <a:pPr eaLnBrk="1" hangingPunct="1"/>
            <a:r>
              <a:rPr lang="en-US" sz="2400"/>
              <a:t>CPM is a project network analysis technique used to predict total project duration.</a:t>
            </a:r>
          </a:p>
          <a:p>
            <a:pPr eaLnBrk="1" hangingPunct="1"/>
            <a:r>
              <a:rPr lang="en-US" sz="2400"/>
              <a:t>The critical path is the </a:t>
            </a:r>
            <a:r>
              <a:rPr lang="en-US" sz="2400" i="1"/>
              <a:t>longest path</a:t>
            </a:r>
            <a:r>
              <a:rPr lang="en-US" sz="2400"/>
              <a:t> through the network diagram and has the least amount of slack or float. </a:t>
            </a:r>
          </a:p>
          <a:p>
            <a:pPr eaLnBrk="1" hangingPunct="1"/>
            <a:r>
              <a:rPr lang="en-US" sz="2400"/>
              <a:t>A critical path for a project is the series of activities that determines the </a:t>
            </a:r>
            <a:r>
              <a:rPr lang="en-US" sz="2400" i="1"/>
              <a:t>earliest time</a:t>
            </a:r>
            <a:r>
              <a:rPr lang="en-US" sz="2400"/>
              <a:t> by which the project can be completed.</a:t>
            </a:r>
          </a:p>
          <a:p>
            <a:pPr eaLnBrk="1" hangingPunct="1"/>
            <a:endParaRPr lang="en-US" sz="2400"/>
          </a:p>
        </p:txBody>
      </p:sp>
      <p:sp>
        <p:nvSpPr>
          <p:cNvPr id="4" name="Slide Number Placeholder 3"/>
          <p:cNvSpPr>
            <a:spLocks noGrp="1"/>
          </p:cNvSpPr>
          <p:nvPr>
            <p:ph type="sldNum" sz="quarter" idx="12"/>
          </p:nvPr>
        </p:nvSpPr>
        <p:spPr>
          <a:xfrm>
            <a:off x="11263713" y="6108192"/>
            <a:ext cx="548640" cy="548640"/>
          </a:xfrm>
          <a:prstGeom prst="ellipse">
            <a:avLst/>
          </a:prstGeom>
          <a:solidFill>
            <a:srgbClr val="808080"/>
          </a:solidFill>
        </p:spPr>
        <p:txBody>
          <a:bodyPr vert="horz" lIns="91440" tIns="45720" rIns="91440" bIns="45720" rtlCol="0" anchor="ctr">
            <a:normAutofit/>
          </a:bodyPr>
          <a:lstStyle/>
          <a:p>
            <a:pPr algn="ctr">
              <a:spcAft>
                <a:spcPts val="600"/>
              </a:spcAft>
              <a:defRPr/>
            </a:pPr>
            <a:fld id="{62556262-FC23-4BB6-824E-8F66CF1A58C8}" type="slidenum">
              <a:rPr lang="en-US" sz="1500">
                <a:solidFill>
                  <a:srgbClr val="FFFFFF"/>
                </a:solidFill>
              </a:rPr>
              <a:pPr algn="ctr">
                <a:spcAft>
                  <a:spcPts val="600"/>
                </a:spcAft>
                <a:defRPr/>
              </a:pPr>
              <a:t>15</a:t>
            </a:fld>
            <a:endParaRPr lang="en-US" sz="1500">
              <a:solidFill>
                <a:srgbClr val="FFFFFF"/>
              </a:solidFill>
            </a:endParaRPr>
          </a:p>
        </p:txBody>
      </p:sp>
    </p:spTree>
    <p:extLst>
      <p:ext uri="{BB962C8B-B14F-4D97-AF65-F5344CB8AC3E}">
        <p14:creationId xmlns:p14="http://schemas.microsoft.com/office/powerpoint/2010/main" val="341906739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4C2CFA5-33B8-9949-AAF0-3666AE5AA5D7}"/>
              </a:ext>
            </a:extLst>
          </p:cNvPr>
          <p:cNvSpPr txBox="1">
            <a:spLocks noChangeArrowheads="1"/>
          </p:cNvSpPr>
          <p:nvPr/>
        </p:nvSpPr>
        <p:spPr bwMode="auto">
          <a:xfrm>
            <a:off x="1653363" y="365760"/>
            <a:ext cx="9367203" cy="118872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90000"/>
              </a:lnSpc>
              <a:spcAft>
                <a:spcPts val="600"/>
              </a:spcAft>
            </a:pPr>
            <a:r>
              <a:rPr lang="en-US" altLang="en-US" sz="4400" b="1" kern="1200">
                <a:solidFill>
                  <a:schemeClr val="tx1"/>
                </a:solidFill>
                <a:latin typeface="+mj-lt"/>
                <a:ea typeface="+mj-ea"/>
                <a:cs typeface="+mj-cs"/>
              </a:rPr>
              <a:t>FINDING THE CRITICAL PATH</a:t>
            </a:r>
            <a:endParaRPr lang="en-US" altLang="en-US" sz="4400" kern="1200">
              <a:solidFill>
                <a:schemeClr val="tx1"/>
              </a:solidFill>
              <a:latin typeface="+mj-lt"/>
              <a:ea typeface="+mj-ea"/>
              <a:cs typeface="+mj-cs"/>
            </a:endParaRPr>
          </a:p>
        </p:txBody>
      </p:sp>
      <p:sp>
        <p:nvSpPr>
          <p:cNvPr id="22532" name="Rectangle 3"/>
          <p:cNvSpPr>
            <a:spLocks noGrp="1" noChangeArrowheads="1"/>
          </p:cNvSpPr>
          <p:nvPr>
            <p:ph type="body" idx="4294967295"/>
          </p:nvPr>
        </p:nvSpPr>
        <p:spPr>
          <a:xfrm>
            <a:off x="1653363" y="2176272"/>
            <a:ext cx="9367204" cy="4041648"/>
          </a:xfrm>
        </p:spPr>
        <p:txBody>
          <a:bodyPr vert="horz" lIns="91440" tIns="45720" rIns="91440" bIns="45720" rtlCol="0" anchor="t">
            <a:normAutofit/>
          </a:bodyPr>
          <a:lstStyle/>
          <a:p>
            <a:pPr marL="742950" eaLnBrk="1" hangingPunct="1"/>
            <a:r>
              <a:rPr lang="en-US" sz="2200"/>
              <a:t>First develop a good project PERT diagram.</a:t>
            </a:r>
          </a:p>
          <a:p>
            <a:pPr marL="742950" eaLnBrk="1" hangingPunct="1"/>
            <a:r>
              <a:rPr lang="en-US" sz="2200"/>
              <a:t>Add the durations for all activities on each path through the project network diagram.</a:t>
            </a:r>
          </a:p>
          <a:p>
            <a:pPr marL="742950" eaLnBrk="1" hangingPunct="1"/>
            <a:r>
              <a:rPr lang="en-US" sz="2200"/>
              <a:t>The longest path is the critical path.</a:t>
            </a:r>
          </a:p>
          <a:p>
            <a:pPr marL="0" eaLnBrk="1" hangingPunct="1"/>
            <a:endParaRPr lang="en-US" sz="2200"/>
          </a:p>
          <a:p>
            <a:pPr marL="0" eaLnBrk="1" hangingPunct="1"/>
            <a:r>
              <a:rPr lang="en-US" sz="2200"/>
              <a:t>Note: </a:t>
            </a:r>
            <a:r>
              <a:rPr lang="en-US" sz="2200" i="1"/>
              <a:t>If one or more activities on the critical path takes longer than planned, the whole project schedule will slip unless corrective action is taken.</a:t>
            </a:r>
          </a:p>
          <a:p>
            <a:pPr lvl="1" eaLnBrk="1" hangingPunct="1"/>
            <a:r>
              <a:rPr lang="en-US" sz="2200" i="1"/>
              <a:t>There can be more than one critical path if the lengths of two or more paths are the same.</a:t>
            </a:r>
          </a:p>
          <a:p>
            <a:pPr lvl="1" eaLnBrk="1" hangingPunct="1"/>
            <a:r>
              <a:rPr lang="en-US" sz="2200" i="1"/>
              <a:t>The critical path can change as the project progresses.</a:t>
            </a:r>
          </a:p>
          <a:p>
            <a:pPr marL="0" eaLnBrk="1" hangingPunct="1"/>
            <a:endParaRPr lang="en-US" sz="2200"/>
          </a:p>
        </p:txBody>
      </p:sp>
      <p:sp>
        <p:nvSpPr>
          <p:cNvPr id="4" name="Slide Number Placeholder 3"/>
          <p:cNvSpPr>
            <a:spLocks noGrp="1"/>
          </p:cNvSpPr>
          <p:nvPr>
            <p:ph type="sldNum" sz="quarter" idx="12"/>
          </p:nvPr>
        </p:nvSpPr>
        <p:spPr>
          <a:xfrm>
            <a:off x="9091182" y="6356350"/>
            <a:ext cx="1929384" cy="365125"/>
          </a:xfrm>
        </p:spPr>
        <p:txBody>
          <a:bodyPr vert="horz" lIns="91440" tIns="45720" rIns="91440" bIns="45720" rtlCol="0" anchor="ctr">
            <a:normAutofit/>
          </a:bodyPr>
          <a:lstStyle/>
          <a:p>
            <a:pPr>
              <a:spcAft>
                <a:spcPts val="600"/>
              </a:spcAft>
              <a:defRPr/>
            </a:pPr>
            <a:fld id="{E8284946-D4E2-46FC-A063-2FBF84611AD8}" type="slidenum">
              <a:rPr lang="en-US">
                <a:solidFill>
                  <a:schemeClr val="tx1">
                    <a:alpha val="80000"/>
                  </a:schemeClr>
                </a:solidFill>
              </a:rPr>
              <a:pPr>
                <a:spcAft>
                  <a:spcPts val="600"/>
                </a:spcAft>
                <a:defRPr/>
              </a:pPr>
              <a:t>16</a:t>
            </a:fld>
            <a:endParaRPr lang="en-US">
              <a:solidFill>
                <a:schemeClr val="tx1">
                  <a:alpha val="80000"/>
                </a:schemeClr>
              </a:solidFill>
            </a:endParaRPr>
          </a:p>
        </p:txBody>
      </p:sp>
    </p:spTree>
    <p:extLst>
      <p:ext uri="{BB962C8B-B14F-4D97-AF65-F5344CB8AC3E}">
        <p14:creationId xmlns:p14="http://schemas.microsoft.com/office/powerpoint/2010/main" val="103590575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6" name="Picture 3"/>
          <p:cNvPicPr>
            <a:picLocks noChangeAspect="1" noChangeArrowheads="1"/>
          </p:cNvPicPr>
          <p:nvPr/>
        </p:nvPicPr>
        <p:blipFill>
          <a:blip r:embed="rId2" cstate="print"/>
          <a:srcRect/>
          <a:stretch>
            <a:fillRect/>
          </a:stretch>
        </p:blipFill>
        <p:spPr bwMode="auto">
          <a:xfrm>
            <a:off x="1712333" y="2028824"/>
            <a:ext cx="8159750" cy="4510088"/>
          </a:xfrm>
          <a:prstGeom prst="rect">
            <a:avLst/>
          </a:prstGeom>
          <a:noFill/>
          <a:ln w="9525">
            <a:noFill/>
            <a:miter lim="800000"/>
            <a:headEnd/>
            <a:tailEnd/>
          </a:ln>
        </p:spPr>
      </p:pic>
      <p:sp>
        <p:nvSpPr>
          <p:cNvPr id="4" name="Slide Number Placeholder 2"/>
          <p:cNvSpPr>
            <a:spLocks noGrp="1"/>
          </p:cNvSpPr>
          <p:nvPr>
            <p:ph type="sldNum" sz="quarter" idx="12"/>
          </p:nvPr>
        </p:nvSpPr>
        <p:spPr/>
        <p:txBody>
          <a:bodyPr/>
          <a:lstStyle/>
          <a:p>
            <a:pPr algn="l">
              <a:defRPr/>
            </a:pPr>
            <a:fld id="{D2193B49-CB2C-40CA-8A76-0D53E1C66FFC}" type="slidenum">
              <a:rPr lang="en-US"/>
              <a:pPr algn="l">
                <a:defRPr/>
              </a:pPr>
              <a:t>17</a:t>
            </a:fld>
            <a:endParaRPr lang="en-US"/>
          </a:p>
        </p:txBody>
      </p:sp>
      <p:sp>
        <p:nvSpPr>
          <p:cNvPr id="35844" name="Rectangle 2"/>
          <p:cNvSpPr>
            <a:spLocks noGrp="1" noChangeArrowheads="1"/>
          </p:cNvSpPr>
          <p:nvPr>
            <p:ph type="title" idx="4294967295"/>
          </p:nvPr>
        </p:nvSpPr>
        <p:spPr>
          <a:xfrm>
            <a:off x="615821" y="866773"/>
            <a:ext cx="7704138" cy="979488"/>
          </a:xfrm>
          <a:prstGeom prst="rect">
            <a:avLst/>
          </a:prstGeom>
        </p:spPr>
        <p:txBody>
          <a:bodyPr/>
          <a:lstStyle/>
          <a:p>
            <a:pPr>
              <a:defRPr/>
            </a:pPr>
            <a:r>
              <a:rPr lang="en-US" sz="3200" b="1" dirty="0"/>
              <a:t>Determining the Critical Path for Project X:</a:t>
            </a:r>
            <a:endParaRPr lang="en-US" sz="3200" dirty="0"/>
          </a:p>
        </p:txBody>
      </p:sp>
    </p:spTree>
    <p:extLst>
      <p:ext uri="{BB962C8B-B14F-4D97-AF65-F5344CB8AC3E}">
        <p14:creationId xmlns:p14="http://schemas.microsoft.com/office/powerpoint/2010/main" val="206664584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F087EB5-A1B3-8C4F-ADE3-F651EF9BB39D}"/>
              </a:ext>
            </a:extLst>
          </p:cNvPr>
          <p:cNvSpPr>
            <a:spLocks noGrp="1"/>
          </p:cNvSpPr>
          <p:nvPr>
            <p:ph type="sldNum" sz="quarter" idx="12"/>
          </p:nvPr>
        </p:nvSpPr>
        <p:spPr/>
        <p:txBody>
          <a:bodyPr/>
          <a:lstStyle/>
          <a:p>
            <a:pPr>
              <a:defRPr/>
            </a:pPr>
            <a:fld id="{D1A9425D-9892-784D-B3BB-790F829805F1}" type="slidenum">
              <a:rPr lang="en-US" smtClean="0"/>
              <a:pPr>
                <a:defRPr/>
              </a:pPr>
              <a:t>18</a:t>
            </a:fld>
            <a:endParaRPr lang="en-US"/>
          </a:p>
        </p:txBody>
      </p:sp>
      <p:sp>
        <p:nvSpPr>
          <p:cNvPr id="1027" name="Title 1"/>
          <p:cNvSpPr>
            <a:spLocks noGrp="1"/>
          </p:cNvSpPr>
          <p:nvPr>
            <p:ph type="title" idx="4294967295"/>
          </p:nvPr>
        </p:nvSpPr>
        <p:spPr>
          <a:xfrm>
            <a:off x="623887" y="3651250"/>
            <a:ext cx="10944225" cy="2565400"/>
          </a:xfrm>
        </p:spPr>
        <p:txBody>
          <a:bodyPr/>
          <a:lstStyle/>
          <a:p>
            <a:pPr>
              <a:spcBef>
                <a:spcPts val="0"/>
              </a:spcBef>
              <a:defRPr/>
            </a:pPr>
            <a:r>
              <a:rPr lang="en-US" sz="2800" dirty="0"/>
              <a:t>Consider the following project network diagram. Assume all times are in days:</a:t>
            </a:r>
            <a:br>
              <a:rPr lang="en-US" sz="2800" dirty="0"/>
            </a:br>
            <a:r>
              <a:rPr lang="en-US" sz="2800" dirty="0"/>
              <a:t>a) How many paths are on this network diagram?</a:t>
            </a:r>
            <a:br>
              <a:rPr lang="en-US" sz="2800" dirty="0"/>
            </a:br>
            <a:r>
              <a:rPr lang="en-US" sz="2800" dirty="0"/>
              <a:t>b) How long is each path?</a:t>
            </a:r>
            <a:br>
              <a:rPr lang="en-US" sz="2800" dirty="0"/>
            </a:br>
            <a:r>
              <a:rPr lang="en-US" sz="2800" dirty="0"/>
              <a:t>c) Which is the critical path?</a:t>
            </a:r>
            <a:br>
              <a:rPr lang="en-US" sz="2800" dirty="0"/>
            </a:br>
            <a:r>
              <a:rPr lang="en-US" sz="2800" dirty="0"/>
              <a:t>d) What is the shortest amount of time needed to complete this project?</a:t>
            </a:r>
          </a:p>
        </p:txBody>
      </p:sp>
      <p:graphicFrame>
        <p:nvGraphicFramePr>
          <p:cNvPr id="1026" name="Object 2"/>
          <p:cNvGraphicFramePr>
            <a:graphicFrameLocks noGrp="1" noChangeAspect="1"/>
          </p:cNvGraphicFramePr>
          <p:nvPr>
            <p:ph idx="4294967295"/>
          </p:nvPr>
        </p:nvGraphicFramePr>
        <p:xfrm>
          <a:off x="623887" y="1708150"/>
          <a:ext cx="7391400" cy="1676400"/>
        </p:xfrm>
        <a:graphic>
          <a:graphicData uri="http://schemas.openxmlformats.org/presentationml/2006/ole">
            <mc:AlternateContent xmlns:mc="http://schemas.openxmlformats.org/markup-compatibility/2006">
              <mc:Choice xmlns:v="urn:schemas-microsoft-com:vml" Requires="v">
                <p:oleObj name="Document" r:id="rId3" imgW="5478840" imgH="993600" progId="Word.Document.8">
                  <p:embed/>
                </p:oleObj>
              </mc:Choice>
              <mc:Fallback>
                <p:oleObj name="Document" r:id="rId3" imgW="5478840" imgH="993600" progId="Word.Document.8">
                  <p:embed/>
                  <p:pic>
                    <p:nvPicPr>
                      <p:cNvPr id="102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3887" y="1708150"/>
                        <a:ext cx="7391400"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itle 1">
            <a:extLst>
              <a:ext uri="{FF2B5EF4-FFF2-40B4-BE49-F238E27FC236}">
                <a16:creationId xmlns:a16="http://schemas.microsoft.com/office/drawing/2014/main" id="{6A0ABBA6-59A9-BE41-AD75-7D3596DA1567}"/>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CPM Example</a:t>
            </a:r>
            <a:endParaRPr lang="en-US" altLang="en-US" sz="5400" dirty="0">
              <a:solidFill>
                <a:srgbClr val="85103F"/>
              </a:solidFill>
              <a:latin typeface="Calibri Light" panose="020F0302020204030204" pitchFamily="34" charset="0"/>
            </a:endParaRPr>
          </a:p>
        </p:txBody>
      </p:sp>
    </p:spTree>
    <p:extLst>
      <p:ext uri="{BB962C8B-B14F-4D97-AF65-F5344CB8AC3E}">
        <p14:creationId xmlns:p14="http://schemas.microsoft.com/office/powerpoint/2010/main" val="380777753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E21ED3-5E11-B446-AE78-18F168C1682A}"/>
              </a:ext>
            </a:extLst>
          </p:cNvPr>
          <p:cNvSpPr>
            <a:spLocks noGrp="1"/>
          </p:cNvSpPr>
          <p:nvPr>
            <p:ph type="title"/>
          </p:nvPr>
        </p:nvSpPr>
        <p:spPr>
          <a:xfrm>
            <a:off x="1524000" y="2245809"/>
            <a:ext cx="9144000" cy="1564716"/>
          </a:xfrm>
        </p:spPr>
        <p:txBody>
          <a:bodyPr vert="horz" lIns="91440" tIns="45720" rIns="91440" bIns="45720" rtlCol="0" anchor="b">
            <a:normAutofit/>
          </a:bodyPr>
          <a:lstStyle/>
          <a:p>
            <a:pPr algn="ctr" eaLnBrk="1" hangingPunct="1"/>
            <a:r>
              <a:rPr lang="en-US" sz="4800" b="1" kern="1200" dirty="0">
                <a:solidFill>
                  <a:schemeClr val="tx1"/>
                </a:solidFill>
                <a:latin typeface="+mj-lt"/>
                <a:ea typeface="+mj-ea"/>
                <a:cs typeface="+mj-cs"/>
              </a:rPr>
              <a:t>How to s</a:t>
            </a:r>
            <a:r>
              <a:rPr lang="en-US" sz="4800" b="1" dirty="0">
                <a:latin typeface="+mj-lt"/>
              </a:rPr>
              <a:t>chedule your own project?</a:t>
            </a:r>
            <a:endParaRPr lang="en-US" sz="4800" b="1" kern="1200" dirty="0">
              <a:solidFill>
                <a:schemeClr val="tx1"/>
              </a:solidFill>
              <a:latin typeface="+mj-lt"/>
              <a:ea typeface="+mj-ea"/>
              <a:cs typeface="+mj-cs"/>
            </a:endParaRPr>
          </a:p>
        </p:txBody>
      </p:sp>
      <p:sp>
        <p:nvSpPr>
          <p:cNvPr id="2" name="Slide Number Placeholder 1">
            <a:extLst>
              <a:ext uri="{FF2B5EF4-FFF2-40B4-BE49-F238E27FC236}">
                <a16:creationId xmlns:a16="http://schemas.microsoft.com/office/drawing/2014/main" id="{F7AA2598-8A1A-CE41-9FCF-535A6EC91F32}"/>
              </a:ext>
            </a:extLst>
          </p:cNvPr>
          <p:cNvSpPr>
            <a:spLocks noGrp="1"/>
          </p:cNvSpPr>
          <p:nvPr>
            <p:ph type="sldNum" sz="quarter" idx="12"/>
          </p:nvPr>
        </p:nvSpPr>
        <p:spPr>
          <a:xfrm>
            <a:off x="8820150" y="6356350"/>
            <a:ext cx="2533650" cy="365125"/>
          </a:xfrm>
        </p:spPr>
        <p:txBody>
          <a:bodyPr vert="horz" lIns="91440" tIns="45720" rIns="91440" bIns="45720" rtlCol="0" anchor="ctr">
            <a:normAutofit/>
          </a:bodyPr>
          <a:lstStyle/>
          <a:p>
            <a:pPr>
              <a:spcAft>
                <a:spcPts val="600"/>
              </a:spcAft>
              <a:defRPr/>
            </a:pPr>
            <a:fld id="{9981CC2A-974A-4B4F-A46C-280931AFA35F}" type="slidenum">
              <a:rPr lang="en-US">
                <a:solidFill>
                  <a:srgbClr val="FFFFFF">
                    <a:alpha val="80000"/>
                  </a:srgbClr>
                </a:solidFill>
              </a:rPr>
              <a:pPr>
                <a:spcAft>
                  <a:spcPts val="600"/>
                </a:spcAft>
                <a:defRPr/>
              </a:pPr>
              <a:t>19</a:t>
            </a:fld>
            <a:endParaRPr lang="en-US">
              <a:solidFill>
                <a:srgbClr val="FFFFFF">
                  <a:alpha val="80000"/>
                </a:srgbClr>
              </a:solidFill>
            </a:endParaRPr>
          </a:p>
        </p:txBody>
      </p:sp>
    </p:spTree>
    <p:extLst>
      <p:ext uri="{BB962C8B-B14F-4D97-AF65-F5344CB8AC3E}">
        <p14:creationId xmlns:p14="http://schemas.microsoft.com/office/powerpoint/2010/main" val="100927167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ACD0788-9BF7-265A-93C0-DA114F60F7E7}"/>
              </a:ext>
            </a:extLst>
          </p:cNvPr>
          <p:cNvPicPr>
            <a:picLocks noChangeAspect="1"/>
          </p:cNvPicPr>
          <p:nvPr/>
        </p:nvPicPr>
        <p:blipFill>
          <a:blip r:embed="rId2"/>
          <a:stretch>
            <a:fillRect/>
          </a:stretch>
        </p:blipFill>
        <p:spPr>
          <a:xfrm>
            <a:off x="1051560" y="701039"/>
            <a:ext cx="10088880" cy="5838349"/>
          </a:xfrm>
          <a:prstGeom prst="rect">
            <a:avLst/>
          </a:prstGeom>
        </p:spPr>
      </p:pic>
    </p:spTree>
    <p:extLst>
      <p:ext uri="{BB962C8B-B14F-4D97-AF65-F5344CB8AC3E}">
        <p14:creationId xmlns:p14="http://schemas.microsoft.com/office/powerpoint/2010/main" val="8630391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3FCC3-84A3-CDF6-65DB-0E7C15722918}"/>
            </a:ext>
          </a:extLst>
        </p:cNvPr>
        <p:cNvGrpSpPr/>
        <p:nvPr/>
      </p:nvGrpSpPr>
      <p:grpSpPr>
        <a:xfrm>
          <a:off x="0" y="0"/>
          <a:ext cx="0" cy="0"/>
          <a:chOff x="0" y="0"/>
          <a:chExt cx="0" cy="0"/>
        </a:xfrm>
      </p:grpSpPr>
      <p:sp>
        <p:nvSpPr>
          <p:cNvPr id="17412" name="Rectangle 2">
            <a:extLst>
              <a:ext uri="{FF2B5EF4-FFF2-40B4-BE49-F238E27FC236}">
                <a16:creationId xmlns:a16="http://schemas.microsoft.com/office/drawing/2014/main" id="{85876689-4AA7-AE68-7EB9-A54AB4125266}"/>
              </a:ext>
            </a:extLst>
          </p:cNvPr>
          <p:cNvSpPr>
            <a:spLocks noGrp="1" noChangeArrowheads="1"/>
          </p:cNvSpPr>
          <p:nvPr>
            <p:ph type="title"/>
          </p:nvPr>
        </p:nvSpPr>
        <p:spPr>
          <a:xfrm>
            <a:off x="643467" y="321734"/>
            <a:ext cx="6891186" cy="1135737"/>
          </a:xfrm>
        </p:spPr>
        <p:txBody>
          <a:bodyPr vert="horz" lIns="91440" tIns="45720" rIns="91440" bIns="45720" rtlCol="0" anchor="ctr">
            <a:normAutofit/>
          </a:bodyPr>
          <a:lstStyle/>
          <a:p>
            <a:pPr eaLnBrk="1" hangingPunct="1">
              <a:defRPr/>
            </a:pPr>
            <a:r>
              <a:rPr lang="en-US" sz="3600" dirty="0"/>
              <a:t>Epic and User Stories</a:t>
            </a:r>
          </a:p>
        </p:txBody>
      </p:sp>
      <p:sp>
        <p:nvSpPr>
          <p:cNvPr id="62466" name="Rectangle 3">
            <a:extLst>
              <a:ext uri="{FF2B5EF4-FFF2-40B4-BE49-F238E27FC236}">
                <a16:creationId xmlns:a16="http://schemas.microsoft.com/office/drawing/2014/main" id="{5AC485AF-00E2-E019-7048-0B8563134AFC}"/>
              </a:ext>
            </a:extLst>
          </p:cNvPr>
          <p:cNvSpPr>
            <a:spLocks noGrp="1" noChangeArrowheads="1"/>
          </p:cNvSpPr>
          <p:nvPr>
            <p:ph type="body" idx="4294967295"/>
          </p:nvPr>
        </p:nvSpPr>
        <p:spPr>
          <a:xfrm>
            <a:off x="5124450" y="1600200"/>
            <a:ext cx="7067550" cy="4525963"/>
          </a:xfrm>
        </p:spPr>
        <p:txBody>
          <a:bodyPr/>
          <a:lstStyle/>
          <a:p>
            <a:pPr eaLnBrk="1" hangingPunct="1"/>
            <a:r>
              <a:rPr lang="en-US" altLang="en-US" dirty="0">
                <a:ea typeface="ＭＳ Ｐゴシック" panose="020B0600070205080204" pitchFamily="34" charset="-128"/>
              </a:rPr>
              <a:t>For completing projects on time, within budget and including the features promised, a project needs to be broken down into smaller tasks or activities – work breakdown structure (WBS) </a:t>
            </a:r>
          </a:p>
          <a:p>
            <a:pPr eaLnBrk="1" hangingPunct="1"/>
            <a:r>
              <a:rPr lang="en-US" altLang="en-US" dirty="0">
                <a:ea typeface="ＭＳ Ｐゴシック" panose="020B0600070205080204" pitchFamily="34" charset="-128"/>
              </a:rPr>
              <a:t>WBS can be </a:t>
            </a:r>
            <a:r>
              <a:rPr lang="en-US" altLang="en-US" b="1" dirty="0">
                <a:ea typeface="ＭＳ Ｐゴシック" panose="020B0600070205080204" pitchFamily="34" charset="-128"/>
              </a:rPr>
              <a:t>product-oriented</a:t>
            </a:r>
            <a:r>
              <a:rPr lang="en-US" altLang="en-US" dirty="0">
                <a:ea typeface="ＭＳ Ｐゴシック" panose="020B0600070205080204" pitchFamily="34" charset="-128"/>
              </a:rPr>
              <a:t> or </a:t>
            </a:r>
            <a:r>
              <a:rPr lang="en-US" altLang="en-US" b="1" dirty="0">
                <a:ea typeface="ＭＳ Ｐゴシック" panose="020B0600070205080204" pitchFamily="34" charset="-128"/>
              </a:rPr>
              <a:t>process-oriented</a:t>
            </a:r>
          </a:p>
          <a:p>
            <a:pPr eaLnBrk="1" hangingPunct="1"/>
            <a:endParaRPr lang="en-US" altLang="en-US" dirty="0">
              <a:ea typeface="ＭＳ Ｐゴシック" panose="020B0600070205080204" pitchFamily="34" charset="-128"/>
            </a:endParaRPr>
          </a:p>
          <a:p>
            <a:pPr eaLnBrk="1" hangingPunct="1"/>
            <a:r>
              <a:rPr lang="en-US" altLang="en-US" dirty="0">
                <a:ea typeface="ＭＳ Ｐゴシック" panose="020B0600070205080204" pitchFamily="34" charset="-128"/>
              </a:rPr>
              <a:t>Time is estimated for each task or activity.</a:t>
            </a:r>
          </a:p>
        </p:txBody>
      </p:sp>
      <p:graphicFrame>
        <p:nvGraphicFramePr>
          <p:cNvPr id="12" name="Diagram 11">
            <a:extLst>
              <a:ext uri="{FF2B5EF4-FFF2-40B4-BE49-F238E27FC236}">
                <a16:creationId xmlns:a16="http://schemas.microsoft.com/office/drawing/2014/main" id="{B6E5F047-8EB4-C3C2-FA9E-FA660D045D9D}"/>
              </a:ext>
            </a:extLst>
          </p:cNvPr>
          <p:cNvGraphicFramePr/>
          <p:nvPr/>
        </p:nvGraphicFramePr>
        <p:xfrm>
          <a:off x="643468" y="1782981"/>
          <a:ext cx="4178432" cy="43939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3268764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4620B-CA95-B8F1-84BA-9898488931E5}"/>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AD21BDC6-55DB-F493-FED5-943AF10EA2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063" y="1947659"/>
            <a:ext cx="9144000" cy="4066317"/>
          </a:xfrm>
          <a:prstGeom prst="rect">
            <a:avLst/>
          </a:prstGeom>
        </p:spPr>
      </p:pic>
      <p:sp>
        <p:nvSpPr>
          <p:cNvPr id="12" name="Rectangle 11">
            <a:extLst>
              <a:ext uri="{FF2B5EF4-FFF2-40B4-BE49-F238E27FC236}">
                <a16:creationId xmlns:a16="http://schemas.microsoft.com/office/drawing/2014/main" id="{B3FFF809-8C7B-6D35-561A-558012550924}"/>
              </a:ext>
            </a:extLst>
          </p:cNvPr>
          <p:cNvSpPr/>
          <p:nvPr/>
        </p:nvSpPr>
        <p:spPr>
          <a:xfrm>
            <a:off x="3799377" y="1224771"/>
            <a:ext cx="4593245" cy="584775"/>
          </a:xfrm>
          <a:prstGeom prst="rect">
            <a:avLst/>
          </a:prstGeom>
        </p:spPr>
        <p:txBody>
          <a:bodyPr wrap="none">
            <a:spAutoFit/>
          </a:bodyPr>
          <a:lstStyle/>
          <a:p>
            <a:r>
              <a:rPr lang="en-US" sz="3200" b="1" dirty="0"/>
              <a:t>PRODUCT-ORIENTED WBS</a:t>
            </a:r>
            <a:endParaRPr lang="en-US" sz="3200" dirty="0"/>
          </a:p>
        </p:txBody>
      </p:sp>
      <p:sp>
        <p:nvSpPr>
          <p:cNvPr id="14" name="Rectangle 13">
            <a:extLst>
              <a:ext uri="{FF2B5EF4-FFF2-40B4-BE49-F238E27FC236}">
                <a16:creationId xmlns:a16="http://schemas.microsoft.com/office/drawing/2014/main" id="{5B7678E3-9264-8DB7-1184-ACB6FC367A18}"/>
              </a:ext>
            </a:extLst>
          </p:cNvPr>
          <p:cNvSpPr/>
          <p:nvPr/>
        </p:nvSpPr>
        <p:spPr>
          <a:xfrm>
            <a:off x="6096000" y="6306363"/>
            <a:ext cx="4824536" cy="276999"/>
          </a:xfrm>
          <a:prstGeom prst="rect">
            <a:avLst/>
          </a:prstGeom>
        </p:spPr>
        <p:txBody>
          <a:bodyPr wrap="square">
            <a:spAutoFit/>
          </a:bodyPr>
          <a:lstStyle/>
          <a:p>
            <a:r>
              <a:rPr lang="en-US" sz="1200" dirty="0"/>
              <a:t>https://</a:t>
            </a:r>
            <a:r>
              <a:rPr lang="en-US" sz="1200" dirty="0" err="1"/>
              <a:t>www.adroitprojectconsultants.com</a:t>
            </a:r>
            <a:r>
              <a:rPr lang="en-US" sz="1200" dirty="0"/>
              <a:t>/tag/process-oriented-</a:t>
            </a:r>
            <a:r>
              <a:rPr lang="en-US" sz="1200" dirty="0" err="1"/>
              <a:t>wbs</a:t>
            </a:r>
            <a:r>
              <a:rPr lang="en-US" sz="1200" dirty="0"/>
              <a:t>/</a:t>
            </a:r>
          </a:p>
        </p:txBody>
      </p:sp>
      <p:sp>
        <p:nvSpPr>
          <p:cNvPr id="2" name="Slide Number Placeholder 1">
            <a:extLst>
              <a:ext uri="{FF2B5EF4-FFF2-40B4-BE49-F238E27FC236}">
                <a16:creationId xmlns:a16="http://schemas.microsoft.com/office/drawing/2014/main" id="{C5E6F735-DFBD-C72D-2EA7-93CA05F338A8}"/>
              </a:ext>
            </a:extLst>
          </p:cNvPr>
          <p:cNvSpPr>
            <a:spLocks noGrp="1"/>
          </p:cNvSpPr>
          <p:nvPr>
            <p:ph type="sldNum" sz="quarter" idx="12"/>
          </p:nvPr>
        </p:nvSpPr>
        <p:spPr/>
        <p:txBody>
          <a:bodyPr/>
          <a:lstStyle/>
          <a:p>
            <a:pPr>
              <a:defRPr/>
            </a:pPr>
            <a:fld id="{D1A9425D-9892-784D-B3BB-790F829805F1}" type="slidenum">
              <a:rPr lang="en-US" smtClean="0"/>
              <a:pPr>
                <a:defRPr/>
              </a:pPr>
              <a:t>22</a:t>
            </a:fld>
            <a:endParaRPr lang="en-US"/>
          </a:p>
        </p:txBody>
      </p:sp>
    </p:spTree>
    <p:extLst>
      <p:ext uri="{BB962C8B-B14F-4D97-AF65-F5344CB8AC3E}">
        <p14:creationId xmlns:p14="http://schemas.microsoft.com/office/powerpoint/2010/main" val="373795306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115DF-0EA1-FAF2-7885-AAD14CB84D50}"/>
            </a:ext>
          </a:extLst>
        </p:cNvPr>
        <p:cNvGrpSpPr/>
        <p:nvPr/>
      </p:nvGrpSpPr>
      <p:grpSpPr>
        <a:xfrm>
          <a:off x="0" y="0"/>
          <a:ext cx="0" cy="0"/>
          <a:chOff x="0" y="0"/>
          <a:chExt cx="0" cy="0"/>
        </a:xfrm>
      </p:grpSpPr>
      <p:sp>
        <p:nvSpPr>
          <p:cNvPr id="17412" name="Rectangle 2">
            <a:extLst>
              <a:ext uri="{FF2B5EF4-FFF2-40B4-BE49-F238E27FC236}">
                <a16:creationId xmlns:a16="http://schemas.microsoft.com/office/drawing/2014/main" id="{DD46FFB6-4290-B8BD-4CEC-B2C8B7A5BF80}"/>
              </a:ext>
            </a:extLst>
          </p:cNvPr>
          <p:cNvSpPr>
            <a:spLocks noGrp="1" noChangeArrowheads="1"/>
          </p:cNvSpPr>
          <p:nvPr>
            <p:ph type="title"/>
          </p:nvPr>
        </p:nvSpPr>
        <p:spPr>
          <a:xfrm>
            <a:off x="863029" y="1012004"/>
            <a:ext cx="3416158" cy="4795408"/>
          </a:xfrm>
        </p:spPr>
        <p:txBody>
          <a:bodyPr vert="horz" lIns="91440" tIns="45720" rIns="91440" bIns="45720" rtlCol="0" anchor="ctr">
            <a:normAutofit/>
          </a:bodyPr>
          <a:lstStyle/>
          <a:p>
            <a:pPr eaLnBrk="1" hangingPunct="1">
              <a:defRPr/>
            </a:pPr>
            <a:r>
              <a:rPr lang="en-US" kern="1200">
                <a:solidFill>
                  <a:srgbClr val="FFFFFF"/>
                </a:solidFill>
                <a:latin typeface="+mj-lt"/>
                <a:ea typeface="+mj-ea"/>
                <a:cs typeface="+mj-cs"/>
              </a:rPr>
              <a:t>Planning Steps</a:t>
            </a:r>
          </a:p>
        </p:txBody>
      </p:sp>
      <p:graphicFrame>
        <p:nvGraphicFramePr>
          <p:cNvPr id="64516" name="Rectangle 3">
            <a:extLst>
              <a:ext uri="{FF2B5EF4-FFF2-40B4-BE49-F238E27FC236}">
                <a16:creationId xmlns:a16="http://schemas.microsoft.com/office/drawing/2014/main" id="{DBDA171D-8CCE-2143-7279-CFF0EB507946}"/>
              </a:ext>
            </a:extLst>
          </p:cNvPr>
          <p:cNvGraphicFramePr/>
          <p:nvPr/>
        </p:nvGraphicFramePr>
        <p:xfrm>
          <a:off x="5816086" y="1012004"/>
          <a:ext cx="5891817" cy="53443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2CB19667-56A3-0AE8-3268-C6154AE6799E}"/>
              </a:ext>
            </a:extLst>
          </p:cNvPr>
          <p:cNvSpPr txBox="1"/>
          <p:nvPr/>
        </p:nvSpPr>
        <p:spPr>
          <a:xfrm>
            <a:off x="5352308" y="1071759"/>
            <a:ext cx="463778" cy="769441"/>
          </a:xfrm>
          <a:prstGeom prst="rect">
            <a:avLst/>
          </a:prstGeom>
          <a:solidFill>
            <a:schemeClr val="tx1"/>
          </a:solidFill>
        </p:spPr>
        <p:txBody>
          <a:bodyPr wrap="square" rtlCol="0">
            <a:spAutoFit/>
          </a:bodyPr>
          <a:lstStyle/>
          <a:p>
            <a:pPr algn="ctr"/>
            <a:r>
              <a:rPr lang="en-US" sz="4400" dirty="0">
                <a:solidFill>
                  <a:schemeClr val="bg1"/>
                </a:solidFill>
                <a:latin typeface="Britannic Bold" panose="020B0903060703020204" pitchFamily="34" charset="77"/>
              </a:rPr>
              <a:t>1</a:t>
            </a:r>
            <a:endParaRPr lang="en-US" sz="3600" dirty="0">
              <a:solidFill>
                <a:schemeClr val="bg1"/>
              </a:solidFill>
              <a:latin typeface="Britannic Bold" panose="020B0903060703020204" pitchFamily="34" charset="77"/>
            </a:endParaRPr>
          </a:p>
        </p:txBody>
      </p:sp>
      <p:sp>
        <p:nvSpPr>
          <p:cNvPr id="7" name="TextBox 6">
            <a:extLst>
              <a:ext uri="{FF2B5EF4-FFF2-40B4-BE49-F238E27FC236}">
                <a16:creationId xmlns:a16="http://schemas.microsoft.com/office/drawing/2014/main" id="{E1CE8384-7E78-3CEA-10B7-2DF23909ED86}"/>
              </a:ext>
            </a:extLst>
          </p:cNvPr>
          <p:cNvSpPr txBox="1"/>
          <p:nvPr/>
        </p:nvSpPr>
        <p:spPr>
          <a:xfrm>
            <a:off x="5405001" y="2133110"/>
            <a:ext cx="431514" cy="769441"/>
          </a:xfrm>
          <a:prstGeom prst="rect">
            <a:avLst/>
          </a:prstGeom>
          <a:solidFill>
            <a:schemeClr val="tx1"/>
          </a:solidFill>
        </p:spPr>
        <p:txBody>
          <a:bodyPr wrap="square" rtlCol="0">
            <a:spAutoFit/>
          </a:bodyPr>
          <a:lstStyle/>
          <a:p>
            <a:pPr algn="ctr"/>
            <a:r>
              <a:rPr lang="en-US" sz="4400" dirty="0">
                <a:solidFill>
                  <a:schemeClr val="bg1"/>
                </a:solidFill>
                <a:latin typeface="Britannic Bold" panose="020B0903060703020204" pitchFamily="34" charset="77"/>
              </a:rPr>
              <a:t>2</a:t>
            </a:r>
            <a:endParaRPr lang="en-US" sz="3600" dirty="0">
              <a:solidFill>
                <a:schemeClr val="bg1"/>
              </a:solidFill>
              <a:latin typeface="Britannic Bold" panose="020B0903060703020204" pitchFamily="34" charset="77"/>
            </a:endParaRPr>
          </a:p>
        </p:txBody>
      </p:sp>
      <p:sp>
        <p:nvSpPr>
          <p:cNvPr id="8" name="TextBox 7">
            <a:extLst>
              <a:ext uri="{FF2B5EF4-FFF2-40B4-BE49-F238E27FC236}">
                <a16:creationId xmlns:a16="http://schemas.microsoft.com/office/drawing/2014/main" id="{5E76D44B-5111-DD3D-2945-97FE7ADBBDE8}"/>
              </a:ext>
            </a:extLst>
          </p:cNvPr>
          <p:cNvSpPr txBox="1"/>
          <p:nvPr/>
        </p:nvSpPr>
        <p:spPr>
          <a:xfrm>
            <a:off x="5425429" y="3233902"/>
            <a:ext cx="431514" cy="769441"/>
          </a:xfrm>
          <a:prstGeom prst="rect">
            <a:avLst/>
          </a:prstGeom>
          <a:solidFill>
            <a:schemeClr val="tx1"/>
          </a:solidFill>
        </p:spPr>
        <p:txBody>
          <a:bodyPr wrap="square" rtlCol="0">
            <a:spAutoFit/>
          </a:bodyPr>
          <a:lstStyle/>
          <a:p>
            <a:pPr algn="ctr"/>
            <a:r>
              <a:rPr lang="en-US" sz="4400" dirty="0">
                <a:solidFill>
                  <a:schemeClr val="bg1"/>
                </a:solidFill>
                <a:latin typeface="Britannic Bold" panose="020B0903060703020204" pitchFamily="34" charset="77"/>
              </a:rPr>
              <a:t>3</a:t>
            </a:r>
            <a:endParaRPr lang="en-US" sz="3600" dirty="0">
              <a:solidFill>
                <a:schemeClr val="bg1"/>
              </a:solidFill>
              <a:latin typeface="Britannic Bold" panose="020B0903060703020204" pitchFamily="34" charset="77"/>
            </a:endParaRPr>
          </a:p>
        </p:txBody>
      </p:sp>
      <p:sp>
        <p:nvSpPr>
          <p:cNvPr id="9" name="TextBox 8">
            <a:extLst>
              <a:ext uri="{FF2B5EF4-FFF2-40B4-BE49-F238E27FC236}">
                <a16:creationId xmlns:a16="http://schemas.microsoft.com/office/drawing/2014/main" id="{ABEEDAC9-DBC5-E369-4A3C-1E1CD6457338}"/>
              </a:ext>
            </a:extLst>
          </p:cNvPr>
          <p:cNvSpPr txBox="1"/>
          <p:nvPr/>
        </p:nvSpPr>
        <p:spPr>
          <a:xfrm>
            <a:off x="5425429" y="4334694"/>
            <a:ext cx="431514" cy="769441"/>
          </a:xfrm>
          <a:prstGeom prst="rect">
            <a:avLst/>
          </a:prstGeom>
          <a:solidFill>
            <a:schemeClr val="tx1"/>
          </a:solidFill>
        </p:spPr>
        <p:txBody>
          <a:bodyPr wrap="square" rtlCol="0">
            <a:spAutoFit/>
          </a:bodyPr>
          <a:lstStyle/>
          <a:p>
            <a:pPr algn="ctr"/>
            <a:r>
              <a:rPr lang="en-US" sz="4400" dirty="0">
                <a:solidFill>
                  <a:schemeClr val="bg1"/>
                </a:solidFill>
                <a:latin typeface="Britannic Bold" panose="020B0903060703020204" pitchFamily="34" charset="77"/>
              </a:rPr>
              <a:t>4</a:t>
            </a:r>
            <a:endParaRPr lang="en-US" sz="3600" dirty="0">
              <a:solidFill>
                <a:schemeClr val="bg1"/>
              </a:solidFill>
              <a:latin typeface="Britannic Bold" panose="020B0903060703020204" pitchFamily="34" charset="77"/>
            </a:endParaRPr>
          </a:p>
        </p:txBody>
      </p:sp>
      <p:sp>
        <p:nvSpPr>
          <p:cNvPr id="10" name="TextBox 9">
            <a:extLst>
              <a:ext uri="{FF2B5EF4-FFF2-40B4-BE49-F238E27FC236}">
                <a16:creationId xmlns:a16="http://schemas.microsoft.com/office/drawing/2014/main" id="{DC207291-A891-7072-2726-60C8314B49D6}"/>
              </a:ext>
            </a:extLst>
          </p:cNvPr>
          <p:cNvSpPr txBox="1"/>
          <p:nvPr/>
        </p:nvSpPr>
        <p:spPr>
          <a:xfrm>
            <a:off x="5430925" y="5461275"/>
            <a:ext cx="431514" cy="769441"/>
          </a:xfrm>
          <a:prstGeom prst="rect">
            <a:avLst/>
          </a:prstGeom>
          <a:solidFill>
            <a:schemeClr val="tx1"/>
          </a:solidFill>
        </p:spPr>
        <p:txBody>
          <a:bodyPr wrap="square" rtlCol="0">
            <a:spAutoFit/>
          </a:bodyPr>
          <a:lstStyle/>
          <a:p>
            <a:pPr algn="ctr"/>
            <a:r>
              <a:rPr lang="en-US" sz="4400" dirty="0">
                <a:solidFill>
                  <a:schemeClr val="bg1"/>
                </a:solidFill>
                <a:latin typeface="Britannic Bold" panose="020B0903060703020204" pitchFamily="34" charset="77"/>
              </a:rPr>
              <a:t>5</a:t>
            </a:r>
            <a:endParaRPr lang="en-US" sz="3600" dirty="0">
              <a:solidFill>
                <a:schemeClr val="bg1"/>
              </a:solidFill>
              <a:latin typeface="Britannic Bold" panose="020B0903060703020204" pitchFamily="34" charset="77"/>
            </a:endParaRPr>
          </a:p>
        </p:txBody>
      </p:sp>
    </p:spTree>
    <p:extLst>
      <p:ext uri="{BB962C8B-B14F-4D97-AF65-F5344CB8AC3E}">
        <p14:creationId xmlns:p14="http://schemas.microsoft.com/office/powerpoint/2010/main" val="19339781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A0E29-DB12-23CF-E41F-05D08491CE2D}"/>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BDCA12D8-2515-1723-C44F-75F483F10974}"/>
              </a:ext>
            </a:extLst>
          </p:cNvPr>
          <p:cNvSpPr/>
          <p:nvPr/>
        </p:nvSpPr>
        <p:spPr>
          <a:xfrm>
            <a:off x="4035633" y="1097055"/>
            <a:ext cx="4472635" cy="584775"/>
          </a:xfrm>
          <a:prstGeom prst="rect">
            <a:avLst/>
          </a:prstGeom>
        </p:spPr>
        <p:txBody>
          <a:bodyPr wrap="none">
            <a:spAutoFit/>
          </a:bodyPr>
          <a:lstStyle/>
          <a:p>
            <a:r>
              <a:rPr lang="en-US" sz="3200" b="1" dirty="0"/>
              <a:t>PROCESS-ORIENTED WBS</a:t>
            </a:r>
            <a:endParaRPr lang="en-US" sz="3200" dirty="0"/>
          </a:p>
        </p:txBody>
      </p:sp>
      <p:pic>
        <p:nvPicPr>
          <p:cNvPr id="3" name="Picture 2">
            <a:extLst>
              <a:ext uri="{FF2B5EF4-FFF2-40B4-BE49-F238E27FC236}">
                <a16:creationId xmlns:a16="http://schemas.microsoft.com/office/drawing/2014/main" id="{CB472218-1403-DC22-CA58-FA47136841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6536" y="1800867"/>
            <a:ext cx="9144000" cy="3932593"/>
          </a:xfrm>
          <a:prstGeom prst="rect">
            <a:avLst/>
          </a:prstGeom>
        </p:spPr>
      </p:pic>
      <p:sp>
        <p:nvSpPr>
          <p:cNvPr id="9" name="Rectangle 8">
            <a:extLst>
              <a:ext uri="{FF2B5EF4-FFF2-40B4-BE49-F238E27FC236}">
                <a16:creationId xmlns:a16="http://schemas.microsoft.com/office/drawing/2014/main" id="{8342A301-71EA-55D5-8EFD-021D9DF0FECD}"/>
              </a:ext>
            </a:extLst>
          </p:cNvPr>
          <p:cNvSpPr/>
          <p:nvPr/>
        </p:nvSpPr>
        <p:spPr>
          <a:xfrm>
            <a:off x="6096000" y="6237313"/>
            <a:ext cx="4824536" cy="276999"/>
          </a:xfrm>
          <a:prstGeom prst="rect">
            <a:avLst/>
          </a:prstGeom>
        </p:spPr>
        <p:txBody>
          <a:bodyPr wrap="square">
            <a:spAutoFit/>
          </a:bodyPr>
          <a:lstStyle/>
          <a:p>
            <a:r>
              <a:rPr lang="en-US" sz="1200" dirty="0"/>
              <a:t>https://</a:t>
            </a:r>
            <a:r>
              <a:rPr lang="en-US" sz="1200" dirty="0" err="1"/>
              <a:t>www.adroitprojectconsultants.com</a:t>
            </a:r>
            <a:r>
              <a:rPr lang="en-US" sz="1200" dirty="0"/>
              <a:t>/tag/process-oriented-</a:t>
            </a:r>
            <a:r>
              <a:rPr lang="en-US" sz="1200" dirty="0" err="1"/>
              <a:t>wbs</a:t>
            </a:r>
            <a:r>
              <a:rPr lang="en-US" sz="1200" dirty="0"/>
              <a:t>/</a:t>
            </a:r>
          </a:p>
        </p:txBody>
      </p:sp>
      <p:sp>
        <p:nvSpPr>
          <p:cNvPr id="2" name="Slide Number Placeholder 1">
            <a:extLst>
              <a:ext uri="{FF2B5EF4-FFF2-40B4-BE49-F238E27FC236}">
                <a16:creationId xmlns:a16="http://schemas.microsoft.com/office/drawing/2014/main" id="{DC3A53D3-55B2-17DA-C04E-3E015741911A}"/>
              </a:ext>
            </a:extLst>
          </p:cNvPr>
          <p:cNvSpPr>
            <a:spLocks noGrp="1"/>
          </p:cNvSpPr>
          <p:nvPr>
            <p:ph type="sldNum" sz="quarter" idx="12"/>
          </p:nvPr>
        </p:nvSpPr>
        <p:spPr/>
        <p:txBody>
          <a:bodyPr/>
          <a:lstStyle/>
          <a:p>
            <a:pPr>
              <a:defRPr/>
            </a:pPr>
            <a:fld id="{D1A9425D-9892-784D-B3BB-790F829805F1}" type="slidenum">
              <a:rPr lang="en-US" smtClean="0"/>
              <a:pPr>
                <a:defRPr/>
              </a:pPr>
              <a:t>24</a:t>
            </a:fld>
            <a:endParaRPr lang="en-US"/>
          </a:p>
        </p:txBody>
      </p:sp>
    </p:spTree>
    <p:extLst>
      <p:ext uri="{BB962C8B-B14F-4D97-AF65-F5344CB8AC3E}">
        <p14:creationId xmlns:p14="http://schemas.microsoft.com/office/powerpoint/2010/main" val="99876332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45A5B-B53A-4A78-70DE-DE6199D56EB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A9F0FD4-A2CA-5733-36EE-B5C7D64A472C}"/>
              </a:ext>
            </a:extLst>
          </p:cNvPr>
          <p:cNvSpPr>
            <a:spLocks noGrp="1"/>
          </p:cNvSpPr>
          <p:nvPr>
            <p:ph type="sldNum" sz="quarter" idx="12"/>
          </p:nvPr>
        </p:nvSpPr>
        <p:spPr/>
        <p:txBody>
          <a:bodyPr/>
          <a:lstStyle/>
          <a:p>
            <a:pPr>
              <a:defRPr/>
            </a:pPr>
            <a:fld id="{D1A9425D-9892-784D-B3BB-790F829805F1}" type="slidenum">
              <a:rPr lang="en-US" smtClean="0"/>
              <a:pPr>
                <a:defRPr/>
              </a:pPr>
              <a:t>25</a:t>
            </a:fld>
            <a:endParaRPr lang="en-US"/>
          </a:p>
        </p:txBody>
      </p:sp>
      <p:pic>
        <p:nvPicPr>
          <p:cNvPr id="4" name="Picture 3">
            <a:extLst>
              <a:ext uri="{FF2B5EF4-FFF2-40B4-BE49-F238E27FC236}">
                <a16:creationId xmlns:a16="http://schemas.microsoft.com/office/drawing/2014/main" id="{0C66D28D-B34B-6319-5156-FF1033B193D9}"/>
              </a:ext>
            </a:extLst>
          </p:cNvPr>
          <p:cNvPicPr>
            <a:picLocks noChangeAspect="1"/>
          </p:cNvPicPr>
          <p:nvPr/>
        </p:nvPicPr>
        <p:blipFill>
          <a:blip r:embed="rId2"/>
          <a:stretch>
            <a:fillRect/>
          </a:stretch>
        </p:blipFill>
        <p:spPr>
          <a:xfrm>
            <a:off x="5585460" y="940898"/>
            <a:ext cx="6050280" cy="5140643"/>
          </a:xfrm>
          <a:prstGeom prst="rect">
            <a:avLst/>
          </a:prstGeom>
        </p:spPr>
      </p:pic>
      <p:pic>
        <p:nvPicPr>
          <p:cNvPr id="6" name="Picture 5">
            <a:extLst>
              <a:ext uri="{FF2B5EF4-FFF2-40B4-BE49-F238E27FC236}">
                <a16:creationId xmlns:a16="http://schemas.microsoft.com/office/drawing/2014/main" id="{37250C9F-7305-0A9D-6298-6D6AF13BA36B}"/>
              </a:ext>
            </a:extLst>
          </p:cNvPr>
          <p:cNvPicPr>
            <a:picLocks noChangeAspect="1"/>
          </p:cNvPicPr>
          <p:nvPr/>
        </p:nvPicPr>
        <p:blipFill>
          <a:blip r:embed="rId3"/>
          <a:stretch>
            <a:fillRect/>
          </a:stretch>
        </p:blipFill>
        <p:spPr>
          <a:xfrm>
            <a:off x="338328" y="940898"/>
            <a:ext cx="5095875" cy="4886325"/>
          </a:xfrm>
          <a:prstGeom prst="rect">
            <a:avLst/>
          </a:prstGeom>
        </p:spPr>
      </p:pic>
      <p:sp>
        <p:nvSpPr>
          <p:cNvPr id="8" name="Arrow: Curved Down 7">
            <a:extLst>
              <a:ext uri="{FF2B5EF4-FFF2-40B4-BE49-F238E27FC236}">
                <a16:creationId xmlns:a16="http://schemas.microsoft.com/office/drawing/2014/main" id="{B40B7F75-FDE6-8158-4415-3EDB0FF9D6CC}"/>
              </a:ext>
            </a:extLst>
          </p:cNvPr>
          <p:cNvSpPr/>
          <p:nvPr/>
        </p:nvSpPr>
        <p:spPr>
          <a:xfrm>
            <a:off x="3223260" y="388620"/>
            <a:ext cx="2362200" cy="665797"/>
          </a:xfrm>
          <a:prstGeom prst="curvedDownArrow">
            <a:avLst>
              <a:gd name="adj1" fmla="val 25000"/>
              <a:gd name="adj2" fmla="val 50000"/>
              <a:gd name="adj3" fmla="val 28433"/>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solidFill>
                <a:schemeClr val="tx1"/>
              </a:solidFill>
            </a:endParaRPr>
          </a:p>
        </p:txBody>
      </p:sp>
      <p:sp>
        <p:nvSpPr>
          <p:cNvPr id="9" name="TextBox 8">
            <a:extLst>
              <a:ext uri="{FF2B5EF4-FFF2-40B4-BE49-F238E27FC236}">
                <a16:creationId xmlns:a16="http://schemas.microsoft.com/office/drawing/2014/main" id="{90C25F23-4077-E946-29EF-2B50F0456849}"/>
              </a:ext>
            </a:extLst>
          </p:cNvPr>
          <p:cNvSpPr txBox="1"/>
          <p:nvPr/>
        </p:nvSpPr>
        <p:spPr>
          <a:xfrm>
            <a:off x="1014759" y="536852"/>
            <a:ext cx="782587" cy="461665"/>
          </a:xfrm>
          <a:prstGeom prst="rect">
            <a:avLst/>
          </a:prstGeom>
          <a:noFill/>
        </p:spPr>
        <p:txBody>
          <a:bodyPr wrap="none" rtlCol="0">
            <a:spAutoFit/>
          </a:bodyPr>
          <a:lstStyle/>
          <a:p>
            <a:r>
              <a:rPr lang="en-MY" sz="2400" b="1" dirty="0"/>
              <a:t>WBS</a:t>
            </a:r>
          </a:p>
        </p:txBody>
      </p:sp>
      <p:sp>
        <p:nvSpPr>
          <p:cNvPr id="10" name="TextBox 9">
            <a:extLst>
              <a:ext uri="{FF2B5EF4-FFF2-40B4-BE49-F238E27FC236}">
                <a16:creationId xmlns:a16="http://schemas.microsoft.com/office/drawing/2014/main" id="{07DB3F17-47E1-5D8B-AF46-736E7F5E727C}"/>
              </a:ext>
            </a:extLst>
          </p:cNvPr>
          <p:cNvSpPr txBox="1"/>
          <p:nvPr/>
        </p:nvSpPr>
        <p:spPr>
          <a:xfrm>
            <a:off x="2512247" y="6101388"/>
            <a:ext cx="6146426" cy="461665"/>
          </a:xfrm>
          <a:prstGeom prst="rect">
            <a:avLst/>
          </a:prstGeom>
          <a:noFill/>
        </p:spPr>
        <p:txBody>
          <a:bodyPr wrap="none" rtlCol="0">
            <a:spAutoFit/>
          </a:bodyPr>
          <a:lstStyle/>
          <a:p>
            <a:r>
              <a:rPr lang="en-MY" sz="2400" dirty="0">
                <a:solidFill>
                  <a:srgbClr val="FF0000"/>
                </a:solidFill>
              </a:rPr>
              <a:t>TASK in WBS TALLY WITH TASK IN GANTT CHART</a:t>
            </a:r>
          </a:p>
        </p:txBody>
      </p:sp>
      <p:sp>
        <p:nvSpPr>
          <p:cNvPr id="11" name="TextBox 10">
            <a:extLst>
              <a:ext uri="{FF2B5EF4-FFF2-40B4-BE49-F238E27FC236}">
                <a16:creationId xmlns:a16="http://schemas.microsoft.com/office/drawing/2014/main" id="{39C08C8E-5E5B-E6B2-803E-FB2CEA430142}"/>
              </a:ext>
            </a:extLst>
          </p:cNvPr>
          <p:cNvSpPr txBox="1"/>
          <p:nvPr/>
        </p:nvSpPr>
        <p:spPr>
          <a:xfrm>
            <a:off x="6645291" y="459387"/>
            <a:ext cx="2011256" cy="461665"/>
          </a:xfrm>
          <a:prstGeom prst="rect">
            <a:avLst/>
          </a:prstGeom>
          <a:noFill/>
        </p:spPr>
        <p:txBody>
          <a:bodyPr wrap="none" rtlCol="0">
            <a:spAutoFit/>
          </a:bodyPr>
          <a:lstStyle/>
          <a:p>
            <a:r>
              <a:rPr lang="en-MY" sz="2400" b="1" dirty="0"/>
              <a:t>GANTT CHART</a:t>
            </a:r>
          </a:p>
        </p:txBody>
      </p:sp>
    </p:spTree>
    <p:extLst>
      <p:ext uri="{BB962C8B-B14F-4D97-AF65-F5344CB8AC3E}">
        <p14:creationId xmlns:p14="http://schemas.microsoft.com/office/powerpoint/2010/main" val="284012331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CD1E4-6F9D-3FFE-D39A-55AED356FE7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C99264-3C09-B009-45B7-9BDFA052F9F6}"/>
              </a:ext>
            </a:extLst>
          </p:cNvPr>
          <p:cNvSpPr>
            <a:spLocks noGrp="1"/>
          </p:cNvSpPr>
          <p:nvPr>
            <p:ph type="sldNum" sz="quarter" idx="12"/>
          </p:nvPr>
        </p:nvSpPr>
        <p:spPr/>
        <p:txBody>
          <a:bodyPr/>
          <a:lstStyle/>
          <a:p>
            <a:pPr>
              <a:defRPr/>
            </a:pPr>
            <a:fld id="{D1A9425D-9892-784D-B3BB-790F829805F1}" type="slidenum">
              <a:rPr lang="en-US" smtClean="0"/>
              <a:pPr>
                <a:defRPr/>
              </a:pPr>
              <a:t>26</a:t>
            </a:fld>
            <a:endParaRPr lang="en-US"/>
          </a:p>
        </p:txBody>
      </p:sp>
      <p:sp>
        <p:nvSpPr>
          <p:cNvPr id="8" name="Arrow: Curved Down 7">
            <a:extLst>
              <a:ext uri="{FF2B5EF4-FFF2-40B4-BE49-F238E27FC236}">
                <a16:creationId xmlns:a16="http://schemas.microsoft.com/office/drawing/2014/main" id="{AB1C0EF6-06DA-2BE5-962A-E1799F8EBF1B}"/>
              </a:ext>
            </a:extLst>
          </p:cNvPr>
          <p:cNvSpPr/>
          <p:nvPr/>
        </p:nvSpPr>
        <p:spPr>
          <a:xfrm>
            <a:off x="3223260" y="388620"/>
            <a:ext cx="2362200" cy="665797"/>
          </a:xfrm>
          <a:prstGeom prst="curvedDownArrow">
            <a:avLst>
              <a:gd name="adj1" fmla="val 25000"/>
              <a:gd name="adj2" fmla="val 50000"/>
              <a:gd name="adj3" fmla="val 28433"/>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solidFill>
                <a:schemeClr val="tx1"/>
              </a:solidFill>
            </a:endParaRPr>
          </a:p>
        </p:txBody>
      </p:sp>
      <p:sp>
        <p:nvSpPr>
          <p:cNvPr id="9" name="TextBox 8">
            <a:extLst>
              <a:ext uri="{FF2B5EF4-FFF2-40B4-BE49-F238E27FC236}">
                <a16:creationId xmlns:a16="http://schemas.microsoft.com/office/drawing/2014/main" id="{39C58EEE-6BB2-9F52-9933-1EF2739989F0}"/>
              </a:ext>
            </a:extLst>
          </p:cNvPr>
          <p:cNvSpPr txBox="1"/>
          <p:nvPr/>
        </p:nvSpPr>
        <p:spPr>
          <a:xfrm>
            <a:off x="1014759" y="536852"/>
            <a:ext cx="1741118" cy="461665"/>
          </a:xfrm>
          <a:prstGeom prst="rect">
            <a:avLst/>
          </a:prstGeom>
          <a:noFill/>
        </p:spPr>
        <p:txBody>
          <a:bodyPr wrap="none" rtlCol="0">
            <a:spAutoFit/>
          </a:bodyPr>
          <a:lstStyle/>
          <a:p>
            <a:r>
              <a:rPr lang="en-MY" sz="2400" b="1" dirty="0"/>
              <a:t>Gantt Chart </a:t>
            </a:r>
          </a:p>
        </p:txBody>
      </p:sp>
      <p:sp>
        <p:nvSpPr>
          <p:cNvPr id="10" name="TextBox 9">
            <a:extLst>
              <a:ext uri="{FF2B5EF4-FFF2-40B4-BE49-F238E27FC236}">
                <a16:creationId xmlns:a16="http://schemas.microsoft.com/office/drawing/2014/main" id="{0D558F67-87DF-2FE8-3193-37F3CF6F1188}"/>
              </a:ext>
            </a:extLst>
          </p:cNvPr>
          <p:cNvSpPr txBox="1"/>
          <p:nvPr/>
        </p:nvSpPr>
        <p:spPr>
          <a:xfrm>
            <a:off x="2512247" y="6101388"/>
            <a:ext cx="5962851" cy="461665"/>
          </a:xfrm>
          <a:prstGeom prst="rect">
            <a:avLst/>
          </a:prstGeom>
          <a:noFill/>
        </p:spPr>
        <p:txBody>
          <a:bodyPr wrap="none" rtlCol="0">
            <a:spAutoFit/>
          </a:bodyPr>
          <a:lstStyle/>
          <a:p>
            <a:r>
              <a:rPr lang="en-MY" sz="2400" dirty="0">
                <a:solidFill>
                  <a:srgbClr val="FF0000"/>
                </a:solidFill>
              </a:rPr>
              <a:t>TASK in WBS TALLY WITH TASK IN PERT CHART</a:t>
            </a:r>
          </a:p>
        </p:txBody>
      </p:sp>
      <p:sp>
        <p:nvSpPr>
          <p:cNvPr id="11" name="TextBox 10">
            <a:extLst>
              <a:ext uri="{FF2B5EF4-FFF2-40B4-BE49-F238E27FC236}">
                <a16:creationId xmlns:a16="http://schemas.microsoft.com/office/drawing/2014/main" id="{D1CF3EB8-F7DA-EE87-6E03-40562AB9CA7C}"/>
              </a:ext>
            </a:extLst>
          </p:cNvPr>
          <p:cNvSpPr txBox="1"/>
          <p:nvPr/>
        </p:nvSpPr>
        <p:spPr>
          <a:xfrm>
            <a:off x="6749839" y="520349"/>
            <a:ext cx="1680332" cy="461665"/>
          </a:xfrm>
          <a:prstGeom prst="rect">
            <a:avLst/>
          </a:prstGeom>
          <a:noFill/>
        </p:spPr>
        <p:txBody>
          <a:bodyPr wrap="none" rtlCol="0">
            <a:spAutoFit/>
          </a:bodyPr>
          <a:lstStyle/>
          <a:p>
            <a:r>
              <a:rPr lang="en-MY" sz="2400" b="1" dirty="0"/>
              <a:t>PERTCHART</a:t>
            </a:r>
          </a:p>
        </p:txBody>
      </p:sp>
      <p:pic>
        <p:nvPicPr>
          <p:cNvPr id="5" name="Picture 4">
            <a:extLst>
              <a:ext uri="{FF2B5EF4-FFF2-40B4-BE49-F238E27FC236}">
                <a16:creationId xmlns:a16="http://schemas.microsoft.com/office/drawing/2014/main" id="{ADEF9E95-9FCA-6FBB-052D-AB27402B8338}"/>
              </a:ext>
            </a:extLst>
          </p:cNvPr>
          <p:cNvPicPr>
            <a:picLocks noChangeAspect="1"/>
          </p:cNvPicPr>
          <p:nvPr/>
        </p:nvPicPr>
        <p:blipFill>
          <a:blip r:embed="rId3"/>
          <a:stretch>
            <a:fillRect/>
          </a:stretch>
        </p:blipFill>
        <p:spPr>
          <a:xfrm>
            <a:off x="4733926" y="1277607"/>
            <a:ext cx="7255610" cy="4345953"/>
          </a:xfrm>
          <a:prstGeom prst="rect">
            <a:avLst/>
          </a:prstGeom>
        </p:spPr>
      </p:pic>
      <p:pic>
        <p:nvPicPr>
          <p:cNvPr id="3" name="Picture 2">
            <a:extLst>
              <a:ext uri="{FF2B5EF4-FFF2-40B4-BE49-F238E27FC236}">
                <a16:creationId xmlns:a16="http://schemas.microsoft.com/office/drawing/2014/main" id="{85C13181-F980-9970-DF72-ADEB646B291F}"/>
              </a:ext>
            </a:extLst>
          </p:cNvPr>
          <p:cNvPicPr>
            <a:picLocks noChangeAspect="1"/>
          </p:cNvPicPr>
          <p:nvPr/>
        </p:nvPicPr>
        <p:blipFill>
          <a:blip r:embed="rId4"/>
          <a:stretch>
            <a:fillRect/>
          </a:stretch>
        </p:blipFill>
        <p:spPr>
          <a:xfrm>
            <a:off x="188460" y="1277607"/>
            <a:ext cx="4215900" cy="3334703"/>
          </a:xfrm>
          <a:prstGeom prst="rect">
            <a:avLst/>
          </a:prstGeom>
        </p:spPr>
      </p:pic>
    </p:spTree>
    <p:extLst>
      <p:ext uri="{BB962C8B-B14F-4D97-AF65-F5344CB8AC3E}">
        <p14:creationId xmlns:p14="http://schemas.microsoft.com/office/powerpoint/2010/main" val="363559688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19160-BF49-2AB2-EB10-C19E469F763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B3717680-B8C4-883E-15BD-5F1A0AF3563C}"/>
              </a:ext>
            </a:extLst>
          </p:cNvPr>
          <p:cNvSpPr txBox="1">
            <a:spLocks noChangeArrowheads="1"/>
          </p:cNvSpPr>
          <p:nvPr/>
        </p:nvSpPr>
        <p:spPr bwMode="auto">
          <a:xfrm>
            <a:off x="2311147" y="365760"/>
            <a:ext cx="7569706" cy="12882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90000"/>
              </a:lnSpc>
              <a:spcAft>
                <a:spcPts val="600"/>
              </a:spcAft>
            </a:pPr>
            <a:r>
              <a:rPr lang="en-US" altLang="en-US" sz="4100" b="1" kern="1200">
                <a:solidFill>
                  <a:schemeClr val="tx1"/>
                </a:solidFill>
                <a:latin typeface="+mj-lt"/>
                <a:ea typeface="+mj-ea"/>
                <a:cs typeface="+mj-cs"/>
              </a:rPr>
              <a:t>PROJECT PLANNING AND CONTROL</a:t>
            </a:r>
            <a:endParaRPr lang="en-US" altLang="en-US" sz="4100" kern="1200">
              <a:solidFill>
                <a:schemeClr val="tx1"/>
              </a:solidFill>
              <a:latin typeface="+mj-lt"/>
              <a:ea typeface="+mj-ea"/>
              <a:cs typeface="+mj-cs"/>
            </a:endParaRPr>
          </a:p>
        </p:txBody>
      </p:sp>
      <p:sp>
        <p:nvSpPr>
          <p:cNvPr id="4" name="Content Placeholder 3">
            <a:extLst>
              <a:ext uri="{FF2B5EF4-FFF2-40B4-BE49-F238E27FC236}">
                <a16:creationId xmlns:a16="http://schemas.microsoft.com/office/drawing/2014/main" id="{8BE9F2C7-0737-E35C-E8BA-AC4529D03B49}"/>
              </a:ext>
            </a:extLst>
          </p:cNvPr>
          <p:cNvSpPr>
            <a:spLocks noGrp="1"/>
          </p:cNvSpPr>
          <p:nvPr>
            <p:ph idx="4294967295"/>
          </p:nvPr>
        </p:nvSpPr>
        <p:spPr>
          <a:xfrm>
            <a:off x="2165569" y="1956816"/>
            <a:ext cx="7860863" cy="4024884"/>
          </a:xfrm>
        </p:spPr>
        <p:txBody>
          <a:bodyPr vert="horz" lIns="91440" tIns="45720" rIns="91440" bIns="45720" rtlCol="0" anchor="t">
            <a:normAutofit/>
          </a:bodyPr>
          <a:lstStyle/>
          <a:p>
            <a:pPr eaLnBrk="1" hangingPunct="1"/>
            <a:r>
              <a:rPr lang="en-US" sz="2400" dirty="0"/>
              <a:t>Planning includes:</a:t>
            </a:r>
          </a:p>
          <a:p>
            <a:pPr lvl="1" eaLnBrk="1" hangingPunct="1"/>
            <a:r>
              <a:rPr lang="en-US" dirty="0"/>
              <a:t>Selecting a systems analysis team, assign members.</a:t>
            </a:r>
          </a:p>
          <a:p>
            <a:pPr lvl="1" eaLnBrk="1" hangingPunct="1"/>
            <a:r>
              <a:rPr lang="en-US" dirty="0"/>
              <a:t>Estimating time required to complete each task.</a:t>
            </a:r>
          </a:p>
          <a:p>
            <a:pPr lvl="1" eaLnBrk="1" hangingPunct="1"/>
            <a:r>
              <a:rPr lang="en-US" dirty="0"/>
              <a:t>Scheduling the project.</a:t>
            </a:r>
          </a:p>
          <a:p>
            <a:pPr eaLnBrk="1" hangingPunct="1"/>
            <a:endParaRPr lang="en-US" sz="2400" dirty="0"/>
          </a:p>
          <a:p>
            <a:pPr eaLnBrk="1" hangingPunct="1"/>
            <a:r>
              <a:rPr lang="en-US" sz="2400" dirty="0"/>
              <a:t>Control means using feedback to monitor project, including: </a:t>
            </a:r>
          </a:p>
          <a:p>
            <a:pPr lvl="1" eaLnBrk="1" hangingPunct="1"/>
            <a:r>
              <a:rPr lang="en-US" dirty="0"/>
              <a:t>Comparing the plan for the project with its actual evolution.</a:t>
            </a:r>
          </a:p>
          <a:p>
            <a:pPr lvl="1" eaLnBrk="1" hangingPunct="1"/>
            <a:r>
              <a:rPr lang="en-US" dirty="0"/>
              <a:t>Taking appropriate action to expedite or reschedule activities.</a:t>
            </a:r>
          </a:p>
          <a:p>
            <a:pPr eaLnBrk="1" hangingPunct="1"/>
            <a:endParaRPr lang="en-US" sz="2400" dirty="0"/>
          </a:p>
        </p:txBody>
      </p:sp>
      <p:sp>
        <p:nvSpPr>
          <p:cNvPr id="2" name="Slide Number Placeholder 1">
            <a:extLst>
              <a:ext uri="{FF2B5EF4-FFF2-40B4-BE49-F238E27FC236}">
                <a16:creationId xmlns:a16="http://schemas.microsoft.com/office/drawing/2014/main" id="{515E8560-4798-F582-8A7B-4D20B602ECE5}"/>
              </a:ext>
            </a:extLst>
          </p:cNvPr>
          <p:cNvSpPr>
            <a:spLocks noGrp="1"/>
          </p:cNvSpPr>
          <p:nvPr>
            <p:ph type="sldNum" sz="quarter" idx="12"/>
          </p:nvPr>
        </p:nvSpPr>
        <p:spPr>
          <a:xfrm>
            <a:off x="11263713" y="6108192"/>
            <a:ext cx="548640" cy="548640"/>
          </a:xfrm>
          <a:prstGeom prst="ellipse">
            <a:avLst/>
          </a:prstGeom>
          <a:solidFill>
            <a:srgbClr val="808080"/>
          </a:solidFill>
        </p:spPr>
        <p:txBody>
          <a:bodyPr vert="horz" lIns="91440" tIns="45720" rIns="91440" bIns="45720" rtlCol="0" anchor="ctr">
            <a:normAutofit/>
          </a:bodyPr>
          <a:lstStyle/>
          <a:p>
            <a:pPr algn="ctr">
              <a:spcAft>
                <a:spcPts val="600"/>
              </a:spcAft>
              <a:defRPr/>
            </a:pPr>
            <a:fld id="{D1A9425D-9892-784D-B3BB-790F829805F1}" type="slidenum">
              <a:rPr lang="en-US" sz="1500">
                <a:solidFill>
                  <a:srgbClr val="FFFFFF"/>
                </a:solidFill>
              </a:rPr>
              <a:pPr algn="ctr">
                <a:spcAft>
                  <a:spcPts val="600"/>
                </a:spcAft>
                <a:defRPr/>
              </a:pPr>
              <a:t>27</a:t>
            </a:fld>
            <a:endParaRPr lang="en-US" sz="1500">
              <a:solidFill>
                <a:srgbClr val="FFFFFF"/>
              </a:solidFill>
            </a:endParaRPr>
          </a:p>
        </p:txBody>
      </p:sp>
    </p:spTree>
    <p:extLst>
      <p:ext uri="{BB962C8B-B14F-4D97-AF65-F5344CB8AC3E}">
        <p14:creationId xmlns:p14="http://schemas.microsoft.com/office/powerpoint/2010/main" val="285150482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4CA2BC-E29F-334D-98C8-28F337D8574C}"/>
              </a:ext>
            </a:extLst>
          </p:cNvPr>
          <p:cNvSpPr txBox="1">
            <a:spLocks noChangeArrowheads="1"/>
          </p:cNvSpPr>
          <p:nvPr/>
        </p:nvSpPr>
        <p:spPr bwMode="auto">
          <a:xfrm>
            <a:off x="4965430" y="629268"/>
            <a:ext cx="6586491" cy="128616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norm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90000"/>
              </a:lnSpc>
              <a:spcAft>
                <a:spcPts val="600"/>
              </a:spcAft>
            </a:pPr>
            <a:r>
              <a:rPr lang="en-US" altLang="en-US" sz="4400" b="1">
                <a:latin typeface="+mj-lt"/>
                <a:ea typeface="+mj-ea"/>
                <a:cs typeface="+mj-cs"/>
              </a:rPr>
              <a:t>PROJECT CHARTER</a:t>
            </a:r>
            <a:endParaRPr lang="en-US" altLang="en-US" sz="4400">
              <a:latin typeface="+mj-lt"/>
              <a:ea typeface="+mj-ea"/>
              <a:cs typeface="+mj-cs"/>
            </a:endParaRPr>
          </a:p>
        </p:txBody>
      </p:sp>
      <p:sp>
        <p:nvSpPr>
          <p:cNvPr id="59397" name="Rectangle 3"/>
          <p:cNvSpPr>
            <a:spLocks noGrp="1" noChangeArrowheads="1"/>
          </p:cNvSpPr>
          <p:nvPr>
            <p:ph type="body" idx="4294967295"/>
          </p:nvPr>
        </p:nvSpPr>
        <p:spPr>
          <a:xfrm>
            <a:off x="4965431" y="2438400"/>
            <a:ext cx="6809802" cy="3785419"/>
          </a:xfrm>
        </p:spPr>
        <p:txBody>
          <a:bodyPr vert="horz" lIns="91440" tIns="45720" rIns="91440" bIns="45720" rtlCol="0">
            <a:normAutofit/>
          </a:bodyPr>
          <a:lstStyle/>
          <a:p>
            <a:pPr eaLnBrk="1" hangingPunct="1"/>
            <a:r>
              <a:rPr lang="en-US" sz="2400" dirty="0"/>
              <a:t>Describes in a written document what the expected results of the systems project are and the time frame for delivery.</a:t>
            </a:r>
          </a:p>
          <a:p>
            <a:pPr eaLnBrk="1" hangingPunct="1"/>
            <a:r>
              <a:rPr lang="en-US" sz="2400" dirty="0"/>
              <a:t>Written narrative that clarifies several questions such as:</a:t>
            </a:r>
          </a:p>
          <a:p>
            <a:pPr marL="971550" lvl="1" eaLnBrk="1" hangingPunct="1">
              <a:spcBef>
                <a:spcPts val="0"/>
              </a:spcBef>
            </a:pPr>
            <a:r>
              <a:rPr lang="en-US" dirty="0"/>
              <a:t>What does the user expect of the project?</a:t>
            </a:r>
          </a:p>
          <a:p>
            <a:pPr marL="971550" lvl="1" eaLnBrk="1" hangingPunct="1">
              <a:spcBef>
                <a:spcPts val="0"/>
              </a:spcBef>
            </a:pPr>
            <a:r>
              <a:rPr lang="en-US" dirty="0"/>
              <a:t>What is the scope?</a:t>
            </a:r>
          </a:p>
          <a:p>
            <a:pPr marL="971550" lvl="1" eaLnBrk="1" hangingPunct="1">
              <a:spcBef>
                <a:spcPts val="0"/>
              </a:spcBef>
            </a:pPr>
            <a:r>
              <a:rPr lang="en-US" dirty="0"/>
              <a:t>What analysis methods will be used?</a:t>
            </a:r>
          </a:p>
          <a:p>
            <a:pPr marL="971550" lvl="1" eaLnBrk="1" hangingPunct="1">
              <a:spcBef>
                <a:spcPts val="0"/>
              </a:spcBef>
            </a:pPr>
            <a:r>
              <a:rPr lang="en-US" dirty="0"/>
              <a:t>Who are the key participants?</a:t>
            </a:r>
          </a:p>
          <a:p>
            <a:pPr marL="971550" lvl="1" eaLnBrk="1" hangingPunct="1">
              <a:spcBef>
                <a:spcPts val="0"/>
              </a:spcBef>
            </a:pPr>
            <a:r>
              <a:rPr lang="en-US" dirty="0"/>
              <a:t>What are the project deliverable?</a:t>
            </a:r>
          </a:p>
        </p:txBody>
      </p:sp>
      <p:pic>
        <p:nvPicPr>
          <p:cNvPr id="59399" name="Picture 59398" descr="Engineering drawing&#10;&#10;Description automatically generated">
            <a:extLst>
              <a:ext uri="{FF2B5EF4-FFF2-40B4-BE49-F238E27FC236}">
                <a16:creationId xmlns:a16="http://schemas.microsoft.com/office/drawing/2014/main" id="{73037B0E-997D-4465-8C13-B55CEDBF3349}"/>
              </a:ext>
            </a:extLst>
          </p:cNvPr>
          <p:cNvPicPr>
            <a:picLocks noChangeAspect="1"/>
          </p:cNvPicPr>
          <p:nvPr/>
        </p:nvPicPr>
        <p:blipFill rotWithShape="1">
          <a:blip r:embed="rId2"/>
          <a:srcRect l="54882" r="-1" b="-1"/>
          <a:stretch/>
        </p:blipFill>
        <p:spPr>
          <a:xfrm>
            <a:off x="20" y="10"/>
            <a:ext cx="4635571" cy="6857990"/>
          </a:xfrm>
          <a:prstGeom prst="rect">
            <a:avLst/>
          </a:prstGeom>
          <a:effectLst/>
        </p:spPr>
      </p:pic>
      <p:sp>
        <p:nvSpPr>
          <p:cNvPr id="2" name="Slide Number Placeholder 1">
            <a:extLst>
              <a:ext uri="{FF2B5EF4-FFF2-40B4-BE49-F238E27FC236}">
                <a16:creationId xmlns:a16="http://schemas.microsoft.com/office/drawing/2014/main" id="{4F40BA22-995E-0649-A64B-A5CE212216B8}"/>
              </a:ext>
            </a:extLst>
          </p:cNvPr>
          <p:cNvSpPr>
            <a:spLocks noGrp="1"/>
          </p:cNvSpPr>
          <p:nvPr>
            <p:ph type="sldNum" sz="quarter" idx="12"/>
          </p:nvPr>
        </p:nvSpPr>
        <p:spPr>
          <a:xfrm>
            <a:off x="10167042" y="6356350"/>
            <a:ext cx="1186758" cy="365125"/>
          </a:xfrm>
        </p:spPr>
        <p:txBody>
          <a:bodyPr vert="horz" lIns="91440" tIns="45720" rIns="91440" bIns="45720" rtlCol="0" anchor="ctr">
            <a:normAutofit/>
          </a:bodyPr>
          <a:lstStyle/>
          <a:p>
            <a:pPr>
              <a:spcAft>
                <a:spcPts val="600"/>
              </a:spcAft>
              <a:defRPr/>
            </a:pPr>
            <a:fld id="{D1A9425D-9892-784D-B3BB-790F829805F1}" type="slidenum">
              <a:rPr lang="en-US" smtClean="0">
                <a:solidFill>
                  <a:prstClr val="black">
                    <a:tint val="75000"/>
                  </a:prstClr>
                </a:solidFill>
                <a:latin typeface="Calibri" panose="020F0502020204030204"/>
              </a:rPr>
              <a:pPr>
                <a:spcAft>
                  <a:spcPts val="600"/>
                </a:spcAft>
                <a:defRPr/>
              </a:pPr>
              <a:t>28</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286141941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34820F6-6C26-1EBF-5C42-FA03DE41E161}"/>
              </a:ext>
            </a:extLst>
          </p:cNvPr>
          <p:cNvSpPr txBox="1"/>
          <p:nvPr/>
        </p:nvSpPr>
        <p:spPr bwMode="auto">
          <a:xfrm>
            <a:off x="3647115" y="2649752"/>
            <a:ext cx="4706938" cy="1015663"/>
          </a:xfrm>
          <a:prstGeom prst="rect">
            <a:avLst/>
          </a:prstGeom>
          <a:noFill/>
        </p:spPr>
        <p:txBody>
          <a:bodyPr anchor="ctr">
            <a:spAutoFit/>
          </a:bodyPr>
          <a:lstStyle/>
          <a:p>
            <a:pPr algn="ctr" eaLnBrk="1" fontAlgn="auto" hangingPunct="1">
              <a:spcBef>
                <a:spcPts val="0"/>
              </a:spcBef>
              <a:spcAft>
                <a:spcPts val="0"/>
              </a:spcAft>
              <a:defRPr/>
            </a:pPr>
            <a:r>
              <a:rPr lang="en-US" sz="6000" b="1" dirty="0">
                <a:solidFill>
                  <a:schemeClr val="bg1"/>
                </a:solidFill>
                <a:cs typeface="Arial" panose="020B0604020202020204" pitchFamily="34" charset="0"/>
              </a:rPr>
              <a:t>THANK YOU</a:t>
            </a:r>
          </a:p>
        </p:txBody>
      </p:sp>
      <p:sp>
        <p:nvSpPr>
          <p:cNvPr id="16" name="TextBox 15">
            <a:extLst>
              <a:ext uri="{FF2B5EF4-FFF2-40B4-BE49-F238E27FC236}">
                <a16:creationId xmlns:a16="http://schemas.microsoft.com/office/drawing/2014/main" id="{ADC1C89C-415D-8541-332A-2F542D81F044}"/>
              </a:ext>
            </a:extLst>
          </p:cNvPr>
          <p:cNvSpPr txBox="1"/>
          <p:nvPr/>
        </p:nvSpPr>
        <p:spPr>
          <a:xfrm>
            <a:off x="4434467" y="4076956"/>
            <a:ext cx="1661533" cy="276999"/>
          </a:xfrm>
          <a:prstGeom prst="rect">
            <a:avLst/>
          </a:prstGeom>
          <a:noFill/>
        </p:spPr>
        <p:txBody>
          <a:bodyPr wrap="square" rtlCol="0">
            <a:spAutoFit/>
          </a:bodyPr>
          <a:lstStyle/>
          <a:p>
            <a:r>
              <a:rPr lang="en-MY" sz="1200" dirty="0">
                <a:solidFill>
                  <a:schemeClr val="bg1"/>
                </a:solidFill>
              </a:rPr>
              <a:t>univteknologimalaysia</a:t>
            </a:r>
          </a:p>
        </p:txBody>
      </p:sp>
      <p:grpSp>
        <p:nvGrpSpPr>
          <p:cNvPr id="17" name="Group 16">
            <a:extLst>
              <a:ext uri="{FF2B5EF4-FFF2-40B4-BE49-F238E27FC236}">
                <a16:creationId xmlns:a16="http://schemas.microsoft.com/office/drawing/2014/main" id="{7136870D-2DAD-C7DB-DE9D-5E9D14D472AB}"/>
              </a:ext>
            </a:extLst>
          </p:cNvPr>
          <p:cNvGrpSpPr/>
          <p:nvPr/>
        </p:nvGrpSpPr>
        <p:grpSpPr>
          <a:xfrm>
            <a:off x="3366240" y="4067101"/>
            <a:ext cx="280228" cy="281958"/>
            <a:chOff x="2163763" y="-1266825"/>
            <a:chExt cx="1028700" cy="1035050"/>
          </a:xfrm>
          <a:solidFill>
            <a:schemeClr val="bg1">
              <a:lumMod val="95000"/>
            </a:schemeClr>
          </a:solidFill>
        </p:grpSpPr>
        <p:sp>
          <p:nvSpPr>
            <p:cNvPr id="18" name="Freeform 5">
              <a:extLst>
                <a:ext uri="{FF2B5EF4-FFF2-40B4-BE49-F238E27FC236}">
                  <a16:creationId xmlns:a16="http://schemas.microsoft.com/office/drawing/2014/main" id="{9CA6BC94-EC3A-003F-BBFA-332A294D5FB2}"/>
                </a:ext>
              </a:extLst>
            </p:cNvPr>
            <p:cNvSpPr>
              <a:spLocks noEditPoints="1"/>
            </p:cNvSpPr>
            <p:nvPr/>
          </p:nvSpPr>
          <p:spPr bwMode="auto">
            <a:xfrm>
              <a:off x="2163763" y="-1266825"/>
              <a:ext cx="1028700" cy="1035050"/>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5 w 396"/>
                <a:gd name="T25" fmla="*/ 198 h 396"/>
                <a:gd name="T26" fmla="*/ 69 w 396"/>
                <a:gd name="T27" fmla="*/ 327 h 396"/>
                <a:gd name="T28" fmla="*/ 198 w 396"/>
                <a:gd name="T29" fmla="*/ 380 h 396"/>
                <a:gd name="T30" fmla="*/ 327 w 396"/>
                <a:gd name="T31" fmla="*/ 327 h 396"/>
                <a:gd name="T32" fmla="*/ 380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2" y="0"/>
                    <a:pt x="302" y="22"/>
                    <a:pt x="338" y="58"/>
                  </a:cubicBezTo>
                  <a:cubicBezTo>
                    <a:pt x="374" y="93"/>
                    <a:pt x="396" y="143"/>
                    <a:pt x="396" y="198"/>
                  </a:cubicBezTo>
                  <a:cubicBezTo>
                    <a:pt x="396" y="252"/>
                    <a:pt x="374" y="302"/>
                    <a:pt x="338" y="338"/>
                  </a:cubicBezTo>
                  <a:cubicBezTo>
                    <a:pt x="302" y="374"/>
                    <a:pt x="252" y="396"/>
                    <a:pt x="198" y="396"/>
                  </a:cubicBezTo>
                  <a:cubicBezTo>
                    <a:pt x="143" y="396"/>
                    <a:pt x="93" y="374"/>
                    <a:pt x="58" y="338"/>
                  </a:cubicBezTo>
                  <a:cubicBezTo>
                    <a:pt x="22" y="302"/>
                    <a:pt x="0" y="252"/>
                    <a:pt x="0" y="198"/>
                  </a:cubicBezTo>
                  <a:cubicBezTo>
                    <a:pt x="0" y="143"/>
                    <a:pt x="22" y="93"/>
                    <a:pt x="58" y="58"/>
                  </a:cubicBezTo>
                  <a:cubicBezTo>
                    <a:pt x="93" y="22"/>
                    <a:pt x="143" y="0"/>
                    <a:pt x="198" y="0"/>
                  </a:cubicBezTo>
                  <a:close/>
                  <a:moveTo>
                    <a:pt x="327" y="69"/>
                  </a:moveTo>
                  <a:cubicBezTo>
                    <a:pt x="294" y="36"/>
                    <a:pt x="248" y="15"/>
                    <a:pt x="198" y="15"/>
                  </a:cubicBezTo>
                  <a:cubicBezTo>
                    <a:pt x="147" y="15"/>
                    <a:pt x="102" y="36"/>
                    <a:pt x="69" y="69"/>
                  </a:cubicBezTo>
                  <a:cubicBezTo>
                    <a:pt x="36" y="102"/>
                    <a:pt x="15" y="147"/>
                    <a:pt x="15" y="198"/>
                  </a:cubicBezTo>
                  <a:cubicBezTo>
                    <a:pt x="15" y="248"/>
                    <a:pt x="36" y="294"/>
                    <a:pt x="69" y="327"/>
                  </a:cubicBezTo>
                  <a:cubicBezTo>
                    <a:pt x="102" y="360"/>
                    <a:pt x="147" y="380"/>
                    <a:pt x="198" y="380"/>
                  </a:cubicBezTo>
                  <a:cubicBezTo>
                    <a:pt x="248" y="380"/>
                    <a:pt x="294" y="360"/>
                    <a:pt x="327" y="327"/>
                  </a:cubicBezTo>
                  <a:cubicBezTo>
                    <a:pt x="360" y="294"/>
                    <a:pt x="380" y="248"/>
                    <a:pt x="380" y="198"/>
                  </a:cubicBezTo>
                  <a:cubicBezTo>
                    <a:pt x="380" y="147"/>
                    <a:pt x="360" y="102"/>
                    <a:pt x="327"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1">
              <a:extLst>
                <a:ext uri="{FF2B5EF4-FFF2-40B4-BE49-F238E27FC236}">
                  <a16:creationId xmlns:a16="http://schemas.microsoft.com/office/drawing/2014/main" id="{ED93D63C-4E6A-702C-8FFD-729BB391A998}"/>
                </a:ext>
              </a:extLst>
            </p:cNvPr>
            <p:cNvSpPr>
              <a:spLocks/>
            </p:cNvSpPr>
            <p:nvPr/>
          </p:nvSpPr>
          <p:spPr bwMode="auto">
            <a:xfrm>
              <a:off x="2554288" y="-1014413"/>
              <a:ext cx="246063" cy="528638"/>
            </a:xfrm>
            <a:custGeom>
              <a:avLst/>
              <a:gdLst>
                <a:gd name="T0" fmla="*/ 63 w 95"/>
                <a:gd name="T1" fmla="*/ 60 h 202"/>
                <a:gd name="T2" fmla="*/ 63 w 95"/>
                <a:gd name="T3" fmla="*/ 44 h 202"/>
                <a:gd name="T4" fmla="*/ 72 w 95"/>
                <a:gd name="T5" fmla="*/ 34 h 202"/>
                <a:gd name="T6" fmla="*/ 94 w 95"/>
                <a:gd name="T7" fmla="*/ 34 h 202"/>
                <a:gd name="T8" fmla="*/ 94 w 95"/>
                <a:gd name="T9" fmla="*/ 0 h 202"/>
                <a:gd name="T10" fmla="*/ 63 w 95"/>
                <a:gd name="T11" fmla="*/ 0 h 202"/>
                <a:gd name="T12" fmla="*/ 21 w 95"/>
                <a:gd name="T13" fmla="*/ 42 h 202"/>
                <a:gd name="T14" fmla="*/ 21 w 95"/>
                <a:gd name="T15" fmla="*/ 60 h 202"/>
                <a:gd name="T16" fmla="*/ 0 w 95"/>
                <a:gd name="T17" fmla="*/ 60 h 202"/>
                <a:gd name="T18" fmla="*/ 0 w 95"/>
                <a:gd name="T19" fmla="*/ 85 h 202"/>
                <a:gd name="T20" fmla="*/ 0 w 95"/>
                <a:gd name="T21" fmla="*/ 101 h 202"/>
                <a:gd name="T22" fmla="*/ 21 w 95"/>
                <a:gd name="T23" fmla="*/ 101 h 202"/>
                <a:gd name="T24" fmla="*/ 21 w 95"/>
                <a:gd name="T25" fmla="*/ 202 h 202"/>
                <a:gd name="T26" fmla="*/ 61 w 95"/>
                <a:gd name="T27" fmla="*/ 202 h 202"/>
                <a:gd name="T28" fmla="*/ 61 w 95"/>
                <a:gd name="T29" fmla="*/ 101 h 202"/>
                <a:gd name="T30" fmla="*/ 91 w 95"/>
                <a:gd name="T31" fmla="*/ 101 h 202"/>
                <a:gd name="T32" fmla="*/ 92 w 95"/>
                <a:gd name="T33" fmla="*/ 85 h 202"/>
                <a:gd name="T34" fmla="*/ 95 w 95"/>
                <a:gd name="T35" fmla="*/ 60 h 202"/>
                <a:gd name="T36" fmla="*/ 63 w 95"/>
                <a:gd name="T37" fmla="*/ 60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5" h="202">
                  <a:moveTo>
                    <a:pt x="63" y="60"/>
                  </a:moveTo>
                  <a:cubicBezTo>
                    <a:pt x="63" y="44"/>
                    <a:pt x="63" y="44"/>
                    <a:pt x="63" y="44"/>
                  </a:cubicBezTo>
                  <a:cubicBezTo>
                    <a:pt x="63" y="36"/>
                    <a:pt x="68" y="34"/>
                    <a:pt x="72" y="34"/>
                  </a:cubicBezTo>
                  <a:cubicBezTo>
                    <a:pt x="75" y="34"/>
                    <a:pt x="94" y="34"/>
                    <a:pt x="94" y="34"/>
                  </a:cubicBezTo>
                  <a:cubicBezTo>
                    <a:pt x="94" y="0"/>
                    <a:pt x="94" y="0"/>
                    <a:pt x="94" y="0"/>
                  </a:cubicBezTo>
                  <a:cubicBezTo>
                    <a:pt x="63" y="0"/>
                    <a:pt x="63" y="0"/>
                    <a:pt x="63" y="0"/>
                  </a:cubicBezTo>
                  <a:cubicBezTo>
                    <a:pt x="28" y="0"/>
                    <a:pt x="21" y="25"/>
                    <a:pt x="21" y="42"/>
                  </a:cubicBezTo>
                  <a:cubicBezTo>
                    <a:pt x="21" y="60"/>
                    <a:pt x="21" y="60"/>
                    <a:pt x="21" y="60"/>
                  </a:cubicBezTo>
                  <a:cubicBezTo>
                    <a:pt x="0" y="60"/>
                    <a:pt x="0" y="60"/>
                    <a:pt x="0" y="60"/>
                  </a:cubicBezTo>
                  <a:cubicBezTo>
                    <a:pt x="0" y="85"/>
                    <a:pt x="0" y="85"/>
                    <a:pt x="0" y="85"/>
                  </a:cubicBezTo>
                  <a:cubicBezTo>
                    <a:pt x="0" y="101"/>
                    <a:pt x="0" y="101"/>
                    <a:pt x="0" y="101"/>
                  </a:cubicBezTo>
                  <a:cubicBezTo>
                    <a:pt x="21" y="101"/>
                    <a:pt x="21" y="101"/>
                    <a:pt x="21" y="101"/>
                  </a:cubicBezTo>
                  <a:cubicBezTo>
                    <a:pt x="21" y="147"/>
                    <a:pt x="21" y="202"/>
                    <a:pt x="21" y="202"/>
                  </a:cubicBezTo>
                  <a:cubicBezTo>
                    <a:pt x="61" y="202"/>
                    <a:pt x="61" y="202"/>
                    <a:pt x="61" y="202"/>
                  </a:cubicBezTo>
                  <a:cubicBezTo>
                    <a:pt x="61" y="202"/>
                    <a:pt x="61" y="146"/>
                    <a:pt x="61" y="101"/>
                  </a:cubicBezTo>
                  <a:cubicBezTo>
                    <a:pt x="91" y="101"/>
                    <a:pt x="91" y="101"/>
                    <a:pt x="91" y="101"/>
                  </a:cubicBezTo>
                  <a:cubicBezTo>
                    <a:pt x="92" y="85"/>
                    <a:pt x="92" y="85"/>
                    <a:pt x="92" y="85"/>
                  </a:cubicBezTo>
                  <a:cubicBezTo>
                    <a:pt x="95" y="60"/>
                    <a:pt x="95" y="60"/>
                    <a:pt x="95" y="60"/>
                  </a:cubicBezTo>
                  <a:lnTo>
                    <a:pt x="63"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0" name="Group 19">
            <a:extLst>
              <a:ext uri="{FF2B5EF4-FFF2-40B4-BE49-F238E27FC236}">
                <a16:creationId xmlns:a16="http://schemas.microsoft.com/office/drawing/2014/main" id="{309B19F7-B624-3ABA-C567-5166FD20AAE7}"/>
              </a:ext>
            </a:extLst>
          </p:cNvPr>
          <p:cNvGrpSpPr/>
          <p:nvPr/>
        </p:nvGrpSpPr>
        <p:grpSpPr>
          <a:xfrm>
            <a:off x="7531144" y="4077067"/>
            <a:ext cx="279796" cy="281958"/>
            <a:chOff x="3470276" y="-1266825"/>
            <a:chExt cx="1027113" cy="1035050"/>
          </a:xfrm>
          <a:solidFill>
            <a:schemeClr val="bg1">
              <a:lumMod val="95000"/>
            </a:schemeClr>
          </a:solidFill>
        </p:grpSpPr>
        <p:sp>
          <p:nvSpPr>
            <p:cNvPr id="21" name="Freeform 6">
              <a:extLst>
                <a:ext uri="{FF2B5EF4-FFF2-40B4-BE49-F238E27FC236}">
                  <a16:creationId xmlns:a16="http://schemas.microsoft.com/office/drawing/2014/main" id="{1D2869D3-FA80-AF09-B200-6780D06BD571}"/>
                </a:ext>
              </a:extLst>
            </p:cNvPr>
            <p:cNvSpPr>
              <a:spLocks noEditPoints="1"/>
            </p:cNvSpPr>
            <p:nvPr/>
          </p:nvSpPr>
          <p:spPr bwMode="auto">
            <a:xfrm>
              <a:off x="3470276" y="-1266825"/>
              <a:ext cx="1027113" cy="1035050"/>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8 w 396"/>
                <a:gd name="T19" fmla="*/ 69 h 396"/>
                <a:gd name="T20" fmla="*/ 198 w 396"/>
                <a:gd name="T21" fmla="*/ 15 h 396"/>
                <a:gd name="T22" fmla="*/ 69 w 396"/>
                <a:gd name="T23" fmla="*/ 69 h 396"/>
                <a:gd name="T24" fmla="*/ 16 w 396"/>
                <a:gd name="T25" fmla="*/ 198 h 396"/>
                <a:gd name="T26" fmla="*/ 69 w 396"/>
                <a:gd name="T27" fmla="*/ 327 h 396"/>
                <a:gd name="T28" fmla="*/ 198 w 396"/>
                <a:gd name="T29" fmla="*/ 380 h 396"/>
                <a:gd name="T30" fmla="*/ 328 w 396"/>
                <a:gd name="T31" fmla="*/ 327 h 396"/>
                <a:gd name="T32" fmla="*/ 381 w 396"/>
                <a:gd name="T33" fmla="*/ 198 h 396"/>
                <a:gd name="T34" fmla="*/ 328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3" y="0"/>
                    <a:pt x="303" y="22"/>
                    <a:pt x="338" y="58"/>
                  </a:cubicBezTo>
                  <a:cubicBezTo>
                    <a:pt x="374" y="93"/>
                    <a:pt x="396" y="143"/>
                    <a:pt x="396" y="198"/>
                  </a:cubicBezTo>
                  <a:cubicBezTo>
                    <a:pt x="396" y="252"/>
                    <a:pt x="374" y="302"/>
                    <a:pt x="338" y="338"/>
                  </a:cubicBezTo>
                  <a:cubicBezTo>
                    <a:pt x="303" y="374"/>
                    <a:pt x="253" y="396"/>
                    <a:pt x="198" y="396"/>
                  </a:cubicBezTo>
                  <a:cubicBezTo>
                    <a:pt x="144" y="396"/>
                    <a:pt x="94" y="374"/>
                    <a:pt x="58" y="338"/>
                  </a:cubicBezTo>
                  <a:cubicBezTo>
                    <a:pt x="22" y="302"/>
                    <a:pt x="0" y="252"/>
                    <a:pt x="0" y="198"/>
                  </a:cubicBezTo>
                  <a:cubicBezTo>
                    <a:pt x="0" y="143"/>
                    <a:pt x="22" y="93"/>
                    <a:pt x="58" y="58"/>
                  </a:cubicBezTo>
                  <a:cubicBezTo>
                    <a:pt x="94" y="22"/>
                    <a:pt x="144" y="0"/>
                    <a:pt x="198" y="0"/>
                  </a:cubicBezTo>
                  <a:close/>
                  <a:moveTo>
                    <a:pt x="328" y="69"/>
                  </a:moveTo>
                  <a:cubicBezTo>
                    <a:pt x="294" y="36"/>
                    <a:pt x="249" y="15"/>
                    <a:pt x="198" y="15"/>
                  </a:cubicBezTo>
                  <a:cubicBezTo>
                    <a:pt x="148" y="15"/>
                    <a:pt x="102" y="36"/>
                    <a:pt x="69" y="69"/>
                  </a:cubicBezTo>
                  <a:cubicBezTo>
                    <a:pt x="36" y="102"/>
                    <a:pt x="16" y="147"/>
                    <a:pt x="16" y="198"/>
                  </a:cubicBezTo>
                  <a:cubicBezTo>
                    <a:pt x="16" y="248"/>
                    <a:pt x="36" y="294"/>
                    <a:pt x="69" y="327"/>
                  </a:cubicBezTo>
                  <a:cubicBezTo>
                    <a:pt x="102" y="360"/>
                    <a:pt x="148" y="380"/>
                    <a:pt x="198" y="380"/>
                  </a:cubicBezTo>
                  <a:cubicBezTo>
                    <a:pt x="249" y="380"/>
                    <a:pt x="294" y="360"/>
                    <a:pt x="328" y="327"/>
                  </a:cubicBezTo>
                  <a:cubicBezTo>
                    <a:pt x="361" y="294"/>
                    <a:pt x="381" y="248"/>
                    <a:pt x="381" y="198"/>
                  </a:cubicBezTo>
                  <a:cubicBezTo>
                    <a:pt x="381" y="147"/>
                    <a:pt x="361" y="102"/>
                    <a:pt x="328"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6">
              <a:extLst>
                <a:ext uri="{FF2B5EF4-FFF2-40B4-BE49-F238E27FC236}">
                  <a16:creationId xmlns:a16="http://schemas.microsoft.com/office/drawing/2014/main" id="{D2E0A07B-CE26-AFAB-9272-1F467B6A0A9B}"/>
                </a:ext>
              </a:extLst>
            </p:cNvPr>
            <p:cNvSpPr>
              <a:spLocks noEditPoints="1"/>
            </p:cNvSpPr>
            <p:nvPr/>
          </p:nvSpPr>
          <p:spPr bwMode="auto">
            <a:xfrm>
              <a:off x="3727451" y="-1011238"/>
              <a:ext cx="515938" cy="520700"/>
            </a:xfrm>
            <a:custGeom>
              <a:avLst/>
              <a:gdLst>
                <a:gd name="T0" fmla="*/ 49 w 199"/>
                <a:gd name="T1" fmla="*/ 100 h 199"/>
                <a:gd name="T2" fmla="*/ 99 w 199"/>
                <a:gd name="T3" fmla="*/ 49 h 199"/>
                <a:gd name="T4" fmla="*/ 150 w 199"/>
                <a:gd name="T5" fmla="*/ 100 h 199"/>
                <a:gd name="T6" fmla="*/ 99 w 199"/>
                <a:gd name="T7" fmla="*/ 150 h 199"/>
                <a:gd name="T8" fmla="*/ 49 w 199"/>
                <a:gd name="T9" fmla="*/ 100 h 199"/>
                <a:gd name="T10" fmla="*/ 152 w 199"/>
                <a:gd name="T11" fmla="*/ 0 h 199"/>
                <a:gd name="T12" fmla="*/ 47 w 199"/>
                <a:gd name="T13" fmla="*/ 0 h 199"/>
                <a:gd name="T14" fmla="*/ 0 w 199"/>
                <a:gd name="T15" fmla="*/ 47 h 199"/>
                <a:gd name="T16" fmla="*/ 0 w 199"/>
                <a:gd name="T17" fmla="*/ 152 h 199"/>
                <a:gd name="T18" fmla="*/ 47 w 199"/>
                <a:gd name="T19" fmla="*/ 199 h 199"/>
                <a:gd name="T20" fmla="*/ 152 w 199"/>
                <a:gd name="T21" fmla="*/ 199 h 199"/>
                <a:gd name="T22" fmla="*/ 199 w 199"/>
                <a:gd name="T23" fmla="*/ 152 h 199"/>
                <a:gd name="T24" fmla="*/ 199 w 199"/>
                <a:gd name="T25" fmla="*/ 47 h 199"/>
                <a:gd name="T26" fmla="*/ 152 w 199"/>
                <a:gd name="T27" fmla="*/ 0 h 199"/>
                <a:gd name="T28" fmla="*/ 47 w 199"/>
                <a:gd name="T29" fmla="*/ 12 h 199"/>
                <a:gd name="T30" fmla="*/ 152 w 199"/>
                <a:gd name="T31" fmla="*/ 12 h 199"/>
                <a:gd name="T32" fmla="*/ 187 w 199"/>
                <a:gd name="T33" fmla="*/ 47 h 199"/>
                <a:gd name="T34" fmla="*/ 187 w 199"/>
                <a:gd name="T35" fmla="*/ 152 h 199"/>
                <a:gd name="T36" fmla="*/ 152 w 199"/>
                <a:gd name="T37" fmla="*/ 187 h 199"/>
                <a:gd name="T38" fmla="*/ 47 w 199"/>
                <a:gd name="T39" fmla="*/ 187 h 199"/>
                <a:gd name="T40" fmla="*/ 12 w 199"/>
                <a:gd name="T41" fmla="*/ 152 h 199"/>
                <a:gd name="T42" fmla="*/ 12 w 199"/>
                <a:gd name="T43" fmla="*/ 47 h 199"/>
                <a:gd name="T44" fmla="*/ 47 w 199"/>
                <a:gd name="T45" fmla="*/ 12 h 199"/>
                <a:gd name="T46" fmla="*/ 162 w 199"/>
                <a:gd name="T47" fmla="*/ 27 h 199"/>
                <a:gd name="T48" fmla="*/ 152 w 199"/>
                <a:gd name="T49" fmla="*/ 37 h 199"/>
                <a:gd name="T50" fmla="*/ 162 w 199"/>
                <a:gd name="T51" fmla="*/ 48 h 199"/>
                <a:gd name="T52" fmla="*/ 173 w 199"/>
                <a:gd name="T53" fmla="*/ 37 h 199"/>
                <a:gd name="T54" fmla="*/ 162 w 199"/>
                <a:gd name="T55" fmla="*/ 27 h 199"/>
                <a:gd name="T56" fmla="*/ 163 w 199"/>
                <a:gd name="T57" fmla="*/ 100 h 199"/>
                <a:gd name="T58" fmla="*/ 99 w 199"/>
                <a:gd name="T59" fmla="*/ 36 h 199"/>
                <a:gd name="T60" fmla="*/ 35 w 199"/>
                <a:gd name="T61" fmla="*/ 100 h 199"/>
                <a:gd name="T62" fmla="*/ 99 w 199"/>
                <a:gd name="T63" fmla="*/ 164 h 199"/>
                <a:gd name="T64" fmla="*/ 163 w 199"/>
                <a:gd name="T65" fmla="*/ 100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99" h="199">
                  <a:moveTo>
                    <a:pt x="49" y="100"/>
                  </a:moveTo>
                  <a:cubicBezTo>
                    <a:pt x="49" y="72"/>
                    <a:pt x="71" y="49"/>
                    <a:pt x="99" y="49"/>
                  </a:cubicBezTo>
                  <a:cubicBezTo>
                    <a:pt x="127" y="49"/>
                    <a:pt x="150" y="72"/>
                    <a:pt x="150" y="100"/>
                  </a:cubicBezTo>
                  <a:cubicBezTo>
                    <a:pt x="150" y="128"/>
                    <a:pt x="127" y="150"/>
                    <a:pt x="99" y="150"/>
                  </a:cubicBezTo>
                  <a:cubicBezTo>
                    <a:pt x="71" y="150"/>
                    <a:pt x="49" y="128"/>
                    <a:pt x="49" y="100"/>
                  </a:cubicBezTo>
                  <a:close/>
                  <a:moveTo>
                    <a:pt x="152" y="0"/>
                  </a:moveTo>
                  <a:cubicBezTo>
                    <a:pt x="47" y="0"/>
                    <a:pt x="47" y="0"/>
                    <a:pt x="47" y="0"/>
                  </a:cubicBezTo>
                  <a:cubicBezTo>
                    <a:pt x="21" y="0"/>
                    <a:pt x="0" y="21"/>
                    <a:pt x="0" y="47"/>
                  </a:cubicBezTo>
                  <a:cubicBezTo>
                    <a:pt x="0" y="152"/>
                    <a:pt x="0" y="152"/>
                    <a:pt x="0" y="152"/>
                  </a:cubicBezTo>
                  <a:cubicBezTo>
                    <a:pt x="0" y="178"/>
                    <a:pt x="21" y="199"/>
                    <a:pt x="47" y="199"/>
                  </a:cubicBezTo>
                  <a:cubicBezTo>
                    <a:pt x="152" y="199"/>
                    <a:pt x="152" y="199"/>
                    <a:pt x="152" y="199"/>
                  </a:cubicBezTo>
                  <a:cubicBezTo>
                    <a:pt x="178" y="199"/>
                    <a:pt x="199" y="178"/>
                    <a:pt x="199" y="152"/>
                  </a:cubicBezTo>
                  <a:cubicBezTo>
                    <a:pt x="199" y="47"/>
                    <a:pt x="199" y="47"/>
                    <a:pt x="199" y="47"/>
                  </a:cubicBezTo>
                  <a:cubicBezTo>
                    <a:pt x="199" y="21"/>
                    <a:pt x="178" y="0"/>
                    <a:pt x="152" y="0"/>
                  </a:cubicBezTo>
                  <a:close/>
                  <a:moveTo>
                    <a:pt x="47" y="12"/>
                  </a:moveTo>
                  <a:cubicBezTo>
                    <a:pt x="152" y="12"/>
                    <a:pt x="152" y="12"/>
                    <a:pt x="152" y="12"/>
                  </a:cubicBezTo>
                  <a:cubicBezTo>
                    <a:pt x="171" y="12"/>
                    <a:pt x="187" y="28"/>
                    <a:pt x="187" y="47"/>
                  </a:cubicBezTo>
                  <a:cubicBezTo>
                    <a:pt x="187" y="152"/>
                    <a:pt x="187" y="152"/>
                    <a:pt x="187" y="152"/>
                  </a:cubicBezTo>
                  <a:cubicBezTo>
                    <a:pt x="187" y="171"/>
                    <a:pt x="171" y="187"/>
                    <a:pt x="152" y="187"/>
                  </a:cubicBezTo>
                  <a:cubicBezTo>
                    <a:pt x="47" y="187"/>
                    <a:pt x="47" y="187"/>
                    <a:pt x="47" y="187"/>
                  </a:cubicBezTo>
                  <a:cubicBezTo>
                    <a:pt x="28" y="187"/>
                    <a:pt x="12" y="171"/>
                    <a:pt x="12" y="152"/>
                  </a:cubicBezTo>
                  <a:cubicBezTo>
                    <a:pt x="12" y="47"/>
                    <a:pt x="12" y="47"/>
                    <a:pt x="12" y="47"/>
                  </a:cubicBezTo>
                  <a:cubicBezTo>
                    <a:pt x="12" y="28"/>
                    <a:pt x="28" y="12"/>
                    <a:pt x="47" y="12"/>
                  </a:cubicBezTo>
                  <a:close/>
                  <a:moveTo>
                    <a:pt x="162" y="27"/>
                  </a:moveTo>
                  <a:cubicBezTo>
                    <a:pt x="156" y="27"/>
                    <a:pt x="152" y="32"/>
                    <a:pt x="152" y="37"/>
                  </a:cubicBezTo>
                  <a:cubicBezTo>
                    <a:pt x="152" y="43"/>
                    <a:pt x="156" y="48"/>
                    <a:pt x="162" y="48"/>
                  </a:cubicBezTo>
                  <a:cubicBezTo>
                    <a:pt x="168" y="48"/>
                    <a:pt x="173" y="43"/>
                    <a:pt x="173" y="37"/>
                  </a:cubicBezTo>
                  <a:cubicBezTo>
                    <a:pt x="173" y="32"/>
                    <a:pt x="168" y="27"/>
                    <a:pt x="162" y="27"/>
                  </a:cubicBezTo>
                  <a:close/>
                  <a:moveTo>
                    <a:pt x="163" y="100"/>
                  </a:moveTo>
                  <a:cubicBezTo>
                    <a:pt x="163" y="64"/>
                    <a:pt x="135" y="36"/>
                    <a:pt x="99" y="36"/>
                  </a:cubicBezTo>
                  <a:cubicBezTo>
                    <a:pt x="64" y="36"/>
                    <a:pt x="35" y="64"/>
                    <a:pt x="35" y="100"/>
                  </a:cubicBezTo>
                  <a:cubicBezTo>
                    <a:pt x="35" y="135"/>
                    <a:pt x="64" y="164"/>
                    <a:pt x="99" y="164"/>
                  </a:cubicBezTo>
                  <a:cubicBezTo>
                    <a:pt x="135" y="164"/>
                    <a:pt x="163" y="135"/>
                    <a:pt x="163"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4" name="TextBox 23">
            <a:extLst>
              <a:ext uri="{FF2B5EF4-FFF2-40B4-BE49-F238E27FC236}">
                <a16:creationId xmlns:a16="http://schemas.microsoft.com/office/drawing/2014/main" id="{601DB2CC-6680-AB58-44EA-DF265753FC9C}"/>
              </a:ext>
            </a:extLst>
          </p:cNvPr>
          <p:cNvSpPr txBox="1"/>
          <p:nvPr/>
        </p:nvSpPr>
        <p:spPr>
          <a:xfrm>
            <a:off x="6711844" y="4072060"/>
            <a:ext cx="3029941" cy="276999"/>
          </a:xfrm>
          <a:prstGeom prst="rect">
            <a:avLst/>
          </a:prstGeom>
          <a:noFill/>
        </p:spPr>
        <p:txBody>
          <a:bodyPr wrap="square" rtlCol="0">
            <a:spAutoFit/>
          </a:bodyPr>
          <a:lstStyle/>
          <a:p>
            <a:r>
              <a:rPr lang="en-MY" sz="1200" dirty="0">
                <a:solidFill>
                  <a:schemeClr val="bg1"/>
                </a:solidFill>
              </a:rPr>
              <a:t>utm.my</a:t>
            </a:r>
          </a:p>
        </p:txBody>
      </p:sp>
      <p:sp>
        <p:nvSpPr>
          <p:cNvPr id="25" name="Shape 2865">
            <a:extLst>
              <a:ext uri="{FF2B5EF4-FFF2-40B4-BE49-F238E27FC236}">
                <a16:creationId xmlns:a16="http://schemas.microsoft.com/office/drawing/2014/main" id="{123F8921-49CA-90DB-32D1-C5AA4C985D01}"/>
              </a:ext>
            </a:extLst>
          </p:cNvPr>
          <p:cNvSpPr/>
          <p:nvPr/>
        </p:nvSpPr>
        <p:spPr>
          <a:xfrm>
            <a:off x="3720466" y="407695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13430" y="9320"/>
                </a:moveTo>
                <a:cubicBezTo>
                  <a:pt x="11975" y="9320"/>
                  <a:pt x="11780" y="10196"/>
                  <a:pt x="11780" y="10196"/>
                </a:cubicBezTo>
                <a:lnTo>
                  <a:pt x="11782" y="9327"/>
                </a:lnTo>
                <a:lnTo>
                  <a:pt x="9818" y="9327"/>
                </a:lnTo>
                <a:lnTo>
                  <a:pt x="9818" y="14727"/>
                </a:lnTo>
                <a:lnTo>
                  <a:pt x="11782" y="14727"/>
                </a:lnTo>
                <a:lnTo>
                  <a:pt x="11782" y="11782"/>
                </a:lnTo>
                <a:cubicBezTo>
                  <a:pt x="11782" y="11782"/>
                  <a:pt x="11782" y="10793"/>
                  <a:pt x="12616" y="10793"/>
                </a:cubicBezTo>
                <a:cubicBezTo>
                  <a:pt x="13086" y="10793"/>
                  <a:pt x="13255" y="11232"/>
                  <a:pt x="13255" y="11782"/>
                </a:cubicBezTo>
                <a:lnTo>
                  <a:pt x="13255" y="14727"/>
                </a:lnTo>
                <a:lnTo>
                  <a:pt x="15218" y="14727"/>
                </a:lnTo>
                <a:lnTo>
                  <a:pt x="15218" y="11782"/>
                </a:lnTo>
                <a:cubicBezTo>
                  <a:pt x="15218" y="10245"/>
                  <a:pt x="14550" y="9320"/>
                  <a:pt x="13430" y="9320"/>
                </a:cubicBezTo>
                <a:moveTo>
                  <a:pt x="6873" y="14727"/>
                </a:moveTo>
                <a:lnTo>
                  <a:pt x="8829" y="14727"/>
                </a:lnTo>
                <a:lnTo>
                  <a:pt x="8829" y="9320"/>
                </a:lnTo>
                <a:lnTo>
                  <a:pt x="6873" y="9320"/>
                </a:lnTo>
                <a:cubicBezTo>
                  <a:pt x="6873" y="9320"/>
                  <a:pt x="6873" y="14727"/>
                  <a:pt x="6873" y="14727"/>
                </a:cubicBezTo>
                <a:close/>
                <a:moveTo>
                  <a:pt x="7851" y="6873"/>
                </a:moveTo>
                <a:cubicBezTo>
                  <a:pt x="7311" y="6873"/>
                  <a:pt x="6873" y="7313"/>
                  <a:pt x="6873" y="7856"/>
                </a:cubicBezTo>
                <a:cubicBezTo>
                  <a:pt x="6873" y="8399"/>
                  <a:pt x="7311" y="8839"/>
                  <a:pt x="7851" y="8839"/>
                </a:cubicBezTo>
                <a:cubicBezTo>
                  <a:pt x="8391" y="8839"/>
                  <a:pt x="8829" y="8399"/>
                  <a:pt x="8829" y="7856"/>
                </a:cubicBezTo>
                <a:cubicBezTo>
                  <a:pt x="8829" y="7313"/>
                  <a:pt x="8391" y="6873"/>
                  <a:pt x="7851" y="6873"/>
                </a:cubicBezTo>
              </a:path>
            </a:pathLst>
          </a:custGeom>
          <a:solidFill>
            <a:schemeClr val="bg1"/>
          </a:soli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6" name="Shape 2861">
            <a:extLst>
              <a:ext uri="{FF2B5EF4-FFF2-40B4-BE49-F238E27FC236}">
                <a16:creationId xmlns:a16="http://schemas.microsoft.com/office/drawing/2014/main" id="{1380BA52-67A1-3ED5-42D9-2A461EBA05A8}"/>
              </a:ext>
            </a:extLst>
          </p:cNvPr>
          <p:cNvSpPr/>
          <p:nvPr/>
        </p:nvSpPr>
        <p:spPr>
          <a:xfrm>
            <a:off x="4072196" y="407695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4324" y="12090"/>
                </a:moveTo>
                <a:cubicBezTo>
                  <a:pt x="14019" y="12090"/>
                  <a:pt x="14019" y="12428"/>
                  <a:pt x="14019" y="12428"/>
                </a:cubicBezTo>
                <a:lnTo>
                  <a:pt x="14019" y="12863"/>
                </a:lnTo>
                <a:lnTo>
                  <a:pt x="14628" y="12863"/>
                </a:lnTo>
                <a:lnTo>
                  <a:pt x="14628" y="12428"/>
                </a:lnTo>
                <a:cubicBezTo>
                  <a:pt x="14628" y="12428"/>
                  <a:pt x="14628" y="12090"/>
                  <a:pt x="14324" y="12090"/>
                </a:cubicBezTo>
                <a:moveTo>
                  <a:pt x="15287" y="12380"/>
                </a:moveTo>
                <a:lnTo>
                  <a:pt x="15287" y="13348"/>
                </a:lnTo>
                <a:lnTo>
                  <a:pt x="14019" y="13348"/>
                </a:lnTo>
                <a:lnTo>
                  <a:pt x="14019" y="14072"/>
                </a:lnTo>
                <a:cubicBezTo>
                  <a:pt x="14019" y="14072"/>
                  <a:pt x="14019" y="14411"/>
                  <a:pt x="14324" y="14411"/>
                </a:cubicBezTo>
                <a:cubicBezTo>
                  <a:pt x="14628" y="14411"/>
                  <a:pt x="14628" y="14072"/>
                  <a:pt x="14628" y="14072"/>
                </a:cubicBezTo>
                <a:lnTo>
                  <a:pt x="14628" y="13734"/>
                </a:lnTo>
                <a:lnTo>
                  <a:pt x="15287" y="13734"/>
                </a:lnTo>
                <a:lnTo>
                  <a:pt x="15287" y="14266"/>
                </a:lnTo>
                <a:cubicBezTo>
                  <a:pt x="15287" y="14266"/>
                  <a:pt x="15186" y="14943"/>
                  <a:pt x="14375" y="14943"/>
                </a:cubicBezTo>
                <a:cubicBezTo>
                  <a:pt x="13564" y="14943"/>
                  <a:pt x="13411" y="14266"/>
                  <a:pt x="13411" y="14266"/>
                </a:cubicBezTo>
                <a:lnTo>
                  <a:pt x="13411" y="12380"/>
                </a:lnTo>
                <a:cubicBezTo>
                  <a:pt x="13411" y="12380"/>
                  <a:pt x="13411" y="11558"/>
                  <a:pt x="14375" y="11558"/>
                </a:cubicBezTo>
                <a:cubicBezTo>
                  <a:pt x="15338" y="11558"/>
                  <a:pt x="15287" y="12380"/>
                  <a:pt x="15287" y="12380"/>
                </a:cubicBezTo>
                <a:moveTo>
                  <a:pt x="12904" y="14169"/>
                </a:moveTo>
                <a:cubicBezTo>
                  <a:pt x="12904" y="14169"/>
                  <a:pt x="12904" y="14943"/>
                  <a:pt x="12347" y="14943"/>
                </a:cubicBezTo>
                <a:cubicBezTo>
                  <a:pt x="12005" y="14943"/>
                  <a:pt x="11798" y="14762"/>
                  <a:pt x="11687" y="14621"/>
                </a:cubicBezTo>
                <a:lnTo>
                  <a:pt x="11687" y="14895"/>
                </a:lnTo>
                <a:lnTo>
                  <a:pt x="11028" y="14895"/>
                </a:lnTo>
                <a:lnTo>
                  <a:pt x="11028" y="10446"/>
                </a:lnTo>
                <a:lnTo>
                  <a:pt x="11687" y="10446"/>
                </a:lnTo>
                <a:lnTo>
                  <a:pt x="11687" y="11888"/>
                </a:lnTo>
                <a:cubicBezTo>
                  <a:pt x="11788" y="11782"/>
                  <a:pt x="12036" y="11558"/>
                  <a:pt x="12347" y="11558"/>
                </a:cubicBezTo>
                <a:cubicBezTo>
                  <a:pt x="12752" y="11558"/>
                  <a:pt x="12904" y="11896"/>
                  <a:pt x="12904" y="12332"/>
                </a:cubicBezTo>
                <a:cubicBezTo>
                  <a:pt x="12904" y="12332"/>
                  <a:pt x="12904" y="14169"/>
                  <a:pt x="12904" y="14169"/>
                </a:cubicBezTo>
                <a:close/>
                <a:moveTo>
                  <a:pt x="10521" y="14895"/>
                </a:moveTo>
                <a:lnTo>
                  <a:pt x="9913" y="14895"/>
                </a:lnTo>
                <a:lnTo>
                  <a:pt x="9913" y="14605"/>
                </a:lnTo>
                <a:cubicBezTo>
                  <a:pt x="9913" y="14605"/>
                  <a:pt x="9558" y="14943"/>
                  <a:pt x="9152" y="14943"/>
                </a:cubicBezTo>
                <a:cubicBezTo>
                  <a:pt x="8747" y="14943"/>
                  <a:pt x="8696" y="14556"/>
                  <a:pt x="8696" y="14556"/>
                </a:cubicBezTo>
                <a:lnTo>
                  <a:pt x="8696" y="11558"/>
                </a:lnTo>
                <a:lnTo>
                  <a:pt x="9304" y="11558"/>
                </a:lnTo>
                <a:lnTo>
                  <a:pt x="9304" y="14362"/>
                </a:lnTo>
                <a:cubicBezTo>
                  <a:pt x="9304" y="14362"/>
                  <a:pt x="9304" y="14508"/>
                  <a:pt x="9507" y="14508"/>
                </a:cubicBezTo>
                <a:cubicBezTo>
                  <a:pt x="9710" y="14508"/>
                  <a:pt x="9913" y="14266"/>
                  <a:pt x="9913" y="14266"/>
                </a:cubicBezTo>
                <a:lnTo>
                  <a:pt x="9913" y="11558"/>
                </a:lnTo>
                <a:lnTo>
                  <a:pt x="10521" y="11558"/>
                </a:lnTo>
                <a:cubicBezTo>
                  <a:pt x="10521" y="11558"/>
                  <a:pt x="10521" y="14895"/>
                  <a:pt x="10521" y="14895"/>
                </a:cubicBezTo>
                <a:close/>
                <a:moveTo>
                  <a:pt x="8595" y="11074"/>
                </a:moveTo>
                <a:lnTo>
                  <a:pt x="7834" y="11074"/>
                </a:lnTo>
                <a:lnTo>
                  <a:pt x="7834" y="14895"/>
                </a:lnTo>
                <a:lnTo>
                  <a:pt x="7124" y="14895"/>
                </a:lnTo>
                <a:lnTo>
                  <a:pt x="7124" y="11074"/>
                </a:lnTo>
                <a:lnTo>
                  <a:pt x="6363" y="11074"/>
                </a:lnTo>
                <a:lnTo>
                  <a:pt x="6363" y="10446"/>
                </a:lnTo>
                <a:lnTo>
                  <a:pt x="8595" y="10446"/>
                </a:lnTo>
                <a:cubicBezTo>
                  <a:pt x="8595" y="10446"/>
                  <a:pt x="8595" y="11074"/>
                  <a:pt x="8595" y="11074"/>
                </a:cubicBezTo>
                <a:close/>
                <a:moveTo>
                  <a:pt x="14527" y="9430"/>
                </a:moveTo>
                <a:cubicBezTo>
                  <a:pt x="14527" y="9430"/>
                  <a:pt x="12667" y="9334"/>
                  <a:pt x="10800" y="9334"/>
                </a:cubicBezTo>
                <a:cubicBezTo>
                  <a:pt x="8940" y="9334"/>
                  <a:pt x="7074" y="9430"/>
                  <a:pt x="7074" y="9430"/>
                </a:cubicBezTo>
                <a:cubicBezTo>
                  <a:pt x="6233" y="9430"/>
                  <a:pt x="5552" y="10080"/>
                  <a:pt x="5552" y="10881"/>
                </a:cubicBezTo>
                <a:cubicBezTo>
                  <a:pt x="5552" y="10881"/>
                  <a:pt x="5400" y="11822"/>
                  <a:pt x="5400" y="12767"/>
                </a:cubicBezTo>
                <a:cubicBezTo>
                  <a:pt x="5400" y="13708"/>
                  <a:pt x="5552" y="14652"/>
                  <a:pt x="5552" y="14652"/>
                </a:cubicBezTo>
                <a:cubicBezTo>
                  <a:pt x="5552" y="15454"/>
                  <a:pt x="6233" y="16103"/>
                  <a:pt x="7074" y="16103"/>
                </a:cubicBezTo>
                <a:cubicBezTo>
                  <a:pt x="7074" y="16103"/>
                  <a:pt x="8905" y="16200"/>
                  <a:pt x="10800" y="16200"/>
                </a:cubicBezTo>
                <a:cubicBezTo>
                  <a:pt x="12630" y="16200"/>
                  <a:pt x="14527" y="16103"/>
                  <a:pt x="14527" y="16103"/>
                </a:cubicBezTo>
                <a:cubicBezTo>
                  <a:pt x="15367" y="16103"/>
                  <a:pt x="16048" y="15454"/>
                  <a:pt x="16048" y="14652"/>
                </a:cubicBezTo>
                <a:cubicBezTo>
                  <a:pt x="16048" y="14652"/>
                  <a:pt x="16200" y="13700"/>
                  <a:pt x="16200" y="12767"/>
                </a:cubicBezTo>
                <a:cubicBezTo>
                  <a:pt x="16200" y="11814"/>
                  <a:pt x="16048" y="10881"/>
                  <a:pt x="16048" y="10881"/>
                </a:cubicBezTo>
                <a:cubicBezTo>
                  <a:pt x="16048" y="10080"/>
                  <a:pt x="15367" y="9430"/>
                  <a:pt x="14527" y="9430"/>
                </a:cubicBezTo>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moveTo>
                  <a:pt x="11992" y="12090"/>
                </a:moveTo>
                <a:cubicBezTo>
                  <a:pt x="11860" y="12090"/>
                  <a:pt x="11757" y="12168"/>
                  <a:pt x="11687" y="12243"/>
                </a:cubicBezTo>
                <a:lnTo>
                  <a:pt x="11687" y="14276"/>
                </a:lnTo>
                <a:cubicBezTo>
                  <a:pt x="11751" y="14345"/>
                  <a:pt x="11847" y="14411"/>
                  <a:pt x="11992" y="14411"/>
                </a:cubicBezTo>
                <a:cubicBezTo>
                  <a:pt x="12296" y="14411"/>
                  <a:pt x="12296" y="14072"/>
                  <a:pt x="12296" y="14072"/>
                </a:cubicBezTo>
                <a:lnTo>
                  <a:pt x="12296" y="12428"/>
                </a:lnTo>
                <a:cubicBezTo>
                  <a:pt x="12296" y="12428"/>
                  <a:pt x="12245" y="12090"/>
                  <a:pt x="11992" y="12090"/>
                </a:cubicBezTo>
                <a:moveTo>
                  <a:pt x="7986" y="8751"/>
                </a:moveTo>
                <a:lnTo>
                  <a:pt x="8696" y="8751"/>
                </a:lnTo>
                <a:lnTo>
                  <a:pt x="8696" y="7188"/>
                </a:lnTo>
                <a:lnTo>
                  <a:pt x="9507" y="4970"/>
                </a:lnTo>
                <a:lnTo>
                  <a:pt x="8848" y="4970"/>
                </a:lnTo>
                <a:lnTo>
                  <a:pt x="8341" y="6433"/>
                </a:lnTo>
                <a:lnTo>
                  <a:pt x="7834" y="4970"/>
                </a:lnTo>
                <a:lnTo>
                  <a:pt x="7124" y="4970"/>
                </a:lnTo>
                <a:lnTo>
                  <a:pt x="7986" y="7188"/>
                </a:lnTo>
                <a:cubicBezTo>
                  <a:pt x="7986" y="7188"/>
                  <a:pt x="7986" y="8751"/>
                  <a:pt x="7986" y="8751"/>
                </a:cubicBezTo>
                <a:close/>
                <a:moveTo>
                  <a:pt x="12397" y="8801"/>
                </a:moveTo>
                <a:cubicBezTo>
                  <a:pt x="12802" y="8801"/>
                  <a:pt x="13158" y="8449"/>
                  <a:pt x="13158" y="8449"/>
                </a:cubicBezTo>
                <a:lnTo>
                  <a:pt x="13158" y="8751"/>
                </a:lnTo>
                <a:lnTo>
                  <a:pt x="13766" y="8751"/>
                </a:lnTo>
                <a:lnTo>
                  <a:pt x="13766" y="5878"/>
                </a:lnTo>
                <a:lnTo>
                  <a:pt x="13158" y="5878"/>
                </a:lnTo>
                <a:lnTo>
                  <a:pt x="13158" y="8096"/>
                </a:lnTo>
                <a:cubicBezTo>
                  <a:pt x="13158" y="8096"/>
                  <a:pt x="12955" y="8348"/>
                  <a:pt x="12752" y="8348"/>
                </a:cubicBezTo>
                <a:cubicBezTo>
                  <a:pt x="12549" y="8348"/>
                  <a:pt x="12549" y="8196"/>
                  <a:pt x="12549" y="8196"/>
                </a:cubicBezTo>
                <a:lnTo>
                  <a:pt x="12549" y="5878"/>
                </a:lnTo>
                <a:lnTo>
                  <a:pt x="11941" y="5878"/>
                </a:lnTo>
                <a:lnTo>
                  <a:pt x="11941" y="8398"/>
                </a:lnTo>
                <a:cubicBezTo>
                  <a:pt x="11941" y="8398"/>
                  <a:pt x="11992" y="8801"/>
                  <a:pt x="12397" y="8801"/>
                </a:cubicBezTo>
                <a:moveTo>
                  <a:pt x="10166" y="6634"/>
                </a:moveTo>
                <a:cubicBezTo>
                  <a:pt x="10166" y="6467"/>
                  <a:pt x="10302" y="6332"/>
                  <a:pt x="10470" y="6332"/>
                </a:cubicBezTo>
                <a:cubicBezTo>
                  <a:pt x="10639" y="6332"/>
                  <a:pt x="10775" y="6467"/>
                  <a:pt x="10775" y="6634"/>
                </a:cubicBezTo>
                <a:lnTo>
                  <a:pt x="10775" y="8045"/>
                </a:lnTo>
                <a:cubicBezTo>
                  <a:pt x="10775" y="8212"/>
                  <a:pt x="10639" y="8348"/>
                  <a:pt x="10470" y="8348"/>
                </a:cubicBezTo>
                <a:cubicBezTo>
                  <a:pt x="10302" y="8348"/>
                  <a:pt x="10166" y="8212"/>
                  <a:pt x="10166" y="8045"/>
                </a:cubicBezTo>
                <a:cubicBezTo>
                  <a:pt x="10166" y="8045"/>
                  <a:pt x="10166" y="6634"/>
                  <a:pt x="10166" y="6634"/>
                </a:cubicBezTo>
                <a:close/>
                <a:moveTo>
                  <a:pt x="10369" y="8801"/>
                </a:moveTo>
                <a:lnTo>
                  <a:pt x="10572" y="8801"/>
                </a:lnTo>
                <a:cubicBezTo>
                  <a:pt x="11020" y="8801"/>
                  <a:pt x="11383" y="8440"/>
                  <a:pt x="11383" y="7995"/>
                </a:cubicBezTo>
                <a:lnTo>
                  <a:pt x="11383" y="6684"/>
                </a:lnTo>
                <a:cubicBezTo>
                  <a:pt x="11383" y="6239"/>
                  <a:pt x="11020" y="5878"/>
                  <a:pt x="10572" y="5878"/>
                </a:cubicBezTo>
                <a:lnTo>
                  <a:pt x="10369" y="5878"/>
                </a:lnTo>
                <a:cubicBezTo>
                  <a:pt x="9921" y="5878"/>
                  <a:pt x="9558" y="6239"/>
                  <a:pt x="9558" y="6684"/>
                </a:cubicBezTo>
                <a:lnTo>
                  <a:pt x="9558" y="7995"/>
                </a:lnTo>
                <a:cubicBezTo>
                  <a:pt x="9558" y="8440"/>
                  <a:pt x="9921" y="8801"/>
                  <a:pt x="10369" y="8801"/>
                </a:cubicBezTo>
              </a:path>
            </a:pathLst>
          </a:custGeom>
          <a:solidFill>
            <a:schemeClr val="bg1"/>
          </a:soli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pic>
        <p:nvPicPr>
          <p:cNvPr id="30" name="Graphic 29">
            <a:extLst>
              <a:ext uri="{FF2B5EF4-FFF2-40B4-BE49-F238E27FC236}">
                <a16:creationId xmlns:a16="http://schemas.microsoft.com/office/drawing/2014/main" id="{970F175F-7AF7-89EA-112A-720572DAABD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53684" y="4070864"/>
            <a:ext cx="289182" cy="289182"/>
          </a:xfrm>
          <a:prstGeom prst="rect">
            <a:avLst/>
          </a:prstGeom>
        </p:spPr>
      </p:pic>
      <p:sp>
        <p:nvSpPr>
          <p:cNvPr id="31" name="TextBox 30">
            <a:extLst>
              <a:ext uri="{FF2B5EF4-FFF2-40B4-BE49-F238E27FC236}">
                <a16:creationId xmlns:a16="http://schemas.microsoft.com/office/drawing/2014/main" id="{8BBE6196-BF2A-FEBF-C038-9FC0BED4A868}"/>
              </a:ext>
            </a:extLst>
          </p:cNvPr>
          <p:cNvSpPr txBox="1"/>
          <p:nvPr/>
        </p:nvSpPr>
        <p:spPr>
          <a:xfrm>
            <a:off x="7819166" y="4069364"/>
            <a:ext cx="1861503" cy="276999"/>
          </a:xfrm>
          <a:prstGeom prst="rect">
            <a:avLst/>
          </a:prstGeom>
          <a:noFill/>
        </p:spPr>
        <p:txBody>
          <a:bodyPr wrap="square" rtlCol="0">
            <a:spAutoFit/>
          </a:bodyPr>
          <a:lstStyle/>
          <a:p>
            <a:r>
              <a:rPr lang="en-MY" sz="1200" dirty="0" err="1">
                <a:solidFill>
                  <a:schemeClr val="bg1"/>
                </a:solidFill>
              </a:rPr>
              <a:t>utmofficial</a:t>
            </a:r>
            <a:endParaRPr lang="en-MY" sz="1200" dirty="0">
              <a:solidFill>
                <a:schemeClr val="bg1"/>
              </a:solidFill>
            </a:endParaRPr>
          </a:p>
        </p:txBody>
      </p:sp>
      <p:pic>
        <p:nvPicPr>
          <p:cNvPr id="33" name="Graphic 32">
            <a:extLst>
              <a:ext uri="{FF2B5EF4-FFF2-40B4-BE49-F238E27FC236}">
                <a16:creationId xmlns:a16="http://schemas.microsoft.com/office/drawing/2014/main" id="{B08DA86B-1F79-234F-1249-1C05AE9EA62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89397" y="4076956"/>
            <a:ext cx="289182" cy="289182"/>
          </a:xfrm>
          <a:prstGeom prst="rect">
            <a:avLst/>
          </a:prstGeom>
        </p:spPr>
      </p:pic>
    </p:spTree>
    <p:extLst>
      <p:ext uri="{BB962C8B-B14F-4D97-AF65-F5344CB8AC3E}">
        <p14:creationId xmlns:p14="http://schemas.microsoft.com/office/powerpoint/2010/main" val="14705221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2525">
            <a:extLst>
              <a:ext uri="{FF2B5EF4-FFF2-40B4-BE49-F238E27FC236}">
                <a16:creationId xmlns:a16="http://schemas.microsoft.com/office/drawing/2014/main" id="{A86E9C78-8CBE-6D68-6831-1A8F049B2CA4}"/>
              </a:ext>
            </a:extLst>
          </p:cNvPr>
          <p:cNvSpPr/>
          <p:nvPr/>
        </p:nvSpPr>
        <p:spPr>
          <a:xfrm>
            <a:off x="904422" y="204509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1291" y="17673"/>
                </a:moveTo>
                <a:cubicBezTo>
                  <a:pt x="11562" y="17673"/>
                  <a:pt x="11782" y="17453"/>
                  <a:pt x="11782" y="17182"/>
                </a:cubicBezTo>
                <a:cubicBezTo>
                  <a:pt x="11782" y="16911"/>
                  <a:pt x="11562" y="16691"/>
                  <a:pt x="11291" y="16691"/>
                </a:cubicBezTo>
                <a:cubicBezTo>
                  <a:pt x="11020" y="16691"/>
                  <a:pt x="10800" y="16911"/>
                  <a:pt x="10800" y="17182"/>
                </a:cubicBezTo>
                <a:cubicBezTo>
                  <a:pt x="10800" y="17453"/>
                  <a:pt x="11020" y="17673"/>
                  <a:pt x="11291" y="17673"/>
                </a:cubicBezTo>
                <a:moveTo>
                  <a:pt x="17673" y="18655"/>
                </a:moveTo>
                <a:lnTo>
                  <a:pt x="13745" y="18655"/>
                </a:lnTo>
                <a:lnTo>
                  <a:pt x="13745" y="12273"/>
                </a:lnTo>
                <a:cubicBezTo>
                  <a:pt x="13745" y="12002"/>
                  <a:pt x="13525" y="11782"/>
                  <a:pt x="13255" y="11782"/>
                </a:cubicBezTo>
                <a:lnTo>
                  <a:pt x="8345" y="11782"/>
                </a:lnTo>
                <a:cubicBezTo>
                  <a:pt x="8075" y="11782"/>
                  <a:pt x="7855" y="12002"/>
                  <a:pt x="7855" y="12273"/>
                </a:cubicBezTo>
                <a:lnTo>
                  <a:pt x="7855" y="18655"/>
                </a:lnTo>
                <a:lnTo>
                  <a:pt x="3927" y="18655"/>
                </a:lnTo>
                <a:lnTo>
                  <a:pt x="3927" y="8058"/>
                </a:lnTo>
                <a:lnTo>
                  <a:pt x="10800" y="1185"/>
                </a:lnTo>
                <a:lnTo>
                  <a:pt x="17673" y="8058"/>
                </a:lnTo>
                <a:cubicBezTo>
                  <a:pt x="17673" y="8058"/>
                  <a:pt x="17673" y="18655"/>
                  <a:pt x="17673" y="18655"/>
                </a:cubicBezTo>
                <a:close/>
                <a:moveTo>
                  <a:pt x="17673" y="20618"/>
                </a:moveTo>
                <a:lnTo>
                  <a:pt x="13745" y="20618"/>
                </a:lnTo>
                <a:lnTo>
                  <a:pt x="13745" y="19636"/>
                </a:lnTo>
                <a:lnTo>
                  <a:pt x="17673" y="19636"/>
                </a:lnTo>
                <a:cubicBezTo>
                  <a:pt x="17673" y="19636"/>
                  <a:pt x="17673" y="20618"/>
                  <a:pt x="17673" y="20618"/>
                </a:cubicBezTo>
                <a:close/>
                <a:moveTo>
                  <a:pt x="12764" y="20618"/>
                </a:moveTo>
                <a:lnTo>
                  <a:pt x="8836" y="20618"/>
                </a:lnTo>
                <a:lnTo>
                  <a:pt x="8836" y="12764"/>
                </a:lnTo>
                <a:lnTo>
                  <a:pt x="12764" y="12764"/>
                </a:lnTo>
                <a:cubicBezTo>
                  <a:pt x="12764" y="12764"/>
                  <a:pt x="12764" y="20618"/>
                  <a:pt x="12764" y="20618"/>
                </a:cubicBezTo>
                <a:close/>
                <a:moveTo>
                  <a:pt x="7855" y="20618"/>
                </a:moveTo>
                <a:lnTo>
                  <a:pt x="3927" y="20618"/>
                </a:lnTo>
                <a:lnTo>
                  <a:pt x="3927" y="19636"/>
                </a:lnTo>
                <a:lnTo>
                  <a:pt x="7855" y="19636"/>
                </a:lnTo>
                <a:cubicBezTo>
                  <a:pt x="7855" y="19636"/>
                  <a:pt x="7855" y="20618"/>
                  <a:pt x="7855" y="20618"/>
                </a:cubicBezTo>
                <a:close/>
                <a:moveTo>
                  <a:pt x="14727" y="1964"/>
                </a:moveTo>
                <a:lnTo>
                  <a:pt x="16691" y="1964"/>
                </a:lnTo>
                <a:lnTo>
                  <a:pt x="16691" y="5688"/>
                </a:lnTo>
                <a:lnTo>
                  <a:pt x="14727" y="3724"/>
                </a:lnTo>
                <a:cubicBezTo>
                  <a:pt x="14727" y="3724"/>
                  <a:pt x="14727" y="1964"/>
                  <a:pt x="14727" y="1964"/>
                </a:cubicBezTo>
                <a:close/>
                <a:moveTo>
                  <a:pt x="21456" y="10453"/>
                </a:moveTo>
                <a:lnTo>
                  <a:pt x="17673" y="6670"/>
                </a:lnTo>
                <a:lnTo>
                  <a:pt x="17673" y="1473"/>
                </a:lnTo>
                <a:cubicBezTo>
                  <a:pt x="17673" y="1202"/>
                  <a:pt x="17453" y="982"/>
                  <a:pt x="17182" y="982"/>
                </a:cubicBezTo>
                <a:lnTo>
                  <a:pt x="14236" y="982"/>
                </a:lnTo>
                <a:cubicBezTo>
                  <a:pt x="13966" y="982"/>
                  <a:pt x="13745" y="1202"/>
                  <a:pt x="13745" y="1473"/>
                </a:cubicBezTo>
                <a:lnTo>
                  <a:pt x="13745" y="2742"/>
                </a:lnTo>
                <a:lnTo>
                  <a:pt x="11147" y="144"/>
                </a:lnTo>
                <a:cubicBezTo>
                  <a:pt x="11058" y="55"/>
                  <a:pt x="10935" y="0"/>
                  <a:pt x="10800" y="0"/>
                </a:cubicBezTo>
                <a:cubicBezTo>
                  <a:pt x="10665" y="0"/>
                  <a:pt x="10542" y="55"/>
                  <a:pt x="10453" y="144"/>
                </a:cubicBezTo>
                <a:lnTo>
                  <a:pt x="144" y="10453"/>
                </a:lnTo>
                <a:cubicBezTo>
                  <a:pt x="55" y="10542"/>
                  <a:pt x="0" y="10665"/>
                  <a:pt x="0" y="10800"/>
                </a:cubicBezTo>
                <a:cubicBezTo>
                  <a:pt x="0" y="11072"/>
                  <a:pt x="220" y="11291"/>
                  <a:pt x="491" y="11291"/>
                </a:cubicBezTo>
                <a:cubicBezTo>
                  <a:pt x="626" y="11291"/>
                  <a:pt x="749" y="11236"/>
                  <a:pt x="838" y="11147"/>
                </a:cubicBezTo>
                <a:lnTo>
                  <a:pt x="2945" y="9040"/>
                </a:lnTo>
                <a:lnTo>
                  <a:pt x="2945" y="21109"/>
                </a:lnTo>
                <a:cubicBezTo>
                  <a:pt x="2945" y="21381"/>
                  <a:pt x="3166" y="21600"/>
                  <a:pt x="3436" y="21600"/>
                </a:cubicBezTo>
                <a:lnTo>
                  <a:pt x="18164" y="21600"/>
                </a:lnTo>
                <a:cubicBezTo>
                  <a:pt x="18434" y="21600"/>
                  <a:pt x="18655" y="21381"/>
                  <a:pt x="18655" y="21109"/>
                </a:cubicBezTo>
                <a:lnTo>
                  <a:pt x="18655" y="9040"/>
                </a:lnTo>
                <a:lnTo>
                  <a:pt x="20762" y="11147"/>
                </a:lnTo>
                <a:cubicBezTo>
                  <a:pt x="20851" y="11236"/>
                  <a:pt x="20974" y="11291"/>
                  <a:pt x="21109" y="11291"/>
                </a:cubicBezTo>
                <a:cubicBezTo>
                  <a:pt x="21380" y="11291"/>
                  <a:pt x="21600" y="11072"/>
                  <a:pt x="21600" y="10800"/>
                </a:cubicBezTo>
                <a:cubicBezTo>
                  <a:pt x="21600" y="10665"/>
                  <a:pt x="21545" y="10542"/>
                  <a:pt x="21456" y="1045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 name="Shape 2526">
            <a:extLst>
              <a:ext uri="{FF2B5EF4-FFF2-40B4-BE49-F238E27FC236}">
                <a16:creationId xmlns:a16="http://schemas.microsoft.com/office/drawing/2014/main" id="{DF007609-CB16-0B8A-3904-ABDEFB5C2D2F}"/>
              </a:ext>
            </a:extLst>
          </p:cNvPr>
          <p:cNvSpPr/>
          <p:nvPr/>
        </p:nvSpPr>
        <p:spPr>
          <a:xfrm>
            <a:off x="1437683" y="204509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moveTo>
                  <a:pt x="14236" y="16752"/>
                </a:moveTo>
                <a:cubicBezTo>
                  <a:pt x="14001" y="16887"/>
                  <a:pt x="13921" y="17188"/>
                  <a:pt x="14057" y="17422"/>
                </a:cubicBezTo>
                <a:cubicBezTo>
                  <a:pt x="14192" y="17658"/>
                  <a:pt x="14493" y="17738"/>
                  <a:pt x="14727" y="17602"/>
                </a:cubicBezTo>
                <a:cubicBezTo>
                  <a:pt x="14962" y="17467"/>
                  <a:pt x="15042" y="17167"/>
                  <a:pt x="14907" y="16932"/>
                </a:cubicBezTo>
                <a:cubicBezTo>
                  <a:pt x="14771" y="16697"/>
                  <a:pt x="14472" y="16617"/>
                  <a:pt x="14236" y="16752"/>
                </a:cubicBezTo>
                <a:moveTo>
                  <a:pt x="10800" y="11782"/>
                </a:moveTo>
                <a:cubicBezTo>
                  <a:pt x="10258" y="11782"/>
                  <a:pt x="9818" y="11342"/>
                  <a:pt x="9818" y="10800"/>
                </a:cubicBezTo>
                <a:cubicBezTo>
                  <a:pt x="9818" y="10258"/>
                  <a:pt x="10258" y="9818"/>
                  <a:pt x="10800" y="9818"/>
                </a:cubicBezTo>
                <a:cubicBezTo>
                  <a:pt x="11342" y="9818"/>
                  <a:pt x="11782" y="10258"/>
                  <a:pt x="11782" y="10800"/>
                </a:cubicBezTo>
                <a:cubicBezTo>
                  <a:pt x="11782" y="11342"/>
                  <a:pt x="11342" y="11782"/>
                  <a:pt x="10800" y="11782"/>
                </a:cubicBezTo>
                <a:moveTo>
                  <a:pt x="15218" y="10309"/>
                </a:moveTo>
                <a:lnTo>
                  <a:pt x="12694" y="10309"/>
                </a:lnTo>
                <a:cubicBezTo>
                  <a:pt x="12515" y="9624"/>
                  <a:pt x="11978" y="9084"/>
                  <a:pt x="11291" y="8906"/>
                </a:cubicBezTo>
                <a:lnTo>
                  <a:pt x="11291" y="3436"/>
                </a:lnTo>
                <a:cubicBezTo>
                  <a:pt x="11291" y="3166"/>
                  <a:pt x="11071" y="2945"/>
                  <a:pt x="10800" y="2945"/>
                </a:cubicBezTo>
                <a:cubicBezTo>
                  <a:pt x="10529" y="2945"/>
                  <a:pt x="10309" y="3166"/>
                  <a:pt x="10309" y="3436"/>
                </a:cubicBezTo>
                <a:lnTo>
                  <a:pt x="10309" y="8906"/>
                </a:lnTo>
                <a:cubicBezTo>
                  <a:pt x="9464" y="9125"/>
                  <a:pt x="8836" y="9886"/>
                  <a:pt x="8836" y="10800"/>
                </a:cubicBezTo>
                <a:cubicBezTo>
                  <a:pt x="8836" y="11885"/>
                  <a:pt x="9716" y="12764"/>
                  <a:pt x="10800" y="12764"/>
                </a:cubicBezTo>
                <a:cubicBezTo>
                  <a:pt x="11714" y="12764"/>
                  <a:pt x="12476" y="12137"/>
                  <a:pt x="12694" y="11291"/>
                </a:cubicBezTo>
                <a:lnTo>
                  <a:pt x="15218" y="11291"/>
                </a:lnTo>
                <a:cubicBezTo>
                  <a:pt x="15489" y="11291"/>
                  <a:pt x="15709" y="11072"/>
                  <a:pt x="15709" y="10800"/>
                </a:cubicBezTo>
                <a:cubicBezTo>
                  <a:pt x="15709" y="10529"/>
                  <a:pt x="15489" y="10309"/>
                  <a:pt x="15218" y="10309"/>
                </a:cubicBezTo>
                <a:moveTo>
                  <a:pt x="16932" y="6693"/>
                </a:moveTo>
                <a:cubicBezTo>
                  <a:pt x="16697" y="6829"/>
                  <a:pt x="16616" y="7129"/>
                  <a:pt x="16752" y="7364"/>
                </a:cubicBezTo>
                <a:cubicBezTo>
                  <a:pt x="16887" y="7599"/>
                  <a:pt x="17188" y="7679"/>
                  <a:pt x="17422" y="7543"/>
                </a:cubicBezTo>
                <a:cubicBezTo>
                  <a:pt x="17657" y="7408"/>
                  <a:pt x="17737" y="7108"/>
                  <a:pt x="17602" y="6873"/>
                </a:cubicBezTo>
                <a:cubicBezTo>
                  <a:pt x="17467" y="6638"/>
                  <a:pt x="17166" y="6557"/>
                  <a:pt x="16932" y="6693"/>
                </a:cubicBezTo>
                <a:moveTo>
                  <a:pt x="10800" y="17673"/>
                </a:moveTo>
                <a:cubicBezTo>
                  <a:pt x="10529" y="17673"/>
                  <a:pt x="10309" y="17893"/>
                  <a:pt x="10309" y="18164"/>
                </a:cubicBezTo>
                <a:cubicBezTo>
                  <a:pt x="10309" y="18435"/>
                  <a:pt x="10529" y="18655"/>
                  <a:pt x="10800" y="18655"/>
                </a:cubicBezTo>
                <a:cubicBezTo>
                  <a:pt x="11071" y="18655"/>
                  <a:pt x="11291" y="18435"/>
                  <a:pt x="11291" y="18164"/>
                </a:cubicBezTo>
                <a:cubicBezTo>
                  <a:pt x="11291" y="17893"/>
                  <a:pt x="11071" y="17673"/>
                  <a:pt x="10800" y="17673"/>
                </a:cubicBezTo>
                <a:moveTo>
                  <a:pt x="17422" y="14057"/>
                </a:moveTo>
                <a:cubicBezTo>
                  <a:pt x="17188" y="13921"/>
                  <a:pt x="16887" y="14001"/>
                  <a:pt x="16752" y="14236"/>
                </a:cubicBezTo>
                <a:cubicBezTo>
                  <a:pt x="16616" y="14472"/>
                  <a:pt x="16697" y="14772"/>
                  <a:pt x="16932" y="14907"/>
                </a:cubicBezTo>
                <a:cubicBezTo>
                  <a:pt x="17166" y="15043"/>
                  <a:pt x="17467" y="14962"/>
                  <a:pt x="17602" y="14727"/>
                </a:cubicBezTo>
                <a:cubicBezTo>
                  <a:pt x="17737" y="14492"/>
                  <a:pt x="17657" y="14192"/>
                  <a:pt x="17422" y="14057"/>
                </a:cubicBezTo>
                <a:moveTo>
                  <a:pt x="4668" y="6693"/>
                </a:moveTo>
                <a:cubicBezTo>
                  <a:pt x="4433" y="6557"/>
                  <a:pt x="4133" y="6638"/>
                  <a:pt x="3998" y="6873"/>
                </a:cubicBezTo>
                <a:cubicBezTo>
                  <a:pt x="3863" y="7108"/>
                  <a:pt x="3942" y="7408"/>
                  <a:pt x="4178" y="7543"/>
                </a:cubicBezTo>
                <a:cubicBezTo>
                  <a:pt x="4412" y="7679"/>
                  <a:pt x="4713" y="7599"/>
                  <a:pt x="4848" y="7364"/>
                </a:cubicBezTo>
                <a:cubicBezTo>
                  <a:pt x="4984" y="7129"/>
                  <a:pt x="4903" y="6829"/>
                  <a:pt x="4668" y="6693"/>
                </a:cubicBezTo>
                <a:moveTo>
                  <a:pt x="14236" y="4848"/>
                </a:moveTo>
                <a:cubicBezTo>
                  <a:pt x="14472" y="4984"/>
                  <a:pt x="14771" y="4903"/>
                  <a:pt x="14907" y="4669"/>
                </a:cubicBezTo>
                <a:cubicBezTo>
                  <a:pt x="15042" y="4434"/>
                  <a:pt x="14962" y="4134"/>
                  <a:pt x="14727" y="3998"/>
                </a:cubicBezTo>
                <a:cubicBezTo>
                  <a:pt x="14493" y="3863"/>
                  <a:pt x="14192" y="3943"/>
                  <a:pt x="14057" y="4178"/>
                </a:cubicBezTo>
                <a:cubicBezTo>
                  <a:pt x="13921" y="4412"/>
                  <a:pt x="14001" y="4713"/>
                  <a:pt x="14236" y="4848"/>
                </a:cubicBezTo>
                <a:moveTo>
                  <a:pt x="3436" y="10309"/>
                </a:moveTo>
                <a:cubicBezTo>
                  <a:pt x="3166" y="10309"/>
                  <a:pt x="2945" y="10529"/>
                  <a:pt x="2945" y="10800"/>
                </a:cubicBezTo>
                <a:cubicBezTo>
                  <a:pt x="2945" y="11072"/>
                  <a:pt x="3166" y="11291"/>
                  <a:pt x="3436" y="11291"/>
                </a:cubicBezTo>
                <a:cubicBezTo>
                  <a:pt x="3707" y="11291"/>
                  <a:pt x="3927" y="11072"/>
                  <a:pt x="3927" y="10800"/>
                </a:cubicBezTo>
                <a:cubicBezTo>
                  <a:pt x="3927" y="10529"/>
                  <a:pt x="3707" y="10309"/>
                  <a:pt x="3436" y="10309"/>
                </a:cubicBezTo>
                <a:moveTo>
                  <a:pt x="6873" y="3998"/>
                </a:moveTo>
                <a:cubicBezTo>
                  <a:pt x="6638" y="4134"/>
                  <a:pt x="6558" y="4434"/>
                  <a:pt x="6693" y="4669"/>
                </a:cubicBezTo>
                <a:cubicBezTo>
                  <a:pt x="6829" y="4903"/>
                  <a:pt x="7129" y="4984"/>
                  <a:pt x="7364" y="4848"/>
                </a:cubicBezTo>
                <a:cubicBezTo>
                  <a:pt x="7599" y="4713"/>
                  <a:pt x="7679" y="4412"/>
                  <a:pt x="7543" y="4178"/>
                </a:cubicBezTo>
                <a:cubicBezTo>
                  <a:pt x="7408" y="3943"/>
                  <a:pt x="7108" y="3863"/>
                  <a:pt x="6873" y="3998"/>
                </a:cubicBezTo>
                <a:moveTo>
                  <a:pt x="4178" y="14057"/>
                </a:moveTo>
                <a:cubicBezTo>
                  <a:pt x="3942" y="14192"/>
                  <a:pt x="3863" y="14492"/>
                  <a:pt x="3998" y="14727"/>
                </a:cubicBezTo>
                <a:cubicBezTo>
                  <a:pt x="4133" y="14962"/>
                  <a:pt x="4433" y="15043"/>
                  <a:pt x="4668" y="14907"/>
                </a:cubicBezTo>
                <a:cubicBezTo>
                  <a:pt x="4903" y="14772"/>
                  <a:pt x="4984" y="14472"/>
                  <a:pt x="4848" y="14236"/>
                </a:cubicBezTo>
                <a:cubicBezTo>
                  <a:pt x="4713" y="14001"/>
                  <a:pt x="4412" y="13921"/>
                  <a:pt x="4178" y="14057"/>
                </a:cubicBezTo>
                <a:moveTo>
                  <a:pt x="7364" y="16752"/>
                </a:moveTo>
                <a:cubicBezTo>
                  <a:pt x="7129" y="16617"/>
                  <a:pt x="6829" y="16697"/>
                  <a:pt x="6693" y="16932"/>
                </a:cubicBezTo>
                <a:cubicBezTo>
                  <a:pt x="6558" y="17167"/>
                  <a:pt x="6638" y="17467"/>
                  <a:pt x="6873" y="17602"/>
                </a:cubicBezTo>
                <a:cubicBezTo>
                  <a:pt x="7108" y="17738"/>
                  <a:pt x="7408" y="17658"/>
                  <a:pt x="7543" y="17422"/>
                </a:cubicBezTo>
                <a:cubicBezTo>
                  <a:pt x="7679" y="17188"/>
                  <a:pt x="7599" y="16887"/>
                  <a:pt x="7364" y="16752"/>
                </a:cubicBezTo>
                <a:moveTo>
                  <a:pt x="18164" y="10309"/>
                </a:moveTo>
                <a:cubicBezTo>
                  <a:pt x="17893" y="10309"/>
                  <a:pt x="17673" y="10529"/>
                  <a:pt x="17673" y="10800"/>
                </a:cubicBezTo>
                <a:cubicBezTo>
                  <a:pt x="17673" y="11072"/>
                  <a:pt x="17893" y="11291"/>
                  <a:pt x="18164" y="11291"/>
                </a:cubicBezTo>
                <a:cubicBezTo>
                  <a:pt x="18434" y="11291"/>
                  <a:pt x="18655" y="11072"/>
                  <a:pt x="18655" y="10800"/>
                </a:cubicBezTo>
                <a:cubicBezTo>
                  <a:pt x="18655" y="10529"/>
                  <a:pt x="18434" y="10309"/>
                  <a:pt x="18164" y="1030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 name="Shape 2527">
            <a:extLst>
              <a:ext uri="{FF2B5EF4-FFF2-40B4-BE49-F238E27FC236}">
                <a16:creationId xmlns:a16="http://schemas.microsoft.com/office/drawing/2014/main" id="{008A4D37-48A2-5D00-981E-093E67FF3063}"/>
              </a:ext>
            </a:extLst>
          </p:cNvPr>
          <p:cNvSpPr/>
          <p:nvPr/>
        </p:nvSpPr>
        <p:spPr>
          <a:xfrm>
            <a:off x="1970944" y="204509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11782"/>
                </a:moveTo>
                <a:cubicBezTo>
                  <a:pt x="10258" y="11782"/>
                  <a:pt x="9818" y="11342"/>
                  <a:pt x="9818" y="10800"/>
                </a:cubicBezTo>
                <a:cubicBezTo>
                  <a:pt x="9818" y="10258"/>
                  <a:pt x="10258" y="9818"/>
                  <a:pt x="10800" y="9818"/>
                </a:cubicBezTo>
                <a:cubicBezTo>
                  <a:pt x="11342" y="9818"/>
                  <a:pt x="11782" y="10258"/>
                  <a:pt x="11782" y="10800"/>
                </a:cubicBezTo>
                <a:cubicBezTo>
                  <a:pt x="11782" y="11342"/>
                  <a:pt x="11342" y="11782"/>
                  <a:pt x="10800" y="11782"/>
                </a:cubicBezTo>
                <a:moveTo>
                  <a:pt x="14236" y="10309"/>
                </a:moveTo>
                <a:lnTo>
                  <a:pt x="12694" y="10309"/>
                </a:lnTo>
                <a:cubicBezTo>
                  <a:pt x="12516" y="9622"/>
                  <a:pt x="11979" y="9084"/>
                  <a:pt x="11291" y="8906"/>
                </a:cubicBezTo>
                <a:lnTo>
                  <a:pt x="11291" y="5400"/>
                </a:lnTo>
                <a:cubicBezTo>
                  <a:pt x="11291" y="5129"/>
                  <a:pt x="11071" y="4909"/>
                  <a:pt x="10800" y="4909"/>
                </a:cubicBezTo>
                <a:cubicBezTo>
                  <a:pt x="10529" y="4909"/>
                  <a:pt x="10309" y="5129"/>
                  <a:pt x="10309" y="5400"/>
                </a:cubicBezTo>
                <a:lnTo>
                  <a:pt x="10309" y="8906"/>
                </a:lnTo>
                <a:cubicBezTo>
                  <a:pt x="9464" y="9125"/>
                  <a:pt x="8836" y="9886"/>
                  <a:pt x="8836" y="10800"/>
                </a:cubicBezTo>
                <a:cubicBezTo>
                  <a:pt x="8836" y="11885"/>
                  <a:pt x="9716" y="12764"/>
                  <a:pt x="10800" y="12764"/>
                </a:cubicBezTo>
                <a:cubicBezTo>
                  <a:pt x="11714" y="12764"/>
                  <a:pt x="12476" y="12137"/>
                  <a:pt x="12694" y="11291"/>
                </a:cubicBezTo>
                <a:lnTo>
                  <a:pt x="14236" y="11291"/>
                </a:lnTo>
                <a:cubicBezTo>
                  <a:pt x="14507" y="11291"/>
                  <a:pt x="14727" y="11072"/>
                  <a:pt x="14727" y="10800"/>
                </a:cubicBezTo>
                <a:cubicBezTo>
                  <a:pt x="14727" y="10529"/>
                  <a:pt x="14507" y="10309"/>
                  <a:pt x="14236" y="10309"/>
                </a:cubicBezTo>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moveTo>
                  <a:pt x="10800" y="18655"/>
                </a:moveTo>
                <a:cubicBezTo>
                  <a:pt x="6462" y="18655"/>
                  <a:pt x="2945" y="15138"/>
                  <a:pt x="2945" y="10800"/>
                </a:cubicBezTo>
                <a:cubicBezTo>
                  <a:pt x="2945" y="6462"/>
                  <a:pt x="6462" y="2945"/>
                  <a:pt x="10800" y="2945"/>
                </a:cubicBezTo>
                <a:cubicBezTo>
                  <a:pt x="15138" y="2945"/>
                  <a:pt x="18655" y="6462"/>
                  <a:pt x="18655" y="10800"/>
                </a:cubicBezTo>
                <a:cubicBezTo>
                  <a:pt x="18655" y="15138"/>
                  <a:pt x="15138" y="18655"/>
                  <a:pt x="10800" y="18655"/>
                </a:cubicBezTo>
                <a:moveTo>
                  <a:pt x="10800" y="1964"/>
                </a:moveTo>
                <a:cubicBezTo>
                  <a:pt x="5920" y="1964"/>
                  <a:pt x="1964" y="5920"/>
                  <a:pt x="1964" y="10800"/>
                </a:cubicBezTo>
                <a:cubicBezTo>
                  <a:pt x="1964" y="15680"/>
                  <a:pt x="5920" y="19636"/>
                  <a:pt x="10800" y="19636"/>
                </a:cubicBezTo>
                <a:cubicBezTo>
                  <a:pt x="15680" y="19636"/>
                  <a:pt x="19636" y="15680"/>
                  <a:pt x="19636" y="10800"/>
                </a:cubicBezTo>
                <a:cubicBezTo>
                  <a:pt x="19636" y="5920"/>
                  <a:pt x="15680" y="1964"/>
                  <a:pt x="10800" y="1964"/>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 name="Shape 2528">
            <a:extLst>
              <a:ext uri="{FF2B5EF4-FFF2-40B4-BE49-F238E27FC236}">
                <a16:creationId xmlns:a16="http://schemas.microsoft.com/office/drawing/2014/main" id="{BF06586A-268E-C37F-0741-2509D7E9C5B5}"/>
              </a:ext>
            </a:extLst>
          </p:cNvPr>
          <p:cNvSpPr/>
          <p:nvPr/>
        </p:nvSpPr>
        <p:spPr>
          <a:xfrm>
            <a:off x="2542295" y="2045094"/>
            <a:ext cx="203148" cy="279328"/>
          </a:xfrm>
          <a:custGeom>
            <a:avLst/>
            <a:gdLst/>
            <a:ahLst/>
            <a:cxnLst>
              <a:cxn ang="0">
                <a:pos x="wd2" y="hd2"/>
              </a:cxn>
              <a:cxn ang="5400000">
                <a:pos x="wd2" y="hd2"/>
              </a:cxn>
              <a:cxn ang="10800000">
                <a:pos x="wd2" y="hd2"/>
              </a:cxn>
              <a:cxn ang="16200000">
                <a:pos x="wd2" y="hd2"/>
              </a:cxn>
            </a:cxnLst>
            <a:rect l="0" t="0" r="r" b="b"/>
            <a:pathLst>
              <a:path w="21600" h="21600" extrusionOk="0">
                <a:moveTo>
                  <a:pt x="20250" y="19636"/>
                </a:moveTo>
                <a:cubicBezTo>
                  <a:pt x="20250" y="20178"/>
                  <a:pt x="19645" y="20618"/>
                  <a:pt x="18900" y="20618"/>
                </a:cubicBezTo>
                <a:lnTo>
                  <a:pt x="2700" y="20618"/>
                </a:lnTo>
                <a:cubicBezTo>
                  <a:pt x="1955" y="20618"/>
                  <a:pt x="1350" y="20178"/>
                  <a:pt x="1350" y="19636"/>
                </a:cubicBezTo>
                <a:lnTo>
                  <a:pt x="1350" y="10800"/>
                </a:lnTo>
                <a:cubicBezTo>
                  <a:pt x="1350" y="10258"/>
                  <a:pt x="1955" y="9818"/>
                  <a:pt x="2700" y="9818"/>
                </a:cubicBezTo>
                <a:lnTo>
                  <a:pt x="18900" y="9818"/>
                </a:lnTo>
                <a:cubicBezTo>
                  <a:pt x="19645" y="9818"/>
                  <a:pt x="20250" y="10258"/>
                  <a:pt x="20250" y="10800"/>
                </a:cubicBezTo>
                <a:cubicBezTo>
                  <a:pt x="20250" y="10800"/>
                  <a:pt x="20250" y="19636"/>
                  <a:pt x="20250" y="19636"/>
                </a:cubicBezTo>
                <a:close/>
                <a:moveTo>
                  <a:pt x="4050" y="5891"/>
                </a:moveTo>
                <a:cubicBezTo>
                  <a:pt x="4050" y="3180"/>
                  <a:pt x="7072" y="982"/>
                  <a:pt x="10800" y="982"/>
                </a:cubicBezTo>
                <a:cubicBezTo>
                  <a:pt x="14528" y="982"/>
                  <a:pt x="17550" y="3180"/>
                  <a:pt x="17550" y="5891"/>
                </a:cubicBezTo>
                <a:lnTo>
                  <a:pt x="17550" y="8836"/>
                </a:lnTo>
                <a:lnTo>
                  <a:pt x="4050" y="8836"/>
                </a:lnTo>
                <a:cubicBezTo>
                  <a:pt x="4050" y="8836"/>
                  <a:pt x="4050" y="5891"/>
                  <a:pt x="4050" y="5891"/>
                </a:cubicBezTo>
                <a:close/>
                <a:moveTo>
                  <a:pt x="18900" y="8836"/>
                </a:moveTo>
                <a:lnTo>
                  <a:pt x="18900" y="5891"/>
                </a:lnTo>
                <a:cubicBezTo>
                  <a:pt x="18900" y="2638"/>
                  <a:pt x="15273" y="0"/>
                  <a:pt x="10800" y="0"/>
                </a:cubicBezTo>
                <a:cubicBezTo>
                  <a:pt x="6327" y="0"/>
                  <a:pt x="2700" y="2638"/>
                  <a:pt x="2700" y="5891"/>
                </a:cubicBezTo>
                <a:lnTo>
                  <a:pt x="2700" y="8836"/>
                </a:lnTo>
                <a:cubicBezTo>
                  <a:pt x="1209" y="8836"/>
                  <a:pt x="0" y="9716"/>
                  <a:pt x="0" y="10800"/>
                </a:cubicBezTo>
                <a:lnTo>
                  <a:pt x="0" y="19636"/>
                </a:lnTo>
                <a:cubicBezTo>
                  <a:pt x="0" y="20721"/>
                  <a:pt x="1209" y="21600"/>
                  <a:pt x="2700" y="21600"/>
                </a:cubicBezTo>
                <a:lnTo>
                  <a:pt x="18900" y="21600"/>
                </a:lnTo>
                <a:cubicBezTo>
                  <a:pt x="20391" y="21600"/>
                  <a:pt x="21600" y="20721"/>
                  <a:pt x="21600" y="19636"/>
                </a:cubicBezTo>
                <a:lnTo>
                  <a:pt x="21600" y="10800"/>
                </a:lnTo>
                <a:cubicBezTo>
                  <a:pt x="21600" y="9716"/>
                  <a:pt x="20391" y="8836"/>
                  <a:pt x="18900" y="8836"/>
                </a:cubicBezTo>
                <a:moveTo>
                  <a:pt x="11475" y="15573"/>
                </a:moveTo>
                <a:lnTo>
                  <a:pt x="11475" y="16200"/>
                </a:lnTo>
                <a:cubicBezTo>
                  <a:pt x="11475" y="16472"/>
                  <a:pt x="11172" y="16691"/>
                  <a:pt x="10800" y="16691"/>
                </a:cubicBezTo>
                <a:cubicBezTo>
                  <a:pt x="10428" y="16691"/>
                  <a:pt x="10125" y="16472"/>
                  <a:pt x="10125" y="16200"/>
                </a:cubicBezTo>
                <a:lnTo>
                  <a:pt x="10125" y="15573"/>
                </a:lnTo>
                <a:cubicBezTo>
                  <a:pt x="9723" y="15403"/>
                  <a:pt x="9450" y="15090"/>
                  <a:pt x="9450" y="14727"/>
                </a:cubicBezTo>
                <a:cubicBezTo>
                  <a:pt x="9450" y="14186"/>
                  <a:pt x="10055" y="13745"/>
                  <a:pt x="10800" y="13745"/>
                </a:cubicBezTo>
                <a:cubicBezTo>
                  <a:pt x="11545" y="13745"/>
                  <a:pt x="12150" y="14186"/>
                  <a:pt x="12150" y="14727"/>
                </a:cubicBezTo>
                <a:cubicBezTo>
                  <a:pt x="12150" y="15090"/>
                  <a:pt x="11876" y="15403"/>
                  <a:pt x="11475" y="15573"/>
                </a:cubicBezTo>
                <a:moveTo>
                  <a:pt x="10800" y="12764"/>
                </a:moveTo>
                <a:cubicBezTo>
                  <a:pt x="9309" y="12764"/>
                  <a:pt x="8100" y="13643"/>
                  <a:pt x="8100" y="14727"/>
                </a:cubicBezTo>
                <a:cubicBezTo>
                  <a:pt x="8100" y="15232"/>
                  <a:pt x="8369" y="15687"/>
                  <a:pt x="8798" y="16034"/>
                </a:cubicBezTo>
                <a:cubicBezTo>
                  <a:pt x="8789" y="16089"/>
                  <a:pt x="8775" y="16144"/>
                  <a:pt x="8775" y="16200"/>
                </a:cubicBezTo>
                <a:cubicBezTo>
                  <a:pt x="8775" y="17014"/>
                  <a:pt x="9681" y="17673"/>
                  <a:pt x="10800" y="17673"/>
                </a:cubicBezTo>
                <a:cubicBezTo>
                  <a:pt x="11919" y="17673"/>
                  <a:pt x="12825" y="17014"/>
                  <a:pt x="12825" y="16200"/>
                </a:cubicBezTo>
                <a:cubicBezTo>
                  <a:pt x="12825" y="16144"/>
                  <a:pt x="12810" y="16089"/>
                  <a:pt x="12802" y="16034"/>
                </a:cubicBezTo>
                <a:cubicBezTo>
                  <a:pt x="13231" y="15686"/>
                  <a:pt x="13500" y="15232"/>
                  <a:pt x="13500" y="14727"/>
                </a:cubicBezTo>
                <a:cubicBezTo>
                  <a:pt x="13500" y="13643"/>
                  <a:pt x="12291" y="12764"/>
                  <a:pt x="10800" y="12764"/>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 name="Shape 2529">
            <a:extLst>
              <a:ext uri="{FF2B5EF4-FFF2-40B4-BE49-F238E27FC236}">
                <a16:creationId xmlns:a16="http://schemas.microsoft.com/office/drawing/2014/main" id="{6F00B9DD-CE91-D40F-134B-B11E3C38B21E}"/>
              </a:ext>
            </a:extLst>
          </p:cNvPr>
          <p:cNvSpPr/>
          <p:nvPr/>
        </p:nvSpPr>
        <p:spPr>
          <a:xfrm>
            <a:off x="3075556" y="2045094"/>
            <a:ext cx="203148" cy="279328"/>
          </a:xfrm>
          <a:custGeom>
            <a:avLst/>
            <a:gdLst/>
            <a:ahLst/>
            <a:cxnLst>
              <a:cxn ang="0">
                <a:pos x="wd2" y="hd2"/>
              </a:cxn>
              <a:cxn ang="5400000">
                <a:pos x="wd2" y="hd2"/>
              </a:cxn>
              <a:cxn ang="10800000">
                <a:pos x="wd2" y="hd2"/>
              </a:cxn>
              <a:cxn ang="16200000">
                <a:pos x="wd2" y="hd2"/>
              </a:cxn>
            </a:cxnLst>
            <a:rect l="0" t="0" r="r" b="b"/>
            <a:pathLst>
              <a:path w="21600" h="21600" extrusionOk="0">
                <a:moveTo>
                  <a:pt x="11475" y="15573"/>
                </a:moveTo>
                <a:lnTo>
                  <a:pt x="11475" y="16200"/>
                </a:lnTo>
                <a:cubicBezTo>
                  <a:pt x="11475" y="16471"/>
                  <a:pt x="11172" y="16691"/>
                  <a:pt x="10800" y="16691"/>
                </a:cubicBezTo>
                <a:cubicBezTo>
                  <a:pt x="10428" y="16691"/>
                  <a:pt x="10125" y="16471"/>
                  <a:pt x="10125" y="16200"/>
                </a:cubicBezTo>
                <a:lnTo>
                  <a:pt x="10125" y="15573"/>
                </a:lnTo>
                <a:cubicBezTo>
                  <a:pt x="9723" y="15403"/>
                  <a:pt x="9450" y="15090"/>
                  <a:pt x="9450" y="14727"/>
                </a:cubicBezTo>
                <a:cubicBezTo>
                  <a:pt x="9450" y="14185"/>
                  <a:pt x="10055" y="13745"/>
                  <a:pt x="10800" y="13745"/>
                </a:cubicBezTo>
                <a:cubicBezTo>
                  <a:pt x="11545" y="13745"/>
                  <a:pt x="12150" y="14185"/>
                  <a:pt x="12150" y="14727"/>
                </a:cubicBezTo>
                <a:cubicBezTo>
                  <a:pt x="12150" y="15090"/>
                  <a:pt x="11876" y="15403"/>
                  <a:pt x="11475" y="15573"/>
                </a:cubicBezTo>
                <a:moveTo>
                  <a:pt x="10800" y="12764"/>
                </a:moveTo>
                <a:cubicBezTo>
                  <a:pt x="9309" y="12764"/>
                  <a:pt x="8100" y="13643"/>
                  <a:pt x="8100" y="14727"/>
                </a:cubicBezTo>
                <a:cubicBezTo>
                  <a:pt x="8100" y="15232"/>
                  <a:pt x="8369" y="15686"/>
                  <a:pt x="8798" y="16034"/>
                </a:cubicBezTo>
                <a:cubicBezTo>
                  <a:pt x="8789" y="16089"/>
                  <a:pt x="8775" y="16143"/>
                  <a:pt x="8775" y="16200"/>
                </a:cubicBezTo>
                <a:cubicBezTo>
                  <a:pt x="8775" y="17014"/>
                  <a:pt x="9681" y="17673"/>
                  <a:pt x="10800" y="17673"/>
                </a:cubicBezTo>
                <a:cubicBezTo>
                  <a:pt x="11919" y="17673"/>
                  <a:pt x="12825" y="17014"/>
                  <a:pt x="12825" y="16200"/>
                </a:cubicBezTo>
                <a:cubicBezTo>
                  <a:pt x="12825" y="16143"/>
                  <a:pt x="12810" y="16089"/>
                  <a:pt x="12802" y="16034"/>
                </a:cubicBezTo>
                <a:cubicBezTo>
                  <a:pt x="13231" y="15687"/>
                  <a:pt x="13500" y="15232"/>
                  <a:pt x="13500" y="14727"/>
                </a:cubicBezTo>
                <a:cubicBezTo>
                  <a:pt x="13500" y="13643"/>
                  <a:pt x="12291" y="12764"/>
                  <a:pt x="10800" y="12764"/>
                </a:cubicBezTo>
                <a:moveTo>
                  <a:pt x="20250" y="19636"/>
                </a:moveTo>
                <a:cubicBezTo>
                  <a:pt x="20250" y="20179"/>
                  <a:pt x="19645" y="20618"/>
                  <a:pt x="18900" y="20618"/>
                </a:cubicBezTo>
                <a:lnTo>
                  <a:pt x="2700" y="20618"/>
                </a:lnTo>
                <a:cubicBezTo>
                  <a:pt x="1955" y="20618"/>
                  <a:pt x="1350" y="20179"/>
                  <a:pt x="1350" y="19636"/>
                </a:cubicBezTo>
                <a:lnTo>
                  <a:pt x="1350" y="10800"/>
                </a:lnTo>
                <a:cubicBezTo>
                  <a:pt x="1350" y="10258"/>
                  <a:pt x="1955" y="9818"/>
                  <a:pt x="2700" y="9818"/>
                </a:cubicBezTo>
                <a:lnTo>
                  <a:pt x="18900" y="9818"/>
                </a:lnTo>
                <a:cubicBezTo>
                  <a:pt x="19645" y="9818"/>
                  <a:pt x="20250" y="10258"/>
                  <a:pt x="20250" y="10800"/>
                </a:cubicBezTo>
                <a:cubicBezTo>
                  <a:pt x="20250" y="10800"/>
                  <a:pt x="20250" y="19636"/>
                  <a:pt x="20250" y="19636"/>
                </a:cubicBezTo>
                <a:close/>
                <a:moveTo>
                  <a:pt x="18900" y="8836"/>
                </a:moveTo>
                <a:lnTo>
                  <a:pt x="18900" y="5891"/>
                </a:lnTo>
                <a:cubicBezTo>
                  <a:pt x="18900" y="2638"/>
                  <a:pt x="15273" y="0"/>
                  <a:pt x="10800" y="0"/>
                </a:cubicBezTo>
                <a:cubicBezTo>
                  <a:pt x="6327" y="0"/>
                  <a:pt x="2700" y="2638"/>
                  <a:pt x="2700" y="5891"/>
                </a:cubicBezTo>
                <a:cubicBezTo>
                  <a:pt x="2700" y="6162"/>
                  <a:pt x="3003" y="6382"/>
                  <a:pt x="3375" y="6382"/>
                </a:cubicBezTo>
                <a:cubicBezTo>
                  <a:pt x="3747" y="6382"/>
                  <a:pt x="4050" y="6162"/>
                  <a:pt x="4050" y="5891"/>
                </a:cubicBezTo>
                <a:cubicBezTo>
                  <a:pt x="4050" y="3180"/>
                  <a:pt x="7072" y="982"/>
                  <a:pt x="10800" y="982"/>
                </a:cubicBezTo>
                <a:cubicBezTo>
                  <a:pt x="14528" y="982"/>
                  <a:pt x="17550" y="3180"/>
                  <a:pt x="17550" y="5891"/>
                </a:cubicBezTo>
                <a:lnTo>
                  <a:pt x="17550" y="8836"/>
                </a:lnTo>
                <a:lnTo>
                  <a:pt x="2700" y="8836"/>
                </a:lnTo>
                <a:cubicBezTo>
                  <a:pt x="1209" y="8836"/>
                  <a:pt x="0" y="9716"/>
                  <a:pt x="0" y="10800"/>
                </a:cubicBezTo>
                <a:lnTo>
                  <a:pt x="0" y="19636"/>
                </a:lnTo>
                <a:cubicBezTo>
                  <a:pt x="0" y="20721"/>
                  <a:pt x="1209" y="21600"/>
                  <a:pt x="2700" y="21600"/>
                </a:cubicBezTo>
                <a:lnTo>
                  <a:pt x="18900" y="21600"/>
                </a:lnTo>
                <a:cubicBezTo>
                  <a:pt x="20391" y="21600"/>
                  <a:pt x="21600" y="20721"/>
                  <a:pt x="21600" y="19636"/>
                </a:cubicBezTo>
                <a:lnTo>
                  <a:pt x="21600" y="10800"/>
                </a:lnTo>
                <a:cubicBezTo>
                  <a:pt x="21600" y="9716"/>
                  <a:pt x="20391" y="8836"/>
                  <a:pt x="18900" y="8836"/>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 name="Shape 2530">
            <a:extLst>
              <a:ext uri="{FF2B5EF4-FFF2-40B4-BE49-F238E27FC236}">
                <a16:creationId xmlns:a16="http://schemas.microsoft.com/office/drawing/2014/main" id="{D0E2D2C6-61B8-9723-F583-E64632EAA882}"/>
              </a:ext>
            </a:extLst>
          </p:cNvPr>
          <p:cNvSpPr/>
          <p:nvPr/>
        </p:nvSpPr>
        <p:spPr>
          <a:xfrm>
            <a:off x="3596120" y="2045093"/>
            <a:ext cx="228541" cy="279337"/>
          </a:xfrm>
          <a:custGeom>
            <a:avLst/>
            <a:gdLst/>
            <a:ahLst/>
            <a:cxnLst>
              <a:cxn ang="0">
                <a:pos x="wd2" y="hd2"/>
              </a:cxn>
              <a:cxn ang="5400000">
                <a:pos x="wd2" y="hd2"/>
              </a:cxn>
              <a:cxn ang="10800000">
                <a:pos x="wd2" y="hd2"/>
              </a:cxn>
              <a:cxn ang="16200000">
                <a:pos x="wd2" y="hd2"/>
              </a:cxn>
            </a:cxnLst>
            <a:rect l="0" t="0" r="r" b="b"/>
            <a:pathLst>
              <a:path w="21600" h="21600" extrusionOk="0">
                <a:moveTo>
                  <a:pt x="20400" y="19636"/>
                </a:moveTo>
                <a:cubicBezTo>
                  <a:pt x="20400" y="20178"/>
                  <a:pt x="19862" y="20617"/>
                  <a:pt x="19200" y="20617"/>
                </a:cubicBezTo>
                <a:lnTo>
                  <a:pt x="6000" y="20617"/>
                </a:lnTo>
                <a:lnTo>
                  <a:pt x="6000" y="982"/>
                </a:lnTo>
                <a:lnTo>
                  <a:pt x="13200" y="982"/>
                </a:lnTo>
                <a:lnTo>
                  <a:pt x="13200" y="6872"/>
                </a:lnTo>
                <a:lnTo>
                  <a:pt x="15600" y="4909"/>
                </a:lnTo>
                <a:lnTo>
                  <a:pt x="18000" y="6872"/>
                </a:lnTo>
                <a:lnTo>
                  <a:pt x="18000" y="982"/>
                </a:lnTo>
                <a:lnTo>
                  <a:pt x="19200" y="982"/>
                </a:lnTo>
                <a:cubicBezTo>
                  <a:pt x="19862" y="982"/>
                  <a:pt x="20400" y="1422"/>
                  <a:pt x="20400" y="1964"/>
                </a:cubicBezTo>
                <a:cubicBezTo>
                  <a:pt x="20400" y="1964"/>
                  <a:pt x="20400" y="19636"/>
                  <a:pt x="20400" y="19636"/>
                </a:cubicBezTo>
                <a:close/>
                <a:moveTo>
                  <a:pt x="4800" y="20617"/>
                </a:moveTo>
                <a:lnTo>
                  <a:pt x="2400" y="20617"/>
                </a:lnTo>
                <a:cubicBezTo>
                  <a:pt x="1738" y="20617"/>
                  <a:pt x="1200" y="20178"/>
                  <a:pt x="1200" y="19636"/>
                </a:cubicBezTo>
                <a:lnTo>
                  <a:pt x="1200" y="1964"/>
                </a:lnTo>
                <a:cubicBezTo>
                  <a:pt x="1200" y="1422"/>
                  <a:pt x="1738" y="982"/>
                  <a:pt x="2400" y="982"/>
                </a:cubicBezTo>
                <a:lnTo>
                  <a:pt x="4800" y="982"/>
                </a:lnTo>
                <a:cubicBezTo>
                  <a:pt x="4800" y="982"/>
                  <a:pt x="4800" y="20617"/>
                  <a:pt x="4800" y="20617"/>
                </a:cubicBezTo>
                <a:close/>
                <a:moveTo>
                  <a:pt x="14400" y="982"/>
                </a:moveTo>
                <a:lnTo>
                  <a:pt x="16800" y="982"/>
                </a:lnTo>
                <a:lnTo>
                  <a:pt x="16800" y="4418"/>
                </a:lnTo>
                <a:lnTo>
                  <a:pt x="15600" y="3436"/>
                </a:lnTo>
                <a:lnTo>
                  <a:pt x="14400" y="4418"/>
                </a:lnTo>
                <a:cubicBezTo>
                  <a:pt x="14400" y="4418"/>
                  <a:pt x="14400" y="982"/>
                  <a:pt x="14400" y="982"/>
                </a:cubicBezTo>
                <a:close/>
                <a:moveTo>
                  <a:pt x="19200" y="0"/>
                </a:moveTo>
                <a:lnTo>
                  <a:pt x="2400" y="0"/>
                </a:lnTo>
                <a:cubicBezTo>
                  <a:pt x="1075" y="0"/>
                  <a:pt x="0" y="879"/>
                  <a:pt x="0" y="1964"/>
                </a:cubicBezTo>
                <a:lnTo>
                  <a:pt x="0" y="19636"/>
                </a:lnTo>
                <a:cubicBezTo>
                  <a:pt x="0" y="20720"/>
                  <a:pt x="1075" y="21600"/>
                  <a:pt x="2400" y="21600"/>
                </a:cubicBezTo>
                <a:lnTo>
                  <a:pt x="19200" y="21600"/>
                </a:lnTo>
                <a:cubicBezTo>
                  <a:pt x="20525" y="21600"/>
                  <a:pt x="21600" y="20720"/>
                  <a:pt x="21600" y="19636"/>
                </a:cubicBezTo>
                <a:lnTo>
                  <a:pt x="21600" y="1964"/>
                </a:lnTo>
                <a:cubicBezTo>
                  <a:pt x="21600" y="879"/>
                  <a:pt x="20525" y="0"/>
                  <a:pt x="192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 name="Shape 2531">
            <a:extLst>
              <a:ext uri="{FF2B5EF4-FFF2-40B4-BE49-F238E27FC236}">
                <a16:creationId xmlns:a16="http://schemas.microsoft.com/office/drawing/2014/main" id="{076EEAB1-74FE-D6A8-DAA1-D4ED04CC1DE4}"/>
              </a:ext>
            </a:extLst>
          </p:cNvPr>
          <p:cNvSpPr/>
          <p:nvPr/>
        </p:nvSpPr>
        <p:spPr>
          <a:xfrm>
            <a:off x="4129381" y="2045094"/>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20400" y="19636"/>
                </a:moveTo>
                <a:cubicBezTo>
                  <a:pt x="20400" y="20179"/>
                  <a:pt x="19862" y="20618"/>
                  <a:pt x="19200" y="20618"/>
                </a:cubicBezTo>
                <a:lnTo>
                  <a:pt x="7200" y="20618"/>
                </a:lnTo>
                <a:lnTo>
                  <a:pt x="7200" y="982"/>
                </a:lnTo>
                <a:lnTo>
                  <a:pt x="19200" y="982"/>
                </a:lnTo>
                <a:cubicBezTo>
                  <a:pt x="19862" y="982"/>
                  <a:pt x="20400" y="1422"/>
                  <a:pt x="20400" y="1964"/>
                </a:cubicBezTo>
                <a:cubicBezTo>
                  <a:pt x="20400" y="1964"/>
                  <a:pt x="20400" y="19636"/>
                  <a:pt x="20400" y="19636"/>
                </a:cubicBezTo>
                <a:close/>
                <a:moveTo>
                  <a:pt x="6000" y="20618"/>
                </a:moveTo>
                <a:lnTo>
                  <a:pt x="3600" y="20618"/>
                </a:lnTo>
                <a:cubicBezTo>
                  <a:pt x="2937" y="20618"/>
                  <a:pt x="2400" y="20179"/>
                  <a:pt x="2400" y="19636"/>
                </a:cubicBezTo>
                <a:lnTo>
                  <a:pt x="2400" y="18655"/>
                </a:lnTo>
                <a:lnTo>
                  <a:pt x="3000" y="18655"/>
                </a:lnTo>
                <a:cubicBezTo>
                  <a:pt x="3332" y="18655"/>
                  <a:pt x="3600" y="18435"/>
                  <a:pt x="3600" y="18164"/>
                </a:cubicBezTo>
                <a:cubicBezTo>
                  <a:pt x="3600" y="17893"/>
                  <a:pt x="3332" y="17673"/>
                  <a:pt x="3000" y="17673"/>
                </a:cubicBezTo>
                <a:lnTo>
                  <a:pt x="2400" y="17673"/>
                </a:lnTo>
                <a:lnTo>
                  <a:pt x="2400" y="15709"/>
                </a:lnTo>
                <a:lnTo>
                  <a:pt x="3000" y="15709"/>
                </a:lnTo>
                <a:cubicBezTo>
                  <a:pt x="3332" y="15709"/>
                  <a:pt x="3600" y="15490"/>
                  <a:pt x="3600" y="15218"/>
                </a:cubicBezTo>
                <a:cubicBezTo>
                  <a:pt x="3600" y="14947"/>
                  <a:pt x="3332" y="14727"/>
                  <a:pt x="3000" y="14727"/>
                </a:cubicBezTo>
                <a:lnTo>
                  <a:pt x="2400" y="14727"/>
                </a:lnTo>
                <a:lnTo>
                  <a:pt x="2400" y="12764"/>
                </a:lnTo>
                <a:lnTo>
                  <a:pt x="3000" y="12764"/>
                </a:lnTo>
                <a:cubicBezTo>
                  <a:pt x="3332" y="12764"/>
                  <a:pt x="3600" y="12544"/>
                  <a:pt x="3600" y="12273"/>
                </a:cubicBezTo>
                <a:cubicBezTo>
                  <a:pt x="3600" y="12002"/>
                  <a:pt x="3332" y="11782"/>
                  <a:pt x="3000" y="11782"/>
                </a:cubicBezTo>
                <a:lnTo>
                  <a:pt x="2400" y="11782"/>
                </a:lnTo>
                <a:lnTo>
                  <a:pt x="2400" y="9818"/>
                </a:lnTo>
                <a:lnTo>
                  <a:pt x="3000" y="9818"/>
                </a:lnTo>
                <a:cubicBezTo>
                  <a:pt x="3332" y="9818"/>
                  <a:pt x="3600" y="9599"/>
                  <a:pt x="3600" y="9327"/>
                </a:cubicBezTo>
                <a:cubicBezTo>
                  <a:pt x="3600" y="9056"/>
                  <a:pt x="3332" y="8836"/>
                  <a:pt x="3000" y="8836"/>
                </a:cubicBezTo>
                <a:lnTo>
                  <a:pt x="2400" y="8836"/>
                </a:lnTo>
                <a:lnTo>
                  <a:pt x="2400" y="6873"/>
                </a:lnTo>
                <a:lnTo>
                  <a:pt x="3000" y="6873"/>
                </a:lnTo>
                <a:cubicBezTo>
                  <a:pt x="3332" y="6873"/>
                  <a:pt x="3600" y="6653"/>
                  <a:pt x="3600" y="6382"/>
                </a:cubicBezTo>
                <a:cubicBezTo>
                  <a:pt x="3600" y="6111"/>
                  <a:pt x="3332" y="5891"/>
                  <a:pt x="3000" y="5891"/>
                </a:cubicBezTo>
                <a:lnTo>
                  <a:pt x="2400" y="5891"/>
                </a:lnTo>
                <a:lnTo>
                  <a:pt x="2400" y="3927"/>
                </a:lnTo>
                <a:lnTo>
                  <a:pt x="3000" y="3927"/>
                </a:lnTo>
                <a:cubicBezTo>
                  <a:pt x="3332" y="3927"/>
                  <a:pt x="3600" y="3708"/>
                  <a:pt x="3600" y="3436"/>
                </a:cubicBezTo>
                <a:cubicBezTo>
                  <a:pt x="3600" y="3166"/>
                  <a:pt x="3332" y="2945"/>
                  <a:pt x="3000" y="2945"/>
                </a:cubicBezTo>
                <a:lnTo>
                  <a:pt x="2400" y="2945"/>
                </a:lnTo>
                <a:lnTo>
                  <a:pt x="2400" y="1964"/>
                </a:lnTo>
                <a:cubicBezTo>
                  <a:pt x="2400" y="1422"/>
                  <a:pt x="2937" y="982"/>
                  <a:pt x="3600" y="982"/>
                </a:cubicBezTo>
                <a:lnTo>
                  <a:pt x="6000" y="982"/>
                </a:lnTo>
                <a:cubicBezTo>
                  <a:pt x="6000" y="982"/>
                  <a:pt x="6000" y="20618"/>
                  <a:pt x="6000" y="20618"/>
                </a:cubicBezTo>
                <a:close/>
                <a:moveTo>
                  <a:pt x="19200" y="0"/>
                </a:moveTo>
                <a:lnTo>
                  <a:pt x="3600" y="0"/>
                </a:lnTo>
                <a:cubicBezTo>
                  <a:pt x="2275" y="0"/>
                  <a:pt x="1200" y="879"/>
                  <a:pt x="1200" y="1964"/>
                </a:cubicBezTo>
                <a:lnTo>
                  <a:pt x="1200" y="2945"/>
                </a:lnTo>
                <a:lnTo>
                  <a:pt x="600" y="2945"/>
                </a:lnTo>
                <a:cubicBezTo>
                  <a:pt x="268" y="2945"/>
                  <a:pt x="0" y="3166"/>
                  <a:pt x="0" y="3436"/>
                </a:cubicBezTo>
                <a:cubicBezTo>
                  <a:pt x="0" y="3708"/>
                  <a:pt x="268" y="3927"/>
                  <a:pt x="600" y="3927"/>
                </a:cubicBezTo>
                <a:lnTo>
                  <a:pt x="1200" y="3927"/>
                </a:lnTo>
                <a:lnTo>
                  <a:pt x="1200" y="5891"/>
                </a:lnTo>
                <a:lnTo>
                  <a:pt x="600" y="5891"/>
                </a:lnTo>
                <a:cubicBezTo>
                  <a:pt x="268" y="5891"/>
                  <a:pt x="0" y="6111"/>
                  <a:pt x="0" y="6382"/>
                </a:cubicBezTo>
                <a:cubicBezTo>
                  <a:pt x="0" y="6653"/>
                  <a:pt x="268" y="6873"/>
                  <a:pt x="600" y="6873"/>
                </a:cubicBezTo>
                <a:lnTo>
                  <a:pt x="1200" y="6873"/>
                </a:lnTo>
                <a:lnTo>
                  <a:pt x="1200" y="8836"/>
                </a:lnTo>
                <a:lnTo>
                  <a:pt x="600" y="8836"/>
                </a:lnTo>
                <a:cubicBezTo>
                  <a:pt x="268" y="8836"/>
                  <a:pt x="0" y="9056"/>
                  <a:pt x="0" y="9327"/>
                </a:cubicBezTo>
                <a:cubicBezTo>
                  <a:pt x="0" y="9599"/>
                  <a:pt x="268" y="9818"/>
                  <a:pt x="600" y="9818"/>
                </a:cubicBezTo>
                <a:lnTo>
                  <a:pt x="1200" y="9818"/>
                </a:lnTo>
                <a:lnTo>
                  <a:pt x="1200" y="11782"/>
                </a:lnTo>
                <a:lnTo>
                  <a:pt x="600" y="11782"/>
                </a:lnTo>
                <a:cubicBezTo>
                  <a:pt x="268" y="11782"/>
                  <a:pt x="0" y="12002"/>
                  <a:pt x="0" y="12273"/>
                </a:cubicBezTo>
                <a:cubicBezTo>
                  <a:pt x="0" y="12544"/>
                  <a:pt x="268" y="12764"/>
                  <a:pt x="600" y="12764"/>
                </a:cubicBezTo>
                <a:lnTo>
                  <a:pt x="1200" y="12764"/>
                </a:lnTo>
                <a:lnTo>
                  <a:pt x="1200" y="14727"/>
                </a:lnTo>
                <a:lnTo>
                  <a:pt x="600" y="14727"/>
                </a:lnTo>
                <a:cubicBezTo>
                  <a:pt x="268" y="14727"/>
                  <a:pt x="0" y="14947"/>
                  <a:pt x="0" y="15218"/>
                </a:cubicBezTo>
                <a:cubicBezTo>
                  <a:pt x="0" y="15490"/>
                  <a:pt x="268" y="15709"/>
                  <a:pt x="600" y="15709"/>
                </a:cubicBezTo>
                <a:lnTo>
                  <a:pt x="1200" y="15709"/>
                </a:lnTo>
                <a:lnTo>
                  <a:pt x="1200" y="17673"/>
                </a:lnTo>
                <a:lnTo>
                  <a:pt x="600" y="17673"/>
                </a:lnTo>
                <a:cubicBezTo>
                  <a:pt x="268" y="17673"/>
                  <a:pt x="0" y="17893"/>
                  <a:pt x="0" y="18164"/>
                </a:cubicBezTo>
                <a:cubicBezTo>
                  <a:pt x="0" y="18435"/>
                  <a:pt x="268" y="18655"/>
                  <a:pt x="600" y="18655"/>
                </a:cubicBezTo>
                <a:lnTo>
                  <a:pt x="1200" y="18655"/>
                </a:lnTo>
                <a:lnTo>
                  <a:pt x="1200" y="19636"/>
                </a:lnTo>
                <a:cubicBezTo>
                  <a:pt x="1200" y="20721"/>
                  <a:pt x="2275" y="21600"/>
                  <a:pt x="3600" y="21600"/>
                </a:cubicBezTo>
                <a:lnTo>
                  <a:pt x="19200" y="21600"/>
                </a:lnTo>
                <a:cubicBezTo>
                  <a:pt x="20525" y="21600"/>
                  <a:pt x="21600" y="20721"/>
                  <a:pt x="21600" y="19636"/>
                </a:cubicBezTo>
                <a:lnTo>
                  <a:pt x="21600" y="1964"/>
                </a:lnTo>
                <a:cubicBezTo>
                  <a:pt x="21600" y="879"/>
                  <a:pt x="20525" y="0"/>
                  <a:pt x="192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0" name="Shape 2532">
            <a:extLst>
              <a:ext uri="{FF2B5EF4-FFF2-40B4-BE49-F238E27FC236}">
                <a16:creationId xmlns:a16="http://schemas.microsoft.com/office/drawing/2014/main" id="{84AB2E70-46AD-A14C-386D-A2C4A5EAFB53}"/>
              </a:ext>
            </a:extLst>
          </p:cNvPr>
          <p:cNvSpPr/>
          <p:nvPr/>
        </p:nvSpPr>
        <p:spPr>
          <a:xfrm>
            <a:off x="4662642" y="2045094"/>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14400" y="5891"/>
                </a:moveTo>
                <a:lnTo>
                  <a:pt x="14400" y="982"/>
                </a:lnTo>
                <a:lnTo>
                  <a:pt x="15000" y="982"/>
                </a:lnTo>
                <a:lnTo>
                  <a:pt x="20400" y="5891"/>
                </a:lnTo>
                <a:cubicBezTo>
                  <a:pt x="20400" y="5891"/>
                  <a:pt x="14400" y="5891"/>
                  <a:pt x="14400" y="5891"/>
                </a:cubicBezTo>
                <a:close/>
                <a:moveTo>
                  <a:pt x="20400" y="19636"/>
                </a:moveTo>
                <a:cubicBezTo>
                  <a:pt x="20400" y="20179"/>
                  <a:pt x="19862" y="20618"/>
                  <a:pt x="19200" y="20618"/>
                </a:cubicBezTo>
                <a:lnTo>
                  <a:pt x="2400" y="20618"/>
                </a:lnTo>
                <a:cubicBezTo>
                  <a:pt x="1737" y="20618"/>
                  <a:pt x="1200" y="20179"/>
                  <a:pt x="1200" y="19636"/>
                </a:cubicBezTo>
                <a:lnTo>
                  <a:pt x="1200" y="1964"/>
                </a:lnTo>
                <a:cubicBezTo>
                  <a:pt x="1200" y="1422"/>
                  <a:pt x="1737" y="982"/>
                  <a:pt x="2400" y="982"/>
                </a:cubicBezTo>
                <a:lnTo>
                  <a:pt x="13200" y="982"/>
                </a:lnTo>
                <a:lnTo>
                  <a:pt x="13200" y="5891"/>
                </a:lnTo>
                <a:cubicBezTo>
                  <a:pt x="13200" y="6433"/>
                  <a:pt x="13738" y="6873"/>
                  <a:pt x="14400" y="6873"/>
                </a:cubicBezTo>
                <a:lnTo>
                  <a:pt x="20400" y="6873"/>
                </a:lnTo>
                <a:cubicBezTo>
                  <a:pt x="20400" y="6873"/>
                  <a:pt x="20400" y="19636"/>
                  <a:pt x="20400" y="19636"/>
                </a:cubicBezTo>
                <a:close/>
                <a:moveTo>
                  <a:pt x="15600" y="0"/>
                </a:moveTo>
                <a:lnTo>
                  <a:pt x="2400" y="0"/>
                </a:lnTo>
                <a:cubicBezTo>
                  <a:pt x="1075" y="0"/>
                  <a:pt x="0" y="879"/>
                  <a:pt x="0" y="1964"/>
                </a:cubicBezTo>
                <a:lnTo>
                  <a:pt x="0" y="19636"/>
                </a:lnTo>
                <a:cubicBezTo>
                  <a:pt x="0" y="20721"/>
                  <a:pt x="1075" y="21600"/>
                  <a:pt x="2400" y="21600"/>
                </a:cubicBezTo>
                <a:lnTo>
                  <a:pt x="19200" y="21600"/>
                </a:lnTo>
                <a:cubicBezTo>
                  <a:pt x="20525" y="21600"/>
                  <a:pt x="21600" y="20721"/>
                  <a:pt x="21600" y="19636"/>
                </a:cubicBezTo>
                <a:lnTo>
                  <a:pt x="21600" y="5400"/>
                </a:lnTo>
                <a:cubicBezTo>
                  <a:pt x="21600" y="5400"/>
                  <a:pt x="15600" y="0"/>
                  <a:pt x="15600" y="0"/>
                </a:cubicBezTo>
                <a:close/>
                <a:moveTo>
                  <a:pt x="4800" y="8836"/>
                </a:moveTo>
                <a:cubicBezTo>
                  <a:pt x="4800" y="9108"/>
                  <a:pt x="5068" y="9327"/>
                  <a:pt x="5400" y="9327"/>
                </a:cubicBezTo>
                <a:lnTo>
                  <a:pt x="16200" y="9327"/>
                </a:lnTo>
                <a:cubicBezTo>
                  <a:pt x="16532" y="9327"/>
                  <a:pt x="16800" y="9108"/>
                  <a:pt x="16800" y="8836"/>
                </a:cubicBezTo>
                <a:cubicBezTo>
                  <a:pt x="16800" y="8566"/>
                  <a:pt x="16532" y="8345"/>
                  <a:pt x="16200" y="8345"/>
                </a:cubicBezTo>
                <a:lnTo>
                  <a:pt x="5400" y="8345"/>
                </a:lnTo>
                <a:cubicBezTo>
                  <a:pt x="5068" y="8345"/>
                  <a:pt x="4800" y="8566"/>
                  <a:pt x="4800" y="8836"/>
                </a:cubicBezTo>
                <a:moveTo>
                  <a:pt x="16200" y="12273"/>
                </a:moveTo>
                <a:lnTo>
                  <a:pt x="5400" y="12273"/>
                </a:lnTo>
                <a:cubicBezTo>
                  <a:pt x="5068" y="12273"/>
                  <a:pt x="4800" y="12493"/>
                  <a:pt x="4800" y="12764"/>
                </a:cubicBezTo>
                <a:cubicBezTo>
                  <a:pt x="4800" y="13035"/>
                  <a:pt x="5068" y="13255"/>
                  <a:pt x="5400" y="13255"/>
                </a:cubicBezTo>
                <a:lnTo>
                  <a:pt x="16200" y="13255"/>
                </a:lnTo>
                <a:cubicBezTo>
                  <a:pt x="16532" y="13255"/>
                  <a:pt x="16800" y="13035"/>
                  <a:pt x="16800" y="12764"/>
                </a:cubicBezTo>
                <a:cubicBezTo>
                  <a:pt x="16800" y="12493"/>
                  <a:pt x="16532" y="12273"/>
                  <a:pt x="16200" y="12273"/>
                </a:cubicBezTo>
                <a:moveTo>
                  <a:pt x="5400" y="5400"/>
                </a:moveTo>
                <a:lnTo>
                  <a:pt x="8400" y="5400"/>
                </a:lnTo>
                <a:cubicBezTo>
                  <a:pt x="8732" y="5400"/>
                  <a:pt x="9000" y="5181"/>
                  <a:pt x="9000" y="4909"/>
                </a:cubicBezTo>
                <a:cubicBezTo>
                  <a:pt x="9000" y="4638"/>
                  <a:pt x="8732" y="4418"/>
                  <a:pt x="8400" y="4418"/>
                </a:cubicBezTo>
                <a:lnTo>
                  <a:pt x="5400" y="4418"/>
                </a:lnTo>
                <a:cubicBezTo>
                  <a:pt x="5068" y="4418"/>
                  <a:pt x="4800" y="4638"/>
                  <a:pt x="4800" y="4909"/>
                </a:cubicBezTo>
                <a:cubicBezTo>
                  <a:pt x="4800" y="5181"/>
                  <a:pt x="5068" y="5400"/>
                  <a:pt x="5400" y="5400"/>
                </a:cubicBezTo>
                <a:moveTo>
                  <a:pt x="12600" y="16200"/>
                </a:moveTo>
                <a:lnTo>
                  <a:pt x="5400" y="16200"/>
                </a:lnTo>
                <a:cubicBezTo>
                  <a:pt x="5068" y="16200"/>
                  <a:pt x="4800" y="16420"/>
                  <a:pt x="4800" y="16691"/>
                </a:cubicBezTo>
                <a:cubicBezTo>
                  <a:pt x="4800" y="16962"/>
                  <a:pt x="5068" y="17182"/>
                  <a:pt x="5400" y="17182"/>
                </a:cubicBezTo>
                <a:lnTo>
                  <a:pt x="12600" y="17182"/>
                </a:lnTo>
                <a:cubicBezTo>
                  <a:pt x="12932" y="17182"/>
                  <a:pt x="13200" y="16962"/>
                  <a:pt x="13200" y="16691"/>
                </a:cubicBezTo>
                <a:cubicBezTo>
                  <a:pt x="13200" y="16420"/>
                  <a:pt x="12932" y="16200"/>
                  <a:pt x="12600" y="162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1" name="Shape 2533">
            <a:extLst>
              <a:ext uri="{FF2B5EF4-FFF2-40B4-BE49-F238E27FC236}">
                <a16:creationId xmlns:a16="http://schemas.microsoft.com/office/drawing/2014/main" id="{8DDDD547-569C-F28C-95A5-843A62BFAC78}"/>
              </a:ext>
            </a:extLst>
          </p:cNvPr>
          <p:cNvSpPr/>
          <p:nvPr/>
        </p:nvSpPr>
        <p:spPr>
          <a:xfrm>
            <a:off x="5195904" y="2045094"/>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8836"/>
                </a:moveTo>
                <a:lnTo>
                  <a:pt x="10800" y="5967"/>
                </a:lnTo>
                <a:lnTo>
                  <a:pt x="13929" y="8836"/>
                </a:lnTo>
                <a:cubicBezTo>
                  <a:pt x="13929" y="8836"/>
                  <a:pt x="10800" y="8836"/>
                  <a:pt x="10800" y="8836"/>
                </a:cubicBezTo>
                <a:close/>
                <a:moveTo>
                  <a:pt x="14400" y="19636"/>
                </a:moveTo>
                <a:cubicBezTo>
                  <a:pt x="14400" y="20179"/>
                  <a:pt x="13862" y="20618"/>
                  <a:pt x="13200" y="20618"/>
                </a:cubicBezTo>
                <a:lnTo>
                  <a:pt x="2400" y="20618"/>
                </a:lnTo>
                <a:cubicBezTo>
                  <a:pt x="1738" y="20618"/>
                  <a:pt x="1200" y="20179"/>
                  <a:pt x="1200" y="19636"/>
                </a:cubicBezTo>
                <a:lnTo>
                  <a:pt x="1200" y="6873"/>
                </a:lnTo>
                <a:cubicBezTo>
                  <a:pt x="1200" y="6331"/>
                  <a:pt x="1738" y="5891"/>
                  <a:pt x="2400" y="5891"/>
                </a:cubicBezTo>
                <a:lnTo>
                  <a:pt x="9600" y="5891"/>
                </a:lnTo>
                <a:lnTo>
                  <a:pt x="9600" y="8836"/>
                </a:lnTo>
                <a:cubicBezTo>
                  <a:pt x="9600" y="9378"/>
                  <a:pt x="10138" y="9818"/>
                  <a:pt x="10800" y="9818"/>
                </a:cubicBezTo>
                <a:lnTo>
                  <a:pt x="14400" y="9818"/>
                </a:lnTo>
                <a:cubicBezTo>
                  <a:pt x="14400" y="9818"/>
                  <a:pt x="14400" y="19636"/>
                  <a:pt x="14400" y="19636"/>
                </a:cubicBezTo>
                <a:close/>
                <a:moveTo>
                  <a:pt x="2400" y="4909"/>
                </a:moveTo>
                <a:cubicBezTo>
                  <a:pt x="1075" y="4909"/>
                  <a:pt x="0" y="5788"/>
                  <a:pt x="0" y="6873"/>
                </a:cubicBezTo>
                <a:lnTo>
                  <a:pt x="0" y="19636"/>
                </a:lnTo>
                <a:cubicBezTo>
                  <a:pt x="0" y="20721"/>
                  <a:pt x="1075" y="21600"/>
                  <a:pt x="2400" y="21600"/>
                </a:cubicBezTo>
                <a:lnTo>
                  <a:pt x="13200" y="21600"/>
                </a:lnTo>
                <a:cubicBezTo>
                  <a:pt x="14525" y="21600"/>
                  <a:pt x="15600" y="20721"/>
                  <a:pt x="15600" y="19636"/>
                </a:cubicBezTo>
                <a:lnTo>
                  <a:pt x="15600" y="8836"/>
                </a:lnTo>
                <a:lnTo>
                  <a:pt x="11400" y="4909"/>
                </a:lnTo>
                <a:cubicBezTo>
                  <a:pt x="11400" y="4909"/>
                  <a:pt x="2400" y="4909"/>
                  <a:pt x="2400" y="4909"/>
                </a:cubicBezTo>
                <a:close/>
                <a:moveTo>
                  <a:pt x="16800" y="3927"/>
                </a:moveTo>
                <a:lnTo>
                  <a:pt x="16800" y="1058"/>
                </a:lnTo>
                <a:lnTo>
                  <a:pt x="19929" y="3927"/>
                </a:lnTo>
                <a:cubicBezTo>
                  <a:pt x="19929" y="3927"/>
                  <a:pt x="16800" y="3927"/>
                  <a:pt x="16800" y="3927"/>
                </a:cubicBezTo>
                <a:close/>
                <a:moveTo>
                  <a:pt x="17400" y="0"/>
                </a:moveTo>
                <a:lnTo>
                  <a:pt x="8400" y="0"/>
                </a:lnTo>
                <a:cubicBezTo>
                  <a:pt x="7075" y="0"/>
                  <a:pt x="6000" y="879"/>
                  <a:pt x="6000" y="1964"/>
                </a:cubicBezTo>
                <a:lnTo>
                  <a:pt x="6000" y="3436"/>
                </a:lnTo>
                <a:cubicBezTo>
                  <a:pt x="6000" y="3708"/>
                  <a:pt x="6268" y="3927"/>
                  <a:pt x="6600" y="3927"/>
                </a:cubicBezTo>
                <a:cubicBezTo>
                  <a:pt x="6932" y="3927"/>
                  <a:pt x="7200" y="3708"/>
                  <a:pt x="7200" y="3436"/>
                </a:cubicBezTo>
                <a:lnTo>
                  <a:pt x="7200" y="1964"/>
                </a:lnTo>
                <a:cubicBezTo>
                  <a:pt x="7200" y="1422"/>
                  <a:pt x="7738" y="982"/>
                  <a:pt x="8400" y="982"/>
                </a:cubicBezTo>
                <a:lnTo>
                  <a:pt x="15600" y="982"/>
                </a:lnTo>
                <a:lnTo>
                  <a:pt x="15600" y="3927"/>
                </a:lnTo>
                <a:cubicBezTo>
                  <a:pt x="15600" y="4469"/>
                  <a:pt x="16138" y="4909"/>
                  <a:pt x="16800" y="4909"/>
                </a:cubicBezTo>
                <a:lnTo>
                  <a:pt x="20400" y="4909"/>
                </a:lnTo>
                <a:lnTo>
                  <a:pt x="20400" y="14727"/>
                </a:lnTo>
                <a:cubicBezTo>
                  <a:pt x="20400" y="15269"/>
                  <a:pt x="19862" y="15709"/>
                  <a:pt x="19200" y="15709"/>
                </a:cubicBezTo>
                <a:lnTo>
                  <a:pt x="17400" y="15709"/>
                </a:lnTo>
                <a:cubicBezTo>
                  <a:pt x="17068" y="15709"/>
                  <a:pt x="16800" y="15929"/>
                  <a:pt x="16800" y="16200"/>
                </a:cubicBezTo>
                <a:cubicBezTo>
                  <a:pt x="16800" y="16472"/>
                  <a:pt x="17068" y="16691"/>
                  <a:pt x="17400" y="16691"/>
                </a:cubicBezTo>
                <a:lnTo>
                  <a:pt x="19200" y="16691"/>
                </a:lnTo>
                <a:cubicBezTo>
                  <a:pt x="20525" y="16691"/>
                  <a:pt x="21600" y="15812"/>
                  <a:pt x="21600" y="14727"/>
                </a:cubicBezTo>
                <a:lnTo>
                  <a:pt x="21600" y="3927"/>
                </a:lnTo>
                <a:cubicBezTo>
                  <a:pt x="21600" y="3927"/>
                  <a:pt x="17400" y="0"/>
                  <a:pt x="17400" y="0"/>
                </a:cubicBezTo>
                <a:close/>
                <a:moveTo>
                  <a:pt x="3600" y="12273"/>
                </a:moveTo>
                <a:cubicBezTo>
                  <a:pt x="3600" y="12544"/>
                  <a:pt x="3868" y="12764"/>
                  <a:pt x="4200" y="12764"/>
                </a:cubicBezTo>
                <a:lnTo>
                  <a:pt x="11400" y="12764"/>
                </a:lnTo>
                <a:cubicBezTo>
                  <a:pt x="11732" y="12764"/>
                  <a:pt x="12000" y="12544"/>
                  <a:pt x="12000" y="12273"/>
                </a:cubicBezTo>
                <a:cubicBezTo>
                  <a:pt x="12000" y="12002"/>
                  <a:pt x="11732" y="11782"/>
                  <a:pt x="11400" y="11782"/>
                </a:cubicBezTo>
                <a:lnTo>
                  <a:pt x="4200" y="11782"/>
                </a:lnTo>
                <a:cubicBezTo>
                  <a:pt x="3868" y="11782"/>
                  <a:pt x="3600" y="12002"/>
                  <a:pt x="3600" y="12273"/>
                </a:cubicBezTo>
                <a:moveTo>
                  <a:pt x="4200" y="9818"/>
                </a:moveTo>
                <a:lnTo>
                  <a:pt x="6600" y="9818"/>
                </a:lnTo>
                <a:cubicBezTo>
                  <a:pt x="6932" y="9818"/>
                  <a:pt x="7200" y="9599"/>
                  <a:pt x="7200" y="9327"/>
                </a:cubicBezTo>
                <a:cubicBezTo>
                  <a:pt x="7200" y="9056"/>
                  <a:pt x="6932" y="8836"/>
                  <a:pt x="6600" y="8836"/>
                </a:cubicBezTo>
                <a:lnTo>
                  <a:pt x="4200" y="8836"/>
                </a:lnTo>
                <a:cubicBezTo>
                  <a:pt x="3868" y="8836"/>
                  <a:pt x="3600" y="9056"/>
                  <a:pt x="3600" y="9327"/>
                </a:cubicBezTo>
                <a:cubicBezTo>
                  <a:pt x="3600" y="9599"/>
                  <a:pt x="3868" y="9818"/>
                  <a:pt x="4200" y="9818"/>
                </a:cubicBezTo>
                <a:moveTo>
                  <a:pt x="9000" y="17673"/>
                </a:moveTo>
                <a:lnTo>
                  <a:pt x="4200" y="17673"/>
                </a:lnTo>
                <a:cubicBezTo>
                  <a:pt x="3868" y="17673"/>
                  <a:pt x="3600" y="17893"/>
                  <a:pt x="3600" y="18164"/>
                </a:cubicBezTo>
                <a:cubicBezTo>
                  <a:pt x="3600" y="18435"/>
                  <a:pt x="3868" y="18655"/>
                  <a:pt x="4200" y="18655"/>
                </a:cubicBezTo>
                <a:lnTo>
                  <a:pt x="9000" y="18655"/>
                </a:lnTo>
                <a:cubicBezTo>
                  <a:pt x="9332" y="18655"/>
                  <a:pt x="9600" y="18435"/>
                  <a:pt x="9600" y="18164"/>
                </a:cubicBezTo>
                <a:cubicBezTo>
                  <a:pt x="9600" y="17893"/>
                  <a:pt x="9332" y="17673"/>
                  <a:pt x="9000" y="17673"/>
                </a:cubicBezTo>
                <a:moveTo>
                  <a:pt x="11400" y="14727"/>
                </a:moveTo>
                <a:lnTo>
                  <a:pt x="4200" y="14727"/>
                </a:lnTo>
                <a:cubicBezTo>
                  <a:pt x="3868" y="14727"/>
                  <a:pt x="3600" y="14947"/>
                  <a:pt x="3600" y="15218"/>
                </a:cubicBezTo>
                <a:cubicBezTo>
                  <a:pt x="3600" y="15490"/>
                  <a:pt x="3868" y="15709"/>
                  <a:pt x="4200" y="15709"/>
                </a:cubicBezTo>
                <a:lnTo>
                  <a:pt x="11400" y="15709"/>
                </a:lnTo>
                <a:cubicBezTo>
                  <a:pt x="11732" y="15709"/>
                  <a:pt x="12000" y="15490"/>
                  <a:pt x="12000" y="15218"/>
                </a:cubicBezTo>
                <a:cubicBezTo>
                  <a:pt x="12000" y="14947"/>
                  <a:pt x="11732" y="14727"/>
                  <a:pt x="11400" y="14727"/>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2" name="Shape 2534">
            <a:extLst>
              <a:ext uri="{FF2B5EF4-FFF2-40B4-BE49-F238E27FC236}">
                <a16:creationId xmlns:a16="http://schemas.microsoft.com/office/drawing/2014/main" id="{1CEE5313-3C13-2A6E-3AE8-0D4D1F78F00F}"/>
              </a:ext>
            </a:extLst>
          </p:cNvPr>
          <p:cNvSpPr/>
          <p:nvPr/>
        </p:nvSpPr>
        <p:spPr>
          <a:xfrm>
            <a:off x="5729165" y="2045093"/>
            <a:ext cx="228541" cy="279337"/>
          </a:xfrm>
          <a:custGeom>
            <a:avLst/>
            <a:gdLst/>
            <a:ahLst/>
            <a:cxnLst>
              <a:cxn ang="0">
                <a:pos x="wd2" y="hd2"/>
              </a:cxn>
              <a:cxn ang="5400000">
                <a:pos x="wd2" y="hd2"/>
              </a:cxn>
              <a:cxn ang="10800000">
                <a:pos x="wd2" y="hd2"/>
              </a:cxn>
              <a:cxn ang="16200000">
                <a:pos x="wd2" y="hd2"/>
              </a:cxn>
            </a:cxnLst>
            <a:rect l="0" t="0" r="r" b="b"/>
            <a:pathLst>
              <a:path w="21600" h="21600" extrusionOk="0">
                <a:moveTo>
                  <a:pt x="14400" y="5891"/>
                </a:moveTo>
                <a:lnTo>
                  <a:pt x="14400" y="982"/>
                </a:lnTo>
                <a:lnTo>
                  <a:pt x="15000" y="982"/>
                </a:lnTo>
                <a:lnTo>
                  <a:pt x="20400" y="5891"/>
                </a:lnTo>
                <a:cubicBezTo>
                  <a:pt x="20400" y="5891"/>
                  <a:pt x="14400" y="5891"/>
                  <a:pt x="14400" y="5891"/>
                </a:cubicBezTo>
                <a:close/>
                <a:moveTo>
                  <a:pt x="20400" y="19636"/>
                </a:moveTo>
                <a:cubicBezTo>
                  <a:pt x="20400" y="20178"/>
                  <a:pt x="19862" y="20617"/>
                  <a:pt x="19200" y="20617"/>
                </a:cubicBezTo>
                <a:lnTo>
                  <a:pt x="2400" y="20617"/>
                </a:lnTo>
                <a:cubicBezTo>
                  <a:pt x="1738" y="20617"/>
                  <a:pt x="1200" y="20178"/>
                  <a:pt x="1200" y="19636"/>
                </a:cubicBezTo>
                <a:lnTo>
                  <a:pt x="1200" y="1964"/>
                </a:lnTo>
                <a:cubicBezTo>
                  <a:pt x="1200" y="1422"/>
                  <a:pt x="1738" y="982"/>
                  <a:pt x="2400" y="982"/>
                </a:cubicBezTo>
                <a:lnTo>
                  <a:pt x="13200" y="982"/>
                </a:lnTo>
                <a:lnTo>
                  <a:pt x="13200" y="5891"/>
                </a:lnTo>
                <a:cubicBezTo>
                  <a:pt x="13200" y="6433"/>
                  <a:pt x="13738" y="6872"/>
                  <a:pt x="14400" y="6872"/>
                </a:cubicBezTo>
                <a:lnTo>
                  <a:pt x="20400" y="6872"/>
                </a:lnTo>
                <a:cubicBezTo>
                  <a:pt x="20400" y="6872"/>
                  <a:pt x="20400" y="19636"/>
                  <a:pt x="20400" y="19636"/>
                </a:cubicBezTo>
                <a:close/>
                <a:moveTo>
                  <a:pt x="15600" y="0"/>
                </a:moveTo>
                <a:lnTo>
                  <a:pt x="2400" y="0"/>
                </a:lnTo>
                <a:cubicBezTo>
                  <a:pt x="1075" y="0"/>
                  <a:pt x="0" y="879"/>
                  <a:pt x="0" y="1964"/>
                </a:cubicBezTo>
                <a:lnTo>
                  <a:pt x="0" y="19636"/>
                </a:lnTo>
                <a:cubicBezTo>
                  <a:pt x="0" y="20720"/>
                  <a:pt x="1075" y="21600"/>
                  <a:pt x="2400" y="21600"/>
                </a:cubicBezTo>
                <a:lnTo>
                  <a:pt x="19200" y="21600"/>
                </a:lnTo>
                <a:cubicBezTo>
                  <a:pt x="20525" y="21600"/>
                  <a:pt x="21600" y="20720"/>
                  <a:pt x="21600" y="19636"/>
                </a:cubicBezTo>
                <a:lnTo>
                  <a:pt x="21600" y="5400"/>
                </a:lnTo>
                <a:cubicBezTo>
                  <a:pt x="21600" y="5400"/>
                  <a:pt x="15600" y="0"/>
                  <a:pt x="15600" y="0"/>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3" name="Shape 2535">
            <a:extLst>
              <a:ext uri="{FF2B5EF4-FFF2-40B4-BE49-F238E27FC236}">
                <a16:creationId xmlns:a16="http://schemas.microsoft.com/office/drawing/2014/main" id="{73F78F8F-9F2F-3D61-1236-B7B38538C270}"/>
              </a:ext>
            </a:extLst>
          </p:cNvPr>
          <p:cNvSpPr/>
          <p:nvPr/>
        </p:nvSpPr>
        <p:spPr>
          <a:xfrm>
            <a:off x="929815" y="2578355"/>
            <a:ext cx="228541" cy="279337"/>
          </a:xfrm>
          <a:custGeom>
            <a:avLst/>
            <a:gdLst/>
            <a:ahLst/>
            <a:cxnLst>
              <a:cxn ang="0">
                <a:pos x="wd2" y="hd2"/>
              </a:cxn>
              <a:cxn ang="5400000">
                <a:pos x="wd2" y="hd2"/>
              </a:cxn>
              <a:cxn ang="10800000">
                <a:pos x="wd2" y="hd2"/>
              </a:cxn>
              <a:cxn ang="16200000">
                <a:pos x="wd2" y="hd2"/>
              </a:cxn>
            </a:cxnLst>
            <a:rect l="0" t="0" r="r" b="b"/>
            <a:pathLst>
              <a:path w="21600" h="21600" extrusionOk="0">
                <a:moveTo>
                  <a:pt x="10800" y="8836"/>
                </a:moveTo>
                <a:lnTo>
                  <a:pt x="10800" y="5966"/>
                </a:lnTo>
                <a:lnTo>
                  <a:pt x="13928" y="8836"/>
                </a:lnTo>
                <a:cubicBezTo>
                  <a:pt x="13928" y="8836"/>
                  <a:pt x="10800" y="8836"/>
                  <a:pt x="10800" y="8836"/>
                </a:cubicBezTo>
                <a:close/>
                <a:moveTo>
                  <a:pt x="14400" y="19636"/>
                </a:moveTo>
                <a:cubicBezTo>
                  <a:pt x="14400" y="20178"/>
                  <a:pt x="13862" y="20617"/>
                  <a:pt x="13200" y="20617"/>
                </a:cubicBezTo>
                <a:lnTo>
                  <a:pt x="2400" y="20617"/>
                </a:lnTo>
                <a:cubicBezTo>
                  <a:pt x="1738" y="20617"/>
                  <a:pt x="1200" y="20178"/>
                  <a:pt x="1200" y="19636"/>
                </a:cubicBezTo>
                <a:lnTo>
                  <a:pt x="1200" y="6872"/>
                </a:lnTo>
                <a:cubicBezTo>
                  <a:pt x="1200" y="6331"/>
                  <a:pt x="1738" y="5891"/>
                  <a:pt x="2400" y="5891"/>
                </a:cubicBezTo>
                <a:lnTo>
                  <a:pt x="9600" y="5891"/>
                </a:lnTo>
                <a:lnTo>
                  <a:pt x="9600" y="8836"/>
                </a:lnTo>
                <a:cubicBezTo>
                  <a:pt x="9600" y="9378"/>
                  <a:pt x="10138" y="9818"/>
                  <a:pt x="10800" y="9818"/>
                </a:cubicBezTo>
                <a:lnTo>
                  <a:pt x="14400" y="9818"/>
                </a:lnTo>
                <a:cubicBezTo>
                  <a:pt x="14400" y="9818"/>
                  <a:pt x="14400" y="19636"/>
                  <a:pt x="14400" y="19636"/>
                </a:cubicBezTo>
                <a:close/>
                <a:moveTo>
                  <a:pt x="2400" y="4909"/>
                </a:moveTo>
                <a:cubicBezTo>
                  <a:pt x="1075" y="4909"/>
                  <a:pt x="0" y="5788"/>
                  <a:pt x="0" y="6872"/>
                </a:cubicBezTo>
                <a:lnTo>
                  <a:pt x="0" y="19636"/>
                </a:lnTo>
                <a:cubicBezTo>
                  <a:pt x="0" y="20720"/>
                  <a:pt x="1075" y="21600"/>
                  <a:pt x="2400" y="21600"/>
                </a:cubicBezTo>
                <a:lnTo>
                  <a:pt x="13200" y="21600"/>
                </a:lnTo>
                <a:cubicBezTo>
                  <a:pt x="14525" y="21600"/>
                  <a:pt x="15600" y="20720"/>
                  <a:pt x="15600" y="19636"/>
                </a:cubicBezTo>
                <a:lnTo>
                  <a:pt x="15600" y="8836"/>
                </a:lnTo>
                <a:lnTo>
                  <a:pt x="11400" y="4909"/>
                </a:lnTo>
                <a:cubicBezTo>
                  <a:pt x="11400" y="4909"/>
                  <a:pt x="2400" y="4909"/>
                  <a:pt x="2400" y="4909"/>
                </a:cubicBezTo>
                <a:close/>
                <a:moveTo>
                  <a:pt x="16800" y="3927"/>
                </a:moveTo>
                <a:lnTo>
                  <a:pt x="16800" y="1058"/>
                </a:lnTo>
                <a:lnTo>
                  <a:pt x="19928" y="3927"/>
                </a:lnTo>
                <a:cubicBezTo>
                  <a:pt x="19928" y="3927"/>
                  <a:pt x="16800" y="3927"/>
                  <a:pt x="16800" y="3927"/>
                </a:cubicBezTo>
                <a:close/>
                <a:moveTo>
                  <a:pt x="17400" y="0"/>
                </a:moveTo>
                <a:lnTo>
                  <a:pt x="8400" y="0"/>
                </a:lnTo>
                <a:cubicBezTo>
                  <a:pt x="7075" y="0"/>
                  <a:pt x="6000" y="879"/>
                  <a:pt x="6000" y="1964"/>
                </a:cubicBezTo>
                <a:lnTo>
                  <a:pt x="6000" y="3436"/>
                </a:lnTo>
                <a:cubicBezTo>
                  <a:pt x="6000" y="3708"/>
                  <a:pt x="6269" y="3927"/>
                  <a:pt x="6600" y="3927"/>
                </a:cubicBezTo>
                <a:cubicBezTo>
                  <a:pt x="6931" y="3927"/>
                  <a:pt x="7200" y="3708"/>
                  <a:pt x="7200" y="3436"/>
                </a:cubicBezTo>
                <a:lnTo>
                  <a:pt x="7200" y="1964"/>
                </a:lnTo>
                <a:cubicBezTo>
                  <a:pt x="7200" y="1422"/>
                  <a:pt x="7738" y="982"/>
                  <a:pt x="8400" y="982"/>
                </a:cubicBezTo>
                <a:lnTo>
                  <a:pt x="15600" y="982"/>
                </a:lnTo>
                <a:lnTo>
                  <a:pt x="15600" y="3927"/>
                </a:lnTo>
                <a:cubicBezTo>
                  <a:pt x="15600" y="4469"/>
                  <a:pt x="16138" y="4909"/>
                  <a:pt x="16800" y="4909"/>
                </a:cubicBezTo>
                <a:lnTo>
                  <a:pt x="20400" y="4909"/>
                </a:lnTo>
                <a:lnTo>
                  <a:pt x="20400" y="14727"/>
                </a:lnTo>
                <a:cubicBezTo>
                  <a:pt x="20400" y="15269"/>
                  <a:pt x="19862" y="15709"/>
                  <a:pt x="19200" y="15709"/>
                </a:cubicBezTo>
                <a:lnTo>
                  <a:pt x="17400" y="15709"/>
                </a:lnTo>
                <a:cubicBezTo>
                  <a:pt x="17069" y="15709"/>
                  <a:pt x="16800" y="15929"/>
                  <a:pt x="16800" y="16199"/>
                </a:cubicBezTo>
                <a:cubicBezTo>
                  <a:pt x="16800" y="16471"/>
                  <a:pt x="17069" y="16690"/>
                  <a:pt x="17400" y="16690"/>
                </a:cubicBezTo>
                <a:lnTo>
                  <a:pt x="19200" y="16690"/>
                </a:lnTo>
                <a:cubicBezTo>
                  <a:pt x="20525" y="16690"/>
                  <a:pt x="21600" y="15811"/>
                  <a:pt x="21600" y="14727"/>
                </a:cubicBezTo>
                <a:lnTo>
                  <a:pt x="21600" y="3927"/>
                </a:lnTo>
                <a:cubicBezTo>
                  <a:pt x="21600" y="3927"/>
                  <a:pt x="17400" y="0"/>
                  <a:pt x="17400" y="0"/>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4" name="Shape 2536">
            <a:extLst>
              <a:ext uri="{FF2B5EF4-FFF2-40B4-BE49-F238E27FC236}">
                <a16:creationId xmlns:a16="http://schemas.microsoft.com/office/drawing/2014/main" id="{69FDA6F6-B6CA-C1CC-D66E-E6C44A109C45}"/>
              </a:ext>
            </a:extLst>
          </p:cNvPr>
          <p:cNvSpPr/>
          <p:nvPr/>
        </p:nvSpPr>
        <p:spPr>
          <a:xfrm>
            <a:off x="1437683" y="257835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4418" y="11782"/>
                </a:moveTo>
                <a:lnTo>
                  <a:pt x="14236" y="11782"/>
                </a:lnTo>
                <a:cubicBezTo>
                  <a:pt x="14507" y="11782"/>
                  <a:pt x="14727" y="11562"/>
                  <a:pt x="14727" y="11291"/>
                </a:cubicBezTo>
                <a:cubicBezTo>
                  <a:pt x="14727" y="11020"/>
                  <a:pt x="14507" y="10800"/>
                  <a:pt x="14236" y="10800"/>
                </a:cubicBezTo>
                <a:lnTo>
                  <a:pt x="4418" y="10800"/>
                </a:lnTo>
                <a:cubicBezTo>
                  <a:pt x="4147" y="10800"/>
                  <a:pt x="3927" y="11020"/>
                  <a:pt x="3927" y="11291"/>
                </a:cubicBezTo>
                <a:cubicBezTo>
                  <a:pt x="3927" y="11562"/>
                  <a:pt x="4147" y="11782"/>
                  <a:pt x="4418" y="11782"/>
                </a:cubicBezTo>
                <a:moveTo>
                  <a:pt x="20618" y="20618"/>
                </a:moveTo>
                <a:lnTo>
                  <a:pt x="5891" y="20618"/>
                </a:lnTo>
                <a:lnTo>
                  <a:pt x="5891" y="16200"/>
                </a:lnTo>
                <a:cubicBezTo>
                  <a:pt x="5891" y="15929"/>
                  <a:pt x="5671" y="15709"/>
                  <a:pt x="5400" y="15709"/>
                </a:cubicBezTo>
                <a:lnTo>
                  <a:pt x="982" y="15709"/>
                </a:lnTo>
                <a:lnTo>
                  <a:pt x="982" y="982"/>
                </a:lnTo>
                <a:lnTo>
                  <a:pt x="20618" y="982"/>
                </a:lnTo>
                <a:cubicBezTo>
                  <a:pt x="20618" y="982"/>
                  <a:pt x="20618" y="20618"/>
                  <a:pt x="20618" y="20618"/>
                </a:cubicBezTo>
                <a:close/>
                <a:moveTo>
                  <a:pt x="4909" y="20127"/>
                </a:moveTo>
                <a:lnTo>
                  <a:pt x="1473" y="16691"/>
                </a:lnTo>
                <a:lnTo>
                  <a:pt x="4909" y="16691"/>
                </a:lnTo>
                <a:cubicBezTo>
                  <a:pt x="4909" y="16691"/>
                  <a:pt x="4909" y="20127"/>
                  <a:pt x="4909" y="20127"/>
                </a:cubicBezTo>
                <a:close/>
                <a:moveTo>
                  <a:pt x="20618" y="0"/>
                </a:moveTo>
                <a:lnTo>
                  <a:pt x="982" y="0"/>
                </a:lnTo>
                <a:cubicBezTo>
                  <a:pt x="440" y="0"/>
                  <a:pt x="0" y="440"/>
                  <a:pt x="0" y="982"/>
                </a:cubicBezTo>
                <a:lnTo>
                  <a:pt x="0" y="16691"/>
                </a:lnTo>
                <a:lnTo>
                  <a:pt x="4909" y="21600"/>
                </a:lnTo>
                <a:lnTo>
                  <a:pt x="20618" y="21600"/>
                </a:lnTo>
                <a:cubicBezTo>
                  <a:pt x="21160" y="21600"/>
                  <a:pt x="21600" y="21161"/>
                  <a:pt x="21600" y="20618"/>
                </a:cubicBezTo>
                <a:lnTo>
                  <a:pt x="21600" y="982"/>
                </a:lnTo>
                <a:cubicBezTo>
                  <a:pt x="21600" y="440"/>
                  <a:pt x="21160" y="0"/>
                  <a:pt x="20618" y="0"/>
                </a:cubicBezTo>
                <a:moveTo>
                  <a:pt x="4418" y="8836"/>
                </a:moveTo>
                <a:lnTo>
                  <a:pt x="17182" y="8836"/>
                </a:lnTo>
                <a:cubicBezTo>
                  <a:pt x="17453" y="8836"/>
                  <a:pt x="17673" y="8617"/>
                  <a:pt x="17673" y="8345"/>
                </a:cubicBezTo>
                <a:cubicBezTo>
                  <a:pt x="17673" y="8075"/>
                  <a:pt x="17453" y="7855"/>
                  <a:pt x="17182" y="7855"/>
                </a:cubicBezTo>
                <a:lnTo>
                  <a:pt x="4418" y="7855"/>
                </a:lnTo>
                <a:cubicBezTo>
                  <a:pt x="4147" y="7855"/>
                  <a:pt x="3927" y="8075"/>
                  <a:pt x="3927" y="8345"/>
                </a:cubicBezTo>
                <a:cubicBezTo>
                  <a:pt x="3927" y="8617"/>
                  <a:pt x="4147" y="8836"/>
                  <a:pt x="4418" y="8836"/>
                </a:cubicBezTo>
                <a:moveTo>
                  <a:pt x="4418" y="5891"/>
                </a:moveTo>
                <a:lnTo>
                  <a:pt x="10309" y="5891"/>
                </a:lnTo>
                <a:cubicBezTo>
                  <a:pt x="10580" y="5891"/>
                  <a:pt x="10800" y="5672"/>
                  <a:pt x="10800" y="5400"/>
                </a:cubicBezTo>
                <a:cubicBezTo>
                  <a:pt x="10800" y="5129"/>
                  <a:pt x="10580" y="4909"/>
                  <a:pt x="10309" y="4909"/>
                </a:cubicBezTo>
                <a:lnTo>
                  <a:pt x="4418" y="4909"/>
                </a:lnTo>
                <a:cubicBezTo>
                  <a:pt x="4147" y="4909"/>
                  <a:pt x="3927" y="5129"/>
                  <a:pt x="3927" y="5400"/>
                </a:cubicBezTo>
                <a:cubicBezTo>
                  <a:pt x="3927" y="5672"/>
                  <a:pt x="4147" y="5891"/>
                  <a:pt x="4418" y="5891"/>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5" name="Shape 2537">
            <a:extLst>
              <a:ext uri="{FF2B5EF4-FFF2-40B4-BE49-F238E27FC236}">
                <a16:creationId xmlns:a16="http://schemas.microsoft.com/office/drawing/2014/main" id="{6C5542BA-E8A3-9A73-867E-02716B9770E2}"/>
              </a:ext>
            </a:extLst>
          </p:cNvPr>
          <p:cNvSpPr/>
          <p:nvPr/>
        </p:nvSpPr>
        <p:spPr>
          <a:xfrm>
            <a:off x="1996337" y="2578355"/>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14400" y="13745"/>
                </a:moveTo>
                <a:lnTo>
                  <a:pt x="3600" y="13745"/>
                </a:lnTo>
                <a:cubicBezTo>
                  <a:pt x="3269" y="13745"/>
                  <a:pt x="3000" y="13966"/>
                  <a:pt x="3000" y="14236"/>
                </a:cubicBezTo>
                <a:cubicBezTo>
                  <a:pt x="3000" y="14508"/>
                  <a:pt x="3269" y="14727"/>
                  <a:pt x="3600" y="14727"/>
                </a:cubicBezTo>
                <a:lnTo>
                  <a:pt x="14400" y="14727"/>
                </a:lnTo>
                <a:cubicBezTo>
                  <a:pt x="14731" y="14727"/>
                  <a:pt x="15000" y="14508"/>
                  <a:pt x="15000" y="14236"/>
                </a:cubicBezTo>
                <a:cubicBezTo>
                  <a:pt x="15000" y="13966"/>
                  <a:pt x="14731" y="13745"/>
                  <a:pt x="14400" y="13745"/>
                </a:cubicBezTo>
                <a:moveTo>
                  <a:pt x="3000" y="11291"/>
                </a:moveTo>
                <a:cubicBezTo>
                  <a:pt x="3000" y="11562"/>
                  <a:pt x="3269" y="11782"/>
                  <a:pt x="3600" y="11782"/>
                </a:cubicBezTo>
                <a:lnTo>
                  <a:pt x="18000" y="11782"/>
                </a:lnTo>
                <a:cubicBezTo>
                  <a:pt x="18331" y="11782"/>
                  <a:pt x="18600" y="11562"/>
                  <a:pt x="18600" y="11291"/>
                </a:cubicBezTo>
                <a:cubicBezTo>
                  <a:pt x="18600" y="11020"/>
                  <a:pt x="18331" y="10800"/>
                  <a:pt x="18000" y="10800"/>
                </a:cubicBezTo>
                <a:lnTo>
                  <a:pt x="3600" y="10800"/>
                </a:lnTo>
                <a:cubicBezTo>
                  <a:pt x="3269" y="10800"/>
                  <a:pt x="3000" y="11020"/>
                  <a:pt x="3000" y="11291"/>
                </a:cubicBezTo>
                <a:moveTo>
                  <a:pt x="20400" y="20618"/>
                </a:moveTo>
                <a:lnTo>
                  <a:pt x="6600" y="20618"/>
                </a:lnTo>
                <a:lnTo>
                  <a:pt x="1200" y="16200"/>
                </a:lnTo>
                <a:lnTo>
                  <a:pt x="1200" y="2945"/>
                </a:lnTo>
                <a:lnTo>
                  <a:pt x="4200" y="2945"/>
                </a:lnTo>
                <a:lnTo>
                  <a:pt x="4200" y="4418"/>
                </a:lnTo>
                <a:cubicBezTo>
                  <a:pt x="4200" y="4690"/>
                  <a:pt x="4469" y="4909"/>
                  <a:pt x="4800" y="4909"/>
                </a:cubicBezTo>
                <a:cubicBezTo>
                  <a:pt x="5131" y="4909"/>
                  <a:pt x="5400" y="4690"/>
                  <a:pt x="5400" y="4418"/>
                </a:cubicBezTo>
                <a:lnTo>
                  <a:pt x="5400" y="2945"/>
                </a:lnTo>
                <a:lnTo>
                  <a:pt x="6600" y="2945"/>
                </a:lnTo>
                <a:lnTo>
                  <a:pt x="6600" y="4418"/>
                </a:lnTo>
                <a:cubicBezTo>
                  <a:pt x="6600" y="4690"/>
                  <a:pt x="6869" y="4909"/>
                  <a:pt x="7200" y="4909"/>
                </a:cubicBezTo>
                <a:cubicBezTo>
                  <a:pt x="7531" y="4909"/>
                  <a:pt x="7800" y="4690"/>
                  <a:pt x="7800" y="4418"/>
                </a:cubicBezTo>
                <a:lnTo>
                  <a:pt x="7800" y="2945"/>
                </a:lnTo>
                <a:lnTo>
                  <a:pt x="9000" y="2945"/>
                </a:lnTo>
                <a:lnTo>
                  <a:pt x="9000" y="4418"/>
                </a:lnTo>
                <a:cubicBezTo>
                  <a:pt x="9000" y="4690"/>
                  <a:pt x="9269" y="4909"/>
                  <a:pt x="9600" y="4909"/>
                </a:cubicBezTo>
                <a:cubicBezTo>
                  <a:pt x="9931" y="4909"/>
                  <a:pt x="10200" y="4690"/>
                  <a:pt x="10200" y="4418"/>
                </a:cubicBezTo>
                <a:lnTo>
                  <a:pt x="10200" y="2945"/>
                </a:lnTo>
                <a:lnTo>
                  <a:pt x="11400" y="2945"/>
                </a:lnTo>
                <a:lnTo>
                  <a:pt x="11400" y="4418"/>
                </a:lnTo>
                <a:cubicBezTo>
                  <a:pt x="11400" y="4690"/>
                  <a:pt x="11669" y="4909"/>
                  <a:pt x="12000" y="4909"/>
                </a:cubicBezTo>
                <a:cubicBezTo>
                  <a:pt x="12331" y="4909"/>
                  <a:pt x="12600" y="4690"/>
                  <a:pt x="12600" y="4418"/>
                </a:cubicBezTo>
                <a:lnTo>
                  <a:pt x="12600" y="2945"/>
                </a:lnTo>
                <a:lnTo>
                  <a:pt x="13800" y="2945"/>
                </a:lnTo>
                <a:lnTo>
                  <a:pt x="13800" y="4418"/>
                </a:lnTo>
                <a:cubicBezTo>
                  <a:pt x="13800" y="4690"/>
                  <a:pt x="14069" y="4909"/>
                  <a:pt x="14400" y="4909"/>
                </a:cubicBezTo>
                <a:cubicBezTo>
                  <a:pt x="14731" y="4909"/>
                  <a:pt x="15000" y="4690"/>
                  <a:pt x="15000" y="4418"/>
                </a:cubicBezTo>
                <a:lnTo>
                  <a:pt x="15000" y="2945"/>
                </a:lnTo>
                <a:lnTo>
                  <a:pt x="16200" y="2945"/>
                </a:lnTo>
                <a:lnTo>
                  <a:pt x="16200" y="4418"/>
                </a:lnTo>
                <a:cubicBezTo>
                  <a:pt x="16200" y="4690"/>
                  <a:pt x="16469" y="4909"/>
                  <a:pt x="16800" y="4909"/>
                </a:cubicBezTo>
                <a:cubicBezTo>
                  <a:pt x="17131" y="4909"/>
                  <a:pt x="17400" y="4690"/>
                  <a:pt x="17400" y="4418"/>
                </a:cubicBezTo>
                <a:lnTo>
                  <a:pt x="17400" y="2945"/>
                </a:lnTo>
                <a:lnTo>
                  <a:pt x="20400" y="2945"/>
                </a:lnTo>
                <a:cubicBezTo>
                  <a:pt x="20400" y="2945"/>
                  <a:pt x="20400" y="20618"/>
                  <a:pt x="20400" y="20618"/>
                </a:cubicBezTo>
                <a:close/>
                <a:moveTo>
                  <a:pt x="1200" y="20618"/>
                </a:moveTo>
                <a:lnTo>
                  <a:pt x="1200" y="17673"/>
                </a:lnTo>
                <a:lnTo>
                  <a:pt x="4800" y="20618"/>
                </a:lnTo>
                <a:cubicBezTo>
                  <a:pt x="4800" y="20618"/>
                  <a:pt x="1200" y="20618"/>
                  <a:pt x="1200" y="20618"/>
                </a:cubicBezTo>
                <a:close/>
                <a:moveTo>
                  <a:pt x="20400" y="1964"/>
                </a:moveTo>
                <a:lnTo>
                  <a:pt x="17400" y="1964"/>
                </a:lnTo>
                <a:lnTo>
                  <a:pt x="17400" y="491"/>
                </a:lnTo>
                <a:cubicBezTo>
                  <a:pt x="17400" y="220"/>
                  <a:pt x="17131" y="0"/>
                  <a:pt x="16800" y="0"/>
                </a:cubicBezTo>
                <a:cubicBezTo>
                  <a:pt x="16469" y="0"/>
                  <a:pt x="16200" y="220"/>
                  <a:pt x="16200" y="491"/>
                </a:cubicBezTo>
                <a:lnTo>
                  <a:pt x="16200" y="1964"/>
                </a:lnTo>
                <a:lnTo>
                  <a:pt x="15000" y="1964"/>
                </a:lnTo>
                <a:lnTo>
                  <a:pt x="15000" y="491"/>
                </a:lnTo>
                <a:cubicBezTo>
                  <a:pt x="15000" y="220"/>
                  <a:pt x="14731" y="0"/>
                  <a:pt x="14400" y="0"/>
                </a:cubicBezTo>
                <a:cubicBezTo>
                  <a:pt x="14069" y="0"/>
                  <a:pt x="13800" y="220"/>
                  <a:pt x="13800" y="491"/>
                </a:cubicBezTo>
                <a:lnTo>
                  <a:pt x="13800" y="1964"/>
                </a:lnTo>
                <a:lnTo>
                  <a:pt x="12600" y="1964"/>
                </a:lnTo>
                <a:lnTo>
                  <a:pt x="12600" y="491"/>
                </a:lnTo>
                <a:cubicBezTo>
                  <a:pt x="12600" y="220"/>
                  <a:pt x="12331" y="0"/>
                  <a:pt x="12000" y="0"/>
                </a:cubicBezTo>
                <a:cubicBezTo>
                  <a:pt x="11669" y="0"/>
                  <a:pt x="11400" y="220"/>
                  <a:pt x="11400" y="491"/>
                </a:cubicBezTo>
                <a:lnTo>
                  <a:pt x="11400" y="1964"/>
                </a:lnTo>
                <a:lnTo>
                  <a:pt x="10200" y="1964"/>
                </a:lnTo>
                <a:lnTo>
                  <a:pt x="10200" y="491"/>
                </a:lnTo>
                <a:cubicBezTo>
                  <a:pt x="10200" y="220"/>
                  <a:pt x="9931" y="0"/>
                  <a:pt x="9600" y="0"/>
                </a:cubicBezTo>
                <a:cubicBezTo>
                  <a:pt x="9269" y="0"/>
                  <a:pt x="9000" y="220"/>
                  <a:pt x="9000" y="491"/>
                </a:cubicBezTo>
                <a:lnTo>
                  <a:pt x="9000" y="1964"/>
                </a:lnTo>
                <a:lnTo>
                  <a:pt x="7800" y="1964"/>
                </a:lnTo>
                <a:lnTo>
                  <a:pt x="7800" y="491"/>
                </a:lnTo>
                <a:cubicBezTo>
                  <a:pt x="7800" y="220"/>
                  <a:pt x="7531" y="0"/>
                  <a:pt x="7200" y="0"/>
                </a:cubicBezTo>
                <a:cubicBezTo>
                  <a:pt x="6869" y="0"/>
                  <a:pt x="6600" y="220"/>
                  <a:pt x="6600" y="491"/>
                </a:cubicBezTo>
                <a:lnTo>
                  <a:pt x="6600" y="1964"/>
                </a:lnTo>
                <a:lnTo>
                  <a:pt x="5400" y="1964"/>
                </a:lnTo>
                <a:lnTo>
                  <a:pt x="5400" y="491"/>
                </a:lnTo>
                <a:cubicBezTo>
                  <a:pt x="5400" y="220"/>
                  <a:pt x="5131" y="0"/>
                  <a:pt x="4800" y="0"/>
                </a:cubicBezTo>
                <a:cubicBezTo>
                  <a:pt x="4469" y="0"/>
                  <a:pt x="4200" y="220"/>
                  <a:pt x="4200" y="491"/>
                </a:cubicBezTo>
                <a:lnTo>
                  <a:pt x="4200" y="1964"/>
                </a:lnTo>
                <a:lnTo>
                  <a:pt x="1200" y="1964"/>
                </a:lnTo>
                <a:cubicBezTo>
                  <a:pt x="538" y="1964"/>
                  <a:pt x="0" y="2404"/>
                  <a:pt x="0" y="2945"/>
                </a:cubicBezTo>
                <a:lnTo>
                  <a:pt x="0" y="20618"/>
                </a:lnTo>
                <a:cubicBezTo>
                  <a:pt x="0" y="21161"/>
                  <a:pt x="538" y="21600"/>
                  <a:pt x="1200" y="21600"/>
                </a:cubicBezTo>
                <a:lnTo>
                  <a:pt x="20400" y="21600"/>
                </a:lnTo>
                <a:cubicBezTo>
                  <a:pt x="21062" y="21600"/>
                  <a:pt x="21600" y="21161"/>
                  <a:pt x="21600" y="20618"/>
                </a:cubicBezTo>
                <a:lnTo>
                  <a:pt x="21600" y="2945"/>
                </a:lnTo>
                <a:cubicBezTo>
                  <a:pt x="21600" y="2404"/>
                  <a:pt x="21062" y="1964"/>
                  <a:pt x="20400" y="1964"/>
                </a:cubicBezTo>
                <a:moveTo>
                  <a:pt x="3600" y="8836"/>
                </a:moveTo>
                <a:lnTo>
                  <a:pt x="10800" y="8836"/>
                </a:lnTo>
                <a:cubicBezTo>
                  <a:pt x="11131" y="8836"/>
                  <a:pt x="11400" y="8617"/>
                  <a:pt x="11400" y="8345"/>
                </a:cubicBezTo>
                <a:cubicBezTo>
                  <a:pt x="11400" y="8075"/>
                  <a:pt x="11131" y="7855"/>
                  <a:pt x="10800" y="7855"/>
                </a:cubicBezTo>
                <a:lnTo>
                  <a:pt x="3600" y="7855"/>
                </a:lnTo>
                <a:cubicBezTo>
                  <a:pt x="3269" y="7855"/>
                  <a:pt x="3000" y="8075"/>
                  <a:pt x="3000" y="8345"/>
                </a:cubicBezTo>
                <a:cubicBezTo>
                  <a:pt x="3000" y="8617"/>
                  <a:pt x="3269" y="8836"/>
                  <a:pt x="3600" y="8836"/>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6" name="Shape 2538">
            <a:extLst>
              <a:ext uri="{FF2B5EF4-FFF2-40B4-BE49-F238E27FC236}">
                <a16:creationId xmlns:a16="http://schemas.microsoft.com/office/drawing/2014/main" id="{C27A4A60-904F-54DD-C2CF-341CCD2D44BE}"/>
              </a:ext>
            </a:extLst>
          </p:cNvPr>
          <p:cNvSpPr/>
          <p:nvPr/>
        </p:nvSpPr>
        <p:spPr>
          <a:xfrm>
            <a:off x="2529598" y="2578355"/>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20400" y="5891"/>
                </a:moveTo>
                <a:lnTo>
                  <a:pt x="1200" y="5891"/>
                </a:lnTo>
                <a:lnTo>
                  <a:pt x="1200" y="3927"/>
                </a:lnTo>
                <a:lnTo>
                  <a:pt x="6000" y="3927"/>
                </a:lnTo>
                <a:cubicBezTo>
                  <a:pt x="6000" y="4469"/>
                  <a:pt x="6538" y="4909"/>
                  <a:pt x="7200" y="4909"/>
                </a:cubicBezTo>
                <a:lnTo>
                  <a:pt x="14400" y="4909"/>
                </a:lnTo>
                <a:cubicBezTo>
                  <a:pt x="15062" y="4909"/>
                  <a:pt x="15600" y="4469"/>
                  <a:pt x="15600" y="3927"/>
                </a:cubicBezTo>
                <a:lnTo>
                  <a:pt x="20400" y="3927"/>
                </a:lnTo>
                <a:cubicBezTo>
                  <a:pt x="20400" y="3927"/>
                  <a:pt x="20400" y="5891"/>
                  <a:pt x="20400" y="5891"/>
                </a:cubicBezTo>
                <a:close/>
                <a:moveTo>
                  <a:pt x="20400" y="20618"/>
                </a:moveTo>
                <a:lnTo>
                  <a:pt x="1200" y="20618"/>
                </a:lnTo>
                <a:lnTo>
                  <a:pt x="1200" y="6873"/>
                </a:lnTo>
                <a:lnTo>
                  <a:pt x="20400" y="6873"/>
                </a:lnTo>
                <a:cubicBezTo>
                  <a:pt x="20400" y="6873"/>
                  <a:pt x="20400" y="20618"/>
                  <a:pt x="20400" y="20618"/>
                </a:cubicBezTo>
                <a:close/>
                <a:moveTo>
                  <a:pt x="7200" y="1964"/>
                </a:moveTo>
                <a:lnTo>
                  <a:pt x="14400" y="1964"/>
                </a:lnTo>
                <a:lnTo>
                  <a:pt x="14400" y="3927"/>
                </a:lnTo>
                <a:lnTo>
                  <a:pt x="7200" y="3927"/>
                </a:lnTo>
                <a:cubicBezTo>
                  <a:pt x="7200" y="3927"/>
                  <a:pt x="7200" y="1964"/>
                  <a:pt x="7200" y="1964"/>
                </a:cubicBezTo>
                <a:close/>
                <a:moveTo>
                  <a:pt x="20400" y="2945"/>
                </a:moveTo>
                <a:lnTo>
                  <a:pt x="15600" y="2945"/>
                </a:lnTo>
                <a:lnTo>
                  <a:pt x="15600" y="1964"/>
                </a:lnTo>
                <a:cubicBezTo>
                  <a:pt x="15600" y="1422"/>
                  <a:pt x="15062" y="982"/>
                  <a:pt x="14400" y="982"/>
                </a:cubicBezTo>
                <a:lnTo>
                  <a:pt x="12000" y="982"/>
                </a:lnTo>
                <a:cubicBezTo>
                  <a:pt x="12000" y="440"/>
                  <a:pt x="11462" y="0"/>
                  <a:pt x="10800" y="0"/>
                </a:cubicBezTo>
                <a:cubicBezTo>
                  <a:pt x="10138" y="0"/>
                  <a:pt x="9600" y="440"/>
                  <a:pt x="9600" y="982"/>
                </a:cubicBezTo>
                <a:lnTo>
                  <a:pt x="7200" y="982"/>
                </a:lnTo>
                <a:cubicBezTo>
                  <a:pt x="6538" y="982"/>
                  <a:pt x="6000" y="1422"/>
                  <a:pt x="6000" y="1964"/>
                </a:cubicBezTo>
                <a:lnTo>
                  <a:pt x="6000" y="2945"/>
                </a:lnTo>
                <a:lnTo>
                  <a:pt x="1200" y="2945"/>
                </a:lnTo>
                <a:cubicBezTo>
                  <a:pt x="538" y="2945"/>
                  <a:pt x="0" y="3386"/>
                  <a:pt x="0" y="3927"/>
                </a:cubicBezTo>
                <a:lnTo>
                  <a:pt x="0" y="20618"/>
                </a:lnTo>
                <a:cubicBezTo>
                  <a:pt x="0" y="21160"/>
                  <a:pt x="538" y="21600"/>
                  <a:pt x="1200" y="21600"/>
                </a:cubicBezTo>
                <a:lnTo>
                  <a:pt x="20400" y="21600"/>
                </a:lnTo>
                <a:cubicBezTo>
                  <a:pt x="21062" y="21600"/>
                  <a:pt x="21600" y="21160"/>
                  <a:pt x="21600" y="20618"/>
                </a:cubicBezTo>
                <a:lnTo>
                  <a:pt x="21600" y="3927"/>
                </a:lnTo>
                <a:cubicBezTo>
                  <a:pt x="21600" y="3386"/>
                  <a:pt x="21062" y="2945"/>
                  <a:pt x="20400" y="2945"/>
                </a:cubicBezTo>
                <a:moveTo>
                  <a:pt x="4200" y="16691"/>
                </a:moveTo>
                <a:lnTo>
                  <a:pt x="15000" y="16691"/>
                </a:lnTo>
                <a:cubicBezTo>
                  <a:pt x="15331" y="16691"/>
                  <a:pt x="15600" y="16472"/>
                  <a:pt x="15600" y="16200"/>
                </a:cubicBezTo>
                <a:cubicBezTo>
                  <a:pt x="15600" y="15929"/>
                  <a:pt x="15331" y="15709"/>
                  <a:pt x="15000" y="15709"/>
                </a:cubicBezTo>
                <a:lnTo>
                  <a:pt x="4200" y="15709"/>
                </a:lnTo>
                <a:cubicBezTo>
                  <a:pt x="3869" y="15709"/>
                  <a:pt x="3600" y="15929"/>
                  <a:pt x="3600" y="16200"/>
                </a:cubicBezTo>
                <a:cubicBezTo>
                  <a:pt x="3600" y="16472"/>
                  <a:pt x="3869" y="16691"/>
                  <a:pt x="4200" y="16691"/>
                </a:cubicBezTo>
                <a:moveTo>
                  <a:pt x="4200" y="13745"/>
                </a:moveTo>
                <a:lnTo>
                  <a:pt x="17400" y="13745"/>
                </a:lnTo>
                <a:cubicBezTo>
                  <a:pt x="17731" y="13745"/>
                  <a:pt x="18000" y="13526"/>
                  <a:pt x="18000" y="13255"/>
                </a:cubicBezTo>
                <a:cubicBezTo>
                  <a:pt x="18000" y="12984"/>
                  <a:pt x="17731" y="12764"/>
                  <a:pt x="17400" y="12764"/>
                </a:cubicBezTo>
                <a:lnTo>
                  <a:pt x="4200" y="12764"/>
                </a:lnTo>
                <a:cubicBezTo>
                  <a:pt x="3869" y="12764"/>
                  <a:pt x="3600" y="12984"/>
                  <a:pt x="3600" y="13255"/>
                </a:cubicBezTo>
                <a:cubicBezTo>
                  <a:pt x="3600" y="13526"/>
                  <a:pt x="3869" y="13745"/>
                  <a:pt x="4200" y="13745"/>
                </a:cubicBezTo>
                <a:moveTo>
                  <a:pt x="4200" y="10800"/>
                </a:moveTo>
                <a:lnTo>
                  <a:pt x="11400" y="10800"/>
                </a:lnTo>
                <a:cubicBezTo>
                  <a:pt x="11731" y="10800"/>
                  <a:pt x="12000" y="10581"/>
                  <a:pt x="12000" y="10309"/>
                </a:cubicBezTo>
                <a:cubicBezTo>
                  <a:pt x="12000" y="10038"/>
                  <a:pt x="11731" y="9818"/>
                  <a:pt x="11400" y="9818"/>
                </a:cubicBezTo>
                <a:lnTo>
                  <a:pt x="4200" y="9818"/>
                </a:lnTo>
                <a:cubicBezTo>
                  <a:pt x="3869" y="9818"/>
                  <a:pt x="3600" y="10038"/>
                  <a:pt x="3600" y="10309"/>
                </a:cubicBezTo>
                <a:cubicBezTo>
                  <a:pt x="3600" y="10581"/>
                  <a:pt x="3869" y="10800"/>
                  <a:pt x="4200" y="108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7" name="Shape 2539">
            <a:extLst>
              <a:ext uri="{FF2B5EF4-FFF2-40B4-BE49-F238E27FC236}">
                <a16:creationId xmlns:a16="http://schemas.microsoft.com/office/drawing/2014/main" id="{01B45C61-1FFE-8621-D219-24270625A2F6}"/>
              </a:ext>
            </a:extLst>
          </p:cNvPr>
          <p:cNvSpPr/>
          <p:nvPr/>
        </p:nvSpPr>
        <p:spPr>
          <a:xfrm>
            <a:off x="3037466" y="2622793"/>
            <a:ext cx="279328" cy="190451"/>
          </a:xfrm>
          <a:custGeom>
            <a:avLst/>
            <a:gdLst/>
            <a:ahLst/>
            <a:cxnLst>
              <a:cxn ang="0">
                <a:pos x="wd2" y="hd2"/>
              </a:cxn>
              <a:cxn ang="5400000">
                <a:pos x="wd2" y="hd2"/>
              </a:cxn>
              <a:cxn ang="10800000">
                <a:pos x="wd2" y="hd2"/>
              </a:cxn>
              <a:cxn ang="16200000">
                <a:pos x="wd2" y="hd2"/>
              </a:cxn>
            </a:cxnLst>
            <a:rect l="0" t="0" r="r" b="b"/>
            <a:pathLst>
              <a:path w="21600" h="21600" extrusionOk="0">
                <a:moveTo>
                  <a:pt x="21600" y="720"/>
                </a:moveTo>
                <a:cubicBezTo>
                  <a:pt x="21600" y="323"/>
                  <a:pt x="21380" y="0"/>
                  <a:pt x="21109" y="0"/>
                </a:cubicBezTo>
                <a:cubicBezTo>
                  <a:pt x="20969" y="0"/>
                  <a:pt x="20845" y="88"/>
                  <a:pt x="20756" y="226"/>
                </a:cubicBezTo>
                <a:lnTo>
                  <a:pt x="20754" y="223"/>
                </a:lnTo>
                <a:lnTo>
                  <a:pt x="7848" y="19853"/>
                </a:lnTo>
                <a:lnTo>
                  <a:pt x="838" y="9571"/>
                </a:lnTo>
                <a:cubicBezTo>
                  <a:pt x="749" y="9441"/>
                  <a:pt x="626" y="9360"/>
                  <a:pt x="491" y="9360"/>
                </a:cubicBezTo>
                <a:cubicBezTo>
                  <a:pt x="220" y="9360"/>
                  <a:pt x="0" y="9683"/>
                  <a:pt x="0" y="10080"/>
                </a:cubicBezTo>
                <a:cubicBezTo>
                  <a:pt x="0" y="10279"/>
                  <a:pt x="55" y="10459"/>
                  <a:pt x="144" y="10589"/>
                </a:cubicBezTo>
                <a:lnTo>
                  <a:pt x="7507" y="21390"/>
                </a:lnTo>
                <a:cubicBezTo>
                  <a:pt x="7596" y="21520"/>
                  <a:pt x="7719" y="21600"/>
                  <a:pt x="7855" y="21600"/>
                </a:cubicBezTo>
                <a:cubicBezTo>
                  <a:pt x="7995" y="21600"/>
                  <a:pt x="8119" y="21513"/>
                  <a:pt x="8208" y="21376"/>
                </a:cubicBezTo>
                <a:lnTo>
                  <a:pt x="8210" y="21377"/>
                </a:lnTo>
                <a:lnTo>
                  <a:pt x="21465" y="1217"/>
                </a:lnTo>
                <a:lnTo>
                  <a:pt x="21462" y="1215"/>
                </a:lnTo>
                <a:cubicBezTo>
                  <a:pt x="21547" y="1087"/>
                  <a:pt x="21600" y="913"/>
                  <a:pt x="21600" y="72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8" name="Shape 2540">
            <a:extLst>
              <a:ext uri="{FF2B5EF4-FFF2-40B4-BE49-F238E27FC236}">
                <a16:creationId xmlns:a16="http://schemas.microsoft.com/office/drawing/2014/main" id="{ABCD94F9-4AE1-2210-E2AD-5A1ECB26509A}"/>
              </a:ext>
            </a:extLst>
          </p:cNvPr>
          <p:cNvSpPr/>
          <p:nvPr/>
        </p:nvSpPr>
        <p:spPr>
          <a:xfrm>
            <a:off x="3570727" y="257835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732" y="6661"/>
                </a:moveTo>
                <a:cubicBezTo>
                  <a:pt x="20540" y="6471"/>
                  <a:pt x="20228" y="6473"/>
                  <a:pt x="20038" y="6667"/>
                </a:cubicBezTo>
                <a:cubicBezTo>
                  <a:pt x="19903" y="6804"/>
                  <a:pt x="19870" y="7000"/>
                  <a:pt x="19929" y="7171"/>
                </a:cubicBezTo>
                <a:lnTo>
                  <a:pt x="19918" y="7175"/>
                </a:lnTo>
                <a:cubicBezTo>
                  <a:pt x="20365" y="8298"/>
                  <a:pt x="20618" y="9518"/>
                  <a:pt x="20618" y="10800"/>
                </a:cubicBezTo>
                <a:cubicBezTo>
                  <a:pt x="20618" y="16223"/>
                  <a:pt x="16223" y="20618"/>
                  <a:pt x="10800" y="20618"/>
                </a:cubicBezTo>
                <a:cubicBezTo>
                  <a:pt x="5378" y="20618"/>
                  <a:pt x="982" y="16223"/>
                  <a:pt x="982" y="10800"/>
                </a:cubicBezTo>
                <a:cubicBezTo>
                  <a:pt x="982" y="5377"/>
                  <a:pt x="5378" y="982"/>
                  <a:pt x="10800" y="982"/>
                </a:cubicBezTo>
                <a:cubicBezTo>
                  <a:pt x="13575" y="982"/>
                  <a:pt x="16077" y="2136"/>
                  <a:pt x="17862" y="3989"/>
                </a:cubicBezTo>
                <a:lnTo>
                  <a:pt x="17868" y="3982"/>
                </a:lnTo>
                <a:cubicBezTo>
                  <a:pt x="18062" y="4157"/>
                  <a:pt x="18359" y="4153"/>
                  <a:pt x="18544" y="3965"/>
                </a:cubicBezTo>
                <a:cubicBezTo>
                  <a:pt x="18734" y="3771"/>
                  <a:pt x="18732" y="3461"/>
                  <a:pt x="18539" y="3270"/>
                </a:cubicBezTo>
                <a:cubicBezTo>
                  <a:pt x="18520" y="3252"/>
                  <a:pt x="18496" y="3244"/>
                  <a:pt x="18476" y="3230"/>
                </a:cubicBezTo>
                <a:cubicBezTo>
                  <a:pt x="16521" y="1241"/>
                  <a:pt x="13810" y="0"/>
                  <a:pt x="10800" y="0"/>
                </a:cubicBezTo>
                <a:cubicBezTo>
                  <a:pt x="4835" y="0"/>
                  <a:pt x="0" y="4835"/>
                  <a:pt x="0" y="10800"/>
                </a:cubicBezTo>
                <a:cubicBezTo>
                  <a:pt x="0" y="16764"/>
                  <a:pt x="4835" y="21600"/>
                  <a:pt x="10800" y="21600"/>
                </a:cubicBezTo>
                <a:cubicBezTo>
                  <a:pt x="16765" y="21600"/>
                  <a:pt x="21600" y="16764"/>
                  <a:pt x="21600" y="10800"/>
                </a:cubicBezTo>
                <a:cubicBezTo>
                  <a:pt x="21600" y="9412"/>
                  <a:pt x="21329" y="8089"/>
                  <a:pt x="20851" y="6869"/>
                </a:cubicBezTo>
                <a:cubicBezTo>
                  <a:pt x="20828" y="6794"/>
                  <a:pt x="20793" y="6721"/>
                  <a:pt x="20732" y="6661"/>
                </a:cubicBezTo>
                <a:moveTo>
                  <a:pt x="10792" y="13534"/>
                </a:moveTo>
                <a:lnTo>
                  <a:pt x="6238" y="8980"/>
                </a:lnTo>
                <a:cubicBezTo>
                  <a:pt x="6149" y="8891"/>
                  <a:pt x="6027" y="8836"/>
                  <a:pt x="5891" y="8836"/>
                </a:cubicBezTo>
                <a:cubicBezTo>
                  <a:pt x="5620" y="8836"/>
                  <a:pt x="5400" y="9056"/>
                  <a:pt x="5400" y="9327"/>
                </a:cubicBezTo>
                <a:cubicBezTo>
                  <a:pt x="5400" y="9463"/>
                  <a:pt x="5455" y="9585"/>
                  <a:pt x="5544" y="9675"/>
                </a:cubicBezTo>
                <a:lnTo>
                  <a:pt x="10453" y="14583"/>
                </a:lnTo>
                <a:cubicBezTo>
                  <a:pt x="10542" y="14672"/>
                  <a:pt x="10664" y="14727"/>
                  <a:pt x="10800" y="14727"/>
                </a:cubicBezTo>
                <a:cubicBezTo>
                  <a:pt x="10940" y="14727"/>
                  <a:pt x="11064" y="14668"/>
                  <a:pt x="11154" y="14574"/>
                </a:cubicBezTo>
                <a:lnTo>
                  <a:pt x="11155" y="14576"/>
                </a:lnTo>
                <a:lnTo>
                  <a:pt x="19353" y="5988"/>
                </a:lnTo>
                <a:cubicBezTo>
                  <a:pt x="19353" y="5989"/>
                  <a:pt x="19354" y="5990"/>
                  <a:pt x="19354" y="5991"/>
                </a:cubicBezTo>
                <a:lnTo>
                  <a:pt x="20055" y="5255"/>
                </a:lnTo>
                <a:cubicBezTo>
                  <a:pt x="20055" y="5255"/>
                  <a:pt x="20054" y="5254"/>
                  <a:pt x="20054" y="5253"/>
                </a:cubicBezTo>
                <a:lnTo>
                  <a:pt x="21464" y="3775"/>
                </a:lnTo>
                <a:lnTo>
                  <a:pt x="21463" y="3774"/>
                </a:lnTo>
                <a:cubicBezTo>
                  <a:pt x="21547" y="3686"/>
                  <a:pt x="21600" y="3567"/>
                  <a:pt x="21600" y="3436"/>
                </a:cubicBezTo>
                <a:cubicBezTo>
                  <a:pt x="21600" y="3166"/>
                  <a:pt x="21380" y="2945"/>
                  <a:pt x="21109" y="2945"/>
                </a:cubicBezTo>
                <a:cubicBezTo>
                  <a:pt x="20969" y="2945"/>
                  <a:pt x="20844" y="3005"/>
                  <a:pt x="20755" y="3099"/>
                </a:cubicBezTo>
                <a:lnTo>
                  <a:pt x="20754" y="3097"/>
                </a:lnTo>
                <a:lnTo>
                  <a:pt x="19493" y="4419"/>
                </a:lnTo>
                <a:cubicBezTo>
                  <a:pt x="19492" y="4418"/>
                  <a:pt x="19491" y="4416"/>
                  <a:pt x="19490" y="4415"/>
                </a:cubicBezTo>
                <a:lnTo>
                  <a:pt x="18805" y="5133"/>
                </a:lnTo>
                <a:cubicBezTo>
                  <a:pt x="18806" y="5134"/>
                  <a:pt x="18807" y="5136"/>
                  <a:pt x="18807" y="5137"/>
                </a:cubicBezTo>
                <a:cubicBezTo>
                  <a:pt x="18807" y="5137"/>
                  <a:pt x="10792" y="13534"/>
                  <a:pt x="10792" y="13534"/>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9" name="Shape 2541">
            <a:extLst>
              <a:ext uri="{FF2B5EF4-FFF2-40B4-BE49-F238E27FC236}">
                <a16:creationId xmlns:a16="http://schemas.microsoft.com/office/drawing/2014/main" id="{5BF83DE1-4930-F4A5-ABA7-00B7A4D9FDC8}"/>
              </a:ext>
            </a:extLst>
          </p:cNvPr>
          <p:cNvSpPr/>
          <p:nvPr/>
        </p:nvSpPr>
        <p:spPr>
          <a:xfrm>
            <a:off x="4129381" y="2603748"/>
            <a:ext cx="228541" cy="228541"/>
          </a:xfrm>
          <a:custGeom>
            <a:avLst/>
            <a:gdLst/>
            <a:ahLst/>
            <a:cxnLst>
              <a:cxn ang="0">
                <a:pos x="wd2" y="hd2"/>
              </a:cxn>
              <a:cxn ang="5400000">
                <a:pos x="wd2" y="hd2"/>
              </a:cxn>
              <a:cxn ang="10800000">
                <a:pos x="wd2" y="hd2"/>
              </a:cxn>
              <a:cxn ang="16200000">
                <a:pos x="wd2" y="hd2"/>
              </a:cxn>
            </a:cxnLst>
            <a:rect l="0" t="0" r="r" b="b"/>
            <a:pathLst>
              <a:path w="21600" h="21600" extrusionOk="0">
                <a:moveTo>
                  <a:pt x="11648" y="10800"/>
                </a:moveTo>
                <a:lnTo>
                  <a:pt x="21424" y="1024"/>
                </a:lnTo>
                <a:cubicBezTo>
                  <a:pt x="21533" y="916"/>
                  <a:pt x="21600" y="766"/>
                  <a:pt x="21600" y="600"/>
                </a:cubicBezTo>
                <a:cubicBezTo>
                  <a:pt x="21600" y="269"/>
                  <a:pt x="21332" y="0"/>
                  <a:pt x="21000" y="0"/>
                </a:cubicBezTo>
                <a:cubicBezTo>
                  <a:pt x="20835" y="0"/>
                  <a:pt x="20685" y="67"/>
                  <a:pt x="20576" y="176"/>
                </a:cubicBezTo>
                <a:lnTo>
                  <a:pt x="10800" y="9952"/>
                </a:lnTo>
                <a:lnTo>
                  <a:pt x="1024" y="176"/>
                </a:lnTo>
                <a:cubicBezTo>
                  <a:pt x="916" y="67"/>
                  <a:pt x="766" y="0"/>
                  <a:pt x="600" y="0"/>
                </a:cubicBezTo>
                <a:cubicBezTo>
                  <a:pt x="268" y="0"/>
                  <a:pt x="0" y="269"/>
                  <a:pt x="0" y="600"/>
                </a:cubicBezTo>
                <a:cubicBezTo>
                  <a:pt x="0" y="766"/>
                  <a:pt x="67" y="916"/>
                  <a:pt x="176" y="1025"/>
                </a:cubicBezTo>
                <a:lnTo>
                  <a:pt x="9952" y="10800"/>
                </a:lnTo>
                <a:lnTo>
                  <a:pt x="176" y="20576"/>
                </a:lnTo>
                <a:cubicBezTo>
                  <a:pt x="67" y="20684"/>
                  <a:pt x="0" y="20834"/>
                  <a:pt x="0" y="21000"/>
                </a:cubicBezTo>
                <a:cubicBezTo>
                  <a:pt x="0" y="21332"/>
                  <a:pt x="268" y="21600"/>
                  <a:pt x="600" y="21600"/>
                </a:cubicBezTo>
                <a:cubicBezTo>
                  <a:pt x="766" y="21600"/>
                  <a:pt x="916" y="21533"/>
                  <a:pt x="1024" y="21424"/>
                </a:cubicBezTo>
                <a:lnTo>
                  <a:pt x="10800" y="11648"/>
                </a:lnTo>
                <a:lnTo>
                  <a:pt x="20576" y="21424"/>
                </a:lnTo>
                <a:cubicBezTo>
                  <a:pt x="20685" y="21533"/>
                  <a:pt x="20835" y="21600"/>
                  <a:pt x="21000" y="21600"/>
                </a:cubicBezTo>
                <a:cubicBezTo>
                  <a:pt x="21332" y="21600"/>
                  <a:pt x="21600" y="21332"/>
                  <a:pt x="21600" y="21000"/>
                </a:cubicBezTo>
                <a:cubicBezTo>
                  <a:pt x="21600" y="20834"/>
                  <a:pt x="21533" y="20684"/>
                  <a:pt x="21424" y="20576"/>
                </a:cubicBezTo>
                <a:cubicBezTo>
                  <a:pt x="21424" y="20576"/>
                  <a:pt x="11648" y="10800"/>
                  <a:pt x="11648" y="10800"/>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0" name="Shape 2542">
            <a:extLst>
              <a:ext uri="{FF2B5EF4-FFF2-40B4-BE49-F238E27FC236}">
                <a16:creationId xmlns:a16="http://schemas.microsoft.com/office/drawing/2014/main" id="{ABFE7208-7DB3-9369-83FD-DB3776A6C4E2}"/>
              </a:ext>
            </a:extLst>
          </p:cNvPr>
          <p:cNvSpPr/>
          <p:nvPr/>
        </p:nvSpPr>
        <p:spPr>
          <a:xfrm>
            <a:off x="4637249" y="257835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8655" y="4909"/>
                </a:moveTo>
                <a:lnTo>
                  <a:pt x="19636" y="4909"/>
                </a:lnTo>
                <a:lnTo>
                  <a:pt x="19636" y="3927"/>
                </a:lnTo>
                <a:lnTo>
                  <a:pt x="18655" y="3927"/>
                </a:lnTo>
                <a:cubicBezTo>
                  <a:pt x="18655" y="3927"/>
                  <a:pt x="18655" y="4909"/>
                  <a:pt x="18655" y="4909"/>
                </a:cubicBezTo>
                <a:close/>
                <a:moveTo>
                  <a:pt x="19636" y="12764"/>
                </a:moveTo>
                <a:lnTo>
                  <a:pt x="18655" y="12764"/>
                </a:lnTo>
                <a:lnTo>
                  <a:pt x="18655" y="13745"/>
                </a:lnTo>
                <a:lnTo>
                  <a:pt x="19636" y="13745"/>
                </a:lnTo>
                <a:cubicBezTo>
                  <a:pt x="19636" y="13745"/>
                  <a:pt x="19636" y="12764"/>
                  <a:pt x="19636" y="12764"/>
                </a:cubicBezTo>
                <a:close/>
                <a:moveTo>
                  <a:pt x="18655" y="2945"/>
                </a:moveTo>
                <a:lnTo>
                  <a:pt x="19636" y="2945"/>
                </a:lnTo>
                <a:lnTo>
                  <a:pt x="19636" y="1964"/>
                </a:lnTo>
                <a:lnTo>
                  <a:pt x="18655" y="1964"/>
                </a:lnTo>
                <a:cubicBezTo>
                  <a:pt x="18655" y="1964"/>
                  <a:pt x="18655" y="2945"/>
                  <a:pt x="18655" y="2945"/>
                </a:cubicBezTo>
                <a:close/>
                <a:moveTo>
                  <a:pt x="20618" y="10309"/>
                </a:moveTo>
                <a:lnTo>
                  <a:pt x="17673" y="10309"/>
                </a:lnTo>
                <a:lnTo>
                  <a:pt x="17673" y="982"/>
                </a:lnTo>
                <a:lnTo>
                  <a:pt x="19636" y="982"/>
                </a:lnTo>
                <a:cubicBezTo>
                  <a:pt x="20178" y="982"/>
                  <a:pt x="20618" y="1422"/>
                  <a:pt x="20618" y="1964"/>
                </a:cubicBezTo>
                <a:cubicBezTo>
                  <a:pt x="20618" y="1964"/>
                  <a:pt x="20618" y="10309"/>
                  <a:pt x="20618" y="10309"/>
                </a:cubicBezTo>
                <a:close/>
                <a:moveTo>
                  <a:pt x="20618" y="19636"/>
                </a:moveTo>
                <a:cubicBezTo>
                  <a:pt x="20618" y="20178"/>
                  <a:pt x="20178" y="20618"/>
                  <a:pt x="19636" y="20618"/>
                </a:cubicBezTo>
                <a:lnTo>
                  <a:pt x="17673" y="20618"/>
                </a:lnTo>
                <a:lnTo>
                  <a:pt x="17673" y="11291"/>
                </a:lnTo>
                <a:lnTo>
                  <a:pt x="20618" y="11291"/>
                </a:lnTo>
                <a:cubicBezTo>
                  <a:pt x="20618" y="11291"/>
                  <a:pt x="20618" y="19636"/>
                  <a:pt x="20618" y="19636"/>
                </a:cubicBezTo>
                <a:close/>
                <a:moveTo>
                  <a:pt x="16691" y="10309"/>
                </a:moveTo>
                <a:lnTo>
                  <a:pt x="4909" y="10309"/>
                </a:lnTo>
                <a:lnTo>
                  <a:pt x="4909" y="982"/>
                </a:lnTo>
                <a:lnTo>
                  <a:pt x="16691" y="982"/>
                </a:lnTo>
                <a:cubicBezTo>
                  <a:pt x="16691" y="982"/>
                  <a:pt x="16691" y="10309"/>
                  <a:pt x="16691" y="10309"/>
                </a:cubicBezTo>
                <a:close/>
                <a:moveTo>
                  <a:pt x="16691" y="20618"/>
                </a:moveTo>
                <a:lnTo>
                  <a:pt x="4909" y="20618"/>
                </a:lnTo>
                <a:lnTo>
                  <a:pt x="4909" y="11291"/>
                </a:lnTo>
                <a:lnTo>
                  <a:pt x="16691" y="11291"/>
                </a:lnTo>
                <a:cubicBezTo>
                  <a:pt x="16691" y="11291"/>
                  <a:pt x="16691" y="20618"/>
                  <a:pt x="16691" y="20618"/>
                </a:cubicBezTo>
                <a:close/>
                <a:moveTo>
                  <a:pt x="3927" y="10309"/>
                </a:moveTo>
                <a:lnTo>
                  <a:pt x="982" y="10309"/>
                </a:lnTo>
                <a:lnTo>
                  <a:pt x="982" y="1964"/>
                </a:lnTo>
                <a:cubicBezTo>
                  <a:pt x="982" y="1422"/>
                  <a:pt x="1421" y="982"/>
                  <a:pt x="1964" y="982"/>
                </a:cubicBezTo>
                <a:lnTo>
                  <a:pt x="3927" y="982"/>
                </a:lnTo>
                <a:cubicBezTo>
                  <a:pt x="3927" y="982"/>
                  <a:pt x="3927" y="10309"/>
                  <a:pt x="3927" y="10309"/>
                </a:cubicBezTo>
                <a:close/>
                <a:moveTo>
                  <a:pt x="3927" y="20618"/>
                </a:moveTo>
                <a:lnTo>
                  <a:pt x="1964" y="20618"/>
                </a:lnTo>
                <a:cubicBezTo>
                  <a:pt x="1421" y="20618"/>
                  <a:pt x="982" y="20178"/>
                  <a:pt x="982" y="19636"/>
                </a:cubicBezTo>
                <a:lnTo>
                  <a:pt x="982" y="11291"/>
                </a:lnTo>
                <a:lnTo>
                  <a:pt x="3927" y="11291"/>
                </a:lnTo>
                <a:cubicBezTo>
                  <a:pt x="3927" y="11291"/>
                  <a:pt x="3927" y="20618"/>
                  <a:pt x="3927" y="20618"/>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9636" y="14727"/>
                </a:moveTo>
                <a:lnTo>
                  <a:pt x="18655" y="14727"/>
                </a:lnTo>
                <a:lnTo>
                  <a:pt x="18655" y="15709"/>
                </a:lnTo>
                <a:lnTo>
                  <a:pt x="19636" y="15709"/>
                </a:lnTo>
                <a:cubicBezTo>
                  <a:pt x="19636" y="15709"/>
                  <a:pt x="19636" y="14727"/>
                  <a:pt x="19636" y="14727"/>
                </a:cubicBezTo>
                <a:close/>
                <a:moveTo>
                  <a:pt x="18655" y="6873"/>
                </a:moveTo>
                <a:lnTo>
                  <a:pt x="19636" y="6873"/>
                </a:lnTo>
                <a:lnTo>
                  <a:pt x="19636" y="5891"/>
                </a:lnTo>
                <a:lnTo>
                  <a:pt x="18655" y="5891"/>
                </a:lnTo>
                <a:cubicBezTo>
                  <a:pt x="18655" y="5891"/>
                  <a:pt x="18655" y="6873"/>
                  <a:pt x="18655" y="6873"/>
                </a:cubicBezTo>
                <a:close/>
                <a:moveTo>
                  <a:pt x="18655" y="8836"/>
                </a:moveTo>
                <a:lnTo>
                  <a:pt x="19636" y="8836"/>
                </a:lnTo>
                <a:lnTo>
                  <a:pt x="19636" y="7855"/>
                </a:lnTo>
                <a:lnTo>
                  <a:pt x="18655" y="7855"/>
                </a:lnTo>
                <a:cubicBezTo>
                  <a:pt x="18655" y="7855"/>
                  <a:pt x="18655" y="8836"/>
                  <a:pt x="18655" y="8836"/>
                </a:cubicBezTo>
                <a:close/>
                <a:moveTo>
                  <a:pt x="19636" y="16691"/>
                </a:moveTo>
                <a:lnTo>
                  <a:pt x="18655" y="16691"/>
                </a:lnTo>
                <a:lnTo>
                  <a:pt x="18655" y="17673"/>
                </a:lnTo>
                <a:lnTo>
                  <a:pt x="19636" y="17673"/>
                </a:lnTo>
                <a:cubicBezTo>
                  <a:pt x="19636" y="17673"/>
                  <a:pt x="19636" y="16691"/>
                  <a:pt x="19636" y="16691"/>
                </a:cubicBezTo>
                <a:close/>
                <a:moveTo>
                  <a:pt x="19636" y="18655"/>
                </a:moveTo>
                <a:lnTo>
                  <a:pt x="18655" y="18655"/>
                </a:lnTo>
                <a:lnTo>
                  <a:pt x="18655" y="19636"/>
                </a:lnTo>
                <a:lnTo>
                  <a:pt x="19636" y="19636"/>
                </a:lnTo>
                <a:cubicBezTo>
                  <a:pt x="19636" y="19636"/>
                  <a:pt x="19636" y="18655"/>
                  <a:pt x="19636" y="18655"/>
                </a:cubicBezTo>
                <a:close/>
                <a:moveTo>
                  <a:pt x="2945" y="18655"/>
                </a:moveTo>
                <a:lnTo>
                  <a:pt x="1964" y="18655"/>
                </a:lnTo>
                <a:lnTo>
                  <a:pt x="1964" y="19636"/>
                </a:lnTo>
                <a:lnTo>
                  <a:pt x="2945" y="19636"/>
                </a:lnTo>
                <a:cubicBezTo>
                  <a:pt x="2945" y="19636"/>
                  <a:pt x="2945" y="18655"/>
                  <a:pt x="2945" y="18655"/>
                </a:cubicBezTo>
                <a:close/>
                <a:moveTo>
                  <a:pt x="2945" y="16691"/>
                </a:moveTo>
                <a:lnTo>
                  <a:pt x="1964" y="16691"/>
                </a:lnTo>
                <a:lnTo>
                  <a:pt x="1964" y="17673"/>
                </a:lnTo>
                <a:lnTo>
                  <a:pt x="2945" y="17673"/>
                </a:lnTo>
                <a:cubicBezTo>
                  <a:pt x="2945" y="17673"/>
                  <a:pt x="2945" y="16691"/>
                  <a:pt x="2945" y="16691"/>
                </a:cubicBezTo>
                <a:close/>
                <a:moveTo>
                  <a:pt x="1964" y="2945"/>
                </a:moveTo>
                <a:lnTo>
                  <a:pt x="2945" y="2945"/>
                </a:lnTo>
                <a:lnTo>
                  <a:pt x="2945" y="1964"/>
                </a:lnTo>
                <a:lnTo>
                  <a:pt x="1964" y="1964"/>
                </a:lnTo>
                <a:cubicBezTo>
                  <a:pt x="1964" y="1964"/>
                  <a:pt x="1964" y="2945"/>
                  <a:pt x="1964" y="2945"/>
                </a:cubicBezTo>
                <a:close/>
                <a:moveTo>
                  <a:pt x="2945" y="14727"/>
                </a:moveTo>
                <a:lnTo>
                  <a:pt x="1964" y="14727"/>
                </a:lnTo>
                <a:lnTo>
                  <a:pt x="1964" y="15709"/>
                </a:lnTo>
                <a:lnTo>
                  <a:pt x="2945" y="15709"/>
                </a:lnTo>
                <a:cubicBezTo>
                  <a:pt x="2945" y="15709"/>
                  <a:pt x="2945" y="14727"/>
                  <a:pt x="2945" y="14727"/>
                </a:cubicBezTo>
                <a:close/>
                <a:moveTo>
                  <a:pt x="2945" y="12764"/>
                </a:moveTo>
                <a:lnTo>
                  <a:pt x="1964" y="12764"/>
                </a:lnTo>
                <a:lnTo>
                  <a:pt x="1964" y="13745"/>
                </a:lnTo>
                <a:lnTo>
                  <a:pt x="2945" y="13745"/>
                </a:lnTo>
                <a:cubicBezTo>
                  <a:pt x="2945" y="13745"/>
                  <a:pt x="2945" y="12764"/>
                  <a:pt x="2945" y="12764"/>
                </a:cubicBezTo>
                <a:close/>
                <a:moveTo>
                  <a:pt x="1964" y="6873"/>
                </a:moveTo>
                <a:lnTo>
                  <a:pt x="2945" y="6873"/>
                </a:lnTo>
                <a:lnTo>
                  <a:pt x="2945" y="5891"/>
                </a:lnTo>
                <a:lnTo>
                  <a:pt x="1964" y="5891"/>
                </a:lnTo>
                <a:cubicBezTo>
                  <a:pt x="1964" y="5891"/>
                  <a:pt x="1964" y="6873"/>
                  <a:pt x="1964" y="6873"/>
                </a:cubicBezTo>
                <a:close/>
                <a:moveTo>
                  <a:pt x="1964" y="4909"/>
                </a:moveTo>
                <a:lnTo>
                  <a:pt x="2945" y="4909"/>
                </a:lnTo>
                <a:lnTo>
                  <a:pt x="2945" y="3927"/>
                </a:lnTo>
                <a:lnTo>
                  <a:pt x="1964" y="3927"/>
                </a:lnTo>
                <a:cubicBezTo>
                  <a:pt x="1964" y="3927"/>
                  <a:pt x="1964" y="4909"/>
                  <a:pt x="1964" y="4909"/>
                </a:cubicBezTo>
                <a:close/>
                <a:moveTo>
                  <a:pt x="1964" y="8836"/>
                </a:moveTo>
                <a:lnTo>
                  <a:pt x="2945" y="8836"/>
                </a:lnTo>
                <a:lnTo>
                  <a:pt x="2945" y="7855"/>
                </a:lnTo>
                <a:lnTo>
                  <a:pt x="1964" y="7855"/>
                </a:lnTo>
                <a:cubicBezTo>
                  <a:pt x="1964" y="7855"/>
                  <a:pt x="1964" y="8836"/>
                  <a:pt x="1964" y="8836"/>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1" name="Shape 2543">
            <a:extLst>
              <a:ext uri="{FF2B5EF4-FFF2-40B4-BE49-F238E27FC236}">
                <a16:creationId xmlns:a16="http://schemas.microsoft.com/office/drawing/2014/main" id="{B918B833-80C0-9164-D2CF-C598D8F204B2}"/>
              </a:ext>
            </a:extLst>
          </p:cNvPr>
          <p:cNvSpPr/>
          <p:nvPr/>
        </p:nvSpPr>
        <p:spPr>
          <a:xfrm>
            <a:off x="5170510" y="257835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5709" y="18655"/>
                </a:moveTo>
                <a:lnTo>
                  <a:pt x="14727" y="18655"/>
                </a:lnTo>
                <a:lnTo>
                  <a:pt x="14727" y="19636"/>
                </a:lnTo>
                <a:lnTo>
                  <a:pt x="15709" y="19636"/>
                </a:lnTo>
                <a:cubicBezTo>
                  <a:pt x="15709" y="19636"/>
                  <a:pt x="15709" y="18655"/>
                  <a:pt x="15709" y="18655"/>
                </a:cubicBezTo>
                <a:close/>
                <a:moveTo>
                  <a:pt x="15709" y="14727"/>
                </a:moveTo>
                <a:lnTo>
                  <a:pt x="14727" y="14727"/>
                </a:lnTo>
                <a:lnTo>
                  <a:pt x="14727" y="15709"/>
                </a:lnTo>
                <a:lnTo>
                  <a:pt x="15709" y="15709"/>
                </a:lnTo>
                <a:cubicBezTo>
                  <a:pt x="15709" y="15709"/>
                  <a:pt x="15709" y="14727"/>
                  <a:pt x="15709" y="14727"/>
                </a:cubicBezTo>
                <a:close/>
                <a:moveTo>
                  <a:pt x="14727" y="10800"/>
                </a:moveTo>
                <a:lnTo>
                  <a:pt x="15709" y="10800"/>
                </a:lnTo>
                <a:lnTo>
                  <a:pt x="15709" y="9818"/>
                </a:lnTo>
                <a:lnTo>
                  <a:pt x="14727" y="9818"/>
                </a:lnTo>
                <a:cubicBezTo>
                  <a:pt x="14727" y="9818"/>
                  <a:pt x="14727" y="10800"/>
                  <a:pt x="14727" y="10800"/>
                </a:cubicBezTo>
                <a:close/>
                <a:moveTo>
                  <a:pt x="15709" y="16691"/>
                </a:moveTo>
                <a:lnTo>
                  <a:pt x="14727" y="16691"/>
                </a:lnTo>
                <a:lnTo>
                  <a:pt x="14727" y="17673"/>
                </a:lnTo>
                <a:lnTo>
                  <a:pt x="15709" y="17673"/>
                </a:lnTo>
                <a:cubicBezTo>
                  <a:pt x="15709" y="17673"/>
                  <a:pt x="15709" y="16691"/>
                  <a:pt x="15709" y="16691"/>
                </a:cubicBezTo>
                <a:close/>
                <a:moveTo>
                  <a:pt x="14727" y="8836"/>
                </a:moveTo>
                <a:lnTo>
                  <a:pt x="15709" y="8836"/>
                </a:lnTo>
                <a:lnTo>
                  <a:pt x="15709" y="7855"/>
                </a:lnTo>
                <a:lnTo>
                  <a:pt x="14727" y="7855"/>
                </a:lnTo>
                <a:cubicBezTo>
                  <a:pt x="14727" y="7855"/>
                  <a:pt x="14727" y="8836"/>
                  <a:pt x="14727" y="8836"/>
                </a:cubicBezTo>
                <a:close/>
                <a:moveTo>
                  <a:pt x="19636" y="0"/>
                </a:moveTo>
                <a:lnTo>
                  <a:pt x="5891" y="0"/>
                </a:lnTo>
                <a:cubicBezTo>
                  <a:pt x="4806" y="0"/>
                  <a:pt x="3927" y="879"/>
                  <a:pt x="3927" y="1964"/>
                </a:cubicBezTo>
                <a:lnTo>
                  <a:pt x="3927" y="2455"/>
                </a:lnTo>
                <a:cubicBezTo>
                  <a:pt x="3927" y="2726"/>
                  <a:pt x="4147" y="2945"/>
                  <a:pt x="4418" y="2945"/>
                </a:cubicBezTo>
                <a:cubicBezTo>
                  <a:pt x="4690" y="2945"/>
                  <a:pt x="4909" y="2726"/>
                  <a:pt x="4909" y="2455"/>
                </a:cubicBezTo>
                <a:lnTo>
                  <a:pt x="4909" y="1964"/>
                </a:lnTo>
                <a:cubicBezTo>
                  <a:pt x="4909" y="1422"/>
                  <a:pt x="5349" y="982"/>
                  <a:pt x="5891" y="982"/>
                </a:cubicBezTo>
                <a:lnTo>
                  <a:pt x="19636" y="982"/>
                </a:lnTo>
                <a:cubicBezTo>
                  <a:pt x="20178" y="982"/>
                  <a:pt x="20618" y="1422"/>
                  <a:pt x="20618" y="1964"/>
                </a:cubicBezTo>
                <a:lnTo>
                  <a:pt x="20618" y="15709"/>
                </a:lnTo>
                <a:cubicBezTo>
                  <a:pt x="20618" y="16251"/>
                  <a:pt x="20178" y="16691"/>
                  <a:pt x="19636" y="16691"/>
                </a:cubicBezTo>
                <a:lnTo>
                  <a:pt x="19145" y="16691"/>
                </a:lnTo>
                <a:cubicBezTo>
                  <a:pt x="18874" y="16691"/>
                  <a:pt x="18655" y="16911"/>
                  <a:pt x="18655" y="17182"/>
                </a:cubicBezTo>
                <a:cubicBezTo>
                  <a:pt x="18655" y="17453"/>
                  <a:pt x="18874" y="17673"/>
                  <a:pt x="19145" y="17673"/>
                </a:cubicBezTo>
                <a:lnTo>
                  <a:pt x="19636" y="17673"/>
                </a:lnTo>
                <a:cubicBezTo>
                  <a:pt x="20721" y="17673"/>
                  <a:pt x="21600" y="16794"/>
                  <a:pt x="21600" y="15709"/>
                </a:cubicBezTo>
                <a:lnTo>
                  <a:pt x="21600" y="1964"/>
                </a:lnTo>
                <a:cubicBezTo>
                  <a:pt x="21600" y="879"/>
                  <a:pt x="20721" y="0"/>
                  <a:pt x="19636" y="0"/>
                </a:cubicBezTo>
                <a:moveTo>
                  <a:pt x="14727" y="6873"/>
                </a:moveTo>
                <a:lnTo>
                  <a:pt x="15709" y="6873"/>
                </a:lnTo>
                <a:lnTo>
                  <a:pt x="15709" y="5891"/>
                </a:lnTo>
                <a:lnTo>
                  <a:pt x="14727" y="5891"/>
                </a:lnTo>
                <a:cubicBezTo>
                  <a:pt x="14727" y="5891"/>
                  <a:pt x="14727" y="6873"/>
                  <a:pt x="14727" y="6873"/>
                </a:cubicBezTo>
                <a:close/>
                <a:moveTo>
                  <a:pt x="16691" y="12273"/>
                </a:moveTo>
                <a:lnTo>
                  <a:pt x="13745" y="12273"/>
                </a:lnTo>
                <a:lnTo>
                  <a:pt x="13745" y="4909"/>
                </a:lnTo>
                <a:lnTo>
                  <a:pt x="15709" y="4909"/>
                </a:lnTo>
                <a:cubicBezTo>
                  <a:pt x="16251" y="4909"/>
                  <a:pt x="16691" y="5349"/>
                  <a:pt x="16691" y="5891"/>
                </a:cubicBezTo>
                <a:cubicBezTo>
                  <a:pt x="16691" y="5891"/>
                  <a:pt x="16691" y="12273"/>
                  <a:pt x="16691" y="12273"/>
                </a:cubicBezTo>
                <a:close/>
                <a:moveTo>
                  <a:pt x="16691" y="19636"/>
                </a:moveTo>
                <a:cubicBezTo>
                  <a:pt x="16691" y="20178"/>
                  <a:pt x="16251" y="20618"/>
                  <a:pt x="15709" y="20618"/>
                </a:cubicBezTo>
                <a:lnTo>
                  <a:pt x="13745" y="20618"/>
                </a:lnTo>
                <a:lnTo>
                  <a:pt x="13745" y="13255"/>
                </a:lnTo>
                <a:lnTo>
                  <a:pt x="16691" y="13255"/>
                </a:lnTo>
                <a:cubicBezTo>
                  <a:pt x="16691" y="13255"/>
                  <a:pt x="16691" y="19636"/>
                  <a:pt x="16691" y="19636"/>
                </a:cubicBezTo>
                <a:close/>
                <a:moveTo>
                  <a:pt x="12764" y="12273"/>
                </a:moveTo>
                <a:lnTo>
                  <a:pt x="4909" y="12273"/>
                </a:lnTo>
                <a:lnTo>
                  <a:pt x="4909" y="4909"/>
                </a:lnTo>
                <a:lnTo>
                  <a:pt x="12764" y="4909"/>
                </a:lnTo>
                <a:cubicBezTo>
                  <a:pt x="12764" y="4909"/>
                  <a:pt x="12764" y="12273"/>
                  <a:pt x="12764" y="12273"/>
                </a:cubicBezTo>
                <a:close/>
                <a:moveTo>
                  <a:pt x="12764" y="20618"/>
                </a:moveTo>
                <a:lnTo>
                  <a:pt x="4909" y="20618"/>
                </a:lnTo>
                <a:lnTo>
                  <a:pt x="4909" y="13255"/>
                </a:lnTo>
                <a:lnTo>
                  <a:pt x="12764" y="13255"/>
                </a:lnTo>
                <a:cubicBezTo>
                  <a:pt x="12764" y="13255"/>
                  <a:pt x="12764" y="20618"/>
                  <a:pt x="12764" y="20618"/>
                </a:cubicBezTo>
                <a:close/>
                <a:moveTo>
                  <a:pt x="3927" y="12273"/>
                </a:moveTo>
                <a:lnTo>
                  <a:pt x="982" y="12273"/>
                </a:lnTo>
                <a:lnTo>
                  <a:pt x="982" y="5891"/>
                </a:lnTo>
                <a:cubicBezTo>
                  <a:pt x="982" y="5349"/>
                  <a:pt x="1422" y="4909"/>
                  <a:pt x="1964" y="4909"/>
                </a:cubicBezTo>
                <a:lnTo>
                  <a:pt x="3927" y="4909"/>
                </a:lnTo>
                <a:cubicBezTo>
                  <a:pt x="3927" y="4909"/>
                  <a:pt x="3927" y="12273"/>
                  <a:pt x="3927" y="12273"/>
                </a:cubicBezTo>
                <a:close/>
                <a:moveTo>
                  <a:pt x="3927" y="20618"/>
                </a:moveTo>
                <a:lnTo>
                  <a:pt x="1964" y="20618"/>
                </a:lnTo>
                <a:cubicBezTo>
                  <a:pt x="1422" y="20618"/>
                  <a:pt x="982" y="20178"/>
                  <a:pt x="982" y="19636"/>
                </a:cubicBezTo>
                <a:lnTo>
                  <a:pt x="982" y="13255"/>
                </a:lnTo>
                <a:lnTo>
                  <a:pt x="3927" y="13255"/>
                </a:lnTo>
                <a:cubicBezTo>
                  <a:pt x="3927" y="13255"/>
                  <a:pt x="3927" y="20618"/>
                  <a:pt x="3927" y="20618"/>
                </a:cubicBezTo>
                <a:close/>
                <a:moveTo>
                  <a:pt x="15709" y="3927"/>
                </a:moveTo>
                <a:lnTo>
                  <a:pt x="1964" y="3927"/>
                </a:lnTo>
                <a:cubicBezTo>
                  <a:pt x="879" y="3927"/>
                  <a:pt x="0" y="4806"/>
                  <a:pt x="0" y="5891"/>
                </a:cubicBezTo>
                <a:lnTo>
                  <a:pt x="0" y="19636"/>
                </a:lnTo>
                <a:cubicBezTo>
                  <a:pt x="0" y="20721"/>
                  <a:pt x="879" y="21600"/>
                  <a:pt x="1964" y="21600"/>
                </a:cubicBezTo>
                <a:lnTo>
                  <a:pt x="15709" y="21600"/>
                </a:lnTo>
                <a:cubicBezTo>
                  <a:pt x="16794" y="21600"/>
                  <a:pt x="17673" y="20721"/>
                  <a:pt x="17673" y="19636"/>
                </a:cubicBezTo>
                <a:lnTo>
                  <a:pt x="17673" y="5891"/>
                </a:lnTo>
                <a:cubicBezTo>
                  <a:pt x="17673" y="4806"/>
                  <a:pt x="16794" y="3927"/>
                  <a:pt x="15709" y="3927"/>
                </a:cubicBezTo>
                <a:moveTo>
                  <a:pt x="1964" y="8836"/>
                </a:moveTo>
                <a:lnTo>
                  <a:pt x="2945" y="8836"/>
                </a:lnTo>
                <a:lnTo>
                  <a:pt x="2945" y="7855"/>
                </a:lnTo>
                <a:lnTo>
                  <a:pt x="1964" y="7855"/>
                </a:lnTo>
                <a:cubicBezTo>
                  <a:pt x="1964" y="7855"/>
                  <a:pt x="1964" y="8836"/>
                  <a:pt x="1964" y="8836"/>
                </a:cubicBezTo>
                <a:close/>
                <a:moveTo>
                  <a:pt x="1964" y="10800"/>
                </a:moveTo>
                <a:lnTo>
                  <a:pt x="2945" y="10800"/>
                </a:lnTo>
                <a:lnTo>
                  <a:pt x="2945" y="9818"/>
                </a:lnTo>
                <a:lnTo>
                  <a:pt x="1964" y="9818"/>
                </a:lnTo>
                <a:cubicBezTo>
                  <a:pt x="1964" y="9818"/>
                  <a:pt x="1964" y="10800"/>
                  <a:pt x="1964" y="10800"/>
                </a:cubicBezTo>
                <a:close/>
                <a:moveTo>
                  <a:pt x="2945" y="16691"/>
                </a:moveTo>
                <a:lnTo>
                  <a:pt x="1964" y="16691"/>
                </a:lnTo>
                <a:lnTo>
                  <a:pt x="1964" y="17673"/>
                </a:lnTo>
                <a:lnTo>
                  <a:pt x="2945" y="17673"/>
                </a:lnTo>
                <a:cubicBezTo>
                  <a:pt x="2945" y="17673"/>
                  <a:pt x="2945" y="16691"/>
                  <a:pt x="2945" y="16691"/>
                </a:cubicBezTo>
                <a:close/>
                <a:moveTo>
                  <a:pt x="1964" y="6873"/>
                </a:moveTo>
                <a:lnTo>
                  <a:pt x="2945" y="6873"/>
                </a:lnTo>
                <a:lnTo>
                  <a:pt x="2945" y="5891"/>
                </a:lnTo>
                <a:lnTo>
                  <a:pt x="1964" y="5891"/>
                </a:lnTo>
                <a:cubicBezTo>
                  <a:pt x="1964" y="5891"/>
                  <a:pt x="1964" y="6873"/>
                  <a:pt x="1964" y="6873"/>
                </a:cubicBezTo>
                <a:close/>
                <a:moveTo>
                  <a:pt x="2945" y="14727"/>
                </a:moveTo>
                <a:lnTo>
                  <a:pt x="1964" y="14727"/>
                </a:lnTo>
                <a:lnTo>
                  <a:pt x="1964" y="15709"/>
                </a:lnTo>
                <a:lnTo>
                  <a:pt x="2945" y="15709"/>
                </a:lnTo>
                <a:cubicBezTo>
                  <a:pt x="2945" y="15709"/>
                  <a:pt x="2945" y="14727"/>
                  <a:pt x="2945" y="14727"/>
                </a:cubicBezTo>
                <a:close/>
                <a:moveTo>
                  <a:pt x="2945" y="18655"/>
                </a:moveTo>
                <a:lnTo>
                  <a:pt x="1964" y="18655"/>
                </a:lnTo>
                <a:lnTo>
                  <a:pt x="1964" y="19636"/>
                </a:lnTo>
                <a:lnTo>
                  <a:pt x="2945" y="19636"/>
                </a:lnTo>
                <a:cubicBezTo>
                  <a:pt x="2945" y="19636"/>
                  <a:pt x="2945" y="18655"/>
                  <a:pt x="2945" y="18655"/>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2" name="Shape 2544">
            <a:extLst>
              <a:ext uri="{FF2B5EF4-FFF2-40B4-BE49-F238E27FC236}">
                <a16:creationId xmlns:a16="http://schemas.microsoft.com/office/drawing/2014/main" id="{65F2C1FC-350A-DDF6-AD9B-BA3A18467D0C}"/>
              </a:ext>
            </a:extLst>
          </p:cNvPr>
          <p:cNvSpPr/>
          <p:nvPr/>
        </p:nvSpPr>
        <p:spPr>
          <a:xfrm>
            <a:off x="5703771" y="257835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8836" y="8255"/>
                </a:moveTo>
                <a:lnTo>
                  <a:pt x="12837" y="10800"/>
                </a:lnTo>
                <a:lnTo>
                  <a:pt x="8836" y="13345"/>
                </a:lnTo>
                <a:cubicBezTo>
                  <a:pt x="8836" y="13345"/>
                  <a:pt x="8836" y="8255"/>
                  <a:pt x="8836" y="8255"/>
                </a:cubicBezTo>
                <a:close/>
                <a:moveTo>
                  <a:pt x="8345" y="14727"/>
                </a:moveTo>
                <a:cubicBezTo>
                  <a:pt x="8461" y="14727"/>
                  <a:pt x="8564" y="14681"/>
                  <a:pt x="8647" y="14614"/>
                </a:cubicBezTo>
                <a:lnTo>
                  <a:pt x="8652" y="14620"/>
                </a:lnTo>
                <a:lnTo>
                  <a:pt x="14052" y="11184"/>
                </a:lnTo>
                <a:lnTo>
                  <a:pt x="14047" y="11178"/>
                </a:lnTo>
                <a:cubicBezTo>
                  <a:pt x="14160" y="11088"/>
                  <a:pt x="14236" y="10955"/>
                  <a:pt x="14236" y="10800"/>
                </a:cubicBezTo>
                <a:cubicBezTo>
                  <a:pt x="14236" y="10645"/>
                  <a:pt x="14160" y="10512"/>
                  <a:pt x="14047" y="10422"/>
                </a:cubicBezTo>
                <a:lnTo>
                  <a:pt x="14052" y="10417"/>
                </a:lnTo>
                <a:lnTo>
                  <a:pt x="8652" y="6980"/>
                </a:lnTo>
                <a:lnTo>
                  <a:pt x="8647" y="6986"/>
                </a:lnTo>
                <a:cubicBezTo>
                  <a:pt x="8564" y="6919"/>
                  <a:pt x="8461" y="6873"/>
                  <a:pt x="8345" y="6873"/>
                </a:cubicBezTo>
                <a:cubicBezTo>
                  <a:pt x="8074" y="6873"/>
                  <a:pt x="7855" y="7093"/>
                  <a:pt x="7855" y="7364"/>
                </a:cubicBezTo>
                <a:lnTo>
                  <a:pt x="7855" y="14236"/>
                </a:lnTo>
                <a:cubicBezTo>
                  <a:pt x="7855" y="14507"/>
                  <a:pt x="8074" y="14727"/>
                  <a:pt x="8345" y="14727"/>
                </a:cubicBezTo>
                <a:moveTo>
                  <a:pt x="19636" y="18655"/>
                </a:moveTo>
                <a:lnTo>
                  <a:pt x="18655" y="18655"/>
                </a:lnTo>
                <a:lnTo>
                  <a:pt x="18655" y="19636"/>
                </a:lnTo>
                <a:lnTo>
                  <a:pt x="19636" y="19636"/>
                </a:lnTo>
                <a:cubicBezTo>
                  <a:pt x="19636" y="19636"/>
                  <a:pt x="19636" y="18655"/>
                  <a:pt x="19636" y="18655"/>
                </a:cubicBezTo>
                <a:close/>
                <a:moveTo>
                  <a:pt x="19636" y="14727"/>
                </a:moveTo>
                <a:lnTo>
                  <a:pt x="18655" y="14727"/>
                </a:lnTo>
                <a:lnTo>
                  <a:pt x="18655" y="15709"/>
                </a:lnTo>
                <a:lnTo>
                  <a:pt x="19636" y="15709"/>
                </a:lnTo>
                <a:cubicBezTo>
                  <a:pt x="19636" y="15709"/>
                  <a:pt x="19636" y="14727"/>
                  <a:pt x="19636" y="14727"/>
                </a:cubicBezTo>
                <a:close/>
                <a:moveTo>
                  <a:pt x="19636" y="12764"/>
                </a:moveTo>
                <a:lnTo>
                  <a:pt x="18655" y="12764"/>
                </a:lnTo>
                <a:lnTo>
                  <a:pt x="18655" y="13745"/>
                </a:lnTo>
                <a:lnTo>
                  <a:pt x="19636" y="13745"/>
                </a:lnTo>
                <a:cubicBezTo>
                  <a:pt x="19636" y="13745"/>
                  <a:pt x="19636" y="12764"/>
                  <a:pt x="19636" y="12764"/>
                </a:cubicBezTo>
                <a:close/>
                <a:moveTo>
                  <a:pt x="19636" y="16691"/>
                </a:moveTo>
                <a:lnTo>
                  <a:pt x="18655" y="16691"/>
                </a:lnTo>
                <a:lnTo>
                  <a:pt x="18655" y="17673"/>
                </a:lnTo>
                <a:lnTo>
                  <a:pt x="19636" y="17673"/>
                </a:lnTo>
                <a:cubicBezTo>
                  <a:pt x="19636" y="17673"/>
                  <a:pt x="19636" y="16691"/>
                  <a:pt x="19636" y="16691"/>
                </a:cubicBezTo>
                <a:close/>
                <a:moveTo>
                  <a:pt x="18655" y="2945"/>
                </a:moveTo>
                <a:lnTo>
                  <a:pt x="19636" y="2945"/>
                </a:lnTo>
                <a:lnTo>
                  <a:pt x="19636" y="1964"/>
                </a:lnTo>
                <a:lnTo>
                  <a:pt x="18655" y="1964"/>
                </a:lnTo>
                <a:cubicBezTo>
                  <a:pt x="18655" y="1964"/>
                  <a:pt x="18655" y="2945"/>
                  <a:pt x="18655" y="2945"/>
                </a:cubicBezTo>
                <a:close/>
                <a:moveTo>
                  <a:pt x="20618" y="10309"/>
                </a:moveTo>
                <a:lnTo>
                  <a:pt x="17673" y="10309"/>
                </a:lnTo>
                <a:lnTo>
                  <a:pt x="17673" y="982"/>
                </a:lnTo>
                <a:lnTo>
                  <a:pt x="19636" y="982"/>
                </a:lnTo>
                <a:cubicBezTo>
                  <a:pt x="20178" y="982"/>
                  <a:pt x="20618" y="1421"/>
                  <a:pt x="20618" y="1964"/>
                </a:cubicBezTo>
                <a:cubicBezTo>
                  <a:pt x="20618" y="1964"/>
                  <a:pt x="20618" y="10309"/>
                  <a:pt x="20618" y="10309"/>
                </a:cubicBezTo>
                <a:close/>
                <a:moveTo>
                  <a:pt x="20618" y="19636"/>
                </a:moveTo>
                <a:cubicBezTo>
                  <a:pt x="20618" y="20178"/>
                  <a:pt x="20178" y="20618"/>
                  <a:pt x="19636" y="20618"/>
                </a:cubicBezTo>
                <a:lnTo>
                  <a:pt x="17673" y="20618"/>
                </a:lnTo>
                <a:lnTo>
                  <a:pt x="17673" y="11291"/>
                </a:lnTo>
                <a:lnTo>
                  <a:pt x="20618" y="11291"/>
                </a:lnTo>
                <a:cubicBezTo>
                  <a:pt x="20618" y="11291"/>
                  <a:pt x="20618" y="19636"/>
                  <a:pt x="20618" y="19636"/>
                </a:cubicBezTo>
                <a:close/>
                <a:moveTo>
                  <a:pt x="16691" y="20618"/>
                </a:moveTo>
                <a:lnTo>
                  <a:pt x="4909" y="20618"/>
                </a:lnTo>
                <a:lnTo>
                  <a:pt x="4909" y="982"/>
                </a:lnTo>
                <a:lnTo>
                  <a:pt x="16691" y="982"/>
                </a:lnTo>
                <a:cubicBezTo>
                  <a:pt x="16691" y="982"/>
                  <a:pt x="16691" y="20618"/>
                  <a:pt x="16691" y="20618"/>
                </a:cubicBezTo>
                <a:close/>
                <a:moveTo>
                  <a:pt x="3927" y="10309"/>
                </a:moveTo>
                <a:lnTo>
                  <a:pt x="982" y="10309"/>
                </a:lnTo>
                <a:lnTo>
                  <a:pt x="982" y="1964"/>
                </a:lnTo>
                <a:cubicBezTo>
                  <a:pt x="982" y="1421"/>
                  <a:pt x="1422" y="982"/>
                  <a:pt x="1964" y="982"/>
                </a:cubicBezTo>
                <a:lnTo>
                  <a:pt x="3927" y="982"/>
                </a:lnTo>
                <a:cubicBezTo>
                  <a:pt x="3927" y="982"/>
                  <a:pt x="3927" y="10309"/>
                  <a:pt x="3927" y="10309"/>
                </a:cubicBezTo>
                <a:close/>
                <a:moveTo>
                  <a:pt x="3927" y="20618"/>
                </a:moveTo>
                <a:lnTo>
                  <a:pt x="1964" y="20618"/>
                </a:lnTo>
                <a:cubicBezTo>
                  <a:pt x="1422" y="20618"/>
                  <a:pt x="982" y="20178"/>
                  <a:pt x="982" y="19636"/>
                </a:cubicBezTo>
                <a:lnTo>
                  <a:pt x="982" y="11291"/>
                </a:lnTo>
                <a:lnTo>
                  <a:pt x="3927" y="11291"/>
                </a:lnTo>
                <a:cubicBezTo>
                  <a:pt x="3927" y="11291"/>
                  <a:pt x="3927" y="20618"/>
                  <a:pt x="3927" y="20618"/>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8655" y="8836"/>
                </a:moveTo>
                <a:lnTo>
                  <a:pt x="19636" y="8836"/>
                </a:lnTo>
                <a:lnTo>
                  <a:pt x="19636" y="7855"/>
                </a:lnTo>
                <a:lnTo>
                  <a:pt x="18655" y="7855"/>
                </a:lnTo>
                <a:cubicBezTo>
                  <a:pt x="18655" y="7855"/>
                  <a:pt x="18655" y="8836"/>
                  <a:pt x="18655" y="8836"/>
                </a:cubicBezTo>
                <a:close/>
                <a:moveTo>
                  <a:pt x="18655" y="6873"/>
                </a:moveTo>
                <a:lnTo>
                  <a:pt x="19636" y="6873"/>
                </a:lnTo>
                <a:lnTo>
                  <a:pt x="19636" y="5891"/>
                </a:lnTo>
                <a:lnTo>
                  <a:pt x="18655" y="5891"/>
                </a:lnTo>
                <a:cubicBezTo>
                  <a:pt x="18655" y="5891"/>
                  <a:pt x="18655" y="6873"/>
                  <a:pt x="18655" y="6873"/>
                </a:cubicBezTo>
                <a:close/>
                <a:moveTo>
                  <a:pt x="18655" y="4909"/>
                </a:moveTo>
                <a:lnTo>
                  <a:pt x="19636" y="4909"/>
                </a:lnTo>
                <a:lnTo>
                  <a:pt x="19636" y="3927"/>
                </a:lnTo>
                <a:lnTo>
                  <a:pt x="18655" y="3927"/>
                </a:lnTo>
                <a:cubicBezTo>
                  <a:pt x="18655" y="3927"/>
                  <a:pt x="18655" y="4909"/>
                  <a:pt x="18655" y="4909"/>
                </a:cubicBezTo>
                <a:close/>
                <a:moveTo>
                  <a:pt x="1964" y="2945"/>
                </a:moveTo>
                <a:lnTo>
                  <a:pt x="2945" y="2945"/>
                </a:lnTo>
                <a:lnTo>
                  <a:pt x="2945" y="1964"/>
                </a:lnTo>
                <a:lnTo>
                  <a:pt x="1964" y="1964"/>
                </a:lnTo>
                <a:cubicBezTo>
                  <a:pt x="1964" y="1964"/>
                  <a:pt x="1964" y="2945"/>
                  <a:pt x="1964" y="2945"/>
                </a:cubicBezTo>
                <a:close/>
                <a:moveTo>
                  <a:pt x="1964" y="8836"/>
                </a:moveTo>
                <a:lnTo>
                  <a:pt x="2945" y="8836"/>
                </a:lnTo>
                <a:lnTo>
                  <a:pt x="2945" y="7855"/>
                </a:lnTo>
                <a:lnTo>
                  <a:pt x="1964" y="7855"/>
                </a:lnTo>
                <a:cubicBezTo>
                  <a:pt x="1964" y="7855"/>
                  <a:pt x="1964" y="8836"/>
                  <a:pt x="1964" y="8836"/>
                </a:cubicBezTo>
                <a:close/>
                <a:moveTo>
                  <a:pt x="2945" y="16691"/>
                </a:moveTo>
                <a:lnTo>
                  <a:pt x="1964" y="16691"/>
                </a:lnTo>
                <a:lnTo>
                  <a:pt x="1964" y="17673"/>
                </a:lnTo>
                <a:lnTo>
                  <a:pt x="2945" y="17673"/>
                </a:lnTo>
                <a:cubicBezTo>
                  <a:pt x="2945" y="17673"/>
                  <a:pt x="2945" y="16691"/>
                  <a:pt x="2945" y="16691"/>
                </a:cubicBezTo>
                <a:close/>
                <a:moveTo>
                  <a:pt x="2945" y="12764"/>
                </a:moveTo>
                <a:lnTo>
                  <a:pt x="1964" y="12764"/>
                </a:lnTo>
                <a:lnTo>
                  <a:pt x="1964" y="13745"/>
                </a:lnTo>
                <a:lnTo>
                  <a:pt x="2945" y="13745"/>
                </a:lnTo>
                <a:cubicBezTo>
                  <a:pt x="2945" y="13745"/>
                  <a:pt x="2945" y="12764"/>
                  <a:pt x="2945" y="12764"/>
                </a:cubicBezTo>
                <a:close/>
                <a:moveTo>
                  <a:pt x="2945" y="14727"/>
                </a:moveTo>
                <a:lnTo>
                  <a:pt x="1964" y="14727"/>
                </a:lnTo>
                <a:lnTo>
                  <a:pt x="1964" y="15709"/>
                </a:lnTo>
                <a:lnTo>
                  <a:pt x="2945" y="15709"/>
                </a:lnTo>
                <a:cubicBezTo>
                  <a:pt x="2945" y="15709"/>
                  <a:pt x="2945" y="14727"/>
                  <a:pt x="2945" y="14727"/>
                </a:cubicBezTo>
                <a:close/>
                <a:moveTo>
                  <a:pt x="2945" y="18655"/>
                </a:moveTo>
                <a:lnTo>
                  <a:pt x="1964" y="18655"/>
                </a:lnTo>
                <a:lnTo>
                  <a:pt x="1964" y="19636"/>
                </a:lnTo>
                <a:lnTo>
                  <a:pt x="2945" y="19636"/>
                </a:lnTo>
                <a:cubicBezTo>
                  <a:pt x="2945" y="19636"/>
                  <a:pt x="2945" y="18655"/>
                  <a:pt x="2945" y="18655"/>
                </a:cubicBezTo>
                <a:close/>
                <a:moveTo>
                  <a:pt x="1964" y="6873"/>
                </a:moveTo>
                <a:lnTo>
                  <a:pt x="2945" y="6873"/>
                </a:lnTo>
                <a:lnTo>
                  <a:pt x="2945" y="5891"/>
                </a:lnTo>
                <a:lnTo>
                  <a:pt x="1964" y="5891"/>
                </a:lnTo>
                <a:cubicBezTo>
                  <a:pt x="1964" y="5891"/>
                  <a:pt x="1964" y="6873"/>
                  <a:pt x="1964" y="6873"/>
                </a:cubicBezTo>
                <a:close/>
                <a:moveTo>
                  <a:pt x="1964" y="4909"/>
                </a:moveTo>
                <a:lnTo>
                  <a:pt x="2945" y="4909"/>
                </a:lnTo>
                <a:lnTo>
                  <a:pt x="2945" y="3927"/>
                </a:lnTo>
                <a:lnTo>
                  <a:pt x="1964" y="3927"/>
                </a:lnTo>
                <a:cubicBezTo>
                  <a:pt x="1964" y="3927"/>
                  <a:pt x="1964" y="4909"/>
                  <a:pt x="1964" y="4909"/>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3" name="Shape 2545">
            <a:extLst>
              <a:ext uri="{FF2B5EF4-FFF2-40B4-BE49-F238E27FC236}">
                <a16:creationId xmlns:a16="http://schemas.microsoft.com/office/drawing/2014/main" id="{F9832EF2-0121-574B-7A31-5B93FAAFBD63}"/>
              </a:ext>
            </a:extLst>
          </p:cNvPr>
          <p:cNvSpPr/>
          <p:nvPr/>
        </p:nvSpPr>
        <p:spPr>
          <a:xfrm>
            <a:off x="904422" y="311161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9"/>
                </a:moveTo>
                <a:cubicBezTo>
                  <a:pt x="5377" y="20619"/>
                  <a:pt x="982" y="16223"/>
                  <a:pt x="982" y="10800"/>
                </a:cubicBezTo>
                <a:cubicBezTo>
                  <a:pt x="982" y="5378"/>
                  <a:pt x="5377" y="982"/>
                  <a:pt x="10800" y="982"/>
                </a:cubicBezTo>
                <a:cubicBezTo>
                  <a:pt x="13336" y="982"/>
                  <a:pt x="15638" y="1950"/>
                  <a:pt x="17377" y="3529"/>
                </a:cubicBezTo>
                <a:lnTo>
                  <a:pt x="10453" y="10453"/>
                </a:lnTo>
                <a:cubicBezTo>
                  <a:pt x="10364" y="10542"/>
                  <a:pt x="10309" y="10665"/>
                  <a:pt x="10309" y="10800"/>
                </a:cubicBezTo>
                <a:cubicBezTo>
                  <a:pt x="10309" y="11072"/>
                  <a:pt x="10529" y="11291"/>
                  <a:pt x="10800" y="11291"/>
                </a:cubicBezTo>
                <a:lnTo>
                  <a:pt x="20594" y="11291"/>
                </a:lnTo>
                <a:cubicBezTo>
                  <a:pt x="20336" y="16484"/>
                  <a:pt x="16057" y="20619"/>
                  <a:pt x="10800" y="20619"/>
                </a:cubicBezTo>
                <a:moveTo>
                  <a:pt x="20594" y="10309"/>
                </a:moveTo>
                <a:lnTo>
                  <a:pt x="11985" y="10309"/>
                </a:lnTo>
                <a:lnTo>
                  <a:pt x="18071" y="4223"/>
                </a:lnTo>
                <a:cubicBezTo>
                  <a:pt x="19541" y="5852"/>
                  <a:pt x="20477" y="7971"/>
                  <a:pt x="20594" y="10309"/>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4" name="Shape 2546">
            <a:extLst>
              <a:ext uri="{FF2B5EF4-FFF2-40B4-BE49-F238E27FC236}">
                <a16:creationId xmlns:a16="http://schemas.microsoft.com/office/drawing/2014/main" id="{147A816F-08BE-C959-82C4-C4D999A94146}"/>
              </a:ext>
            </a:extLst>
          </p:cNvPr>
          <p:cNvSpPr/>
          <p:nvPr/>
        </p:nvSpPr>
        <p:spPr>
          <a:xfrm>
            <a:off x="1437683" y="3137009"/>
            <a:ext cx="279328" cy="228541"/>
          </a:xfrm>
          <a:custGeom>
            <a:avLst/>
            <a:gdLst/>
            <a:ahLst/>
            <a:cxnLst>
              <a:cxn ang="0">
                <a:pos x="wd2" y="hd2"/>
              </a:cxn>
              <a:cxn ang="5400000">
                <a:pos x="wd2" y="hd2"/>
              </a:cxn>
              <a:cxn ang="10800000">
                <a:pos x="wd2" y="hd2"/>
              </a:cxn>
              <a:cxn ang="16200000">
                <a:pos x="wd2" y="hd2"/>
              </a:cxn>
            </a:cxnLst>
            <a:rect l="0" t="0" r="r" b="b"/>
            <a:pathLst>
              <a:path w="21600" h="21600" extrusionOk="0">
                <a:moveTo>
                  <a:pt x="20618" y="20400"/>
                </a:moveTo>
                <a:lnTo>
                  <a:pt x="18655" y="20400"/>
                </a:lnTo>
                <a:lnTo>
                  <a:pt x="18655" y="1200"/>
                </a:lnTo>
                <a:lnTo>
                  <a:pt x="20618" y="1200"/>
                </a:lnTo>
                <a:cubicBezTo>
                  <a:pt x="20618" y="1200"/>
                  <a:pt x="20618" y="20400"/>
                  <a:pt x="20618" y="20400"/>
                </a:cubicBezTo>
                <a:close/>
                <a:moveTo>
                  <a:pt x="21109" y="0"/>
                </a:moveTo>
                <a:lnTo>
                  <a:pt x="18164" y="0"/>
                </a:lnTo>
                <a:cubicBezTo>
                  <a:pt x="17893" y="0"/>
                  <a:pt x="17673" y="269"/>
                  <a:pt x="17673" y="600"/>
                </a:cubicBezTo>
                <a:lnTo>
                  <a:pt x="17673" y="21000"/>
                </a:lnTo>
                <a:cubicBezTo>
                  <a:pt x="17673" y="21332"/>
                  <a:pt x="17893" y="21600"/>
                  <a:pt x="18164" y="21600"/>
                </a:cubicBezTo>
                <a:lnTo>
                  <a:pt x="21109" y="21600"/>
                </a:lnTo>
                <a:cubicBezTo>
                  <a:pt x="21380" y="21600"/>
                  <a:pt x="21600" y="21332"/>
                  <a:pt x="21600" y="21000"/>
                </a:cubicBezTo>
                <a:lnTo>
                  <a:pt x="21600" y="600"/>
                </a:lnTo>
                <a:cubicBezTo>
                  <a:pt x="21600" y="269"/>
                  <a:pt x="21380" y="0"/>
                  <a:pt x="21109" y="0"/>
                </a:cubicBezTo>
                <a:moveTo>
                  <a:pt x="8836" y="20400"/>
                </a:moveTo>
                <a:lnTo>
                  <a:pt x="6873" y="20400"/>
                </a:lnTo>
                <a:lnTo>
                  <a:pt x="6873" y="3600"/>
                </a:lnTo>
                <a:lnTo>
                  <a:pt x="8836" y="3600"/>
                </a:lnTo>
                <a:cubicBezTo>
                  <a:pt x="8836" y="3600"/>
                  <a:pt x="8836" y="20400"/>
                  <a:pt x="8836" y="20400"/>
                </a:cubicBezTo>
                <a:close/>
                <a:moveTo>
                  <a:pt x="9327" y="2400"/>
                </a:moveTo>
                <a:lnTo>
                  <a:pt x="6382" y="2400"/>
                </a:lnTo>
                <a:cubicBezTo>
                  <a:pt x="6111" y="2400"/>
                  <a:pt x="5891" y="2669"/>
                  <a:pt x="5891" y="3000"/>
                </a:cubicBezTo>
                <a:lnTo>
                  <a:pt x="5891" y="21000"/>
                </a:lnTo>
                <a:cubicBezTo>
                  <a:pt x="5891" y="21332"/>
                  <a:pt x="6111" y="21600"/>
                  <a:pt x="6382" y="21600"/>
                </a:cubicBezTo>
                <a:lnTo>
                  <a:pt x="9327" y="21600"/>
                </a:lnTo>
                <a:cubicBezTo>
                  <a:pt x="9598" y="21600"/>
                  <a:pt x="9818" y="21332"/>
                  <a:pt x="9818" y="21000"/>
                </a:cubicBezTo>
                <a:lnTo>
                  <a:pt x="9818" y="3000"/>
                </a:lnTo>
                <a:cubicBezTo>
                  <a:pt x="9818" y="2669"/>
                  <a:pt x="9598" y="2400"/>
                  <a:pt x="9327" y="2400"/>
                </a:cubicBezTo>
                <a:moveTo>
                  <a:pt x="14727" y="20400"/>
                </a:moveTo>
                <a:lnTo>
                  <a:pt x="12764" y="20400"/>
                </a:lnTo>
                <a:lnTo>
                  <a:pt x="12764" y="10800"/>
                </a:lnTo>
                <a:lnTo>
                  <a:pt x="14727" y="10800"/>
                </a:lnTo>
                <a:cubicBezTo>
                  <a:pt x="14727" y="10800"/>
                  <a:pt x="14727" y="20400"/>
                  <a:pt x="14727" y="20400"/>
                </a:cubicBezTo>
                <a:close/>
                <a:moveTo>
                  <a:pt x="15218" y="9600"/>
                </a:moveTo>
                <a:lnTo>
                  <a:pt x="12273" y="9600"/>
                </a:lnTo>
                <a:cubicBezTo>
                  <a:pt x="12002" y="9600"/>
                  <a:pt x="11782" y="9869"/>
                  <a:pt x="11782" y="10200"/>
                </a:cubicBezTo>
                <a:lnTo>
                  <a:pt x="11782" y="21000"/>
                </a:lnTo>
                <a:cubicBezTo>
                  <a:pt x="11782" y="21332"/>
                  <a:pt x="12002" y="21600"/>
                  <a:pt x="12273" y="21600"/>
                </a:cubicBezTo>
                <a:lnTo>
                  <a:pt x="15218" y="21600"/>
                </a:lnTo>
                <a:cubicBezTo>
                  <a:pt x="15489" y="21600"/>
                  <a:pt x="15709" y="21332"/>
                  <a:pt x="15709" y="21000"/>
                </a:cubicBezTo>
                <a:lnTo>
                  <a:pt x="15709" y="10200"/>
                </a:lnTo>
                <a:cubicBezTo>
                  <a:pt x="15709" y="9869"/>
                  <a:pt x="15489" y="9600"/>
                  <a:pt x="15218" y="9600"/>
                </a:cubicBezTo>
                <a:moveTo>
                  <a:pt x="2945" y="20400"/>
                </a:moveTo>
                <a:lnTo>
                  <a:pt x="982" y="20400"/>
                </a:lnTo>
                <a:lnTo>
                  <a:pt x="982" y="14400"/>
                </a:lnTo>
                <a:lnTo>
                  <a:pt x="2945" y="14400"/>
                </a:lnTo>
                <a:cubicBezTo>
                  <a:pt x="2945" y="14400"/>
                  <a:pt x="2945" y="20400"/>
                  <a:pt x="2945" y="20400"/>
                </a:cubicBezTo>
                <a:close/>
                <a:moveTo>
                  <a:pt x="3436" y="13200"/>
                </a:moveTo>
                <a:lnTo>
                  <a:pt x="491" y="13200"/>
                </a:lnTo>
                <a:cubicBezTo>
                  <a:pt x="220" y="13200"/>
                  <a:pt x="0" y="13469"/>
                  <a:pt x="0" y="13800"/>
                </a:cubicBezTo>
                <a:lnTo>
                  <a:pt x="0" y="21000"/>
                </a:lnTo>
                <a:cubicBezTo>
                  <a:pt x="0" y="21332"/>
                  <a:pt x="220" y="21600"/>
                  <a:pt x="491" y="21600"/>
                </a:cubicBezTo>
                <a:lnTo>
                  <a:pt x="3436" y="21600"/>
                </a:lnTo>
                <a:cubicBezTo>
                  <a:pt x="3707" y="21600"/>
                  <a:pt x="3927" y="21332"/>
                  <a:pt x="3927" y="21000"/>
                </a:cubicBezTo>
                <a:lnTo>
                  <a:pt x="3927" y="13800"/>
                </a:lnTo>
                <a:cubicBezTo>
                  <a:pt x="3927" y="13469"/>
                  <a:pt x="3707" y="13200"/>
                  <a:pt x="3436" y="132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5" name="Shape 2547">
            <a:extLst>
              <a:ext uri="{FF2B5EF4-FFF2-40B4-BE49-F238E27FC236}">
                <a16:creationId xmlns:a16="http://schemas.microsoft.com/office/drawing/2014/main" id="{85AC2D96-FC87-F02D-D287-082C09765F0B}"/>
              </a:ext>
            </a:extLst>
          </p:cNvPr>
          <p:cNvSpPr/>
          <p:nvPr/>
        </p:nvSpPr>
        <p:spPr>
          <a:xfrm>
            <a:off x="1970944" y="311161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8073" y="17379"/>
                </a:moveTo>
                <a:lnTo>
                  <a:pt x="15643" y="14949"/>
                </a:lnTo>
                <a:cubicBezTo>
                  <a:pt x="16600" y="13832"/>
                  <a:pt x="17182" y="12386"/>
                  <a:pt x="17182" y="10800"/>
                </a:cubicBezTo>
                <a:cubicBezTo>
                  <a:pt x="17182" y="9214"/>
                  <a:pt x="16600" y="7767"/>
                  <a:pt x="15643" y="6651"/>
                </a:cubicBezTo>
                <a:lnTo>
                  <a:pt x="18073" y="4221"/>
                </a:lnTo>
                <a:cubicBezTo>
                  <a:pt x="19649" y="5963"/>
                  <a:pt x="20618" y="8266"/>
                  <a:pt x="20618" y="10800"/>
                </a:cubicBezTo>
                <a:cubicBezTo>
                  <a:pt x="20618" y="13335"/>
                  <a:pt x="19649" y="15637"/>
                  <a:pt x="18073" y="17379"/>
                </a:cubicBezTo>
                <a:moveTo>
                  <a:pt x="10800" y="20619"/>
                </a:moveTo>
                <a:cubicBezTo>
                  <a:pt x="8265" y="20619"/>
                  <a:pt x="5963" y="19650"/>
                  <a:pt x="4221" y="18073"/>
                </a:cubicBezTo>
                <a:lnTo>
                  <a:pt x="6651" y="15643"/>
                </a:lnTo>
                <a:cubicBezTo>
                  <a:pt x="7767" y="16600"/>
                  <a:pt x="9214" y="17182"/>
                  <a:pt x="10800" y="17182"/>
                </a:cubicBezTo>
                <a:cubicBezTo>
                  <a:pt x="12386" y="17182"/>
                  <a:pt x="13833" y="16600"/>
                  <a:pt x="14949" y="15643"/>
                </a:cubicBezTo>
                <a:lnTo>
                  <a:pt x="17379" y="18073"/>
                </a:lnTo>
                <a:cubicBezTo>
                  <a:pt x="15637" y="19650"/>
                  <a:pt x="13334" y="20619"/>
                  <a:pt x="10800" y="20619"/>
                </a:cubicBezTo>
                <a:moveTo>
                  <a:pt x="982" y="10800"/>
                </a:moveTo>
                <a:cubicBezTo>
                  <a:pt x="982" y="8266"/>
                  <a:pt x="1950" y="5963"/>
                  <a:pt x="3527" y="4221"/>
                </a:cubicBezTo>
                <a:lnTo>
                  <a:pt x="5957" y="6651"/>
                </a:lnTo>
                <a:cubicBezTo>
                  <a:pt x="4999" y="7767"/>
                  <a:pt x="4418" y="9214"/>
                  <a:pt x="4418" y="10800"/>
                </a:cubicBezTo>
                <a:cubicBezTo>
                  <a:pt x="4418" y="12386"/>
                  <a:pt x="4999" y="13832"/>
                  <a:pt x="5957" y="14949"/>
                </a:cubicBezTo>
                <a:lnTo>
                  <a:pt x="3527" y="17379"/>
                </a:lnTo>
                <a:cubicBezTo>
                  <a:pt x="1950" y="15637"/>
                  <a:pt x="982" y="13335"/>
                  <a:pt x="982" y="10800"/>
                </a:cubicBezTo>
                <a:moveTo>
                  <a:pt x="16200" y="10800"/>
                </a:moveTo>
                <a:cubicBezTo>
                  <a:pt x="16200" y="13782"/>
                  <a:pt x="13782" y="16200"/>
                  <a:pt x="10800" y="16200"/>
                </a:cubicBezTo>
                <a:cubicBezTo>
                  <a:pt x="7817" y="16200"/>
                  <a:pt x="5400" y="13782"/>
                  <a:pt x="5400" y="10800"/>
                </a:cubicBezTo>
                <a:cubicBezTo>
                  <a:pt x="5400" y="7817"/>
                  <a:pt x="7817" y="5400"/>
                  <a:pt x="10800" y="5400"/>
                </a:cubicBezTo>
                <a:cubicBezTo>
                  <a:pt x="13782" y="5400"/>
                  <a:pt x="16200" y="7817"/>
                  <a:pt x="16200" y="10800"/>
                </a:cubicBezTo>
                <a:moveTo>
                  <a:pt x="10800" y="982"/>
                </a:moveTo>
                <a:cubicBezTo>
                  <a:pt x="13334" y="982"/>
                  <a:pt x="15637" y="1950"/>
                  <a:pt x="17379" y="3527"/>
                </a:cubicBezTo>
                <a:lnTo>
                  <a:pt x="14949" y="5957"/>
                </a:lnTo>
                <a:cubicBezTo>
                  <a:pt x="13832" y="4999"/>
                  <a:pt x="12386" y="4418"/>
                  <a:pt x="10800" y="4418"/>
                </a:cubicBezTo>
                <a:cubicBezTo>
                  <a:pt x="9214" y="4418"/>
                  <a:pt x="7767" y="4999"/>
                  <a:pt x="6651" y="5957"/>
                </a:cubicBezTo>
                <a:lnTo>
                  <a:pt x="4221" y="3527"/>
                </a:lnTo>
                <a:cubicBezTo>
                  <a:pt x="5963" y="1950"/>
                  <a:pt x="8265" y="982"/>
                  <a:pt x="10800" y="982"/>
                </a:cubicBezTo>
                <a:moveTo>
                  <a:pt x="10800" y="0"/>
                </a:moveTo>
                <a:cubicBezTo>
                  <a:pt x="4835" y="0"/>
                  <a:pt x="0" y="4835"/>
                  <a:pt x="0" y="10800"/>
                </a:cubicBezTo>
                <a:cubicBezTo>
                  <a:pt x="0" y="16764"/>
                  <a:pt x="4835" y="21600"/>
                  <a:pt x="10800" y="21600"/>
                </a:cubicBezTo>
                <a:cubicBezTo>
                  <a:pt x="16764" y="21600"/>
                  <a:pt x="21600" y="16764"/>
                  <a:pt x="21600" y="10800"/>
                </a:cubicBezTo>
                <a:cubicBezTo>
                  <a:pt x="21600" y="4835"/>
                  <a:pt x="16764" y="0"/>
                  <a:pt x="108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6" name="Shape 2548">
            <a:extLst>
              <a:ext uri="{FF2B5EF4-FFF2-40B4-BE49-F238E27FC236}">
                <a16:creationId xmlns:a16="http://schemas.microsoft.com/office/drawing/2014/main" id="{9DA6F0EB-BC6F-57D4-4F8C-D503F8860924}"/>
              </a:ext>
            </a:extLst>
          </p:cNvPr>
          <p:cNvSpPr/>
          <p:nvPr/>
        </p:nvSpPr>
        <p:spPr>
          <a:xfrm>
            <a:off x="2504205" y="3219538"/>
            <a:ext cx="279328" cy="63484"/>
          </a:xfrm>
          <a:custGeom>
            <a:avLst/>
            <a:gdLst/>
            <a:ahLst/>
            <a:cxnLst>
              <a:cxn ang="0">
                <a:pos x="wd2" y="hd2"/>
              </a:cxn>
              <a:cxn ang="5400000">
                <a:pos x="wd2" y="hd2"/>
              </a:cxn>
              <a:cxn ang="10800000">
                <a:pos x="wd2" y="hd2"/>
              </a:cxn>
              <a:cxn ang="16200000">
                <a:pos x="wd2" y="hd2"/>
              </a:cxn>
            </a:cxnLst>
            <a:rect l="0" t="0" r="r" b="b"/>
            <a:pathLst>
              <a:path w="21600" h="21600" extrusionOk="0">
                <a:moveTo>
                  <a:pt x="19145" y="17280"/>
                </a:moveTo>
                <a:cubicBezTo>
                  <a:pt x="18332" y="17280"/>
                  <a:pt x="17673" y="14380"/>
                  <a:pt x="17673" y="10800"/>
                </a:cubicBezTo>
                <a:cubicBezTo>
                  <a:pt x="17673" y="7224"/>
                  <a:pt x="18332" y="4320"/>
                  <a:pt x="19145" y="4320"/>
                </a:cubicBezTo>
                <a:cubicBezTo>
                  <a:pt x="19959" y="4320"/>
                  <a:pt x="20618" y="7224"/>
                  <a:pt x="20618" y="10800"/>
                </a:cubicBezTo>
                <a:cubicBezTo>
                  <a:pt x="20618" y="14380"/>
                  <a:pt x="19959" y="17280"/>
                  <a:pt x="19145" y="17280"/>
                </a:cubicBezTo>
                <a:moveTo>
                  <a:pt x="19145" y="0"/>
                </a:moveTo>
                <a:cubicBezTo>
                  <a:pt x="17790" y="0"/>
                  <a:pt x="16691" y="4837"/>
                  <a:pt x="16691" y="10800"/>
                </a:cubicBezTo>
                <a:cubicBezTo>
                  <a:pt x="16691" y="16766"/>
                  <a:pt x="17790" y="21600"/>
                  <a:pt x="19145" y="21600"/>
                </a:cubicBezTo>
                <a:cubicBezTo>
                  <a:pt x="20501" y="21600"/>
                  <a:pt x="21600" y="16766"/>
                  <a:pt x="21600" y="10800"/>
                </a:cubicBezTo>
                <a:cubicBezTo>
                  <a:pt x="21600" y="4837"/>
                  <a:pt x="20501" y="0"/>
                  <a:pt x="19145" y="0"/>
                </a:cubicBezTo>
                <a:moveTo>
                  <a:pt x="10800" y="17280"/>
                </a:moveTo>
                <a:cubicBezTo>
                  <a:pt x="9986" y="17280"/>
                  <a:pt x="9327" y="14380"/>
                  <a:pt x="9327" y="10800"/>
                </a:cubicBezTo>
                <a:cubicBezTo>
                  <a:pt x="9327" y="7224"/>
                  <a:pt x="9986" y="4320"/>
                  <a:pt x="10800" y="4320"/>
                </a:cubicBezTo>
                <a:cubicBezTo>
                  <a:pt x="11614" y="4320"/>
                  <a:pt x="12273" y="7224"/>
                  <a:pt x="12273" y="10800"/>
                </a:cubicBezTo>
                <a:cubicBezTo>
                  <a:pt x="12273" y="14380"/>
                  <a:pt x="11614" y="17280"/>
                  <a:pt x="10800" y="17280"/>
                </a:cubicBezTo>
                <a:moveTo>
                  <a:pt x="10800" y="0"/>
                </a:moveTo>
                <a:cubicBezTo>
                  <a:pt x="9444" y="0"/>
                  <a:pt x="8345" y="4837"/>
                  <a:pt x="8345" y="10800"/>
                </a:cubicBezTo>
                <a:cubicBezTo>
                  <a:pt x="8345" y="16766"/>
                  <a:pt x="9444" y="21600"/>
                  <a:pt x="10800" y="21600"/>
                </a:cubicBezTo>
                <a:cubicBezTo>
                  <a:pt x="12156" y="21600"/>
                  <a:pt x="13255" y="16766"/>
                  <a:pt x="13255" y="10800"/>
                </a:cubicBezTo>
                <a:cubicBezTo>
                  <a:pt x="13255" y="4837"/>
                  <a:pt x="12156" y="0"/>
                  <a:pt x="10800" y="0"/>
                </a:cubicBezTo>
                <a:moveTo>
                  <a:pt x="2455" y="17280"/>
                </a:moveTo>
                <a:cubicBezTo>
                  <a:pt x="1641" y="17280"/>
                  <a:pt x="982" y="14380"/>
                  <a:pt x="982" y="10800"/>
                </a:cubicBezTo>
                <a:cubicBezTo>
                  <a:pt x="982" y="7224"/>
                  <a:pt x="1641" y="4320"/>
                  <a:pt x="2455" y="4320"/>
                </a:cubicBezTo>
                <a:cubicBezTo>
                  <a:pt x="3268" y="4320"/>
                  <a:pt x="3927" y="7224"/>
                  <a:pt x="3927" y="10800"/>
                </a:cubicBezTo>
                <a:cubicBezTo>
                  <a:pt x="3927" y="14380"/>
                  <a:pt x="3268" y="17280"/>
                  <a:pt x="2455" y="17280"/>
                </a:cubicBezTo>
                <a:moveTo>
                  <a:pt x="2455" y="0"/>
                </a:moveTo>
                <a:cubicBezTo>
                  <a:pt x="1099" y="0"/>
                  <a:pt x="0" y="4837"/>
                  <a:pt x="0" y="10800"/>
                </a:cubicBezTo>
                <a:cubicBezTo>
                  <a:pt x="0" y="16766"/>
                  <a:pt x="1099" y="21600"/>
                  <a:pt x="2455" y="21600"/>
                </a:cubicBezTo>
                <a:cubicBezTo>
                  <a:pt x="3811" y="21600"/>
                  <a:pt x="4909" y="16766"/>
                  <a:pt x="4909" y="10800"/>
                </a:cubicBezTo>
                <a:cubicBezTo>
                  <a:pt x="4909" y="4837"/>
                  <a:pt x="3811" y="0"/>
                  <a:pt x="2455"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7" name="Shape 2549">
            <a:extLst>
              <a:ext uri="{FF2B5EF4-FFF2-40B4-BE49-F238E27FC236}">
                <a16:creationId xmlns:a16="http://schemas.microsoft.com/office/drawing/2014/main" id="{F687C092-E8B7-98F5-675B-F7297A9D92AD}"/>
              </a:ext>
            </a:extLst>
          </p:cNvPr>
          <p:cNvSpPr/>
          <p:nvPr/>
        </p:nvSpPr>
        <p:spPr>
          <a:xfrm>
            <a:off x="3037466" y="311161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moveTo>
                  <a:pt x="10800" y="11291"/>
                </a:moveTo>
                <a:cubicBezTo>
                  <a:pt x="10529" y="11291"/>
                  <a:pt x="10309" y="11072"/>
                  <a:pt x="10309" y="10800"/>
                </a:cubicBezTo>
                <a:cubicBezTo>
                  <a:pt x="10309" y="10529"/>
                  <a:pt x="10529" y="10309"/>
                  <a:pt x="10800" y="10309"/>
                </a:cubicBezTo>
                <a:cubicBezTo>
                  <a:pt x="11071" y="10309"/>
                  <a:pt x="11291" y="10529"/>
                  <a:pt x="11291" y="10800"/>
                </a:cubicBezTo>
                <a:cubicBezTo>
                  <a:pt x="11291" y="11072"/>
                  <a:pt x="11071" y="11291"/>
                  <a:pt x="10800" y="11291"/>
                </a:cubicBezTo>
                <a:moveTo>
                  <a:pt x="10800" y="9327"/>
                </a:moveTo>
                <a:cubicBezTo>
                  <a:pt x="9986" y="9327"/>
                  <a:pt x="9327" y="9987"/>
                  <a:pt x="9327" y="10800"/>
                </a:cubicBezTo>
                <a:cubicBezTo>
                  <a:pt x="9327" y="11614"/>
                  <a:pt x="9986" y="12273"/>
                  <a:pt x="10800" y="12273"/>
                </a:cubicBezTo>
                <a:cubicBezTo>
                  <a:pt x="11614" y="12273"/>
                  <a:pt x="12273" y="11614"/>
                  <a:pt x="12273" y="10800"/>
                </a:cubicBezTo>
                <a:cubicBezTo>
                  <a:pt x="12273" y="9987"/>
                  <a:pt x="11614" y="9327"/>
                  <a:pt x="10800" y="9327"/>
                </a:cubicBezTo>
                <a:moveTo>
                  <a:pt x="5400" y="11291"/>
                </a:moveTo>
                <a:cubicBezTo>
                  <a:pt x="5129" y="11291"/>
                  <a:pt x="4909" y="11072"/>
                  <a:pt x="4909" y="10800"/>
                </a:cubicBezTo>
                <a:cubicBezTo>
                  <a:pt x="4909" y="10529"/>
                  <a:pt x="5129" y="10309"/>
                  <a:pt x="5400" y="10309"/>
                </a:cubicBezTo>
                <a:cubicBezTo>
                  <a:pt x="5671" y="10309"/>
                  <a:pt x="5891" y="10529"/>
                  <a:pt x="5891" y="10800"/>
                </a:cubicBezTo>
                <a:cubicBezTo>
                  <a:pt x="5891" y="11072"/>
                  <a:pt x="5671" y="11291"/>
                  <a:pt x="5400" y="11291"/>
                </a:cubicBezTo>
                <a:moveTo>
                  <a:pt x="5400" y="9327"/>
                </a:moveTo>
                <a:cubicBezTo>
                  <a:pt x="4586" y="9327"/>
                  <a:pt x="3927" y="9987"/>
                  <a:pt x="3927" y="10800"/>
                </a:cubicBezTo>
                <a:cubicBezTo>
                  <a:pt x="3927" y="11614"/>
                  <a:pt x="4586" y="12273"/>
                  <a:pt x="5400" y="12273"/>
                </a:cubicBezTo>
                <a:cubicBezTo>
                  <a:pt x="6214" y="12273"/>
                  <a:pt x="6873" y="11614"/>
                  <a:pt x="6873" y="10800"/>
                </a:cubicBezTo>
                <a:cubicBezTo>
                  <a:pt x="6873" y="9987"/>
                  <a:pt x="6214" y="9327"/>
                  <a:pt x="5400" y="9327"/>
                </a:cubicBezTo>
                <a:moveTo>
                  <a:pt x="16200" y="11291"/>
                </a:moveTo>
                <a:cubicBezTo>
                  <a:pt x="15929" y="11291"/>
                  <a:pt x="15709" y="11072"/>
                  <a:pt x="15709" y="10800"/>
                </a:cubicBezTo>
                <a:cubicBezTo>
                  <a:pt x="15709" y="10529"/>
                  <a:pt x="15929" y="10309"/>
                  <a:pt x="16200" y="10309"/>
                </a:cubicBezTo>
                <a:cubicBezTo>
                  <a:pt x="16471" y="10309"/>
                  <a:pt x="16691" y="10529"/>
                  <a:pt x="16691" y="10800"/>
                </a:cubicBezTo>
                <a:cubicBezTo>
                  <a:pt x="16691" y="11072"/>
                  <a:pt x="16471" y="11291"/>
                  <a:pt x="16200" y="11291"/>
                </a:cubicBezTo>
                <a:moveTo>
                  <a:pt x="16200" y="9327"/>
                </a:moveTo>
                <a:cubicBezTo>
                  <a:pt x="15386" y="9327"/>
                  <a:pt x="14727" y="9987"/>
                  <a:pt x="14727" y="10800"/>
                </a:cubicBezTo>
                <a:cubicBezTo>
                  <a:pt x="14727" y="11614"/>
                  <a:pt x="15386" y="12273"/>
                  <a:pt x="16200" y="12273"/>
                </a:cubicBezTo>
                <a:cubicBezTo>
                  <a:pt x="17014" y="12273"/>
                  <a:pt x="17673" y="11614"/>
                  <a:pt x="17673" y="10800"/>
                </a:cubicBezTo>
                <a:cubicBezTo>
                  <a:pt x="17673" y="9987"/>
                  <a:pt x="17014" y="9327"/>
                  <a:pt x="16200" y="9327"/>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8" name="Shape 2550">
            <a:extLst>
              <a:ext uri="{FF2B5EF4-FFF2-40B4-BE49-F238E27FC236}">
                <a16:creationId xmlns:a16="http://schemas.microsoft.com/office/drawing/2014/main" id="{C3BBC03A-AFF9-E417-B838-726688C31955}"/>
              </a:ext>
            </a:extLst>
          </p:cNvPr>
          <p:cNvSpPr/>
          <p:nvPr/>
        </p:nvSpPr>
        <p:spPr>
          <a:xfrm>
            <a:off x="3570727" y="311161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1109" y="7364"/>
                </a:moveTo>
                <a:cubicBezTo>
                  <a:pt x="20838" y="7364"/>
                  <a:pt x="20618" y="7584"/>
                  <a:pt x="20618" y="7855"/>
                </a:cubicBezTo>
                <a:lnTo>
                  <a:pt x="20618" y="18655"/>
                </a:lnTo>
                <a:cubicBezTo>
                  <a:pt x="20618" y="19739"/>
                  <a:pt x="19739" y="20618"/>
                  <a:pt x="18655" y="20618"/>
                </a:cubicBezTo>
                <a:lnTo>
                  <a:pt x="2945" y="20618"/>
                </a:lnTo>
                <a:cubicBezTo>
                  <a:pt x="1861" y="20618"/>
                  <a:pt x="982" y="19739"/>
                  <a:pt x="982" y="18655"/>
                </a:cubicBezTo>
                <a:lnTo>
                  <a:pt x="982" y="2945"/>
                </a:lnTo>
                <a:cubicBezTo>
                  <a:pt x="982" y="1861"/>
                  <a:pt x="1861" y="982"/>
                  <a:pt x="2945" y="982"/>
                </a:cubicBezTo>
                <a:lnTo>
                  <a:pt x="13745" y="982"/>
                </a:lnTo>
                <a:cubicBezTo>
                  <a:pt x="14017" y="982"/>
                  <a:pt x="14236" y="762"/>
                  <a:pt x="14236" y="491"/>
                </a:cubicBezTo>
                <a:cubicBezTo>
                  <a:pt x="14236" y="220"/>
                  <a:pt x="14017" y="0"/>
                  <a:pt x="13745" y="0"/>
                </a:cubicBezTo>
                <a:lnTo>
                  <a:pt x="2945" y="0"/>
                </a:lnTo>
                <a:cubicBezTo>
                  <a:pt x="1318" y="0"/>
                  <a:pt x="0" y="1319"/>
                  <a:pt x="0" y="2945"/>
                </a:cubicBezTo>
                <a:lnTo>
                  <a:pt x="0" y="18655"/>
                </a:lnTo>
                <a:cubicBezTo>
                  <a:pt x="0" y="20282"/>
                  <a:pt x="1318" y="21600"/>
                  <a:pt x="2945" y="21600"/>
                </a:cubicBezTo>
                <a:lnTo>
                  <a:pt x="18655" y="21600"/>
                </a:lnTo>
                <a:cubicBezTo>
                  <a:pt x="20282" y="21600"/>
                  <a:pt x="21600" y="20282"/>
                  <a:pt x="21600" y="18655"/>
                </a:cubicBezTo>
                <a:lnTo>
                  <a:pt x="21600" y="7855"/>
                </a:lnTo>
                <a:cubicBezTo>
                  <a:pt x="21600" y="7584"/>
                  <a:pt x="21380" y="7364"/>
                  <a:pt x="21109" y="7364"/>
                </a:cubicBezTo>
                <a:moveTo>
                  <a:pt x="7006" y="12764"/>
                </a:moveTo>
                <a:lnTo>
                  <a:pt x="8836" y="12764"/>
                </a:lnTo>
                <a:lnTo>
                  <a:pt x="8836" y="14594"/>
                </a:lnTo>
                <a:lnTo>
                  <a:pt x="6627" y="14973"/>
                </a:lnTo>
                <a:cubicBezTo>
                  <a:pt x="6627" y="14973"/>
                  <a:pt x="7006" y="12764"/>
                  <a:pt x="7006" y="12764"/>
                </a:cubicBezTo>
                <a:close/>
                <a:moveTo>
                  <a:pt x="16775" y="2742"/>
                </a:moveTo>
                <a:lnTo>
                  <a:pt x="18858" y="4825"/>
                </a:lnTo>
                <a:lnTo>
                  <a:pt x="9818" y="13865"/>
                </a:lnTo>
                <a:lnTo>
                  <a:pt x="9818" y="11782"/>
                </a:lnTo>
                <a:lnTo>
                  <a:pt x="7736" y="11782"/>
                </a:lnTo>
                <a:cubicBezTo>
                  <a:pt x="7736" y="11782"/>
                  <a:pt x="16775" y="2742"/>
                  <a:pt x="16775" y="2742"/>
                </a:cubicBezTo>
                <a:close/>
                <a:moveTo>
                  <a:pt x="18104" y="1414"/>
                </a:moveTo>
                <a:cubicBezTo>
                  <a:pt x="18371" y="1147"/>
                  <a:pt x="18739" y="982"/>
                  <a:pt x="19145" y="982"/>
                </a:cubicBezTo>
                <a:cubicBezTo>
                  <a:pt x="19959" y="982"/>
                  <a:pt x="20618" y="1642"/>
                  <a:pt x="20618" y="2455"/>
                </a:cubicBezTo>
                <a:cubicBezTo>
                  <a:pt x="20618" y="2861"/>
                  <a:pt x="20453" y="3230"/>
                  <a:pt x="20187" y="3496"/>
                </a:cubicBezTo>
                <a:lnTo>
                  <a:pt x="19552" y="4131"/>
                </a:lnTo>
                <a:lnTo>
                  <a:pt x="17469" y="2048"/>
                </a:lnTo>
                <a:cubicBezTo>
                  <a:pt x="17469" y="2048"/>
                  <a:pt x="18104" y="1414"/>
                  <a:pt x="18104" y="1414"/>
                </a:cubicBezTo>
                <a:close/>
                <a:moveTo>
                  <a:pt x="5400" y="16200"/>
                </a:moveTo>
                <a:lnTo>
                  <a:pt x="9590" y="15481"/>
                </a:lnTo>
                <a:lnTo>
                  <a:pt x="20881" y="4190"/>
                </a:lnTo>
                <a:cubicBezTo>
                  <a:pt x="21325" y="3746"/>
                  <a:pt x="21600" y="3133"/>
                  <a:pt x="21600" y="2455"/>
                </a:cubicBezTo>
                <a:cubicBezTo>
                  <a:pt x="21600" y="1099"/>
                  <a:pt x="20501" y="0"/>
                  <a:pt x="19145" y="0"/>
                </a:cubicBezTo>
                <a:cubicBezTo>
                  <a:pt x="18468" y="0"/>
                  <a:pt x="17854" y="275"/>
                  <a:pt x="17410" y="719"/>
                </a:cubicBezTo>
                <a:lnTo>
                  <a:pt x="6119" y="12010"/>
                </a:lnTo>
                <a:cubicBezTo>
                  <a:pt x="6119" y="12010"/>
                  <a:pt x="5400" y="16200"/>
                  <a:pt x="5400" y="16200"/>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9" name="Shape 2551">
            <a:extLst>
              <a:ext uri="{FF2B5EF4-FFF2-40B4-BE49-F238E27FC236}">
                <a16:creationId xmlns:a16="http://schemas.microsoft.com/office/drawing/2014/main" id="{8AD27F77-9FC6-2737-F786-BCF5F3FD7AA0}"/>
              </a:ext>
            </a:extLst>
          </p:cNvPr>
          <p:cNvSpPr/>
          <p:nvPr/>
        </p:nvSpPr>
        <p:spPr>
          <a:xfrm>
            <a:off x="4103988" y="311161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9755" y="6010"/>
                </a:moveTo>
                <a:lnTo>
                  <a:pt x="18630" y="7136"/>
                </a:lnTo>
                <a:lnTo>
                  <a:pt x="14465" y="2970"/>
                </a:lnTo>
                <a:lnTo>
                  <a:pt x="15590" y="1845"/>
                </a:lnTo>
                <a:cubicBezTo>
                  <a:pt x="15590" y="1845"/>
                  <a:pt x="16391" y="982"/>
                  <a:pt x="17673" y="982"/>
                </a:cubicBezTo>
                <a:cubicBezTo>
                  <a:pt x="19300" y="982"/>
                  <a:pt x="20618" y="2300"/>
                  <a:pt x="20618" y="3927"/>
                </a:cubicBezTo>
                <a:cubicBezTo>
                  <a:pt x="20618" y="4741"/>
                  <a:pt x="20288" y="5477"/>
                  <a:pt x="19755" y="6010"/>
                </a:cubicBezTo>
                <a:moveTo>
                  <a:pt x="7364" y="18402"/>
                </a:moveTo>
                <a:lnTo>
                  <a:pt x="7364" y="14727"/>
                </a:lnTo>
                <a:cubicBezTo>
                  <a:pt x="7364" y="14456"/>
                  <a:pt x="7144" y="14236"/>
                  <a:pt x="6873" y="14236"/>
                </a:cubicBezTo>
                <a:lnTo>
                  <a:pt x="3198" y="14236"/>
                </a:lnTo>
                <a:lnTo>
                  <a:pt x="13770" y="3665"/>
                </a:lnTo>
                <a:lnTo>
                  <a:pt x="17935" y="7830"/>
                </a:lnTo>
                <a:cubicBezTo>
                  <a:pt x="17935" y="7830"/>
                  <a:pt x="7364" y="18402"/>
                  <a:pt x="7364" y="18402"/>
                </a:cubicBezTo>
                <a:close/>
                <a:moveTo>
                  <a:pt x="6382" y="19042"/>
                </a:moveTo>
                <a:lnTo>
                  <a:pt x="2945" y="19845"/>
                </a:lnTo>
                <a:lnTo>
                  <a:pt x="2945" y="18655"/>
                </a:lnTo>
                <a:lnTo>
                  <a:pt x="1755" y="18655"/>
                </a:lnTo>
                <a:lnTo>
                  <a:pt x="2558" y="15218"/>
                </a:lnTo>
                <a:lnTo>
                  <a:pt x="6382" y="15218"/>
                </a:lnTo>
                <a:cubicBezTo>
                  <a:pt x="6382" y="15218"/>
                  <a:pt x="6382" y="19042"/>
                  <a:pt x="6382" y="19042"/>
                </a:cubicBezTo>
                <a:close/>
                <a:moveTo>
                  <a:pt x="17673" y="0"/>
                </a:moveTo>
                <a:cubicBezTo>
                  <a:pt x="16588" y="0"/>
                  <a:pt x="15606" y="439"/>
                  <a:pt x="14896" y="1151"/>
                </a:cubicBezTo>
                <a:lnTo>
                  <a:pt x="1641" y="14405"/>
                </a:lnTo>
                <a:lnTo>
                  <a:pt x="0" y="21600"/>
                </a:lnTo>
                <a:lnTo>
                  <a:pt x="7195" y="19959"/>
                </a:lnTo>
                <a:lnTo>
                  <a:pt x="20449" y="6704"/>
                </a:lnTo>
                <a:cubicBezTo>
                  <a:pt x="21160" y="5994"/>
                  <a:pt x="21600" y="5012"/>
                  <a:pt x="21600" y="3927"/>
                </a:cubicBezTo>
                <a:cubicBezTo>
                  <a:pt x="21600" y="1758"/>
                  <a:pt x="19842" y="0"/>
                  <a:pt x="17673"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0" name="Shape 2552">
            <a:extLst>
              <a:ext uri="{FF2B5EF4-FFF2-40B4-BE49-F238E27FC236}">
                <a16:creationId xmlns:a16="http://schemas.microsoft.com/office/drawing/2014/main" id="{04752473-F5CE-EF8B-A9C9-471229AE090D}"/>
              </a:ext>
            </a:extLst>
          </p:cNvPr>
          <p:cNvSpPr/>
          <p:nvPr/>
        </p:nvSpPr>
        <p:spPr>
          <a:xfrm>
            <a:off x="4637249" y="3124312"/>
            <a:ext cx="279328" cy="253935"/>
          </a:xfrm>
          <a:custGeom>
            <a:avLst/>
            <a:gdLst/>
            <a:ahLst/>
            <a:cxnLst>
              <a:cxn ang="0">
                <a:pos x="wd2" y="hd2"/>
              </a:cxn>
              <a:cxn ang="5400000">
                <a:pos x="wd2" y="hd2"/>
              </a:cxn>
              <a:cxn ang="10800000">
                <a:pos x="wd2" y="hd2"/>
              </a:cxn>
              <a:cxn ang="16200000">
                <a:pos x="wd2" y="hd2"/>
              </a:cxn>
            </a:cxnLst>
            <a:rect l="0" t="0" r="r" b="b"/>
            <a:pathLst>
              <a:path w="21600" h="21600" extrusionOk="0">
                <a:moveTo>
                  <a:pt x="10800" y="18360"/>
                </a:moveTo>
                <a:cubicBezTo>
                  <a:pt x="9864" y="18360"/>
                  <a:pt x="8922" y="18237"/>
                  <a:pt x="7998" y="17995"/>
                </a:cubicBezTo>
                <a:cubicBezTo>
                  <a:pt x="7923" y="17975"/>
                  <a:pt x="7846" y="17965"/>
                  <a:pt x="7770" y="17965"/>
                </a:cubicBezTo>
                <a:cubicBezTo>
                  <a:pt x="7646" y="17965"/>
                  <a:pt x="7522" y="17991"/>
                  <a:pt x="7406" y="18043"/>
                </a:cubicBezTo>
                <a:lnTo>
                  <a:pt x="3352" y="19826"/>
                </a:lnTo>
                <a:lnTo>
                  <a:pt x="4013" y="16735"/>
                </a:lnTo>
                <a:cubicBezTo>
                  <a:pt x="4098" y="16339"/>
                  <a:pt x="3972" y="15924"/>
                  <a:pt x="3689" y="15662"/>
                </a:cubicBezTo>
                <a:cubicBezTo>
                  <a:pt x="1944" y="14045"/>
                  <a:pt x="982" y="11934"/>
                  <a:pt x="982" y="9720"/>
                </a:cubicBezTo>
                <a:cubicBezTo>
                  <a:pt x="982" y="4956"/>
                  <a:pt x="5387" y="1080"/>
                  <a:pt x="10800" y="1080"/>
                </a:cubicBezTo>
                <a:cubicBezTo>
                  <a:pt x="16214" y="1080"/>
                  <a:pt x="20618" y="4956"/>
                  <a:pt x="20618" y="9720"/>
                </a:cubicBezTo>
                <a:cubicBezTo>
                  <a:pt x="20618" y="14484"/>
                  <a:pt x="16214" y="18360"/>
                  <a:pt x="10800" y="18360"/>
                </a:cubicBezTo>
                <a:moveTo>
                  <a:pt x="10800" y="0"/>
                </a:moveTo>
                <a:cubicBezTo>
                  <a:pt x="4835" y="0"/>
                  <a:pt x="0" y="4352"/>
                  <a:pt x="0" y="9720"/>
                </a:cubicBezTo>
                <a:cubicBezTo>
                  <a:pt x="0" y="12353"/>
                  <a:pt x="1168" y="14738"/>
                  <a:pt x="3057" y="16488"/>
                </a:cubicBezTo>
                <a:lnTo>
                  <a:pt x="1964" y="21600"/>
                </a:lnTo>
                <a:lnTo>
                  <a:pt x="7770" y="19046"/>
                </a:lnTo>
                <a:cubicBezTo>
                  <a:pt x="8732" y="19298"/>
                  <a:pt x="9747" y="19440"/>
                  <a:pt x="10800" y="19440"/>
                </a:cubicBezTo>
                <a:cubicBezTo>
                  <a:pt x="16765" y="19440"/>
                  <a:pt x="21600" y="15089"/>
                  <a:pt x="21600" y="9720"/>
                </a:cubicBezTo>
                <a:cubicBezTo>
                  <a:pt x="21600" y="4352"/>
                  <a:pt x="16765" y="0"/>
                  <a:pt x="108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1" name="Shape 2553">
            <a:extLst>
              <a:ext uri="{FF2B5EF4-FFF2-40B4-BE49-F238E27FC236}">
                <a16:creationId xmlns:a16="http://schemas.microsoft.com/office/drawing/2014/main" id="{7AF20149-9323-F3FC-6291-83CD928BD26B}"/>
              </a:ext>
            </a:extLst>
          </p:cNvPr>
          <p:cNvSpPr/>
          <p:nvPr/>
        </p:nvSpPr>
        <p:spPr>
          <a:xfrm>
            <a:off x="5170510" y="3124312"/>
            <a:ext cx="279328" cy="253935"/>
          </a:xfrm>
          <a:custGeom>
            <a:avLst/>
            <a:gdLst/>
            <a:ahLst/>
            <a:cxnLst>
              <a:cxn ang="0">
                <a:pos x="wd2" y="hd2"/>
              </a:cxn>
              <a:cxn ang="5400000">
                <a:pos x="wd2" y="hd2"/>
              </a:cxn>
              <a:cxn ang="10800000">
                <a:pos x="wd2" y="hd2"/>
              </a:cxn>
              <a:cxn ang="16200000">
                <a:pos x="wd2" y="hd2"/>
              </a:cxn>
            </a:cxnLst>
            <a:rect l="0" t="0" r="r" b="b"/>
            <a:pathLst>
              <a:path w="21600" h="21600" extrusionOk="0">
                <a:moveTo>
                  <a:pt x="15709" y="8100"/>
                </a:moveTo>
                <a:cubicBezTo>
                  <a:pt x="14896" y="8100"/>
                  <a:pt x="14236" y="8826"/>
                  <a:pt x="14236" y="9720"/>
                </a:cubicBezTo>
                <a:cubicBezTo>
                  <a:pt x="14236" y="10615"/>
                  <a:pt x="14896" y="11340"/>
                  <a:pt x="15709" y="11340"/>
                </a:cubicBezTo>
                <a:cubicBezTo>
                  <a:pt x="16522" y="11340"/>
                  <a:pt x="17182" y="10615"/>
                  <a:pt x="17182" y="9720"/>
                </a:cubicBezTo>
                <a:cubicBezTo>
                  <a:pt x="17182" y="8826"/>
                  <a:pt x="16522" y="8100"/>
                  <a:pt x="15709" y="8100"/>
                </a:cubicBezTo>
                <a:moveTo>
                  <a:pt x="10800" y="18360"/>
                </a:moveTo>
                <a:cubicBezTo>
                  <a:pt x="9864" y="18360"/>
                  <a:pt x="8922" y="18237"/>
                  <a:pt x="7998" y="17995"/>
                </a:cubicBezTo>
                <a:cubicBezTo>
                  <a:pt x="7923" y="17975"/>
                  <a:pt x="7846" y="17965"/>
                  <a:pt x="7770" y="17965"/>
                </a:cubicBezTo>
                <a:cubicBezTo>
                  <a:pt x="7646" y="17965"/>
                  <a:pt x="7522" y="17991"/>
                  <a:pt x="7406" y="18043"/>
                </a:cubicBezTo>
                <a:lnTo>
                  <a:pt x="3352" y="19826"/>
                </a:lnTo>
                <a:lnTo>
                  <a:pt x="4013" y="16735"/>
                </a:lnTo>
                <a:cubicBezTo>
                  <a:pt x="4098" y="16339"/>
                  <a:pt x="3972" y="15924"/>
                  <a:pt x="3689" y="15662"/>
                </a:cubicBezTo>
                <a:cubicBezTo>
                  <a:pt x="1944" y="14045"/>
                  <a:pt x="982" y="11934"/>
                  <a:pt x="982" y="9720"/>
                </a:cubicBezTo>
                <a:cubicBezTo>
                  <a:pt x="982" y="4956"/>
                  <a:pt x="5387" y="1080"/>
                  <a:pt x="10800" y="1080"/>
                </a:cubicBezTo>
                <a:cubicBezTo>
                  <a:pt x="16214" y="1080"/>
                  <a:pt x="20618" y="4956"/>
                  <a:pt x="20618" y="9720"/>
                </a:cubicBezTo>
                <a:cubicBezTo>
                  <a:pt x="20618" y="14484"/>
                  <a:pt x="16214" y="18360"/>
                  <a:pt x="10800" y="18360"/>
                </a:cubicBezTo>
                <a:moveTo>
                  <a:pt x="10800" y="0"/>
                </a:moveTo>
                <a:cubicBezTo>
                  <a:pt x="4835" y="0"/>
                  <a:pt x="0" y="4352"/>
                  <a:pt x="0" y="9720"/>
                </a:cubicBezTo>
                <a:cubicBezTo>
                  <a:pt x="0" y="12353"/>
                  <a:pt x="1168" y="14738"/>
                  <a:pt x="3057" y="16488"/>
                </a:cubicBezTo>
                <a:lnTo>
                  <a:pt x="1964" y="21600"/>
                </a:lnTo>
                <a:lnTo>
                  <a:pt x="7770" y="19046"/>
                </a:lnTo>
                <a:cubicBezTo>
                  <a:pt x="8732" y="19298"/>
                  <a:pt x="9747" y="19440"/>
                  <a:pt x="10800" y="19440"/>
                </a:cubicBezTo>
                <a:cubicBezTo>
                  <a:pt x="16765" y="19440"/>
                  <a:pt x="21600" y="15089"/>
                  <a:pt x="21600" y="9720"/>
                </a:cubicBezTo>
                <a:cubicBezTo>
                  <a:pt x="21600" y="4352"/>
                  <a:pt x="16765" y="0"/>
                  <a:pt x="10800" y="0"/>
                </a:cubicBezTo>
                <a:moveTo>
                  <a:pt x="10800" y="8100"/>
                </a:moveTo>
                <a:cubicBezTo>
                  <a:pt x="9987" y="8100"/>
                  <a:pt x="9327" y="8826"/>
                  <a:pt x="9327" y="9720"/>
                </a:cubicBezTo>
                <a:cubicBezTo>
                  <a:pt x="9327" y="10615"/>
                  <a:pt x="9987" y="11340"/>
                  <a:pt x="10800" y="11340"/>
                </a:cubicBezTo>
                <a:cubicBezTo>
                  <a:pt x="11613" y="11340"/>
                  <a:pt x="12273" y="10615"/>
                  <a:pt x="12273" y="9720"/>
                </a:cubicBezTo>
                <a:cubicBezTo>
                  <a:pt x="12273" y="8826"/>
                  <a:pt x="11613" y="8100"/>
                  <a:pt x="10800" y="8100"/>
                </a:cubicBezTo>
                <a:moveTo>
                  <a:pt x="5891" y="8100"/>
                </a:moveTo>
                <a:cubicBezTo>
                  <a:pt x="5078" y="8100"/>
                  <a:pt x="4418" y="8826"/>
                  <a:pt x="4418" y="9720"/>
                </a:cubicBezTo>
                <a:cubicBezTo>
                  <a:pt x="4418" y="10615"/>
                  <a:pt x="5078" y="11340"/>
                  <a:pt x="5891" y="11340"/>
                </a:cubicBezTo>
                <a:cubicBezTo>
                  <a:pt x="6704" y="11340"/>
                  <a:pt x="7364" y="10615"/>
                  <a:pt x="7364" y="9720"/>
                </a:cubicBezTo>
                <a:cubicBezTo>
                  <a:pt x="7364" y="8826"/>
                  <a:pt x="6704" y="8100"/>
                  <a:pt x="5891" y="81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2" name="Shape 2554">
            <a:extLst>
              <a:ext uri="{FF2B5EF4-FFF2-40B4-BE49-F238E27FC236}">
                <a16:creationId xmlns:a16="http://schemas.microsoft.com/office/drawing/2014/main" id="{1F09502D-4378-5F62-7382-3819888626FC}"/>
              </a:ext>
            </a:extLst>
          </p:cNvPr>
          <p:cNvSpPr/>
          <p:nvPr/>
        </p:nvSpPr>
        <p:spPr>
          <a:xfrm>
            <a:off x="5703771" y="3124312"/>
            <a:ext cx="279328" cy="253935"/>
          </a:xfrm>
          <a:custGeom>
            <a:avLst/>
            <a:gdLst/>
            <a:ahLst/>
            <a:cxnLst>
              <a:cxn ang="0">
                <a:pos x="wd2" y="hd2"/>
              </a:cxn>
              <a:cxn ang="5400000">
                <a:pos x="wd2" y="hd2"/>
              </a:cxn>
              <a:cxn ang="10800000">
                <a:pos x="wd2" y="hd2"/>
              </a:cxn>
              <a:cxn ang="16200000">
                <a:pos x="wd2" y="hd2"/>
              </a:cxn>
            </a:cxnLst>
            <a:rect l="0" t="0" r="r" b="b"/>
            <a:pathLst>
              <a:path w="21600" h="21600" extrusionOk="0">
                <a:moveTo>
                  <a:pt x="7855" y="18900"/>
                </a:moveTo>
                <a:cubicBezTo>
                  <a:pt x="7279" y="18900"/>
                  <a:pt x="6684" y="18827"/>
                  <a:pt x="6086" y="18683"/>
                </a:cubicBezTo>
                <a:cubicBezTo>
                  <a:pt x="6017" y="18666"/>
                  <a:pt x="5946" y="18658"/>
                  <a:pt x="5876" y="18658"/>
                </a:cubicBezTo>
                <a:cubicBezTo>
                  <a:pt x="5756" y="18658"/>
                  <a:pt x="5636" y="18682"/>
                  <a:pt x="5523" y="18729"/>
                </a:cubicBezTo>
                <a:lnTo>
                  <a:pt x="2957" y="19815"/>
                </a:lnTo>
                <a:lnTo>
                  <a:pt x="3365" y="18243"/>
                </a:lnTo>
                <a:cubicBezTo>
                  <a:pt x="3474" y="17827"/>
                  <a:pt x="3345" y="17380"/>
                  <a:pt x="3039" y="17108"/>
                </a:cubicBezTo>
                <a:cubicBezTo>
                  <a:pt x="1712" y="15926"/>
                  <a:pt x="982" y="14358"/>
                  <a:pt x="982" y="12690"/>
                </a:cubicBezTo>
                <a:cubicBezTo>
                  <a:pt x="982" y="9266"/>
                  <a:pt x="4065" y="6480"/>
                  <a:pt x="7855" y="6480"/>
                </a:cubicBezTo>
                <a:cubicBezTo>
                  <a:pt x="11644" y="6480"/>
                  <a:pt x="14727" y="9266"/>
                  <a:pt x="14727" y="12690"/>
                </a:cubicBezTo>
                <a:cubicBezTo>
                  <a:pt x="14727" y="16114"/>
                  <a:pt x="11644" y="18900"/>
                  <a:pt x="7855" y="18900"/>
                </a:cubicBezTo>
                <a:moveTo>
                  <a:pt x="7855" y="5400"/>
                </a:moveTo>
                <a:cubicBezTo>
                  <a:pt x="3517" y="5400"/>
                  <a:pt x="0" y="8664"/>
                  <a:pt x="0" y="12690"/>
                </a:cubicBezTo>
                <a:cubicBezTo>
                  <a:pt x="0" y="14758"/>
                  <a:pt x="932" y="16620"/>
                  <a:pt x="2422" y="17947"/>
                </a:cubicBezTo>
                <a:lnTo>
                  <a:pt x="1473" y="21600"/>
                </a:lnTo>
                <a:lnTo>
                  <a:pt x="5876" y="19738"/>
                </a:lnTo>
                <a:cubicBezTo>
                  <a:pt x="6509" y="19891"/>
                  <a:pt x="7169" y="19980"/>
                  <a:pt x="7855" y="19980"/>
                </a:cubicBezTo>
                <a:cubicBezTo>
                  <a:pt x="12192" y="19980"/>
                  <a:pt x="15709" y="16716"/>
                  <a:pt x="15709" y="12690"/>
                </a:cubicBezTo>
                <a:cubicBezTo>
                  <a:pt x="15709" y="8664"/>
                  <a:pt x="12192" y="5400"/>
                  <a:pt x="7855" y="5400"/>
                </a:cubicBezTo>
                <a:moveTo>
                  <a:pt x="21600" y="7290"/>
                </a:moveTo>
                <a:cubicBezTo>
                  <a:pt x="21600" y="3264"/>
                  <a:pt x="18084" y="0"/>
                  <a:pt x="13745" y="0"/>
                </a:cubicBezTo>
                <a:cubicBezTo>
                  <a:pt x="10506" y="0"/>
                  <a:pt x="7725" y="1821"/>
                  <a:pt x="6525" y="4422"/>
                </a:cubicBezTo>
                <a:cubicBezTo>
                  <a:pt x="6912" y="4367"/>
                  <a:pt x="7306" y="4332"/>
                  <a:pt x="7708" y="4326"/>
                </a:cubicBezTo>
                <a:cubicBezTo>
                  <a:pt x="8875" y="2394"/>
                  <a:pt x="11143" y="1080"/>
                  <a:pt x="13745" y="1080"/>
                </a:cubicBezTo>
                <a:cubicBezTo>
                  <a:pt x="17535" y="1080"/>
                  <a:pt x="20618" y="3866"/>
                  <a:pt x="20618" y="7290"/>
                </a:cubicBezTo>
                <a:cubicBezTo>
                  <a:pt x="20618" y="8958"/>
                  <a:pt x="19888" y="10526"/>
                  <a:pt x="18561" y="11707"/>
                </a:cubicBezTo>
                <a:cubicBezTo>
                  <a:pt x="18255" y="11980"/>
                  <a:pt x="18126" y="12428"/>
                  <a:pt x="18234" y="12843"/>
                </a:cubicBezTo>
                <a:lnTo>
                  <a:pt x="18643" y="14415"/>
                </a:lnTo>
                <a:lnTo>
                  <a:pt x="16613" y="13556"/>
                </a:lnTo>
                <a:cubicBezTo>
                  <a:pt x="16573" y="13922"/>
                  <a:pt x="16500" y="14278"/>
                  <a:pt x="16411" y="14628"/>
                </a:cubicBezTo>
                <a:lnTo>
                  <a:pt x="20127" y="16200"/>
                </a:lnTo>
                <a:lnTo>
                  <a:pt x="19178" y="12547"/>
                </a:lnTo>
                <a:cubicBezTo>
                  <a:pt x="20669" y="11220"/>
                  <a:pt x="21600" y="9358"/>
                  <a:pt x="21600" y="729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3" name="Shape 2555">
            <a:extLst>
              <a:ext uri="{FF2B5EF4-FFF2-40B4-BE49-F238E27FC236}">
                <a16:creationId xmlns:a16="http://schemas.microsoft.com/office/drawing/2014/main" id="{28BE36F1-2668-188B-A27B-9650C14DB59E}"/>
              </a:ext>
            </a:extLst>
          </p:cNvPr>
          <p:cNvSpPr/>
          <p:nvPr/>
        </p:nvSpPr>
        <p:spPr>
          <a:xfrm>
            <a:off x="904422" y="3644877"/>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8073" y="17379"/>
                </a:moveTo>
                <a:lnTo>
                  <a:pt x="4221" y="3527"/>
                </a:lnTo>
                <a:cubicBezTo>
                  <a:pt x="5963" y="1950"/>
                  <a:pt x="8265" y="982"/>
                  <a:pt x="10800" y="982"/>
                </a:cubicBezTo>
                <a:cubicBezTo>
                  <a:pt x="16223" y="982"/>
                  <a:pt x="20618" y="5377"/>
                  <a:pt x="20618" y="10800"/>
                </a:cubicBezTo>
                <a:cubicBezTo>
                  <a:pt x="20618" y="13335"/>
                  <a:pt x="19650" y="15637"/>
                  <a:pt x="18073" y="17379"/>
                </a:cubicBezTo>
                <a:moveTo>
                  <a:pt x="10800" y="20618"/>
                </a:moveTo>
                <a:cubicBezTo>
                  <a:pt x="5377" y="20618"/>
                  <a:pt x="982" y="16223"/>
                  <a:pt x="982" y="10800"/>
                </a:cubicBezTo>
                <a:cubicBezTo>
                  <a:pt x="982" y="8266"/>
                  <a:pt x="1950" y="5963"/>
                  <a:pt x="3527" y="4221"/>
                </a:cubicBezTo>
                <a:lnTo>
                  <a:pt x="17379" y="18073"/>
                </a:lnTo>
                <a:cubicBezTo>
                  <a:pt x="15637" y="19650"/>
                  <a:pt x="13334" y="20618"/>
                  <a:pt x="10800" y="20618"/>
                </a:cubicBezTo>
                <a:moveTo>
                  <a:pt x="10800" y="0"/>
                </a:moveTo>
                <a:cubicBezTo>
                  <a:pt x="4835" y="0"/>
                  <a:pt x="0" y="4836"/>
                  <a:pt x="0" y="10800"/>
                </a:cubicBezTo>
                <a:cubicBezTo>
                  <a:pt x="0" y="16764"/>
                  <a:pt x="4835" y="21600"/>
                  <a:pt x="10800" y="21600"/>
                </a:cubicBezTo>
                <a:cubicBezTo>
                  <a:pt x="16764" y="21600"/>
                  <a:pt x="21600" y="16764"/>
                  <a:pt x="21600" y="10800"/>
                </a:cubicBezTo>
                <a:cubicBezTo>
                  <a:pt x="21600" y="4836"/>
                  <a:pt x="16764" y="0"/>
                  <a:pt x="108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4" name="Shape 2556">
            <a:extLst>
              <a:ext uri="{FF2B5EF4-FFF2-40B4-BE49-F238E27FC236}">
                <a16:creationId xmlns:a16="http://schemas.microsoft.com/office/drawing/2014/main" id="{F96455CA-EA75-7338-DDEB-9CF9CAF84F25}"/>
              </a:ext>
            </a:extLst>
          </p:cNvPr>
          <p:cNvSpPr/>
          <p:nvPr/>
        </p:nvSpPr>
        <p:spPr>
          <a:xfrm>
            <a:off x="1437683" y="3644877"/>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moveTo>
                  <a:pt x="11874" y="5396"/>
                </a:moveTo>
                <a:cubicBezTo>
                  <a:pt x="11493" y="5396"/>
                  <a:pt x="11166" y="5519"/>
                  <a:pt x="10894" y="5766"/>
                </a:cubicBezTo>
                <a:cubicBezTo>
                  <a:pt x="10621" y="6013"/>
                  <a:pt x="10484" y="6310"/>
                  <a:pt x="10484" y="6658"/>
                </a:cubicBezTo>
                <a:cubicBezTo>
                  <a:pt x="10484" y="7005"/>
                  <a:pt x="10621" y="7301"/>
                  <a:pt x="10894" y="7545"/>
                </a:cubicBezTo>
                <a:cubicBezTo>
                  <a:pt x="11166" y="7790"/>
                  <a:pt x="11493" y="7912"/>
                  <a:pt x="11874" y="7912"/>
                </a:cubicBezTo>
                <a:cubicBezTo>
                  <a:pt x="12255" y="7912"/>
                  <a:pt x="12581" y="7790"/>
                  <a:pt x="12852" y="7545"/>
                </a:cubicBezTo>
                <a:cubicBezTo>
                  <a:pt x="13122" y="7301"/>
                  <a:pt x="13257" y="7005"/>
                  <a:pt x="13257" y="6658"/>
                </a:cubicBezTo>
                <a:cubicBezTo>
                  <a:pt x="13257" y="6310"/>
                  <a:pt x="13122" y="6013"/>
                  <a:pt x="12852" y="5766"/>
                </a:cubicBezTo>
                <a:cubicBezTo>
                  <a:pt x="12581" y="5519"/>
                  <a:pt x="12255" y="5396"/>
                  <a:pt x="11874" y="5396"/>
                </a:cubicBezTo>
                <a:moveTo>
                  <a:pt x="12242" y="15228"/>
                </a:moveTo>
                <a:cubicBezTo>
                  <a:pt x="11942" y="15228"/>
                  <a:pt x="11730" y="15180"/>
                  <a:pt x="11608" y="15083"/>
                </a:cubicBezTo>
                <a:cubicBezTo>
                  <a:pt x="11486" y="14987"/>
                  <a:pt x="11425" y="14807"/>
                  <a:pt x="11425" y="14542"/>
                </a:cubicBezTo>
                <a:cubicBezTo>
                  <a:pt x="11425" y="14436"/>
                  <a:pt x="11444" y="14281"/>
                  <a:pt x="11482" y="14076"/>
                </a:cubicBezTo>
                <a:cubicBezTo>
                  <a:pt x="11519" y="13870"/>
                  <a:pt x="11562" y="13687"/>
                  <a:pt x="11609" y="13527"/>
                </a:cubicBezTo>
                <a:lnTo>
                  <a:pt x="12189" y="11532"/>
                </a:lnTo>
                <a:cubicBezTo>
                  <a:pt x="12246" y="11349"/>
                  <a:pt x="12284" y="11148"/>
                  <a:pt x="12306" y="10929"/>
                </a:cubicBezTo>
                <a:cubicBezTo>
                  <a:pt x="12327" y="10709"/>
                  <a:pt x="12337" y="10557"/>
                  <a:pt x="12337" y="10469"/>
                </a:cubicBezTo>
                <a:cubicBezTo>
                  <a:pt x="12337" y="10049"/>
                  <a:pt x="12185" y="9707"/>
                  <a:pt x="11882" y="9444"/>
                </a:cubicBezTo>
                <a:cubicBezTo>
                  <a:pt x="11578" y="9182"/>
                  <a:pt x="11146" y="9050"/>
                  <a:pt x="10586" y="9050"/>
                </a:cubicBezTo>
                <a:cubicBezTo>
                  <a:pt x="10275" y="9050"/>
                  <a:pt x="9945" y="9104"/>
                  <a:pt x="9597" y="9211"/>
                </a:cubicBezTo>
                <a:cubicBezTo>
                  <a:pt x="9248" y="9319"/>
                  <a:pt x="8884" y="9448"/>
                  <a:pt x="8502" y="9599"/>
                </a:cubicBezTo>
                <a:lnTo>
                  <a:pt x="8347" y="10216"/>
                </a:lnTo>
                <a:cubicBezTo>
                  <a:pt x="8460" y="10175"/>
                  <a:pt x="8595" y="10131"/>
                  <a:pt x="8753" y="10085"/>
                </a:cubicBezTo>
                <a:cubicBezTo>
                  <a:pt x="8911" y="10040"/>
                  <a:pt x="9066" y="10017"/>
                  <a:pt x="9217" y="10017"/>
                </a:cubicBezTo>
                <a:cubicBezTo>
                  <a:pt x="9524" y="10017"/>
                  <a:pt x="9731" y="10068"/>
                  <a:pt x="9839" y="10168"/>
                </a:cubicBezTo>
                <a:cubicBezTo>
                  <a:pt x="9948" y="10269"/>
                  <a:pt x="10002" y="10447"/>
                  <a:pt x="10002" y="10703"/>
                </a:cubicBezTo>
                <a:cubicBezTo>
                  <a:pt x="10002" y="10844"/>
                  <a:pt x="9985" y="11001"/>
                  <a:pt x="9949" y="11172"/>
                </a:cubicBezTo>
                <a:cubicBezTo>
                  <a:pt x="9914" y="11343"/>
                  <a:pt x="9870" y="11526"/>
                  <a:pt x="9818" y="11717"/>
                </a:cubicBezTo>
                <a:lnTo>
                  <a:pt x="9235" y="13719"/>
                </a:lnTo>
                <a:cubicBezTo>
                  <a:pt x="9184" y="13929"/>
                  <a:pt x="9146" y="14118"/>
                  <a:pt x="9123" y="14285"/>
                </a:cubicBezTo>
                <a:cubicBezTo>
                  <a:pt x="9100" y="14451"/>
                  <a:pt x="9088" y="14615"/>
                  <a:pt x="9088" y="14775"/>
                </a:cubicBezTo>
                <a:cubicBezTo>
                  <a:pt x="9088" y="15186"/>
                  <a:pt x="9244" y="15526"/>
                  <a:pt x="9556" y="15793"/>
                </a:cubicBezTo>
                <a:cubicBezTo>
                  <a:pt x="9869" y="16060"/>
                  <a:pt x="10308" y="16194"/>
                  <a:pt x="10872" y="16194"/>
                </a:cubicBezTo>
                <a:cubicBezTo>
                  <a:pt x="11239" y="16194"/>
                  <a:pt x="11561" y="16147"/>
                  <a:pt x="11839" y="16053"/>
                </a:cubicBezTo>
                <a:cubicBezTo>
                  <a:pt x="12117" y="15960"/>
                  <a:pt x="12488" y="15824"/>
                  <a:pt x="12954" y="15645"/>
                </a:cubicBezTo>
                <a:lnTo>
                  <a:pt x="13109" y="15028"/>
                </a:lnTo>
                <a:cubicBezTo>
                  <a:pt x="13029" y="15065"/>
                  <a:pt x="12900" y="15107"/>
                  <a:pt x="12721" y="15155"/>
                </a:cubicBezTo>
                <a:cubicBezTo>
                  <a:pt x="12543" y="15204"/>
                  <a:pt x="12383" y="15228"/>
                  <a:pt x="12242" y="15228"/>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5" name="Shape 2557">
            <a:extLst>
              <a:ext uri="{FF2B5EF4-FFF2-40B4-BE49-F238E27FC236}">
                <a16:creationId xmlns:a16="http://schemas.microsoft.com/office/drawing/2014/main" id="{BBC13D59-379D-BDF7-D7C9-41BB73060D76}"/>
              </a:ext>
            </a:extLst>
          </p:cNvPr>
          <p:cNvSpPr/>
          <p:nvPr/>
        </p:nvSpPr>
        <p:spPr>
          <a:xfrm>
            <a:off x="1970944" y="3644877"/>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2991" y="6559"/>
                </a:moveTo>
                <a:cubicBezTo>
                  <a:pt x="12727" y="6341"/>
                  <a:pt x="12420" y="6172"/>
                  <a:pt x="12078" y="6058"/>
                </a:cubicBezTo>
                <a:cubicBezTo>
                  <a:pt x="11737" y="5946"/>
                  <a:pt x="11367" y="5889"/>
                  <a:pt x="10978" y="5889"/>
                </a:cubicBezTo>
                <a:cubicBezTo>
                  <a:pt x="10477" y="5889"/>
                  <a:pt x="10025" y="5967"/>
                  <a:pt x="9633" y="6120"/>
                </a:cubicBezTo>
                <a:cubicBezTo>
                  <a:pt x="9239" y="6275"/>
                  <a:pt x="8900" y="6494"/>
                  <a:pt x="8623" y="6771"/>
                </a:cubicBezTo>
                <a:cubicBezTo>
                  <a:pt x="8346" y="7049"/>
                  <a:pt x="8133" y="7392"/>
                  <a:pt x="7992" y="7788"/>
                </a:cubicBezTo>
                <a:cubicBezTo>
                  <a:pt x="7853" y="8180"/>
                  <a:pt x="7782" y="8620"/>
                  <a:pt x="7782" y="9096"/>
                </a:cubicBezTo>
                <a:lnTo>
                  <a:pt x="7782" y="9217"/>
                </a:lnTo>
                <a:lnTo>
                  <a:pt x="8880" y="9217"/>
                </a:lnTo>
                <a:lnTo>
                  <a:pt x="8877" y="9093"/>
                </a:lnTo>
                <a:cubicBezTo>
                  <a:pt x="8868" y="8767"/>
                  <a:pt x="8908" y="8461"/>
                  <a:pt x="8993" y="8187"/>
                </a:cubicBezTo>
                <a:cubicBezTo>
                  <a:pt x="9079" y="7914"/>
                  <a:pt x="9207" y="7675"/>
                  <a:pt x="9377" y="7473"/>
                </a:cubicBezTo>
                <a:cubicBezTo>
                  <a:pt x="9545" y="7274"/>
                  <a:pt x="9762" y="7115"/>
                  <a:pt x="10024" y="7000"/>
                </a:cubicBezTo>
                <a:cubicBezTo>
                  <a:pt x="10287" y="6884"/>
                  <a:pt x="10594" y="6827"/>
                  <a:pt x="10937" y="6827"/>
                </a:cubicBezTo>
                <a:cubicBezTo>
                  <a:pt x="11182" y="6827"/>
                  <a:pt x="11418" y="6868"/>
                  <a:pt x="11639" y="6950"/>
                </a:cubicBezTo>
                <a:cubicBezTo>
                  <a:pt x="11858" y="7032"/>
                  <a:pt x="12053" y="7146"/>
                  <a:pt x="12218" y="7289"/>
                </a:cubicBezTo>
                <a:cubicBezTo>
                  <a:pt x="12381" y="7431"/>
                  <a:pt x="12512" y="7605"/>
                  <a:pt x="12609" y="7808"/>
                </a:cubicBezTo>
                <a:cubicBezTo>
                  <a:pt x="12704" y="8011"/>
                  <a:pt x="12752" y="8236"/>
                  <a:pt x="12752" y="8478"/>
                </a:cubicBezTo>
                <a:cubicBezTo>
                  <a:pt x="12752" y="8797"/>
                  <a:pt x="12674" y="9089"/>
                  <a:pt x="12519" y="9350"/>
                </a:cubicBezTo>
                <a:cubicBezTo>
                  <a:pt x="12359" y="9618"/>
                  <a:pt x="12154" y="9865"/>
                  <a:pt x="11913" y="10082"/>
                </a:cubicBezTo>
                <a:cubicBezTo>
                  <a:pt x="11624" y="10337"/>
                  <a:pt x="11374" y="10568"/>
                  <a:pt x="11170" y="10771"/>
                </a:cubicBezTo>
                <a:cubicBezTo>
                  <a:pt x="10959" y="10979"/>
                  <a:pt x="10789" y="11200"/>
                  <a:pt x="10662" y="11428"/>
                </a:cubicBezTo>
                <a:cubicBezTo>
                  <a:pt x="10534" y="11657"/>
                  <a:pt x="10441" y="11916"/>
                  <a:pt x="10385" y="12199"/>
                </a:cubicBezTo>
                <a:cubicBezTo>
                  <a:pt x="10329" y="12478"/>
                  <a:pt x="10305" y="12827"/>
                  <a:pt x="10315" y="13237"/>
                </a:cubicBezTo>
                <a:lnTo>
                  <a:pt x="10318" y="13355"/>
                </a:lnTo>
                <a:lnTo>
                  <a:pt x="11407" y="13355"/>
                </a:lnTo>
                <a:lnTo>
                  <a:pt x="11410" y="13237"/>
                </a:lnTo>
                <a:cubicBezTo>
                  <a:pt x="11418" y="12838"/>
                  <a:pt x="11436" y="12531"/>
                  <a:pt x="11463" y="12322"/>
                </a:cubicBezTo>
                <a:cubicBezTo>
                  <a:pt x="11488" y="12125"/>
                  <a:pt x="11538" y="11956"/>
                  <a:pt x="11611" y="11821"/>
                </a:cubicBezTo>
                <a:cubicBezTo>
                  <a:pt x="11687" y="11684"/>
                  <a:pt x="11803" y="11541"/>
                  <a:pt x="11959" y="11399"/>
                </a:cubicBezTo>
                <a:cubicBezTo>
                  <a:pt x="12127" y="11245"/>
                  <a:pt x="12351" y="11031"/>
                  <a:pt x="12630" y="10762"/>
                </a:cubicBezTo>
                <a:cubicBezTo>
                  <a:pt x="12979" y="10441"/>
                  <a:pt x="13270" y="10102"/>
                  <a:pt x="13495" y="9753"/>
                </a:cubicBezTo>
                <a:cubicBezTo>
                  <a:pt x="13729" y="9393"/>
                  <a:pt x="13847" y="8952"/>
                  <a:pt x="13847" y="8439"/>
                </a:cubicBezTo>
                <a:cubicBezTo>
                  <a:pt x="13847" y="8038"/>
                  <a:pt x="13770" y="7675"/>
                  <a:pt x="13618" y="7362"/>
                </a:cubicBezTo>
                <a:cubicBezTo>
                  <a:pt x="13467" y="7050"/>
                  <a:pt x="13256" y="6780"/>
                  <a:pt x="12991" y="6559"/>
                </a:cubicBezTo>
                <a:moveTo>
                  <a:pt x="10179" y="15706"/>
                </a:moveTo>
                <a:lnTo>
                  <a:pt x="11558" y="15706"/>
                </a:lnTo>
                <a:lnTo>
                  <a:pt x="11558" y="14072"/>
                </a:lnTo>
                <a:lnTo>
                  <a:pt x="10179" y="14072"/>
                </a:lnTo>
                <a:cubicBezTo>
                  <a:pt x="10179" y="14072"/>
                  <a:pt x="10179" y="15706"/>
                  <a:pt x="10179" y="15706"/>
                </a:cubicBezTo>
                <a:close/>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5" y="0"/>
                  <a:pt x="0" y="4836"/>
                  <a:pt x="0" y="10800"/>
                </a:cubicBezTo>
                <a:cubicBezTo>
                  <a:pt x="0" y="16764"/>
                  <a:pt x="4835" y="21600"/>
                  <a:pt x="10800" y="21600"/>
                </a:cubicBezTo>
                <a:cubicBezTo>
                  <a:pt x="16764" y="21600"/>
                  <a:pt x="21600" y="16764"/>
                  <a:pt x="21600" y="10800"/>
                </a:cubicBezTo>
                <a:cubicBezTo>
                  <a:pt x="21600" y="4836"/>
                  <a:pt x="16764" y="0"/>
                  <a:pt x="108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6" name="Shape 2558">
            <a:extLst>
              <a:ext uri="{FF2B5EF4-FFF2-40B4-BE49-F238E27FC236}">
                <a16:creationId xmlns:a16="http://schemas.microsoft.com/office/drawing/2014/main" id="{D43524FA-7D25-06E3-A08B-010F778A8B9F}"/>
              </a:ext>
            </a:extLst>
          </p:cNvPr>
          <p:cNvSpPr/>
          <p:nvPr/>
        </p:nvSpPr>
        <p:spPr>
          <a:xfrm>
            <a:off x="2504205" y="3644877"/>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moveTo>
                  <a:pt x="11782" y="5891"/>
                </a:moveTo>
                <a:lnTo>
                  <a:pt x="9818" y="5891"/>
                </a:lnTo>
                <a:cubicBezTo>
                  <a:pt x="9547" y="5891"/>
                  <a:pt x="9327" y="6111"/>
                  <a:pt x="9327" y="6382"/>
                </a:cubicBezTo>
                <a:cubicBezTo>
                  <a:pt x="9327" y="6394"/>
                  <a:pt x="9334" y="6405"/>
                  <a:pt x="9334" y="6417"/>
                </a:cubicBezTo>
                <a:lnTo>
                  <a:pt x="9328" y="6417"/>
                </a:lnTo>
                <a:lnTo>
                  <a:pt x="9819" y="12308"/>
                </a:lnTo>
                <a:lnTo>
                  <a:pt x="9825" y="12307"/>
                </a:lnTo>
                <a:cubicBezTo>
                  <a:pt x="9844" y="12562"/>
                  <a:pt x="10050" y="12764"/>
                  <a:pt x="10309" y="12764"/>
                </a:cubicBezTo>
                <a:lnTo>
                  <a:pt x="11291" y="12764"/>
                </a:lnTo>
                <a:cubicBezTo>
                  <a:pt x="11550" y="12764"/>
                  <a:pt x="11756" y="12562"/>
                  <a:pt x="11775" y="12307"/>
                </a:cubicBezTo>
                <a:lnTo>
                  <a:pt x="11781" y="12308"/>
                </a:lnTo>
                <a:lnTo>
                  <a:pt x="12272" y="6417"/>
                </a:lnTo>
                <a:lnTo>
                  <a:pt x="12266" y="6417"/>
                </a:lnTo>
                <a:cubicBezTo>
                  <a:pt x="12267" y="6405"/>
                  <a:pt x="12273" y="6394"/>
                  <a:pt x="12273" y="6382"/>
                </a:cubicBezTo>
                <a:cubicBezTo>
                  <a:pt x="12273" y="6111"/>
                  <a:pt x="12053" y="5891"/>
                  <a:pt x="11782" y="5891"/>
                </a:cubicBezTo>
                <a:moveTo>
                  <a:pt x="10800" y="13745"/>
                </a:moveTo>
                <a:cubicBezTo>
                  <a:pt x="10258" y="13745"/>
                  <a:pt x="9818" y="14186"/>
                  <a:pt x="9818" y="14727"/>
                </a:cubicBezTo>
                <a:cubicBezTo>
                  <a:pt x="9818" y="15269"/>
                  <a:pt x="10258" y="15709"/>
                  <a:pt x="10800" y="15709"/>
                </a:cubicBezTo>
                <a:cubicBezTo>
                  <a:pt x="11342" y="15709"/>
                  <a:pt x="11782" y="15269"/>
                  <a:pt x="11782" y="14727"/>
                </a:cubicBezTo>
                <a:cubicBezTo>
                  <a:pt x="11782" y="14186"/>
                  <a:pt x="11342" y="13745"/>
                  <a:pt x="10800" y="13745"/>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7" name="Shape 2559">
            <a:extLst>
              <a:ext uri="{FF2B5EF4-FFF2-40B4-BE49-F238E27FC236}">
                <a16:creationId xmlns:a16="http://schemas.microsoft.com/office/drawing/2014/main" id="{6D4495EC-2421-D393-7777-AF4B6BC71733}"/>
              </a:ext>
            </a:extLst>
          </p:cNvPr>
          <p:cNvSpPr/>
          <p:nvPr/>
        </p:nvSpPr>
        <p:spPr>
          <a:xfrm>
            <a:off x="3037466" y="3670270"/>
            <a:ext cx="279328" cy="228541"/>
          </a:xfrm>
          <a:custGeom>
            <a:avLst/>
            <a:gdLst/>
            <a:ahLst/>
            <a:cxnLst>
              <a:cxn ang="0">
                <a:pos x="wd2" y="hd2"/>
              </a:cxn>
              <a:cxn ang="5400000">
                <a:pos x="wd2" y="hd2"/>
              </a:cxn>
              <a:cxn ang="10800000">
                <a:pos x="wd2" y="hd2"/>
              </a:cxn>
              <a:cxn ang="16200000">
                <a:pos x="wd2" y="hd2"/>
              </a:cxn>
            </a:cxnLst>
            <a:rect l="0" t="0" r="r" b="b"/>
            <a:pathLst>
              <a:path w="21600" h="21600" extrusionOk="0">
                <a:moveTo>
                  <a:pt x="2455" y="15600"/>
                </a:moveTo>
                <a:lnTo>
                  <a:pt x="982" y="15600"/>
                </a:lnTo>
                <a:lnTo>
                  <a:pt x="982" y="1200"/>
                </a:lnTo>
                <a:lnTo>
                  <a:pt x="16691" y="1200"/>
                </a:lnTo>
                <a:lnTo>
                  <a:pt x="16691" y="3000"/>
                </a:lnTo>
                <a:cubicBezTo>
                  <a:pt x="16691" y="3332"/>
                  <a:pt x="16911" y="3600"/>
                  <a:pt x="17182" y="3600"/>
                </a:cubicBezTo>
                <a:cubicBezTo>
                  <a:pt x="17453" y="3600"/>
                  <a:pt x="17673" y="3332"/>
                  <a:pt x="17673" y="3000"/>
                </a:cubicBezTo>
                <a:lnTo>
                  <a:pt x="17673" y="1200"/>
                </a:lnTo>
                <a:cubicBezTo>
                  <a:pt x="17673" y="538"/>
                  <a:pt x="17233" y="0"/>
                  <a:pt x="16691" y="0"/>
                </a:cubicBezTo>
                <a:lnTo>
                  <a:pt x="982" y="0"/>
                </a:lnTo>
                <a:cubicBezTo>
                  <a:pt x="440" y="0"/>
                  <a:pt x="0" y="538"/>
                  <a:pt x="0" y="1200"/>
                </a:cubicBezTo>
                <a:lnTo>
                  <a:pt x="0" y="15600"/>
                </a:lnTo>
                <a:cubicBezTo>
                  <a:pt x="0" y="16262"/>
                  <a:pt x="440" y="16800"/>
                  <a:pt x="982" y="16800"/>
                </a:cubicBezTo>
                <a:lnTo>
                  <a:pt x="2455" y="16800"/>
                </a:lnTo>
                <a:cubicBezTo>
                  <a:pt x="2725" y="16800"/>
                  <a:pt x="2945" y="16532"/>
                  <a:pt x="2945" y="16200"/>
                </a:cubicBezTo>
                <a:cubicBezTo>
                  <a:pt x="2945" y="15869"/>
                  <a:pt x="2725" y="15600"/>
                  <a:pt x="2455" y="15600"/>
                </a:cubicBezTo>
                <a:moveTo>
                  <a:pt x="20618" y="20400"/>
                </a:moveTo>
                <a:lnTo>
                  <a:pt x="4909" y="20400"/>
                </a:lnTo>
                <a:lnTo>
                  <a:pt x="4909" y="6000"/>
                </a:lnTo>
                <a:lnTo>
                  <a:pt x="20618" y="6000"/>
                </a:lnTo>
                <a:cubicBezTo>
                  <a:pt x="20618" y="6000"/>
                  <a:pt x="20618" y="20400"/>
                  <a:pt x="20618" y="20400"/>
                </a:cubicBezTo>
                <a:close/>
                <a:moveTo>
                  <a:pt x="20618" y="4800"/>
                </a:moveTo>
                <a:lnTo>
                  <a:pt x="4909" y="4800"/>
                </a:lnTo>
                <a:cubicBezTo>
                  <a:pt x="4367" y="4800"/>
                  <a:pt x="3927" y="5338"/>
                  <a:pt x="3927" y="6000"/>
                </a:cubicBezTo>
                <a:lnTo>
                  <a:pt x="3927" y="20400"/>
                </a:lnTo>
                <a:cubicBezTo>
                  <a:pt x="3927" y="21062"/>
                  <a:pt x="4367" y="21600"/>
                  <a:pt x="4909" y="21600"/>
                </a:cubicBezTo>
                <a:lnTo>
                  <a:pt x="20618" y="21600"/>
                </a:lnTo>
                <a:cubicBezTo>
                  <a:pt x="21160" y="21600"/>
                  <a:pt x="21600" y="21062"/>
                  <a:pt x="21600" y="20400"/>
                </a:cubicBezTo>
                <a:lnTo>
                  <a:pt x="21600" y="6000"/>
                </a:lnTo>
                <a:cubicBezTo>
                  <a:pt x="21600" y="5338"/>
                  <a:pt x="21160" y="4800"/>
                  <a:pt x="20618" y="48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8" name="Shape 2560">
            <a:extLst>
              <a:ext uri="{FF2B5EF4-FFF2-40B4-BE49-F238E27FC236}">
                <a16:creationId xmlns:a16="http://schemas.microsoft.com/office/drawing/2014/main" id="{AA45BCF0-EB59-4D15-5175-E07FBEA6721C}"/>
              </a:ext>
            </a:extLst>
          </p:cNvPr>
          <p:cNvSpPr/>
          <p:nvPr/>
        </p:nvSpPr>
        <p:spPr>
          <a:xfrm>
            <a:off x="3570727" y="3644877"/>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455" y="13745"/>
                </a:moveTo>
                <a:cubicBezTo>
                  <a:pt x="2726" y="13745"/>
                  <a:pt x="2945" y="13526"/>
                  <a:pt x="2945" y="13255"/>
                </a:cubicBezTo>
                <a:cubicBezTo>
                  <a:pt x="2945" y="12984"/>
                  <a:pt x="2726" y="12764"/>
                  <a:pt x="2455" y="12764"/>
                </a:cubicBezTo>
                <a:lnTo>
                  <a:pt x="982" y="12764"/>
                </a:lnTo>
                <a:lnTo>
                  <a:pt x="982" y="982"/>
                </a:lnTo>
                <a:lnTo>
                  <a:pt x="16691" y="982"/>
                </a:lnTo>
                <a:lnTo>
                  <a:pt x="16691" y="2455"/>
                </a:lnTo>
                <a:cubicBezTo>
                  <a:pt x="16691" y="2726"/>
                  <a:pt x="16910" y="2945"/>
                  <a:pt x="17182" y="2945"/>
                </a:cubicBezTo>
                <a:cubicBezTo>
                  <a:pt x="17453" y="2945"/>
                  <a:pt x="17673" y="2726"/>
                  <a:pt x="17673" y="2455"/>
                </a:cubicBezTo>
                <a:lnTo>
                  <a:pt x="17673" y="982"/>
                </a:lnTo>
                <a:cubicBezTo>
                  <a:pt x="17673" y="440"/>
                  <a:pt x="17233" y="0"/>
                  <a:pt x="16691" y="0"/>
                </a:cubicBezTo>
                <a:lnTo>
                  <a:pt x="982" y="0"/>
                </a:lnTo>
                <a:cubicBezTo>
                  <a:pt x="440" y="0"/>
                  <a:pt x="0" y="440"/>
                  <a:pt x="0" y="982"/>
                </a:cubicBezTo>
                <a:lnTo>
                  <a:pt x="0" y="16691"/>
                </a:lnTo>
                <a:cubicBezTo>
                  <a:pt x="0" y="17233"/>
                  <a:pt x="440" y="17673"/>
                  <a:pt x="982" y="17673"/>
                </a:cubicBezTo>
                <a:lnTo>
                  <a:pt x="2455" y="17673"/>
                </a:lnTo>
                <a:cubicBezTo>
                  <a:pt x="2726" y="17673"/>
                  <a:pt x="2945" y="17453"/>
                  <a:pt x="2945" y="17182"/>
                </a:cubicBezTo>
                <a:cubicBezTo>
                  <a:pt x="2945" y="16911"/>
                  <a:pt x="2726" y="16691"/>
                  <a:pt x="2455" y="16691"/>
                </a:cubicBezTo>
                <a:lnTo>
                  <a:pt x="982" y="16691"/>
                </a:lnTo>
                <a:lnTo>
                  <a:pt x="982" y="13745"/>
                </a:lnTo>
                <a:cubicBezTo>
                  <a:pt x="982" y="13745"/>
                  <a:pt x="2455" y="13745"/>
                  <a:pt x="2455" y="13745"/>
                </a:cubicBezTo>
                <a:close/>
                <a:moveTo>
                  <a:pt x="20618" y="16691"/>
                </a:moveTo>
                <a:lnTo>
                  <a:pt x="4909" y="16691"/>
                </a:lnTo>
                <a:lnTo>
                  <a:pt x="4909" y="4909"/>
                </a:lnTo>
                <a:lnTo>
                  <a:pt x="20618" y="4909"/>
                </a:lnTo>
                <a:cubicBezTo>
                  <a:pt x="20618" y="4909"/>
                  <a:pt x="20618" y="16691"/>
                  <a:pt x="20618" y="16691"/>
                </a:cubicBezTo>
                <a:close/>
                <a:moveTo>
                  <a:pt x="20618" y="20618"/>
                </a:moveTo>
                <a:lnTo>
                  <a:pt x="4909" y="20618"/>
                </a:lnTo>
                <a:lnTo>
                  <a:pt x="4909" y="17673"/>
                </a:lnTo>
                <a:lnTo>
                  <a:pt x="20618" y="17673"/>
                </a:lnTo>
                <a:cubicBezTo>
                  <a:pt x="20618" y="17673"/>
                  <a:pt x="20618" y="20618"/>
                  <a:pt x="20618" y="20618"/>
                </a:cubicBezTo>
                <a:close/>
                <a:moveTo>
                  <a:pt x="20618" y="3927"/>
                </a:moveTo>
                <a:lnTo>
                  <a:pt x="4909" y="3927"/>
                </a:lnTo>
                <a:cubicBezTo>
                  <a:pt x="4367" y="3927"/>
                  <a:pt x="3927" y="4367"/>
                  <a:pt x="3927" y="4909"/>
                </a:cubicBezTo>
                <a:lnTo>
                  <a:pt x="3927" y="20618"/>
                </a:lnTo>
                <a:cubicBezTo>
                  <a:pt x="3927" y="21160"/>
                  <a:pt x="4367" y="21600"/>
                  <a:pt x="4909" y="21600"/>
                </a:cubicBezTo>
                <a:lnTo>
                  <a:pt x="20618" y="21600"/>
                </a:lnTo>
                <a:cubicBezTo>
                  <a:pt x="21160" y="21600"/>
                  <a:pt x="21600" y="21160"/>
                  <a:pt x="21600" y="20618"/>
                </a:cubicBezTo>
                <a:lnTo>
                  <a:pt x="21600" y="4909"/>
                </a:lnTo>
                <a:cubicBezTo>
                  <a:pt x="21600" y="4367"/>
                  <a:pt x="21160" y="3927"/>
                  <a:pt x="20618" y="3927"/>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9" name="Shape 2561">
            <a:extLst>
              <a:ext uri="{FF2B5EF4-FFF2-40B4-BE49-F238E27FC236}">
                <a16:creationId xmlns:a16="http://schemas.microsoft.com/office/drawing/2014/main" id="{429B3458-03DB-2F0C-C8B0-36790711AE15}"/>
              </a:ext>
            </a:extLst>
          </p:cNvPr>
          <p:cNvSpPr/>
          <p:nvPr/>
        </p:nvSpPr>
        <p:spPr>
          <a:xfrm>
            <a:off x="4103988" y="3670270"/>
            <a:ext cx="279328" cy="228541"/>
          </a:xfrm>
          <a:custGeom>
            <a:avLst/>
            <a:gdLst/>
            <a:ahLst/>
            <a:cxnLst>
              <a:cxn ang="0">
                <a:pos x="wd2" y="hd2"/>
              </a:cxn>
              <a:cxn ang="5400000">
                <a:pos x="wd2" y="hd2"/>
              </a:cxn>
              <a:cxn ang="10800000">
                <a:pos x="wd2" y="hd2"/>
              </a:cxn>
              <a:cxn ang="16200000">
                <a:pos x="wd2" y="hd2"/>
              </a:cxn>
            </a:cxnLst>
            <a:rect l="0" t="0" r="r" b="b"/>
            <a:pathLst>
              <a:path w="21600" h="21600" extrusionOk="0">
                <a:moveTo>
                  <a:pt x="2455" y="3600"/>
                </a:moveTo>
                <a:lnTo>
                  <a:pt x="19145" y="3600"/>
                </a:lnTo>
                <a:cubicBezTo>
                  <a:pt x="19417" y="3600"/>
                  <a:pt x="19636" y="3332"/>
                  <a:pt x="19636" y="3000"/>
                </a:cubicBezTo>
                <a:cubicBezTo>
                  <a:pt x="19636" y="2669"/>
                  <a:pt x="19417" y="2400"/>
                  <a:pt x="19145" y="2400"/>
                </a:cubicBezTo>
                <a:lnTo>
                  <a:pt x="2455" y="2400"/>
                </a:lnTo>
                <a:cubicBezTo>
                  <a:pt x="2183" y="2400"/>
                  <a:pt x="1964" y="2669"/>
                  <a:pt x="1964" y="3000"/>
                </a:cubicBezTo>
                <a:cubicBezTo>
                  <a:pt x="1964" y="3332"/>
                  <a:pt x="2183" y="3600"/>
                  <a:pt x="2455" y="3600"/>
                </a:cubicBezTo>
                <a:moveTo>
                  <a:pt x="20618" y="20400"/>
                </a:moveTo>
                <a:lnTo>
                  <a:pt x="982" y="20400"/>
                </a:lnTo>
                <a:lnTo>
                  <a:pt x="982" y="6000"/>
                </a:lnTo>
                <a:lnTo>
                  <a:pt x="20618" y="6000"/>
                </a:lnTo>
                <a:cubicBezTo>
                  <a:pt x="20618" y="6000"/>
                  <a:pt x="20618" y="20400"/>
                  <a:pt x="20618" y="20400"/>
                </a:cubicBezTo>
                <a:close/>
                <a:moveTo>
                  <a:pt x="20618" y="4800"/>
                </a:moveTo>
                <a:lnTo>
                  <a:pt x="982" y="4800"/>
                </a:lnTo>
                <a:cubicBezTo>
                  <a:pt x="439" y="4800"/>
                  <a:pt x="0" y="5338"/>
                  <a:pt x="0" y="6000"/>
                </a:cubicBezTo>
                <a:lnTo>
                  <a:pt x="0" y="20400"/>
                </a:lnTo>
                <a:cubicBezTo>
                  <a:pt x="0" y="21062"/>
                  <a:pt x="439" y="21600"/>
                  <a:pt x="982" y="21600"/>
                </a:cubicBezTo>
                <a:lnTo>
                  <a:pt x="20618" y="21600"/>
                </a:lnTo>
                <a:cubicBezTo>
                  <a:pt x="21160" y="21600"/>
                  <a:pt x="21600" y="21062"/>
                  <a:pt x="21600" y="20400"/>
                </a:cubicBezTo>
                <a:lnTo>
                  <a:pt x="21600" y="6000"/>
                </a:lnTo>
                <a:cubicBezTo>
                  <a:pt x="21600" y="5338"/>
                  <a:pt x="21160" y="4800"/>
                  <a:pt x="20618" y="4800"/>
                </a:cubicBezTo>
                <a:moveTo>
                  <a:pt x="4418" y="1200"/>
                </a:moveTo>
                <a:lnTo>
                  <a:pt x="17182" y="1200"/>
                </a:lnTo>
                <a:cubicBezTo>
                  <a:pt x="17453" y="1200"/>
                  <a:pt x="17673" y="932"/>
                  <a:pt x="17673" y="600"/>
                </a:cubicBezTo>
                <a:cubicBezTo>
                  <a:pt x="17673" y="269"/>
                  <a:pt x="17453" y="0"/>
                  <a:pt x="17182" y="0"/>
                </a:cubicBezTo>
                <a:lnTo>
                  <a:pt x="4418" y="0"/>
                </a:lnTo>
                <a:cubicBezTo>
                  <a:pt x="4147" y="0"/>
                  <a:pt x="3927" y="269"/>
                  <a:pt x="3927" y="600"/>
                </a:cubicBezTo>
                <a:cubicBezTo>
                  <a:pt x="3927" y="932"/>
                  <a:pt x="4147" y="1200"/>
                  <a:pt x="4418" y="12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0" name="Shape 2562">
            <a:extLst>
              <a:ext uri="{FF2B5EF4-FFF2-40B4-BE49-F238E27FC236}">
                <a16:creationId xmlns:a16="http://schemas.microsoft.com/office/drawing/2014/main" id="{475D0A36-BCCD-9D2B-E6C2-7741C8064622}"/>
              </a:ext>
            </a:extLst>
          </p:cNvPr>
          <p:cNvSpPr/>
          <p:nvPr/>
        </p:nvSpPr>
        <p:spPr>
          <a:xfrm>
            <a:off x="4637249" y="3644877"/>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618" y="19636"/>
                </a:moveTo>
                <a:cubicBezTo>
                  <a:pt x="20618" y="20179"/>
                  <a:pt x="20178" y="20619"/>
                  <a:pt x="19636" y="20619"/>
                </a:cubicBezTo>
                <a:lnTo>
                  <a:pt x="1964" y="20619"/>
                </a:lnTo>
                <a:cubicBezTo>
                  <a:pt x="1421" y="20619"/>
                  <a:pt x="982" y="20179"/>
                  <a:pt x="982" y="19636"/>
                </a:cubicBezTo>
                <a:lnTo>
                  <a:pt x="982" y="1964"/>
                </a:lnTo>
                <a:cubicBezTo>
                  <a:pt x="982" y="1422"/>
                  <a:pt x="1421"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4294" y="17673"/>
                </a:moveTo>
                <a:lnTo>
                  <a:pt x="8376" y="10732"/>
                </a:lnTo>
                <a:lnTo>
                  <a:pt x="10838" y="14425"/>
                </a:lnTo>
                <a:cubicBezTo>
                  <a:pt x="10862" y="14484"/>
                  <a:pt x="10898" y="14536"/>
                  <a:pt x="10942" y="14581"/>
                </a:cubicBezTo>
                <a:lnTo>
                  <a:pt x="10944" y="14583"/>
                </a:lnTo>
                <a:cubicBezTo>
                  <a:pt x="11033" y="14673"/>
                  <a:pt x="11155" y="14727"/>
                  <a:pt x="11291" y="14727"/>
                </a:cubicBezTo>
                <a:cubicBezTo>
                  <a:pt x="11427" y="14727"/>
                  <a:pt x="11549" y="14673"/>
                  <a:pt x="11638" y="14583"/>
                </a:cubicBezTo>
                <a:lnTo>
                  <a:pt x="13686" y="12536"/>
                </a:lnTo>
                <a:lnTo>
                  <a:pt x="17242" y="17673"/>
                </a:lnTo>
                <a:cubicBezTo>
                  <a:pt x="17242" y="17673"/>
                  <a:pt x="4294" y="17673"/>
                  <a:pt x="4294" y="17673"/>
                </a:cubicBezTo>
                <a:close/>
                <a:moveTo>
                  <a:pt x="18620" y="17982"/>
                </a:moveTo>
                <a:lnTo>
                  <a:pt x="18617" y="17978"/>
                </a:lnTo>
                <a:cubicBezTo>
                  <a:pt x="18590" y="17913"/>
                  <a:pt x="18551" y="17858"/>
                  <a:pt x="18501" y="17810"/>
                </a:cubicBezTo>
                <a:lnTo>
                  <a:pt x="14201" y="11600"/>
                </a:lnTo>
                <a:lnTo>
                  <a:pt x="14200" y="11601"/>
                </a:lnTo>
                <a:cubicBezTo>
                  <a:pt x="14127" y="11420"/>
                  <a:pt x="13952" y="11291"/>
                  <a:pt x="13745" y="11291"/>
                </a:cubicBezTo>
                <a:cubicBezTo>
                  <a:pt x="13610" y="11291"/>
                  <a:pt x="13488" y="11346"/>
                  <a:pt x="13398" y="11435"/>
                </a:cubicBezTo>
                <a:lnTo>
                  <a:pt x="11360" y="13473"/>
                </a:lnTo>
                <a:lnTo>
                  <a:pt x="8798" y="9630"/>
                </a:lnTo>
                <a:cubicBezTo>
                  <a:pt x="8724" y="9453"/>
                  <a:pt x="8550" y="9327"/>
                  <a:pt x="8345" y="9327"/>
                </a:cubicBezTo>
                <a:cubicBezTo>
                  <a:pt x="8175" y="9327"/>
                  <a:pt x="8033" y="9420"/>
                  <a:pt x="7945" y="9551"/>
                </a:cubicBezTo>
                <a:lnTo>
                  <a:pt x="7937" y="9546"/>
                </a:lnTo>
                <a:lnTo>
                  <a:pt x="3028" y="17891"/>
                </a:lnTo>
                <a:lnTo>
                  <a:pt x="3036" y="17897"/>
                </a:lnTo>
                <a:cubicBezTo>
                  <a:pt x="2983" y="17974"/>
                  <a:pt x="2945" y="18063"/>
                  <a:pt x="2945" y="18164"/>
                </a:cubicBezTo>
                <a:cubicBezTo>
                  <a:pt x="2945" y="18435"/>
                  <a:pt x="3165" y="18655"/>
                  <a:pt x="3436" y="18655"/>
                </a:cubicBezTo>
                <a:lnTo>
                  <a:pt x="18164" y="18655"/>
                </a:lnTo>
                <a:cubicBezTo>
                  <a:pt x="18435" y="18655"/>
                  <a:pt x="18655" y="18435"/>
                  <a:pt x="18655" y="18164"/>
                </a:cubicBezTo>
                <a:cubicBezTo>
                  <a:pt x="18655" y="18099"/>
                  <a:pt x="18640" y="18039"/>
                  <a:pt x="18618" y="17983"/>
                </a:cubicBezTo>
                <a:cubicBezTo>
                  <a:pt x="18618" y="17983"/>
                  <a:pt x="18620" y="17982"/>
                  <a:pt x="18620" y="17982"/>
                </a:cubicBezTo>
                <a:close/>
                <a:moveTo>
                  <a:pt x="5400" y="3927"/>
                </a:moveTo>
                <a:cubicBezTo>
                  <a:pt x="6213" y="3927"/>
                  <a:pt x="6873" y="4587"/>
                  <a:pt x="6873" y="5400"/>
                </a:cubicBezTo>
                <a:cubicBezTo>
                  <a:pt x="6873" y="6214"/>
                  <a:pt x="6213" y="6873"/>
                  <a:pt x="5400" y="6873"/>
                </a:cubicBezTo>
                <a:cubicBezTo>
                  <a:pt x="4587" y="6873"/>
                  <a:pt x="3927" y="6214"/>
                  <a:pt x="3927" y="5400"/>
                </a:cubicBezTo>
                <a:cubicBezTo>
                  <a:pt x="3927" y="4587"/>
                  <a:pt x="4587" y="3927"/>
                  <a:pt x="5400" y="3927"/>
                </a:cubicBezTo>
                <a:moveTo>
                  <a:pt x="5400" y="7855"/>
                </a:moveTo>
                <a:cubicBezTo>
                  <a:pt x="6756" y="7855"/>
                  <a:pt x="7855" y="6756"/>
                  <a:pt x="7855" y="5400"/>
                </a:cubicBezTo>
                <a:cubicBezTo>
                  <a:pt x="7855" y="4045"/>
                  <a:pt x="6756" y="2945"/>
                  <a:pt x="5400" y="2945"/>
                </a:cubicBezTo>
                <a:cubicBezTo>
                  <a:pt x="4044" y="2945"/>
                  <a:pt x="2945" y="4045"/>
                  <a:pt x="2945" y="5400"/>
                </a:cubicBezTo>
                <a:cubicBezTo>
                  <a:pt x="2945" y="6756"/>
                  <a:pt x="4044" y="7855"/>
                  <a:pt x="5400" y="7855"/>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1" name="Shape 2563">
            <a:extLst>
              <a:ext uri="{FF2B5EF4-FFF2-40B4-BE49-F238E27FC236}">
                <a16:creationId xmlns:a16="http://schemas.microsoft.com/office/drawing/2014/main" id="{805F8C55-6B99-2296-442D-852D16BC597E}"/>
              </a:ext>
            </a:extLst>
          </p:cNvPr>
          <p:cNvSpPr/>
          <p:nvPr/>
        </p:nvSpPr>
        <p:spPr>
          <a:xfrm>
            <a:off x="5170510" y="3644877"/>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9636" y="0"/>
                </a:moveTo>
                <a:lnTo>
                  <a:pt x="5891" y="0"/>
                </a:lnTo>
                <a:cubicBezTo>
                  <a:pt x="4806" y="0"/>
                  <a:pt x="3927" y="879"/>
                  <a:pt x="3927" y="1964"/>
                </a:cubicBezTo>
                <a:lnTo>
                  <a:pt x="3927" y="2455"/>
                </a:lnTo>
                <a:cubicBezTo>
                  <a:pt x="3927" y="2726"/>
                  <a:pt x="4147" y="2945"/>
                  <a:pt x="4418" y="2945"/>
                </a:cubicBezTo>
                <a:cubicBezTo>
                  <a:pt x="4690" y="2945"/>
                  <a:pt x="4909" y="2726"/>
                  <a:pt x="4909" y="2455"/>
                </a:cubicBezTo>
                <a:lnTo>
                  <a:pt x="4909" y="1964"/>
                </a:lnTo>
                <a:cubicBezTo>
                  <a:pt x="4909" y="1422"/>
                  <a:pt x="5349" y="982"/>
                  <a:pt x="5891" y="982"/>
                </a:cubicBezTo>
                <a:lnTo>
                  <a:pt x="19636" y="982"/>
                </a:lnTo>
                <a:cubicBezTo>
                  <a:pt x="20178" y="982"/>
                  <a:pt x="20618" y="1422"/>
                  <a:pt x="20618" y="1964"/>
                </a:cubicBezTo>
                <a:lnTo>
                  <a:pt x="20618" y="15709"/>
                </a:lnTo>
                <a:cubicBezTo>
                  <a:pt x="20618" y="16252"/>
                  <a:pt x="20178" y="16691"/>
                  <a:pt x="19636" y="16691"/>
                </a:cubicBezTo>
                <a:lnTo>
                  <a:pt x="19145" y="16691"/>
                </a:lnTo>
                <a:cubicBezTo>
                  <a:pt x="18874" y="16691"/>
                  <a:pt x="18655" y="16911"/>
                  <a:pt x="18655" y="17182"/>
                </a:cubicBezTo>
                <a:cubicBezTo>
                  <a:pt x="18655" y="17453"/>
                  <a:pt x="18874" y="17673"/>
                  <a:pt x="19145" y="17673"/>
                </a:cubicBezTo>
                <a:lnTo>
                  <a:pt x="19636" y="17673"/>
                </a:lnTo>
                <a:cubicBezTo>
                  <a:pt x="20721" y="17673"/>
                  <a:pt x="21600" y="16794"/>
                  <a:pt x="21600" y="15709"/>
                </a:cubicBezTo>
                <a:lnTo>
                  <a:pt x="21600" y="1964"/>
                </a:lnTo>
                <a:cubicBezTo>
                  <a:pt x="21600" y="879"/>
                  <a:pt x="20721" y="0"/>
                  <a:pt x="19636" y="0"/>
                </a:cubicBezTo>
                <a:moveTo>
                  <a:pt x="4354" y="17673"/>
                </a:moveTo>
                <a:lnTo>
                  <a:pt x="7369" y="13149"/>
                </a:lnTo>
                <a:lnTo>
                  <a:pt x="8875" y="15407"/>
                </a:lnTo>
                <a:cubicBezTo>
                  <a:pt x="8949" y="15584"/>
                  <a:pt x="9123" y="15709"/>
                  <a:pt x="9327" y="15709"/>
                </a:cubicBezTo>
                <a:cubicBezTo>
                  <a:pt x="9463" y="15709"/>
                  <a:pt x="9586" y="15655"/>
                  <a:pt x="9674" y="15565"/>
                </a:cubicBezTo>
                <a:lnTo>
                  <a:pt x="11198" y="14042"/>
                </a:lnTo>
                <a:lnTo>
                  <a:pt x="13376" y="17673"/>
                </a:lnTo>
                <a:cubicBezTo>
                  <a:pt x="13376" y="17673"/>
                  <a:pt x="4354" y="17673"/>
                  <a:pt x="4354" y="17673"/>
                </a:cubicBezTo>
                <a:close/>
                <a:moveTo>
                  <a:pt x="14692" y="17982"/>
                </a:moveTo>
                <a:lnTo>
                  <a:pt x="14690" y="17977"/>
                </a:lnTo>
                <a:cubicBezTo>
                  <a:pt x="14685" y="17967"/>
                  <a:pt x="14677" y="17959"/>
                  <a:pt x="14673" y="17949"/>
                </a:cubicBezTo>
                <a:lnTo>
                  <a:pt x="11747" y="13073"/>
                </a:lnTo>
                <a:lnTo>
                  <a:pt x="11745" y="13073"/>
                </a:lnTo>
                <a:cubicBezTo>
                  <a:pt x="11673" y="12892"/>
                  <a:pt x="11498" y="12764"/>
                  <a:pt x="11291" y="12764"/>
                </a:cubicBezTo>
                <a:cubicBezTo>
                  <a:pt x="11155" y="12764"/>
                  <a:pt x="11033" y="12819"/>
                  <a:pt x="10944" y="12908"/>
                </a:cubicBezTo>
                <a:lnTo>
                  <a:pt x="9397" y="14454"/>
                </a:lnTo>
                <a:lnTo>
                  <a:pt x="7816" y="12084"/>
                </a:lnTo>
                <a:cubicBezTo>
                  <a:pt x="7742" y="11907"/>
                  <a:pt x="7568" y="11782"/>
                  <a:pt x="7364" y="11782"/>
                </a:cubicBezTo>
                <a:cubicBezTo>
                  <a:pt x="7193" y="11782"/>
                  <a:pt x="7051" y="11874"/>
                  <a:pt x="6963" y="12006"/>
                </a:cubicBezTo>
                <a:lnTo>
                  <a:pt x="6955" y="12000"/>
                </a:lnTo>
                <a:lnTo>
                  <a:pt x="3028" y="17891"/>
                </a:lnTo>
                <a:lnTo>
                  <a:pt x="3036" y="17897"/>
                </a:lnTo>
                <a:cubicBezTo>
                  <a:pt x="2983" y="17974"/>
                  <a:pt x="2945" y="18063"/>
                  <a:pt x="2945" y="18164"/>
                </a:cubicBezTo>
                <a:cubicBezTo>
                  <a:pt x="2945" y="18435"/>
                  <a:pt x="3165" y="18655"/>
                  <a:pt x="3436" y="18655"/>
                </a:cubicBezTo>
                <a:lnTo>
                  <a:pt x="14236" y="18655"/>
                </a:lnTo>
                <a:cubicBezTo>
                  <a:pt x="14508" y="18655"/>
                  <a:pt x="14727" y="18435"/>
                  <a:pt x="14727" y="18164"/>
                </a:cubicBezTo>
                <a:cubicBezTo>
                  <a:pt x="14727" y="18099"/>
                  <a:pt x="14713" y="18039"/>
                  <a:pt x="14691" y="17983"/>
                </a:cubicBezTo>
                <a:cubicBezTo>
                  <a:pt x="14691" y="17983"/>
                  <a:pt x="14692" y="17982"/>
                  <a:pt x="14692" y="17982"/>
                </a:cubicBezTo>
                <a:close/>
                <a:moveTo>
                  <a:pt x="4909" y="7855"/>
                </a:moveTo>
                <a:cubicBezTo>
                  <a:pt x="5451" y="7855"/>
                  <a:pt x="5891" y="8295"/>
                  <a:pt x="5891" y="8836"/>
                </a:cubicBezTo>
                <a:cubicBezTo>
                  <a:pt x="5891" y="9379"/>
                  <a:pt x="5451" y="9818"/>
                  <a:pt x="4909" y="9818"/>
                </a:cubicBezTo>
                <a:cubicBezTo>
                  <a:pt x="4367" y="9818"/>
                  <a:pt x="3927" y="9379"/>
                  <a:pt x="3927" y="8836"/>
                </a:cubicBezTo>
                <a:cubicBezTo>
                  <a:pt x="3927" y="8295"/>
                  <a:pt x="4367" y="7855"/>
                  <a:pt x="4909" y="7855"/>
                </a:cubicBezTo>
                <a:moveTo>
                  <a:pt x="4909" y="10800"/>
                </a:moveTo>
                <a:cubicBezTo>
                  <a:pt x="5994" y="10800"/>
                  <a:pt x="6873" y="9921"/>
                  <a:pt x="6873" y="8836"/>
                </a:cubicBezTo>
                <a:cubicBezTo>
                  <a:pt x="6873" y="7752"/>
                  <a:pt x="5994" y="6873"/>
                  <a:pt x="4909" y="6873"/>
                </a:cubicBezTo>
                <a:cubicBezTo>
                  <a:pt x="3825" y="6873"/>
                  <a:pt x="2945" y="7752"/>
                  <a:pt x="2945" y="8836"/>
                </a:cubicBezTo>
                <a:cubicBezTo>
                  <a:pt x="2945" y="9921"/>
                  <a:pt x="3825" y="10800"/>
                  <a:pt x="4909" y="10800"/>
                </a:cubicBezTo>
                <a:moveTo>
                  <a:pt x="16691" y="19636"/>
                </a:moveTo>
                <a:cubicBezTo>
                  <a:pt x="16691" y="20179"/>
                  <a:pt x="16251" y="20619"/>
                  <a:pt x="15709" y="20619"/>
                </a:cubicBezTo>
                <a:lnTo>
                  <a:pt x="1964" y="20619"/>
                </a:lnTo>
                <a:cubicBezTo>
                  <a:pt x="1422" y="20619"/>
                  <a:pt x="982" y="20179"/>
                  <a:pt x="982" y="19636"/>
                </a:cubicBezTo>
                <a:lnTo>
                  <a:pt x="982" y="5891"/>
                </a:lnTo>
                <a:cubicBezTo>
                  <a:pt x="982" y="5349"/>
                  <a:pt x="1422" y="4909"/>
                  <a:pt x="1964" y="4909"/>
                </a:cubicBezTo>
                <a:lnTo>
                  <a:pt x="15709" y="4909"/>
                </a:lnTo>
                <a:cubicBezTo>
                  <a:pt x="16251" y="4909"/>
                  <a:pt x="16691" y="5349"/>
                  <a:pt x="16691" y="5891"/>
                </a:cubicBezTo>
                <a:cubicBezTo>
                  <a:pt x="16691" y="5891"/>
                  <a:pt x="16691" y="19636"/>
                  <a:pt x="16691" y="19636"/>
                </a:cubicBezTo>
                <a:close/>
                <a:moveTo>
                  <a:pt x="15709" y="3927"/>
                </a:moveTo>
                <a:lnTo>
                  <a:pt x="1964" y="3927"/>
                </a:lnTo>
                <a:cubicBezTo>
                  <a:pt x="879" y="3927"/>
                  <a:pt x="0" y="4806"/>
                  <a:pt x="0" y="5891"/>
                </a:cubicBezTo>
                <a:lnTo>
                  <a:pt x="0" y="19636"/>
                </a:lnTo>
                <a:cubicBezTo>
                  <a:pt x="0" y="20721"/>
                  <a:pt x="879" y="21600"/>
                  <a:pt x="1964" y="21600"/>
                </a:cubicBezTo>
                <a:lnTo>
                  <a:pt x="15709" y="21600"/>
                </a:lnTo>
                <a:cubicBezTo>
                  <a:pt x="16794" y="21600"/>
                  <a:pt x="17673" y="20721"/>
                  <a:pt x="17673" y="19636"/>
                </a:cubicBezTo>
                <a:lnTo>
                  <a:pt x="17673" y="5891"/>
                </a:lnTo>
                <a:cubicBezTo>
                  <a:pt x="17673" y="4806"/>
                  <a:pt x="16794" y="3927"/>
                  <a:pt x="15709" y="3927"/>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2" name="Shape 2564">
            <a:extLst>
              <a:ext uri="{FF2B5EF4-FFF2-40B4-BE49-F238E27FC236}">
                <a16:creationId xmlns:a16="http://schemas.microsoft.com/office/drawing/2014/main" id="{B9B02B77-B5DA-CAA3-6672-BC80B5EC4250}"/>
              </a:ext>
            </a:extLst>
          </p:cNvPr>
          <p:cNvSpPr/>
          <p:nvPr/>
        </p:nvSpPr>
        <p:spPr>
          <a:xfrm>
            <a:off x="5703771" y="3644877"/>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9818" y="10800"/>
                </a:moveTo>
                <a:lnTo>
                  <a:pt x="11782" y="10800"/>
                </a:lnTo>
                <a:lnTo>
                  <a:pt x="11782" y="12764"/>
                </a:lnTo>
                <a:lnTo>
                  <a:pt x="9818" y="12764"/>
                </a:lnTo>
                <a:cubicBezTo>
                  <a:pt x="9818" y="12764"/>
                  <a:pt x="9818" y="10800"/>
                  <a:pt x="9818" y="10800"/>
                </a:cubicBezTo>
                <a:close/>
                <a:moveTo>
                  <a:pt x="9327" y="13745"/>
                </a:moveTo>
                <a:lnTo>
                  <a:pt x="12273" y="13745"/>
                </a:lnTo>
                <a:cubicBezTo>
                  <a:pt x="12544" y="13745"/>
                  <a:pt x="12764" y="13526"/>
                  <a:pt x="12764" y="13255"/>
                </a:cubicBezTo>
                <a:lnTo>
                  <a:pt x="12764" y="10309"/>
                </a:lnTo>
                <a:cubicBezTo>
                  <a:pt x="12764" y="10038"/>
                  <a:pt x="12544" y="9818"/>
                  <a:pt x="12273" y="9818"/>
                </a:cubicBezTo>
                <a:lnTo>
                  <a:pt x="9327" y="9818"/>
                </a:lnTo>
                <a:cubicBezTo>
                  <a:pt x="9056" y="9818"/>
                  <a:pt x="8836" y="10038"/>
                  <a:pt x="8836" y="10309"/>
                </a:cubicBezTo>
                <a:lnTo>
                  <a:pt x="8836" y="13255"/>
                </a:lnTo>
                <a:cubicBezTo>
                  <a:pt x="8836" y="13526"/>
                  <a:pt x="9056" y="13745"/>
                  <a:pt x="9327" y="13745"/>
                </a:cubicBezTo>
                <a:moveTo>
                  <a:pt x="14727" y="15709"/>
                </a:moveTo>
                <a:lnTo>
                  <a:pt x="16691" y="15709"/>
                </a:lnTo>
                <a:lnTo>
                  <a:pt x="16691" y="17673"/>
                </a:lnTo>
                <a:lnTo>
                  <a:pt x="14727" y="17673"/>
                </a:lnTo>
                <a:cubicBezTo>
                  <a:pt x="14727" y="17673"/>
                  <a:pt x="14727" y="15709"/>
                  <a:pt x="14727" y="15709"/>
                </a:cubicBezTo>
                <a:close/>
                <a:moveTo>
                  <a:pt x="14236" y="18655"/>
                </a:moveTo>
                <a:lnTo>
                  <a:pt x="17182" y="18655"/>
                </a:lnTo>
                <a:cubicBezTo>
                  <a:pt x="17453" y="18655"/>
                  <a:pt x="17673" y="18435"/>
                  <a:pt x="17673" y="18164"/>
                </a:cubicBezTo>
                <a:lnTo>
                  <a:pt x="17673" y="15218"/>
                </a:lnTo>
                <a:cubicBezTo>
                  <a:pt x="17673" y="14947"/>
                  <a:pt x="17453" y="14727"/>
                  <a:pt x="17182" y="14727"/>
                </a:cubicBezTo>
                <a:lnTo>
                  <a:pt x="14236" y="14727"/>
                </a:lnTo>
                <a:cubicBezTo>
                  <a:pt x="13965" y="14727"/>
                  <a:pt x="13745" y="14947"/>
                  <a:pt x="13745" y="15218"/>
                </a:cubicBezTo>
                <a:lnTo>
                  <a:pt x="13745" y="18164"/>
                </a:lnTo>
                <a:cubicBezTo>
                  <a:pt x="13745" y="18435"/>
                  <a:pt x="13965" y="18655"/>
                  <a:pt x="14236" y="18655"/>
                </a:cubicBezTo>
                <a:moveTo>
                  <a:pt x="9818" y="5891"/>
                </a:moveTo>
                <a:lnTo>
                  <a:pt x="11782" y="5891"/>
                </a:lnTo>
                <a:lnTo>
                  <a:pt x="11782" y="7855"/>
                </a:lnTo>
                <a:lnTo>
                  <a:pt x="9818" y="7855"/>
                </a:lnTo>
                <a:cubicBezTo>
                  <a:pt x="9818" y="7855"/>
                  <a:pt x="9818" y="5891"/>
                  <a:pt x="9818" y="5891"/>
                </a:cubicBezTo>
                <a:close/>
                <a:moveTo>
                  <a:pt x="9327" y="8836"/>
                </a:moveTo>
                <a:lnTo>
                  <a:pt x="12273" y="8836"/>
                </a:lnTo>
                <a:cubicBezTo>
                  <a:pt x="12544" y="8836"/>
                  <a:pt x="12764" y="8617"/>
                  <a:pt x="12764" y="8345"/>
                </a:cubicBezTo>
                <a:lnTo>
                  <a:pt x="12764" y="5400"/>
                </a:lnTo>
                <a:cubicBezTo>
                  <a:pt x="12764" y="5129"/>
                  <a:pt x="12544" y="4909"/>
                  <a:pt x="12273" y="4909"/>
                </a:cubicBezTo>
                <a:lnTo>
                  <a:pt x="9327" y="4909"/>
                </a:lnTo>
                <a:cubicBezTo>
                  <a:pt x="9056" y="4909"/>
                  <a:pt x="8836" y="5129"/>
                  <a:pt x="8836" y="5400"/>
                </a:cubicBezTo>
                <a:lnTo>
                  <a:pt x="8836" y="8345"/>
                </a:lnTo>
                <a:cubicBezTo>
                  <a:pt x="8836" y="8617"/>
                  <a:pt x="9056" y="8836"/>
                  <a:pt x="9327" y="8836"/>
                </a:cubicBezTo>
                <a:moveTo>
                  <a:pt x="4909" y="15709"/>
                </a:moveTo>
                <a:lnTo>
                  <a:pt x="6873" y="15709"/>
                </a:lnTo>
                <a:lnTo>
                  <a:pt x="6873" y="17673"/>
                </a:lnTo>
                <a:lnTo>
                  <a:pt x="4909" y="17673"/>
                </a:lnTo>
                <a:cubicBezTo>
                  <a:pt x="4909" y="17673"/>
                  <a:pt x="4909" y="15709"/>
                  <a:pt x="4909" y="15709"/>
                </a:cubicBezTo>
                <a:close/>
                <a:moveTo>
                  <a:pt x="4418" y="18655"/>
                </a:moveTo>
                <a:lnTo>
                  <a:pt x="7364" y="18655"/>
                </a:lnTo>
                <a:cubicBezTo>
                  <a:pt x="7635" y="18655"/>
                  <a:pt x="7855" y="18435"/>
                  <a:pt x="7855" y="18164"/>
                </a:cubicBezTo>
                <a:lnTo>
                  <a:pt x="7855" y="15218"/>
                </a:lnTo>
                <a:cubicBezTo>
                  <a:pt x="7855" y="14947"/>
                  <a:pt x="7635" y="14727"/>
                  <a:pt x="7364" y="14727"/>
                </a:cubicBezTo>
                <a:lnTo>
                  <a:pt x="4418" y="14727"/>
                </a:lnTo>
                <a:cubicBezTo>
                  <a:pt x="4147" y="14727"/>
                  <a:pt x="3927" y="14947"/>
                  <a:pt x="3927" y="15218"/>
                </a:cubicBezTo>
                <a:lnTo>
                  <a:pt x="3927" y="18164"/>
                </a:lnTo>
                <a:cubicBezTo>
                  <a:pt x="3927" y="18435"/>
                  <a:pt x="4147" y="18655"/>
                  <a:pt x="4418" y="18655"/>
                </a:cubicBezTo>
                <a:moveTo>
                  <a:pt x="14727" y="10800"/>
                </a:moveTo>
                <a:lnTo>
                  <a:pt x="16691" y="10800"/>
                </a:lnTo>
                <a:lnTo>
                  <a:pt x="16691" y="12764"/>
                </a:lnTo>
                <a:lnTo>
                  <a:pt x="14727" y="12764"/>
                </a:lnTo>
                <a:cubicBezTo>
                  <a:pt x="14727" y="12764"/>
                  <a:pt x="14727" y="10800"/>
                  <a:pt x="14727" y="10800"/>
                </a:cubicBezTo>
                <a:close/>
                <a:moveTo>
                  <a:pt x="14236" y="13745"/>
                </a:moveTo>
                <a:lnTo>
                  <a:pt x="17182" y="13745"/>
                </a:lnTo>
                <a:cubicBezTo>
                  <a:pt x="17453" y="13745"/>
                  <a:pt x="17673" y="13526"/>
                  <a:pt x="17673" y="13255"/>
                </a:cubicBezTo>
                <a:lnTo>
                  <a:pt x="17673" y="10309"/>
                </a:lnTo>
                <a:cubicBezTo>
                  <a:pt x="17673" y="10038"/>
                  <a:pt x="17453" y="9818"/>
                  <a:pt x="17182" y="9818"/>
                </a:cubicBezTo>
                <a:lnTo>
                  <a:pt x="14236" y="9818"/>
                </a:lnTo>
                <a:cubicBezTo>
                  <a:pt x="13965" y="9818"/>
                  <a:pt x="13745" y="10038"/>
                  <a:pt x="13745" y="10309"/>
                </a:cubicBezTo>
                <a:lnTo>
                  <a:pt x="13745" y="13255"/>
                </a:lnTo>
                <a:cubicBezTo>
                  <a:pt x="13745" y="13526"/>
                  <a:pt x="13965" y="13745"/>
                  <a:pt x="14236" y="13745"/>
                </a:cubicBezTo>
                <a:moveTo>
                  <a:pt x="4909" y="10800"/>
                </a:moveTo>
                <a:lnTo>
                  <a:pt x="6873" y="10800"/>
                </a:lnTo>
                <a:lnTo>
                  <a:pt x="6873" y="12764"/>
                </a:lnTo>
                <a:lnTo>
                  <a:pt x="4909" y="12764"/>
                </a:lnTo>
                <a:cubicBezTo>
                  <a:pt x="4909" y="12764"/>
                  <a:pt x="4909" y="10800"/>
                  <a:pt x="4909" y="10800"/>
                </a:cubicBezTo>
                <a:close/>
                <a:moveTo>
                  <a:pt x="4418" y="13745"/>
                </a:moveTo>
                <a:lnTo>
                  <a:pt x="7364" y="13745"/>
                </a:lnTo>
                <a:cubicBezTo>
                  <a:pt x="7635" y="13745"/>
                  <a:pt x="7855" y="13526"/>
                  <a:pt x="7855" y="13255"/>
                </a:cubicBezTo>
                <a:lnTo>
                  <a:pt x="7855" y="10309"/>
                </a:lnTo>
                <a:cubicBezTo>
                  <a:pt x="7855" y="10038"/>
                  <a:pt x="7635" y="9818"/>
                  <a:pt x="7364" y="9818"/>
                </a:cubicBezTo>
                <a:lnTo>
                  <a:pt x="4418" y="9818"/>
                </a:lnTo>
                <a:cubicBezTo>
                  <a:pt x="4147" y="9818"/>
                  <a:pt x="3927" y="10038"/>
                  <a:pt x="3927" y="10309"/>
                </a:cubicBezTo>
                <a:lnTo>
                  <a:pt x="3927" y="13255"/>
                </a:lnTo>
                <a:cubicBezTo>
                  <a:pt x="3927" y="13526"/>
                  <a:pt x="4147" y="13745"/>
                  <a:pt x="4418" y="13745"/>
                </a:cubicBezTo>
                <a:moveTo>
                  <a:pt x="4909" y="5891"/>
                </a:moveTo>
                <a:lnTo>
                  <a:pt x="6873" y="5891"/>
                </a:lnTo>
                <a:lnTo>
                  <a:pt x="6873" y="7855"/>
                </a:lnTo>
                <a:lnTo>
                  <a:pt x="4909" y="7855"/>
                </a:lnTo>
                <a:cubicBezTo>
                  <a:pt x="4909" y="7855"/>
                  <a:pt x="4909" y="5891"/>
                  <a:pt x="4909" y="5891"/>
                </a:cubicBezTo>
                <a:close/>
                <a:moveTo>
                  <a:pt x="4418" y="8836"/>
                </a:moveTo>
                <a:lnTo>
                  <a:pt x="7364" y="8836"/>
                </a:lnTo>
                <a:cubicBezTo>
                  <a:pt x="7635" y="8836"/>
                  <a:pt x="7855" y="8617"/>
                  <a:pt x="7855" y="8345"/>
                </a:cubicBezTo>
                <a:lnTo>
                  <a:pt x="7855" y="5400"/>
                </a:lnTo>
                <a:cubicBezTo>
                  <a:pt x="7855" y="5129"/>
                  <a:pt x="7635" y="4909"/>
                  <a:pt x="7364" y="4909"/>
                </a:cubicBezTo>
                <a:lnTo>
                  <a:pt x="4418" y="4909"/>
                </a:lnTo>
                <a:cubicBezTo>
                  <a:pt x="4147" y="4909"/>
                  <a:pt x="3927" y="5129"/>
                  <a:pt x="3927" y="5400"/>
                </a:cubicBezTo>
                <a:lnTo>
                  <a:pt x="3927" y="8345"/>
                </a:lnTo>
                <a:cubicBezTo>
                  <a:pt x="3927" y="8617"/>
                  <a:pt x="4147" y="8836"/>
                  <a:pt x="4418" y="8836"/>
                </a:cubicBezTo>
                <a:moveTo>
                  <a:pt x="14727" y="5891"/>
                </a:moveTo>
                <a:lnTo>
                  <a:pt x="16691" y="5891"/>
                </a:lnTo>
                <a:lnTo>
                  <a:pt x="16691" y="7855"/>
                </a:lnTo>
                <a:lnTo>
                  <a:pt x="14727" y="7855"/>
                </a:lnTo>
                <a:cubicBezTo>
                  <a:pt x="14727" y="7855"/>
                  <a:pt x="14727" y="5891"/>
                  <a:pt x="14727" y="5891"/>
                </a:cubicBezTo>
                <a:close/>
                <a:moveTo>
                  <a:pt x="14236" y="8836"/>
                </a:moveTo>
                <a:lnTo>
                  <a:pt x="17182" y="8836"/>
                </a:lnTo>
                <a:cubicBezTo>
                  <a:pt x="17453" y="8836"/>
                  <a:pt x="17673" y="8617"/>
                  <a:pt x="17673" y="8345"/>
                </a:cubicBezTo>
                <a:lnTo>
                  <a:pt x="17673" y="5400"/>
                </a:lnTo>
                <a:cubicBezTo>
                  <a:pt x="17673" y="5129"/>
                  <a:pt x="17453" y="4909"/>
                  <a:pt x="17182" y="4909"/>
                </a:cubicBezTo>
                <a:lnTo>
                  <a:pt x="14236" y="4909"/>
                </a:lnTo>
                <a:cubicBezTo>
                  <a:pt x="13965" y="4909"/>
                  <a:pt x="13745" y="5129"/>
                  <a:pt x="13745" y="5400"/>
                </a:cubicBezTo>
                <a:lnTo>
                  <a:pt x="13745" y="8345"/>
                </a:lnTo>
                <a:cubicBezTo>
                  <a:pt x="13745" y="8617"/>
                  <a:pt x="13965" y="8836"/>
                  <a:pt x="14236" y="8836"/>
                </a:cubicBezTo>
                <a:moveTo>
                  <a:pt x="19636" y="1964"/>
                </a:moveTo>
                <a:lnTo>
                  <a:pt x="1964" y="1964"/>
                </a:lnTo>
                <a:lnTo>
                  <a:pt x="1964" y="982"/>
                </a:lnTo>
                <a:lnTo>
                  <a:pt x="19636" y="982"/>
                </a:lnTo>
                <a:cubicBezTo>
                  <a:pt x="19636" y="982"/>
                  <a:pt x="19636" y="1964"/>
                  <a:pt x="19636" y="1964"/>
                </a:cubicBezTo>
                <a:close/>
                <a:moveTo>
                  <a:pt x="19636" y="20618"/>
                </a:moveTo>
                <a:lnTo>
                  <a:pt x="12764" y="20618"/>
                </a:lnTo>
                <a:lnTo>
                  <a:pt x="12764" y="15218"/>
                </a:lnTo>
                <a:cubicBezTo>
                  <a:pt x="12764" y="14947"/>
                  <a:pt x="12544" y="14727"/>
                  <a:pt x="12273" y="14727"/>
                </a:cubicBezTo>
                <a:lnTo>
                  <a:pt x="9327" y="14727"/>
                </a:lnTo>
                <a:cubicBezTo>
                  <a:pt x="9056" y="14727"/>
                  <a:pt x="8836" y="14947"/>
                  <a:pt x="8836" y="15218"/>
                </a:cubicBezTo>
                <a:lnTo>
                  <a:pt x="8836" y="20618"/>
                </a:lnTo>
                <a:lnTo>
                  <a:pt x="1964" y="20618"/>
                </a:lnTo>
                <a:lnTo>
                  <a:pt x="1964" y="2945"/>
                </a:lnTo>
                <a:lnTo>
                  <a:pt x="19636" y="2945"/>
                </a:lnTo>
                <a:cubicBezTo>
                  <a:pt x="19636" y="2945"/>
                  <a:pt x="19636" y="20618"/>
                  <a:pt x="19636" y="20618"/>
                </a:cubicBezTo>
                <a:close/>
                <a:moveTo>
                  <a:pt x="11782" y="20618"/>
                </a:moveTo>
                <a:lnTo>
                  <a:pt x="9818" y="20618"/>
                </a:lnTo>
                <a:lnTo>
                  <a:pt x="9818" y="15709"/>
                </a:lnTo>
                <a:lnTo>
                  <a:pt x="11782" y="15709"/>
                </a:lnTo>
                <a:cubicBezTo>
                  <a:pt x="11782" y="15709"/>
                  <a:pt x="11782" y="20618"/>
                  <a:pt x="11782" y="20618"/>
                </a:cubicBezTo>
                <a:close/>
                <a:moveTo>
                  <a:pt x="21109" y="1964"/>
                </a:moveTo>
                <a:lnTo>
                  <a:pt x="20618" y="1964"/>
                </a:lnTo>
                <a:lnTo>
                  <a:pt x="20618" y="491"/>
                </a:lnTo>
                <a:cubicBezTo>
                  <a:pt x="20618" y="220"/>
                  <a:pt x="20399" y="0"/>
                  <a:pt x="20127" y="0"/>
                </a:cubicBezTo>
                <a:lnTo>
                  <a:pt x="1473" y="0"/>
                </a:lnTo>
                <a:cubicBezTo>
                  <a:pt x="1201" y="0"/>
                  <a:pt x="982" y="220"/>
                  <a:pt x="982" y="491"/>
                </a:cubicBezTo>
                <a:lnTo>
                  <a:pt x="982" y="1964"/>
                </a:lnTo>
                <a:lnTo>
                  <a:pt x="491" y="1964"/>
                </a:lnTo>
                <a:cubicBezTo>
                  <a:pt x="220" y="1964"/>
                  <a:pt x="0" y="2184"/>
                  <a:pt x="0" y="2455"/>
                </a:cubicBezTo>
                <a:cubicBezTo>
                  <a:pt x="0" y="2726"/>
                  <a:pt x="220" y="2945"/>
                  <a:pt x="491" y="2945"/>
                </a:cubicBezTo>
                <a:lnTo>
                  <a:pt x="982" y="2945"/>
                </a:lnTo>
                <a:lnTo>
                  <a:pt x="982" y="21109"/>
                </a:lnTo>
                <a:cubicBezTo>
                  <a:pt x="982" y="21381"/>
                  <a:pt x="1201" y="21600"/>
                  <a:pt x="1473" y="21600"/>
                </a:cubicBezTo>
                <a:lnTo>
                  <a:pt x="20127" y="21600"/>
                </a:lnTo>
                <a:cubicBezTo>
                  <a:pt x="20399" y="21600"/>
                  <a:pt x="20618" y="21381"/>
                  <a:pt x="20618" y="21109"/>
                </a:cubicBezTo>
                <a:lnTo>
                  <a:pt x="20618" y="2945"/>
                </a:lnTo>
                <a:lnTo>
                  <a:pt x="21109" y="2945"/>
                </a:lnTo>
                <a:cubicBezTo>
                  <a:pt x="21380" y="2945"/>
                  <a:pt x="21600" y="2726"/>
                  <a:pt x="21600" y="2455"/>
                </a:cubicBezTo>
                <a:cubicBezTo>
                  <a:pt x="21600" y="2184"/>
                  <a:pt x="21380" y="1964"/>
                  <a:pt x="21109" y="1964"/>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3" name="Shape 2565">
            <a:extLst>
              <a:ext uri="{FF2B5EF4-FFF2-40B4-BE49-F238E27FC236}">
                <a16:creationId xmlns:a16="http://schemas.microsoft.com/office/drawing/2014/main" id="{0030810A-51D6-0E95-329E-667627D96C8C}"/>
              </a:ext>
            </a:extLst>
          </p:cNvPr>
          <p:cNvSpPr/>
          <p:nvPr/>
        </p:nvSpPr>
        <p:spPr>
          <a:xfrm>
            <a:off x="904422" y="4203531"/>
            <a:ext cx="279328" cy="228548"/>
          </a:xfrm>
          <a:custGeom>
            <a:avLst/>
            <a:gdLst/>
            <a:ahLst/>
            <a:cxnLst>
              <a:cxn ang="0">
                <a:pos x="wd2" y="hd2"/>
              </a:cxn>
              <a:cxn ang="5400000">
                <a:pos x="wd2" y="hd2"/>
              </a:cxn>
              <a:cxn ang="10800000">
                <a:pos x="wd2" y="hd2"/>
              </a:cxn>
              <a:cxn ang="16200000">
                <a:pos x="wd2" y="hd2"/>
              </a:cxn>
            </a:cxnLst>
            <a:rect l="0" t="0" r="r" b="b"/>
            <a:pathLst>
              <a:path w="21600" h="21600" extrusionOk="0">
                <a:moveTo>
                  <a:pt x="7855" y="8400"/>
                </a:moveTo>
                <a:lnTo>
                  <a:pt x="13745" y="8400"/>
                </a:lnTo>
                <a:lnTo>
                  <a:pt x="13745" y="9600"/>
                </a:lnTo>
                <a:lnTo>
                  <a:pt x="7855" y="9600"/>
                </a:lnTo>
                <a:cubicBezTo>
                  <a:pt x="7855" y="9600"/>
                  <a:pt x="7855" y="8400"/>
                  <a:pt x="7855" y="8400"/>
                </a:cubicBezTo>
                <a:close/>
                <a:moveTo>
                  <a:pt x="7855" y="10800"/>
                </a:moveTo>
                <a:lnTo>
                  <a:pt x="13745" y="10800"/>
                </a:lnTo>
                <a:cubicBezTo>
                  <a:pt x="14287" y="10800"/>
                  <a:pt x="14727" y="10262"/>
                  <a:pt x="14727" y="9600"/>
                </a:cubicBezTo>
                <a:lnTo>
                  <a:pt x="14727" y="8400"/>
                </a:lnTo>
                <a:cubicBezTo>
                  <a:pt x="14727" y="7737"/>
                  <a:pt x="14287" y="7200"/>
                  <a:pt x="13745" y="7200"/>
                </a:cubicBezTo>
                <a:lnTo>
                  <a:pt x="7855" y="7200"/>
                </a:lnTo>
                <a:cubicBezTo>
                  <a:pt x="7313" y="7200"/>
                  <a:pt x="6873" y="7737"/>
                  <a:pt x="6873" y="8400"/>
                </a:cubicBezTo>
                <a:lnTo>
                  <a:pt x="6873" y="9600"/>
                </a:lnTo>
                <a:cubicBezTo>
                  <a:pt x="6873" y="10262"/>
                  <a:pt x="7313" y="10800"/>
                  <a:pt x="7855" y="10800"/>
                </a:cubicBezTo>
                <a:moveTo>
                  <a:pt x="20618" y="3600"/>
                </a:moveTo>
                <a:lnTo>
                  <a:pt x="982" y="3600"/>
                </a:lnTo>
                <a:lnTo>
                  <a:pt x="982" y="1200"/>
                </a:lnTo>
                <a:lnTo>
                  <a:pt x="20618" y="1200"/>
                </a:lnTo>
                <a:cubicBezTo>
                  <a:pt x="20618" y="1200"/>
                  <a:pt x="20618" y="3600"/>
                  <a:pt x="20618" y="3600"/>
                </a:cubicBezTo>
                <a:close/>
                <a:moveTo>
                  <a:pt x="18655" y="20399"/>
                </a:moveTo>
                <a:lnTo>
                  <a:pt x="2945" y="20399"/>
                </a:lnTo>
                <a:lnTo>
                  <a:pt x="2945" y="4800"/>
                </a:lnTo>
                <a:lnTo>
                  <a:pt x="18655" y="4800"/>
                </a:lnTo>
                <a:cubicBezTo>
                  <a:pt x="18655" y="4800"/>
                  <a:pt x="18655" y="20399"/>
                  <a:pt x="18655" y="20399"/>
                </a:cubicBezTo>
                <a:close/>
                <a:moveTo>
                  <a:pt x="20618" y="0"/>
                </a:moveTo>
                <a:lnTo>
                  <a:pt x="982" y="0"/>
                </a:lnTo>
                <a:cubicBezTo>
                  <a:pt x="440" y="0"/>
                  <a:pt x="0" y="538"/>
                  <a:pt x="0" y="1200"/>
                </a:cubicBezTo>
                <a:lnTo>
                  <a:pt x="0" y="3600"/>
                </a:lnTo>
                <a:cubicBezTo>
                  <a:pt x="0" y="4263"/>
                  <a:pt x="440" y="4800"/>
                  <a:pt x="982" y="4800"/>
                </a:cubicBezTo>
                <a:lnTo>
                  <a:pt x="1964" y="4800"/>
                </a:lnTo>
                <a:lnTo>
                  <a:pt x="1964" y="20399"/>
                </a:lnTo>
                <a:cubicBezTo>
                  <a:pt x="1964" y="21062"/>
                  <a:pt x="2403" y="21600"/>
                  <a:pt x="2945" y="21600"/>
                </a:cubicBezTo>
                <a:lnTo>
                  <a:pt x="18655" y="21600"/>
                </a:lnTo>
                <a:cubicBezTo>
                  <a:pt x="19197" y="21600"/>
                  <a:pt x="19636" y="21062"/>
                  <a:pt x="19636" y="20399"/>
                </a:cubicBezTo>
                <a:lnTo>
                  <a:pt x="19636" y="4800"/>
                </a:lnTo>
                <a:lnTo>
                  <a:pt x="20618" y="4800"/>
                </a:lnTo>
                <a:cubicBezTo>
                  <a:pt x="21160" y="4800"/>
                  <a:pt x="21600" y="4263"/>
                  <a:pt x="21600" y="3600"/>
                </a:cubicBezTo>
                <a:lnTo>
                  <a:pt x="21600" y="1200"/>
                </a:lnTo>
                <a:cubicBezTo>
                  <a:pt x="21600" y="538"/>
                  <a:pt x="21160" y="0"/>
                  <a:pt x="20618"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4" name="Shape 2566">
            <a:extLst>
              <a:ext uri="{FF2B5EF4-FFF2-40B4-BE49-F238E27FC236}">
                <a16:creationId xmlns:a16="http://schemas.microsoft.com/office/drawing/2014/main" id="{58E7744B-52C1-9E25-6EAB-E77E7FE38D7C}"/>
              </a:ext>
            </a:extLst>
          </p:cNvPr>
          <p:cNvSpPr/>
          <p:nvPr/>
        </p:nvSpPr>
        <p:spPr>
          <a:xfrm>
            <a:off x="1437683" y="4203531"/>
            <a:ext cx="279328" cy="228551"/>
          </a:xfrm>
          <a:custGeom>
            <a:avLst/>
            <a:gdLst/>
            <a:ahLst/>
            <a:cxnLst>
              <a:cxn ang="0">
                <a:pos x="wd2" y="hd2"/>
              </a:cxn>
              <a:cxn ang="5400000">
                <a:pos x="wd2" y="hd2"/>
              </a:cxn>
              <a:cxn ang="10800000">
                <a:pos x="wd2" y="hd2"/>
              </a:cxn>
              <a:cxn ang="16200000">
                <a:pos x="wd2" y="hd2"/>
              </a:cxn>
            </a:cxnLst>
            <a:rect l="0" t="0" r="r" b="b"/>
            <a:pathLst>
              <a:path w="21600" h="21600" extrusionOk="0">
                <a:moveTo>
                  <a:pt x="6382" y="12000"/>
                </a:moveTo>
                <a:cubicBezTo>
                  <a:pt x="6653" y="12000"/>
                  <a:pt x="6873" y="12268"/>
                  <a:pt x="6873" y="12599"/>
                </a:cubicBezTo>
                <a:cubicBezTo>
                  <a:pt x="6873" y="12931"/>
                  <a:pt x="6653" y="13199"/>
                  <a:pt x="6382" y="13199"/>
                </a:cubicBezTo>
                <a:cubicBezTo>
                  <a:pt x="6111" y="13199"/>
                  <a:pt x="5891" y="12931"/>
                  <a:pt x="5891" y="12599"/>
                </a:cubicBezTo>
                <a:cubicBezTo>
                  <a:pt x="5891" y="12268"/>
                  <a:pt x="6111" y="12000"/>
                  <a:pt x="6382" y="12000"/>
                </a:cubicBezTo>
                <a:moveTo>
                  <a:pt x="6382" y="14399"/>
                </a:moveTo>
                <a:cubicBezTo>
                  <a:pt x="7195" y="14399"/>
                  <a:pt x="7855" y="13594"/>
                  <a:pt x="7855" y="12599"/>
                </a:cubicBezTo>
                <a:cubicBezTo>
                  <a:pt x="7855" y="11606"/>
                  <a:pt x="7195" y="10800"/>
                  <a:pt x="6382" y="10800"/>
                </a:cubicBezTo>
                <a:cubicBezTo>
                  <a:pt x="5568" y="10800"/>
                  <a:pt x="4909" y="11606"/>
                  <a:pt x="4909" y="12599"/>
                </a:cubicBezTo>
                <a:cubicBezTo>
                  <a:pt x="4909" y="13594"/>
                  <a:pt x="5568" y="14399"/>
                  <a:pt x="6382" y="14399"/>
                </a:cubicBezTo>
                <a:moveTo>
                  <a:pt x="20618" y="3600"/>
                </a:moveTo>
                <a:lnTo>
                  <a:pt x="982" y="3600"/>
                </a:lnTo>
                <a:lnTo>
                  <a:pt x="982" y="1200"/>
                </a:lnTo>
                <a:lnTo>
                  <a:pt x="20618" y="1200"/>
                </a:lnTo>
                <a:cubicBezTo>
                  <a:pt x="20618" y="1200"/>
                  <a:pt x="20618" y="3600"/>
                  <a:pt x="20618" y="3600"/>
                </a:cubicBezTo>
                <a:close/>
                <a:moveTo>
                  <a:pt x="18655" y="20399"/>
                </a:moveTo>
                <a:lnTo>
                  <a:pt x="2945" y="20399"/>
                </a:lnTo>
                <a:lnTo>
                  <a:pt x="2945" y="4800"/>
                </a:lnTo>
                <a:lnTo>
                  <a:pt x="18655" y="4800"/>
                </a:lnTo>
                <a:cubicBezTo>
                  <a:pt x="18655" y="4800"/>
                  <a:pt x="18655" y="20399"/>
                  <a:pt x="18655" y="20399"/>
                </a:cubicBezTo>
                <a:close/>
                <a:moveTo>
                  <a:pt x="20618" y="0"/>
                </a:moveTo>
                <a:lnTo>
                  <a:pt x="982" y="0"/>
                </a:lnTo>
                <a:cubicBezTo>
                  <a:pt x="440" y="0"/>
                  <a:pt x="0" y="538"/>
                  <a:pt x="0" y="1200"/>
                </a:cubicBezTo>
                <a:lnTo>
                  <a:pt x="0" y="3600"/>
                </a:lnTo>
                <a:cubicBezTo>
                  <a:pt x="0" y="4263"/>
                  <a:pt x="440" y="4800"/>
                  <a:pt x="982" y="4800"/>
                </a:cubicBezTo>
                <a:lnTo>
                  <a:pt x="1964" y="4800"/>
                </a:lnTo>
                <a:lnTo>
                  <a:pt x="1964" y="20399"/>
                </a:lnTo>
                <a:cubicBezTo>
                  <a:pt x="1964" y="21062"/>
                  <a:pt x="2403" y="21600"/>
                  <a:pt x="2945" y="21600"/>
                </a:cubicBezTo>
                <a:lnTo>
                  <a:pt x="18655" y="21600"/>
                </a:lnTo>
                <a:cubicBezTo>
                  <a:pt x="19197" y="21600"/>
                  <a:pt x="19636" y="21062"/>
                  <a:pt x="19636" y="20399"/>
                </a:cubicBezTo>
                <a:lnTo>
                  <a:pt x="19636" y="4800"/>
                </a:lnTo>
                <a:lnTo>
                  <a:pt x="20618" y="4800"/>
                </a:lnTo>
                <a:cubicBezTo>
                  <a:pt x="21160" y="4800"/>
                  <a:pt x="21600" y="4263"/>
                  <a:pt x="21600" y="3600"/>
                </a:cubicBezTo>
                <a:lnTo>
                  <a:pt x="21600" y="1200"/>
                </a:lnTo>
                <a:cubicBezTo>
                  <a:pt x="21600" y="538"/>
                  <a:pt x="21160" y="0"/>
                  <a:pt x="20618" y="0"/>
                </a:cubicBezTo>
                <a:moveTo>
                  <a:pt x="10800" y="12000"/>
                </a:moveTo>
                <a:cubicBezTo>
                  <a:pt x="11071" y="12000"/>
                  <a:pt x="11291" y="12268"/>
                  <a:pt x="11291" y="12599"/>
                </a:cubicBezTo>
                <a:cubicBezTo>
                  <a:pt x="11291" y="12931"/>
                  <a:pt x="11071" y="13199"/>
                  <a:pt x="10800" y="13199"/>
                </a:cubicBezTo>
                <a:cubicBezTo>
                  <a:pt x="10529" y="13199"/>
                  <a:pt x="10309" y="12931"/>
                  <a:pt x="10309" y="12599"/>
                </a:cubicBezTo>
                <a:cubicBezTo>
                  <a:pt x="10309" y="12268"/>
                  <a:pt x="10529" y="12000"/>
                  <a:pt x="10800" y="12000"/>
                </a:cubicBezTo>
                <a:moveTo>
                  <a:pt x="10800" y="14399"/>
                </a:moveTo>
                <a:cubicBezTo>
                  <a:pt x="11614" y="14399"/>
                  <a:pt x="12273" y="13594"/>
                  <a:pt x="12273" y="12599"/>
                </a:cubicBezTo>
                <a:cubicBezTo>
                  <a:pt x="12273" y="11606"/>
                  <a:pt x="11614" y="10800"/>
                  <a:pt x="10800" y="10800"/>
                </a:cubicBezTo>
                <a:cubicBezTo>
                  <a:pt x="9986" y="10800"/>
                  <a:pt x="9327" y="11606"/>
                  <a:pt x="9327" y="12599"/>
                </a:cubicBezTo>
                <a:cubicBezTo>
                  <a:pt x="9327" y="13594"/>
                  <a:pt x="9986" y="14399"/>
                  <a:pt x="10800" y="14399"/>
                </a:cubicBezTo>
                <a:moveTo>
                  <a:pt x="15218" y="12000"/>
                </a:moveTo>
                <a:cubicBezTo>
                  <a:pt x="15489" y="12000"/>
                  <a:pt x="15709" y="12268"/>
                  <a:pt x="15709" y="12599"/>
                </a:cubicBezTo>
                <a:cubicBezTo>
                  <a:pt x="15709" y="12931"/>
                  <a:pt x="15489" y="13199"/>
                  <a:pt x="15218" y="13199"/>
                </a:cubicBezTo>
                <a:cubicBezTo>
                  <a:pt x="14947" y="13199"/>
                  <a:pt x="14727" y="12931"/>
                  <a:pt x="14727" y="12599"/>
                </a:cubicBezTo>
                <a:cubicBezTo>
                  <a:pt x="14727" y="12268"/>
                  <a:pt x="14947" y="12000"/>
                  <a:pt x="15218" y="12000"/>
                </a:cubicBezTo>
                <a:moveTo>
                  <a:pt x="15218" y="14399"/>
                </a:moveTo>
                <a:cubicBezTo>
                  <a:pt x="16032" y="14399"/>
                  <a:pt x="16691" y="13594"/>
                  <a:pt x="16691" y="12599"/>
                </a:cubicBezTo>
                <a:cubicBezTo>
                  <a:pt x="16691" y="11606"/>
                  <a:pt x="16032" y="10800"/>
                  <a:pt x="15218" y="10800"/>
                </a:cubicBezTo>
                <a:cubicBezTo>
                  <a:pt x="14405" y="10800"/>
                  <a:pt x="13745" y="11606"/>
                  <a:pt x="13745" y="12599"/>
                </a:cubicBezTo>
                <a:cubicBezTo>
                  <a:pt x="13745" y="13594"/>
                  <a:pt x="14405" y="14399"/>
                  <a:pt x="15218" y="1439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5" name="Shape 2567">
            <a:extLst>
              <a:ext uri="{FF2B5EF4-FFF2-40B4-BE49-F238E27FC236}">
                <a16:creationId xmlns:a16="http://schemas.microsoft.com/office/drawing/2014/main" id="{5BB9CBBF-443A-56B8-F86C-9F8943565E91}"/>
              </a:ext>
            </a:extLst>
          </p:cNvPr>
          <p:cNvSpPr/>
          <p:nvPr/>
        </p:nvSpPr>
        <p:spPr>
          <a:xfrm>
            <a:off x="1970944" y="4178138"/>
            <a:ext cx="279328" cy="279337"/>
          </a:xfrm>
          <a:custGeom>
            <a:avLst/>
            <a:gdLst/>
            <a:ahLst/>
            <a:cxnLst>
              <a:cxn ang="0">
                <a:pos x="wd2" y="hd2"/>
              </a:cxn>
              <a:cxn ang="5400000">
                <a:pos x="wd2" y="hd2"/>
              </a:cxn>
              <a:cxn ang="10800000">
                <a:pos x="wd2" y="hd2"/>
              </a:cxn>
              <a:cxn ang="16200000">
                <a:pos x="wd2" y="hd2"/>
              </a:cxn>
            </a:cxnLst>
            <a:rect l="0" t="0" r="r" b="b"/>
            <a:pathLst>
              <a:path w="21600" h="21600" extrusionOk="0">
                <a:moveTo>
                  <a:pt x="20618" y="4909"/>
                </a:moveTo>
                <a:lnTo>
                  <a:pt x="12764" y="4909"/>
                </a:lnTo>
                <a:cubicBezTo>
                  <a:pt x="12493" y="4909"/>
                  <a:pt x="12273" y="5129"/>
                  <a:pt x="12273" y="5400"/>
                </a:cubicBezTo>
                <a:cubicBezTo>
                  <a:pt x="12273" y="5671"/>
                  <a:pt x="12493" y="5891"/>
                  <a:pt x="12764" y="5891"/>
                </a:cubicBezTo>
                <a:lnTo>
                  <a:pt x="20618" y="5891"/>
                </a:lnTo>
                <a:lnTo>
                  <a:pt x="20618" y="7854"/>
                </a:lnTo>
                <a:lnTo>
                  <a:pt x="12764" y="7854"/>
                </a:lnTo>
                <a:cubicBezTo>
                  <a:pt x="12493" y="7854"/>
                  <a:pt x="12273" y="8074"/>
                  <a:pt x="12273" y="8345"/>
                </a:cubicBezTo>
                <a:cubicBezTo>
                  <a:pt x="12273" y="8617"/>
                  <a:pt x="12493" y="8836"/>
                  <a:pt x="12764" y="8836"/>
                </a:cubicBezTo>
                <a:lnTo>
                  <a:pt x="18655" y="8836"/>
                </a:lnTo>
                <a:lnTo>
                  <a:pt x="18655" y="20617"/>
                </a:lnTo>
                <a:lnTo>
                  <a:pt x="2945" y="20617"/>
                </a:lnTo>
                <a:lnTo>
                  <a:pt x="2945" y="8836"/>
                </a:lnTo>
                <a:lnTo>
                  <a:pt x="8836" y="8836"/>
                </a:lnTo>
                <a:cubicBezTo>
                  <a:pt x="9107" y="8836"/>
                  <a:pt x="9327" y="8617"/>
                  <a:pt x="9327" y="8345"/>
                </a:cubicBezTo>
                <a:cubicBezTo>
                  <a:pt x="9327" y="8074"/>
                  <a:pt x="9107" y="7854"/>
                  <a:pt x="8836" y="7854"/>
                </a:cubicBezTo>
                <a:lnTo>
                  <a:pt x="982" y="7854"/>
                </a:lnTo>
                <a:lnTo>
                  <a:pt x="982" y="5891"/>
                </a:lnTo>
                <a:lnTo>
                  <a:pt x="8836" y="5891"/>
                </a:lnTo>
                <a:cubicBezTo>
                  <a:pt x="9107" y="5891"/>
                  <a:pt x="9327" y="5671"/>
                  <a:pt x="9327" y="5400"/>
                </a:cubicBezTo>
                <a:cubicBezTo>
                  <a:pt x="9327" y="5129"/>
                  <a:pt x="9107" y="4909"/>
                  <a:pt x="8836" y="4909"/>
                </a:cubicBezTo>
                <a:lnTo>
                  <a:pt x="982" y="4909"/>
                </a:lnTo>
                <a:cubicBezTo>
                  <a:pt x="440" y="4909"/>
                  <a:pt x="0" y="5349"/>
                  <a:pt x="0" y="5891"/>
                </a:cubicBezTo>
                <a:lnTo>
                  <a:pt x="0" y="7854"/>
                </a:lnTo>
                <a:cubicBezTo>
                  <a:pt x="0" y="8396"/>
                  <a:pt x="440" y="8836"/>
                  <a:pt x="982" y="8836"/>
                </a:cubicBezTo>
                <a:lnTo>
                  <a:pt x="1964" y="8836"/>
                </a:lnTo>
                <a:lnTo>
                  <a:pt x="1964" y="20617"/>
                </a:lnTo>
                <a:cubicBezTo>
                  <a:pt x="1964" y="21159"/>
                  <a:pt x="2403" y="21600"/>
                  <a:pt x="2945" y="21600"/>
                </a:cubicBezTo>
                <a:lnTo>
                  <a:pt x="18655" y="21600"/>
                </a:lnTo>
                <a:cubicBezTo>
                  <a:pt x="19197" y="21600"/>
                  <a:pt x="19636" y="21159"/>
                  <a:pt x="19636" y="20617"/>
                </a:cubicBezTo>
                <a:lnTo>
                  <a:pt x="19636" y="8836"/>
                </a:lnTo>
                <a:lnTo>
                  <a:pt x="20618" y="8836"/>
                </a:lnTo>
                <a:cubicBezTo>
                  <a:pt x="21160" y="8836"/>
                  <a:pt x="21600" y="8396"/>
                  <a:pt x="21600" y="7854"/>
                </a:cubicBezTo>
                <a:lnTo>
                  <a:pt x="21600" y="5891"/>
                </a:lnTo>
                <a:cubicBezTo>
                  <a:pt x="21600" y="5349"/>
                  <a:pt x="21160" y="4909"/>
                  <a:pt x="20618" y="4909"/>
                </a:cubicBezTo>
                <a:moveTo>
                  <a:pt x="7855" y="11782"/>
                </a:moveTo>
                <a:cubicBezTo>
                  <a:pt x="7584" y="11782"/>
                  <a:pt x="7364" y="12001"/>
                  <a:pt x="7364" y="12272"/>
                </a:cubicBezTo>
                <a:cubicBezTo>
                  <a:pt x="7364" y="12408"/>
                  <a:pt x="7419" y="12531"/>
                  <a:pt x="7507" y="12619"/>
                </a:cubicBezTo>
                <a:lnTo>
                  <a:pt x="10453" y="15565"/>
                </a:lnTo>
                <a:cubicBezTo>
                  <a:pt x="10542" y="15654"/>
                  <a:pt x="10665" y="15709"/>
                  <a:pt x="10800" y="15709"/>
                </a:cubicBezTo>
                <a:cubicBezTo>
                  <a:pt x="10935" y="15709"/>
                  <a:pt x="11058" y="15654"/>
                  <a:pt x="11147" y="15565"/>
                </a:cubicBezTo>
                <a:lnTo>
                  <a:pt x="14093" y="12619"/>
                </a:lnTo>
                <a:cubicBezTo>
                  <a:pt x="14181" y="12531"/>
                  <a:pt x="14236" y="12408"/>
                  <a:pt x="14236" y="12272"/>
                </a:cubicBezTo>
                <a:cubicBezTo>
                  <a:pt x="14236" y="12001"/>
                  <a:pt x="14016" y="11782"/>
                  <a:pt x="13745" y="11782"/>
                </a:cubicBezTo>
                <a:cubicBezTo>
                  <a:pt x="13610" y="11782"/>
                  <a:pt x="13487" y="11837"/>
                  <a:pt x="13398" y="11925"/>
                </a:cubicBezTo>
                <a:lnTo>
                  <a:pt x="11291" y="14033"/>
                </a:lnTo>
                <a:lnTo>
                  <a:pt x="11291" y="492"/>
                </a:lnTo>
                <a:lnTo>
                  <a:pt x="11291" y="491"/>
                </a:lnTo>
                <a:cubicBezTo>
                  <a:pt x="11291" y="220"/>
                  <a:pt x="11071" y="0"/>
                  <a:pt x="10800" y="0"/>
                </a:cubicBezTo>
                <a:cubicBezTo>
                  <a:pt x="10529" y="0"/>
                  <a:pt x="10309" y="220"/>
                  <a:pt x="10309" y="491"/>
                </a:cubicBezTo>
                <a:lnTo>
                  <a:pt x="10309" y="14033"/>
                </a:lnTo>
                <a:lnTo>
                  <a:pt x="8202" y="11925"/>
                </a:lnTo>
                <a:cubicBezTo>
                  <a:pt x="8113" y="11837"/>
                  <a:pt x="7990" y="11782"/>
                  <a:pt x="7855" y="11782"/>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6" name="Shape 2568">
            <a:extLst>
              <a:ext uri="{FF2B5EF4-FFF2-40B4-BE49-F238E27FC236}">
                <a16:creationId xmlns:a16="http://schemas.microsoft.com/office/drawing/2014/main" id="{C91CE557-3893-CBC8-3804-441370A242E6}"/>
              </a:ext>
            </a:extLst>
          </p:cNvPr>
          <p:cNvSpPr/>
          <p:nvPr/>
        </p:nvSpPr>
        <p:spPr>
          <a:xfrm>
            <a:off x="2504205" y="4178138"/>
            <a:ext cx="279328" cy="279337"/>
          </a:xfrm>
          <a:custGeom>
            <a:avLst/>
            <a:gdLst/>
            <a:ahLst/>
            <a:cxnLst>
              <a:cxn ang="0">
                <a:pos x="wd2" y="hd2"/>
              </a:cxn>
              <a:cxn ang="5400000">
                <a:pos x="wd2" y="hd2"/>
              </a:cxn>
              <a:cxn ang="10800000">
                <a:pos x="wd2" y="hd2"/>
              </a:cxn>
              <a:cxn ang="16200000">
                <a:pos x="wd2" y="hd2"/>
              </a:cxn>
            </a:cxnLst>
            <a:rect l="0" t="0" r="r" b="b"/>
            <a:pathLst>
              <a:path w="21600" h="21600" extrusionOk="0">
                <a:moveTo>
                  <a:pt x="20618" y="4909"/>
                </a:moveTo>
                <a:lnTo>
                  <a:pt x="12764" y="4909"/>
                </a:lnTo>
                <a:cubicBezTo>
                  <a:pt x="12493" y="4909"/>
                  <a:pt x="12273" y="5129"/>
                  <a:pt x="12273" y="5400"/>
                </a:cubicBezTo>
                <a:cubicBezTo>
                  <a:pt x="12273" y="5671"/>
                  <a:pt x="12493" y="5891"/>
                  <a:pt x="12764" y="5891"/>
                </a:cubicBezTo>
                <a:lnTo>
                  <a:pt x="20618" y="5891"/>
                </a:lnTo>
                <a:lnTo>
                  <a:pt x="20618" y="7854"/>
                </a:lnTo>
                <a:lnTo>
                  <a:pt x="12764" y="7854"/>
                </a:lnTo>
                <a:cubicBezTo>
                  <a:pt x="12493" y="7854"/>
                  <a:pt x="12273" y="8074"/>
                  <a:pt x="12273" y="8345"/>
                </a:cubicBezTo>
                <a:cubicBezTo>
                  <a:pt x="12273" y="8617"/>
                  <a:pt x="12493" y="8836"/>
                  <a:pt x="12764" y="8836"/>
                </a:cubicBezTo>
                <a:lnTo>
                  <a:pt x="18655" y="8836"/>
                </a:lnTo>
                <a:lnTo>
                  <a:pt x="18655" y="20617"/>
                </a:lnTo>
                <a:lnTo>
                  <a:pt x="2945" y="20617"/>
                </a:lnTo>
                <a:lnTo>
                  <a:pt x="2945" y="8836"/>
                </a:lnTo>
                <a:lnTo>
                  <a:pt x="8836" y="8836"/>
                </a:lnTo>
                <a:cubicBezTo>
                  <a:pt x="9107" y="8836"/>
                  <a:pt x="9327" y="8617"/>
                  <a:pt x="9327" y="8345"/>
                </a:cubicBezTo>
                <a:cubicBezTo>
                  <a:pt x="9327" y="8074"/>
                  <a:pt x="9107" y="7854"/>
                  <a:pt x="8836" y="7854"/>
                </a:cubicBezTo>
                <a:lnTo>
                  <a:pt x="982" y="7854"/>
                </a:lnTo>
                <a:lnTo>
                  <a:pt x="982" y="5891"/>
                </a:lnTo>
                <a:lnTo>
                  <a:pt x="8836" y="5891"/>
                </a:lnTo>
                <a:cubicBezTo>
                  <a:pt x="9107" y="5891"/>
                  <a:pt x="9327" y="5671"/>
                  <a:pt x="9327" y="5400"/>
                </a:cubicBezTo>
                <a:cubicBezTo>
                  <a:pt x="9327" y="5129"/>
                  <a:pt x="9107" y="4909"/>
                  <a:pt x="8836" y="4909"/>
                </a:cubicBezTo>
                <a:lnTo>
                  <a:pt x="982" y="4909"/>
                </a:lnTo>
                <a:cubicBezTo>
                  <a:pt x="440" y="4909"/>
                  <a:pt x="0" y="5349"/>
                  <a:pt x="0" y="5891"/>
                </a:cubicBezTo>
                <a:lnTo>
                  <a:pt x="0" y="7854"/>
                </a:lnTo>
                <a:cubicBezTo>
                  <a:pt x="0" y="8396"/>
                  <a:pt x="440" y="8836"/>
                  <a:pt x="982" y="8836"/>
                </a:cubicBezTo>
                <a:lnTo>
                  <a:pt x="1964" y="8836"/>
                </a:lnTo>
                <a:lnTo>
                  <a:pt x="1964" y="20617"/>
                </a:lnTo>
                <a:cubicBezTo>
                  <a:pt x="1964" y="21159"/>
                  <a:pt x="2403" y="21600"/>
                  <a:pt x="2945" y="21600"/>
                </a:cubicBezTo>
                <a:lnTo>
                  <a:pt x="18655" y="21600"/>
                </a:lnTo>
                <a:cubicBezTo>
                  <a:pt x="19197" y="21600"/>
                  <a:pt x="19636" y="21159"/>
                  <a:pt x="19636" y="20617"/>
                </a:cubicBezTo>
                <a:lnTo>
                  <a:pt x="19636" y="8836"/>
                </a:lnTo>
                <a:lnTo>
                  <a:pt x="20618" y="8836"/>
                </a:lnTo>
                <a:cubicBezTo>
                  <a:pt x="21160" y="8836"/>
                  <a:pt x="21600" y="8396"/>
                  <a:pt x="21600" y="7854"/>
                </a:cubicBezTo>
                <a:lnTo>
                  <a:pt x="21600" y="5891"/>
                </a:lnTo>
                <a:cubicBezTo>
                  <a:pt x="21600" y="5349"/>
                  <a:pt x="21160" y="4909"/>
                  <a:pt x="20618" y="4909"/>
                </a:cubicBezTo>
                <a:moveTo>
                  <a:pt x="7855" y="3927"/>
                </a:moveTo>
                <a:cubicBezTo>
                  <a:pt x="7990" y="3927"/>
                  <a:pt x="8113" y="3872"/>
                  <a:pt x="8202" y="3784"/>
                </a:cubicBezTo>
                <a:lnTo>
                  <a:pt x="10309" y="1676"/>
                </a:lnTo>
                <a:lnTo>
                  <a:pt x="10309" y="15218"/>
                </a:lnTo>
                <a:lnTo>
                  <a:pt x="10309" y="15218"/>
                </a:lnTo>
                <a:cubicBezTo>
                  <a:pt x="10309" y="15489"/>
                  <a:pt x="10529" y="15709"/>
                  <a:pt x="10800" y="15709"/>
                </a:cubicBezTo>
                <a:cubicBezTo>
                  <a:pt x="11071" y="15709"/>
                  <a:pt x="11291" y="15489"/>
                  <a:pt x="11291" y="15218"/>
                </a:cubicBezTo>
                <a:lnTo>
                  <a:pt x="11291" y="1676"/>
                </a:lnTo>
                <a:lnTo>
                  <a:pt x="13398" y="3784"/>
                </a:lnTo>
                <a:cubicBezTo>
                  <a:pt x="13487" y="3872"/>
                  <a:pt x="13610" y="3927"/>
                  <a:pt x="13745" y="3927"/>
                </a:cubicBezTo>
                <a:cubicBezTo>
                  <a:pt x="14016" y="3927"/>
                  <a:pt x="14236" y="3708"/>
                  <a:pt x="14236" y="3436"/>
                </a:cubicBezTo>
                <a:cubicBezTo>
                  <a:pt x="14236" y="3301"/>
                  <a:pt x="14181" y="3178"/>
                  <a:pt x="14093" y="3089"/>
                </a:cubicBezTo>
                <a:lnTo>
                  <a:pt x="11147" y="144"/>
                </a:lnTo>
                <a:cubicBezTo>
                  <a:pt x="11058" y="55"/>
                  <a:pt x="10935" y="0"/>
                  <a:pt x="10800" y="0"/>
                </a:cubicBezTo>
                <a:cubicBezTo>
                  <a:pt x="10665" y="0"/>
                  <a:pt x="10542" y="55"/>
                  <a:pt x="10453" y="144"/>
                </a:cubicBezTo>
                <a:lnTo>
                  <a:pt x="7507" y="3089"/>
                </a:lnTo>
                <a:cubicBezTo>
                  <a:pt x="7419" y="3178"/>
                  <a:pt x="7364" y="3301"/>
                  <a:pt x="7364" y="3436"/>
                </a:cubicBezTo>
                <a:cubicBezTo>
                  <a:pt x="7364" y="3708"/>
                  <a:pt x="7584" y="3927"/>
                  <a:pt x="7855" y="3927"/>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7" name="Shape 2569">
            <a:extLst>
              <a:ext uri="{FF2B5EF4-FFF2-40B4-BE49-F238E27FC236}">
                <a16:creationId xmlns:a16="http://schemas.microsoft.com/office/drawing/2014/main" id="{154CCC19-AC16-9284-C9FC-045775AABE0B}"/>
              </a:ext>
            </a:extLst>
          </p:cNvPr>
          <p:cNvSpPr/>
          <p:nvPr/>
        </p:nvSpPr>
        <p:spPr>
          <a:xfrm>
            <a:off x="3037466" y="4178138"/>
            <a:ext cx="279328" cy="279334"/>
          </a:xfrm>
          <a:custGeom>
            <a:avLst/>
            <a:gdLst/>
            <a:ahLst/>
            <a:cxnLst>
              <a:cxn ang="0">
                <a:pos x="wd2" y="hd2"/>
              </a:cxn>
              <a:cxn ang="5400000">
                <a:pos x="wd2" y="hd2"/>
              </a:cxn>
              <a:cxn ang="10800000">
                <a:pos x="wd2" y="hd2"/>
              </a:cxn>
              <a:cxn ang="16200000">
                <a:pos x="wd2" y="hd2"/>
              </a:cxn>
            </a:cxnLst>
            <a:rect l="0" t="0" r="r" b="b"/>
            <a:pathLst>
              <a:path w="21600" h="21600" extrusionOk="0">
                <a:moveTo>
                  <a:pt x="20618" y="8836"/>
                </a:moveTo>
                <a:lnTo>
                  <a:pt x="982" y="8836"/>
                </a:lnTo>
                <a:lnTo>
                  <a:pt x="982" y="6873"/>
                </a:lnTo>
                <a:lnTo>
                  <a:pt x="20618" y="6873"/>
                </a:lnTo>
                <a:cubicBezTo>
                  <a:pt x="20618" y="6873"/>
                  <a:pt x="20618" y="8836"/>
                  <a:pt x="20618" y="8836"/>
                </a:cubicBezTo>
                <a:close/>
                <a:moveTo>
                  <a:pt x="18655" y="20618"/>
                </a:moveTo>
                <a:lnTo>
                  <a:pt x="2945" y="20618"/>
                </a:lnTo>
                <a:lnTo>
                  <a:pt x="2945" y="9818"/>
                </a:lnTo>
                <a:lnTo>
                  <a:pt x="18655" y="9818"/>
                </a:lnTo>
                <a:cubicBezTo>
                  <a:pt x="18655" y="9818"/>
                  <a:pt x="18655" y="20618"/>
                  <a:pt x="18655" y="20618"/>
                </a:cubicBezTo>
                <a:close/>
                <a:moveTo>
                  <a:pt x="3927" y="982"/>
                </a:moveTo>
                <a:lnTo>
                  <a:pt x="11782" y="982"/>
                </a:lnTo>
                <a:lnTo>
                  <a:pt x="11782" y="3436"/>
                </a:lnTo>
                <a:cubicBezTo>
                  <a:pt x="11782" y="3708"/>
                  <a:pt x="12002" y="3927"/>
                  <a:pt x="12273" y="3927"/>
                </a:cubicBezTo>
                <a:lnTo>
                  <a:pt x="14727" y="3927"/>
                </a:lnTo>
                <a:lnTo>
                  <a:pt x="14727" y="5891"/>
                </a:lnTo>
                <a:lnTo>
                  <a:pt x="3927" y="5891"/>
                </a:lnTo>
                <a:cubicBezTo>
                  <a:pt x="3927" y="5891"/>
                  <a:pt x="3927" y="982"/>
                  <a:pt x="3927" y="982"/>
                </a:cubicBezTo>
                <a:close/>
                <a:moveTo>
                  <a:pt x="12764" y="1473"/>
                </a:moveTo>
                <a:lnTo>
                  <a:pt x="14236" y="2945"/>
                </a:lnTo>
                <a:lnTo>
                  <a:pt x="12764" y="2945"/>
                </a:lnTo>
                <a:cubicBezTo>
                  <a:pt x="12764" y="2945"/>
                  <a:pt x="12764" y="1473"/>
                  <a:pt x="12764" y="1473"/>
                </a:cubicBezTo>
                <a:close/>
                <a:moveTo>
                  <a:pt x="17673" y="1964"/>
                </a:moveTo>
                <a:lnTo>
                  <a:pt x="17673" y="5891"/>
                </a:lnTo>
                <a:lnTo>
                  <a:pt x="15709" y="5891"/>
                </a:lnTo>
                <a:lnTo>
                  <a:pt x="15709" y="2945"/>
                </a:lnTo>
                <a:lnTo>
                  <a:pt x="14727" y="1964"/>
                </a:lnTo>
                <a:cubicBezTo>
                  <a:pt x="14727" y="1964"/>
                  <a:pt x="17673" y="1964"/>
                  <a:pt x="17673" y="1964"/>
                </a:cubicBezTo>
                <a:close/>
                <a:moveTo>
                  <a:pt x="20618" y="5891"/>
                </a:moveTo>
                <a:lnTo>
                  <a:pt x="18655" y="5891"/>
                </a:lnTo>
                <a:lnTo>
                  <a:pt x="18655" y="1964"/>
                </a:lnTo>
                <a:cubicBezTo>
                  <a:pt x="18655" y="1422"/>
                  <a:pt x="18215" y="982"/>
                  <a:pt x="17673" y="982"/>
                </a:cubicBezTo>
                <a:lnTo>
                  <a:pt x="13745" y="982"/>
                </a:lnTo>
                <a:lnTo>
                  <a:pt x="12764" y="0"/>
                </a:lnTo>
                <a:lnTo>
                  <a:pt x="3927" y="0"/>
                </a:lnTo>
                <a:cubicBezTo>
                  <a:pt x="3385" y="0"/>
                  <a:pt x="2945" y="440"/>
                  <a:pt x="2945" y="982"/>
                </a:cubicBezTo>
                <a:lnTo>
                  <a:pt x="2945" y="5891"/>
                </a:lnTo>
                <a:lnTo>
                  <a:pt x="982" y="5891"/>
                </a:lnTo>
                <a:cubicBezTo>
                  <a:pt x="440" y="5891"/>
                  <a:pt x="0" y="6331"/>
                  <a:pt x="0" y="6873"/>
                </a:cubicBezTo>
                <a:lnTo>
                  <a:pt x="0" y="8836"/>
                </a:lnTo>
                <a:cubicBezTo>
                  <a:pt x="0" y="9379"/>
                  <a:pt x="440" y="9818"/>
                  <a:pt x="982" y="9818"/>
                </a:cubicBezTo>
                <a:lnTo>
                  <a:pt x="1964" y="9818"/>
                </a:lnTo>
                <a:lnTo>
                  <a:pt x="1964" y="20618"/>
                </a:lnTo>
                <a:cubicBezTo>
                  <a:pt x="1964" y="21160"/>
                  <a:pt x="2403" y="21600"/>
                  <a:pt x="2945" y="21600"/>
                </a:cubicBezTo>
                <a:lnTo>
                  <a:pt x="18655" y="21600"/>
                </a:lnTo>
                <a:cubicBezTo>
                  <a:pt x="19197" y="21600"/>
                  <a:pt x="19636" y="21160"/>
                  <a:pt x="19636" y="20618"/>
                </a:cubicBezTo>
                <a:lnTo>
                  <a:pt x="19636" y="9818"/>
                </a:lnTo>
                <a:lnTo>
                  <a:pt x="20618" y="9818"/>
                </a:lnTo>
                <a:cubicBezTo>
                  <a:pt x="21160" y="9818"/>
                  <a:pt x="21600" y="9379"/>
                  <a:pt x="21600" y="8836"/>
                </a:cubicBezTo>
                <a:lnTo>
                  <a:pt x="21600" y="6873"/>
                </a:lnTo>
                <a:cubicBezTo>
                  <a:pt x="21600" y="6331"/>
                  <a:pt x="21160" y="5891"/>
                  <a:pt x="20618" y="5891"/>
                </a:cubicBezTo>
                <a:moveTo>
                  <a:pt x="7855" y="12763"/>
                </a:moveTo>
                <a:lnTo>
                  <a:pt x="13745" y="12763"/>
                </a:lnTo>
                <a:lnTo>
                  <a:pt x="13745" y="13745"/>
                </a:lnTo>
                <a:lnTo>
                  <a:pt x="7855" y="13745"/>
                </a:lnTo>
                <a:cubicBezTo>
                  <a:pt x="7855" y="13745"/>
                  <a:pt x="7855" y="12763"/>
                  <a:pt x="7855" y="12763"/>
                </a:cubicBezTo>
                <a:close/>
                <a:moveTo>
                  <a:pt x="7855" y="14727"/>
                </a:moveTo>
                <a:lnTo>
                  <a:pt x="13745" y="14727"/>
                </a:lnTo>
                <a:cubicBezTo>
                  <a:pt x="14287" y="14727"/>
                  <a:pt x="14727" y="14287"/>
                  <a:pt x="14727" y="13745"/>
                </a:cubicBezTo>
                <a:lnTo>
                  <a:pt x="14727" y="12763"/>
                </a:lnTo>
                <a:cubicBezTo>
                  <a:pt x="14727" y="12221"/>
                  <a:pt x="14287" y="11782"/>
                  <a:pt x="13745" y="11782"/>
                </a:cubicBezTo>
                <a:lnTo>
                  <a:pt x="7855" y="11782"/>
                </a:lnTo>
                <a:cubicBezTo>
                  <a:pt x="7313" y="11782"/>
                  <a:pt x="6873" y="12221"/>
                  <a:pt x="6873" y="12763"/>
                </a:cubicBezTo>
                <a:lnTo>
                  <a:pt x="6873" y="13745"/>
                </a:lnTo>
                <a:cubicBezTo>
                  <a:pt x="6873" y="14287"/>
                  <a:pt x="7313" y="14727"/>
                  <a:pt x="7855" y="14727"/>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8" name="Shape 2570">
            <a:extLst>
              <a:ext uri="{FF2B5EF4-FFF2-40B4-BE49-F238E27FC236}">
                <a16:creationId xmlns:a16="http://schemas.microsoft.com/office/drawing/2014/main" id="{89DAE6C1-DD54-1051-4411-96B55CDDC8FA}"/>
              </a:ext>
            </a:extLst>
          </p:cNvPr>
          <p:cNvSpPr/>
          <p:nvPr/>
        </p:nvSpPr>
        <p:spPr>
          <a:xfrm>
            <a:off x="3570727" y="4184486"/>
            <a:ext cx="279328" cy="272981"/>
          </a:xfrm>
          <a:custGeom>
            <a:avLst/>
            <a:gdLst/>
            <a:ahLst/>
            <a:cxnLst>
              <a:cxn ang="0">
                <a:pos x="wd2" y="hd2"/>
              </a:cxn>
              <a:cxn ang="5400000">
                <a:pos x="wd2" y="hd2"/>
              </a:cxn>
              <a:cxn ang="10800000">
                <a:pos x="wd2" y="hd2"/>
              </a:cxn>
              <a:cxn ang="16200000">
                <a:pos x="wd2" y="hd2"/>
              </a:cxn>
            </a:cxnLst>
            <a:rect l="0" t="0" r="r" b="b"/>
            <a:pathLst>
              <a:path w="21600" h="21319" extrusionOk="0">
                <a:moveTo>
                  <a:pt x="7530" y="4197"/>
                </a:moveTo>
                <a:lnTo>
                  <a:pt x="6680" y="3701"/>
                </a:lnTo>
                <a:lnTo>
                  <a:pt x="6189" y="4560"/>
                </a:lnTo>
                <a:lnTo>
                  <a:pt x="7040" y="5056"/>
                </a:lnTo>
                <a:cubicBezTo>
                  <a:pt x="7040" y="5056"/>
                  <a:pt x="7530" y="4197"/>
                  <a:pt x="7530" y="4197"/>
                </a:cubicBezTo>
                <a:close/>
                <a:moveTo>
                  <a:pt x="8512" y="2479"/>
                </a:moveTo>
                <a:lnTo>
                  <a:pt x="7662" y="1984"/>
                </a:lnTo>
                <a:lnTo>
                  <a:pt x="7171" y="2843"/>
                </a:lnTo>
                <a:lnTo>
                  <a:pt x="8021" y="3339"/>
                </a:lnTo>
                <a:cubicBezTo>
                  <a:pt x="8021" y="3339"/>
                  <a:pt x="8512" y="2479"/>
                  <a:pt x="8512" y="2479"/>
                </a:cubicBezTo>
                <a:close/>
                <a:moveTo>
                  <a:pt x="20618" y="8428"/>
                </a:moveTo>
                <a:lnTo>
                  <a:pt x="982" y="8428"/>
                </a:lnTo>
                <a:lnTo>
                  <a:pt x="982" y="6445"/>
                </a:lnTo>
                <a:lnTo>
                  <a:pt x="20618" y="6445"/>
                </a:lnTo>
                <a:cubicBezTo>
                  <a:pt x="20618" y="6445"/>
                  <a:pt x="20618" y="8428"/>
                  <a:pt x="20618" y="8428"/>
                </a:cubicBezTo>
                <a:close/>
                <a:moveTo>
                  <a:pt x="18655" y="20327"/>
                </a:moveTo>
                <a:lnTo>
                  <a:pt x="2945" y="20327"/>
                </a:lnTo>
                <a:lnTo>
                  <a:pt x="2945" y="9420"/>
                </a:lnTo>
                <a:lnTo>
                  <a:pt x="18655" y="9420"/>
                </a:lnTo>
                <a:cubicBezTo>
                  <a:pt x="18655" y="9420"/>
                  <a:pt x="18655" y="20327"/>
                  <a:pt x="18655" y="20327"/>
                </a:cubicBezTo>
                <a:close/>
                <a:moveTo>
                  <a:pt x="6811" y="1488"/>
                </a:moveTo>
                <a:cubicBezTo>
                  <a:pt x="7083" y="1014"/>
                  <a:pt x="7683" y="851"/>
                  <a:pt x="8153" y="1125"/>
                </a:cubicBezTo>
                <a:lnTo>
                  <a:pt x="9854" y="2117"/>
                </a:lnTo>
                <a:lnTo>
                  <a:pt x="7946" y="5454"/>
                </a:lnTo>
                <a:lnTo>
                  <a:pt x="5759" y="5454"/>
                </a:lnTo>
                <a:lnTo>
                  <a:pt x="5698" y="5419"/>
                </a:lnTo>
                <a:lnTo>
                  <a:pt x="5678" y="5454"/>
                </a:lnTo>
                <a:lnTo>
                  <a:pt x="4545" y="5454"/>
                </a:lnTo>
                <a:cubicBezTo>
                  <a:pt x="4545" y="5454"/>
                  <a:pt x="6811" y="1488"/>
                  <a:pt x="6811" y="1488"/>
                </a:cubicBezTo>
                <a:close/>
                <a:moveTo>
                  <a:pt x="15577" y="5454"/>
                </a:moveTo>
                <a:lnTo>
                  <a:pt x="9079" y="5454"/>
                </a:lnTo>
                <a:lnTo>
                  <a:pt x="10704" y="2612"/>
                </a:lnTo>
                <a:cubicBezTo>
                  <a:pt x="10704" y="2612"/>
                  <a:pt x="15577" y="5454"/>
                  <a:pt x="15577" y="5454"/>
                </a:cubicBezTo>
                <a:close/>
                <a:moveTo>
                  <a:pt x="15930" y="2759"/>
                </a:moveTo>
                <a:cubicBezTo>
                  <a:pt x="16454" y="2617"/>
                  <a:pt x="16991" y="2931"/>
                  <a:pt x="17132" y="3460"/>
                </a:cubicBezTo>
                <a:lnTo>
                  <a:pt x="17661" y="5454"/>
                </a:lnTo>
                <a:lnTo>
                  <a:pt x="17540" y="5454"/>
                </a:lnTo>
                <a:lnTo>
                  <a:pt x="16279" y="4718"/>
                </a:lnTo>
                <a:lnTo>
                  <a:pt x="16438" y="4674"/>
                </a:lnTo>
                <a:lnTo>
                  <a:pt x="16184" y="3716"/>
                </a:lnTo>
                <a:lnTo>
                  <a:pt x="15236" y="3973"/>
                </a:lnTo>
                <a:lnTo>
                  <a:pt x="15279" y="4135"/>
                </a:lnTo>
                <a:lnTo>
                  <a:pt x="14076" y="3434"/>
                </a:lnTo>
                <a:lnTo>
                  <a:pt x="14033" y="3272"/>
                </a:lnTo>
                <a:cubicBezTo>
                  <a:pt x="14033" y="3272"/>
                  <a:pt x="15930" y="2759"/>
                  <a:pt x="15930" y="2759"/>
                </a:cubicBezTo>
                <a:close/>
                <a:moveTo>
                  <a:pt x="20618" y="5454"/>
                </a:moveTo>
                <a:lnTo>
                  <a:pt x="18678" y="5454"/>
                </a:lnTo>
                <a:lnTo>
                  <a:pt x="18081" y="3203"/>
                </a:lnTo>
                <a:cubicBezTo>
                  <a:pt x="17800" y="2145"/>
                  <a:pt x="16724" y="1518"/>
                  <a:pt x="15676" y="1801"/>
                </a:cubicBezTo>
                <a:lnTo>
                  <a:pt x="12671" y="2615"/>
                </a:lnTo>
                <a:lnTo>
                  <a:pt x="8644" y="266"/>
                </a:lnTo>
                <a:cubicBezTo>
                  <a:pt x="7704" y="-281"/>
                  <a:pt x="6504" y="44"/>
                  <a:pt x="5961" y="992"/>
                </a:cubicBezTo>
                <a:lnTo>
                  <a:pt x="3410" y="5454"/>
                </a:lnTo>
                <a:lnTo>
                  <a:pt x="982" y="5454"/>
                </a:lnTo>
                <a:cubicBezTo>
                  <a:pt x="440" y="5454"/>
                  <a:pt x="0" y="5898"/>
                  <a:pt x="0" y="6445"/>
                </a:cubicBezTo>
                <a:lnTo>
                  <a:pt x="0" y="8428"/>
                </a:lnTo>
                <a:cubicBezTo>
                  <a:pt x="0" y="8977"/>
                  <a:pt x="440" y="9420"/>
                  <a:pt x="982" y="9420"/>
                </a:cubicBezTo>
                <a:lnTo>
                  <a:pt x="1964" y="9420"/>
                </a:lnTo>
                <a:lnTo>
                  <a:pt x="1964" y="20327"/>
                </a:lnTo>
                <a:cubicBezTo>
                  <a:pt x="1964" y="20875"/>
                  <a:pt x="2403" y="21319"/>
                  <a:pt x="2945" y="21319"/>
                </a:cubicBezTo>
                <a:lnTo>
                  <a:pt x="18655" y="21319"/>
                </a:lnTo>
                <a:cubicBezTo>
                  <a:pt x="19197" y="21319"/>
                  <a:pt x="19636" y="20875"/>
                  <a:pt x="19636" y="20327"/>
                </a:cubicBezTo>
                <a:lnTo>
                  <a:pt x="19636" y="9420"/>
                </a:lnTo>
                <a:lnTo>
                  <a:pt x="20618" y="9420"/>
                </a:lnTo>
                <a:cubicBezTo>
                  <a:pt x="21160" y="9420"/>
                  <a:pt x="21600" y="8977"/>
                  <a:pt x="21600" y="8428"/>
                </a:cubicBezTo>
                <a:lnTo>
                  <a:pt x="21600" y="6445"/>
                </a:lnTo>
                <a:cubicBezTo>
                  <a:pt x="21600" y="5898"/>
                  <a:pt x="21160" y="5454"/>
                  <a:pt x="20618" y="5454"/>
                </a:cubicBezTo>
                <a:moveTo>
                  <a:pt x="7855" y="12395"/>
                </a:moveTo>
                <a:lnTo>
                  <a:pt x="13745" y="12395"/>
                </a:lnTo>
                <a:lnTo>
                  <a:pt x="13745" y="13386"/>
                </a:lnTo>
                <a:lnTo>
                  <a:pt x="7855" y="13386"/>
                </a:lnTo>
                <a:cubicBezTo>
                  <a:pt x="7855" y="13386"/>
                  <a:pt x="7855" y="12395"/>
                  <a:pt x="7855" y="12395"/>
                </a:cubicBezTo>
                <a:close/>
                <a:moveTo>
                  <a:pt x="7855" y="14378"/>
                </a:moveTo>
                <a:lnTo>
                  <a:pt x="13745" y="14378"/>
                </a:lnTo>
                <a:cubicBezTo>
                  <a:pt x="14288" y="14378"/>
                  <a:pt x="14727" y="13934"/>
                  <a:pt x="14727" y="13386"/>
                </a:cubicBezTo>
                <a:lnTo>
                  <a:pt x="14727" y="12395"/>
                </a:lnTo>
                <a:cubicBezTo>
                  <a:pt x="14727" y="11847"/>
                  <a:pt x="14288" y="11403"/>
                  <a:pt x="13745" y="11403"/>
                </a:cubicBezTo>
                <a:lnTo>
                  <a:pt x="7855" y="11403"/>
                </a:lnTo>
                <a:cubicBezTo>
                  <a:pt x="7312" y="11403"/>
                  <a:pt x="6873" y="11847"/>
                  <a:pt x="6873" y="12395"/>
                </a:cubicBezTo>
                <a:lnTo>
                  <a:pt x="6873" y="13386"/>
                </a:lnTo>
                <a:cubicBezTo>
                  <a:pt x="6873" y="13934"/>
                  <a:pt x="7312" y="14378"/>
                  <a:pt x="7855" y="14378"/>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9" name="Shape 2571">
            <a:extLst>
              <a:ext uri="{FF2B5EF4-FFF2-40B4-BE49-F238E27FC236}">
                <a16:creationId xmlns:a16="http://schemas.microsoft.com/office/drawing/2014/main" id="{CFEAE0F9-299D-5474-FF77-4DF1F58B2B88}"/>
              </a:ext>
            </a:extLst>
          </p:cNvPr>
          <p:cNvSpPr/>
          <p:nvPr/>
        </p:nvSpPr>
        <p:spPr>
          <a:xfrm>
            <a:off x="4103988" y="4178138"/>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9327" y="17673"/>
                </a:moveTo>
                <a:cubicBezTo>
                  <a:pt x="4718" y="17673"/>
                  <a:pt x="982" y="13936"/>
                  <a:pt x="982" y="9327"/>
                </a:cubicBezTo>
                <a:cubicBezTo>
                  <a:pt x="982" y="4718"/>
                  <a:pt x="4718" y="982"/>
                  <a:pt x="9327" y="982"/>
                </a:cubicBezTo>
                <a:cubicBezTo>
                  <a:pt x="13936" y="982"/>
                  <a:pt x="17673" y="4718"/>
                  <a:pt x="17673" y="9327"/>
                </a:cubicBezTo>
                <a:cubicBezTo>
                  <a:pt x="17673" y="13936"/>
                  <a:pt x="13936" y="17673"/>
                  <a:pt x="9327" y="17673"/>
                </a:cubicBezTo>
                <a:moveTo>
                  <a:pt x="21456" y="20762"/>
                </a:moveTo>
                <a:lnTo>
                  <a:pt x="16253" y="15559"/>
                </a:lnTo>
                <a:cubicBezTo>
                  <a:pt x="17741" y="13907"/>
                  <a:pt x="18655" y="11726"/>
                  <a:pt x="18655" y="9327"/>
                </a:cubicBezTo>
                <a:cubicBezTo>
                  <a:pt x="18655" y="4176"/>
                  <a:pt x="14479" y="0"/>
                  <a:pt x="9327" y="0"/>
                </a:cubicBezTo>
                <a:cubicBezTo>
                  <a:pt x="4176" y="0"/>
                  <a:pt x="0" y="4176"/>
                  <a:pt x="0" y="9327"/>
                </a:cubicBezTo>
                <a:cubicBezTo>
                  <a:pt x="0" y="14479"/>
                  <a:pt x="4176" y="18655"/>
                  <a:pt x="9327" y="18655"/>
                </a:cubicBezTo>
                <a:cubicBezTo>
                  <a:pt x="11726" y="18655"/>
                  <a:pt x="13907" y="17742"/>
                  <a:pt x="15559" y="16253"/>
                </a:cubicBezTo>
                <a:lnTo>
                  <a:pt x="20762" y="21456"/>
                </a:lnTo>
                <a:cubicBezTo>
                  <a:pt x="20851" y="21546"/>
                  <a:pt x="20973" y="21600"/>
                  <a:pt x="21109" y="21600"/>
                </a:cubicBezTo>
                <a:cubicBezTo>
                  <a:pt x="21380" y="21600"/>
                  <a:pt x="21600" y="21381"/>
                  <a:pt x="21600" y="21109"/>
                </a:cubicBezTo>
                <a:cubicBezTo>
                  <a:pt x="21600" y="20974"/>
                  <a:pt x="21545" y="20851"/>
                  <a:pt x="21456" y="20762"/>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0" name="Shape 2572">
            <a:extLst>
              <a:ext uri="{FF2B5EF4-FFF2-40B4-BE49-F238E27FC236}">
                <a16:creationId xmlns:a16="http://schemas.microsoft.com/office/drawing/2014/main" id="{89D03F6E-3412-918B-A150-FF8D8BC49F96}"/>
              </a:ext>
            </a:extLst>
          </p:cNvPr>
          <p:cNvSpPr/>
          <p:nvPr/>
        </p:nvSpPr>
        <p:spPr>
          <a:xfrm>
            <a:off x="4637249" y="4178138"/>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9327" y="17673"/>
                </a:moveTo>
                <a:cubicBezTo>
                  <a:pt x="4718" y="17673"/>
                  <a:pt x="982" y="13936"/>
                  <a:pt x="982" y="9327"/>
                </a:cubicBezTo>
                <a:cubicBezTo>
                  <a:pt x="982" y="4718"/>
                  <a:pt x="4718" y="982"/>
                  <a:pt x="9327" y="982"/>
                </a:cubicBezTo>
                <a:cubicBezTo>
                  <a:pt x="13936" y="982"/>
                  <a:pt x="17673" y="4718"/>
                  <a:pt x="17673" y="9327"/>
                </a:cubicBezTo>
                <a:cubicBezTo>
                  <a:pt x="17673" y="13936"/>
                  <a:pt x="13936" y="17673"/>
                  <a:pt x="9327" y="17673"/>
                </a:cubicBezTo>
                <a:moveTo>
                  <a:pt x="21456" y="20762"/>
                </a:moveTo>
                <a:lnTo>
                  <a:pt x="16253" y="15559"/>
                </a:lnTo>
                <a:cubicBezTo>
                  <a:pt x="17741" y="13907"/>
                  <a:pt x="18655" y="11726"/>
                  <a:pt x="18655" y="9327"/>
                </a:cubicBezTo>
                <a:cubicBezTo>
                  <a:pt x="18655" y="4176"/>
                  <a:pt x="14479" y="0"/>
                  <a:pt x="9327" y="0"/>
                </a:cubicBezTo>
                <a:cubicBezTo>
                  <a:pt x="4176" y="0"/>
                  <a:pt x="0" y="4176"/>
                  <a:pt x="0" y="9327"/>
                </a:cubicBezTo>
                <a:cubicBezTo>
                  <a:pt x="0" y="14479"/>
                  <a:pt x="4176" y="18655"/>
                  <a:pt x="9327" y="18655"/>
                </a:cubicBezTo>
                <a:cubicBezTo>
                  <a:pt x="11726" y="18655"/>
                  <a:pt x="13907" y="17742"/>
                  <a:pt x="15559" y="16253"/>
                </a:cubicBezTo>
                <a:lnTo>
                  <a:pt x="20762" y="21456"/>
                </a:lnTo>
                <a:cubicBezTo>
                  <a:pt x="20851" y="21546"/>
                  <a:pt x="20973" y="21600"/>
                  <a:pt x="21109" y="21600"/>
                </a:cubicBezTo>
                <a:cubicBezTo>
                  <a:pt x="21380" y="21600"/>
                  <a:pt x="21600" y="21381"/>
                  <a:pt x="21600" y="21109"/>
                </a:cubicBezTo>
                <a:cubicBezTo>
                  <a:pt x="21600" y="20974"/>
                  <a:pt x="21545" y="20851"/>
                  <a:pt x="21456" y="20762"/>
                </a:cubicBezTo>
                <a:moveTo>
                  <a:pt x="13745" y="8836"/>
                </a:moveTo>
                <a:lnTo>
                  <a:pt x="9818" y="8836"/>
                </a:lnTo>
                <a:lnTo>
                  <a:pt x="9818" y="4909"/>
                </a:lnTo>
                <a:cubicBezTo>
                  <a:pt x="9818" y="4638"/>
                  <a:pt x="9599" y="4418"/>
                  <a:pt x="9327" y="4418"/>
                </a:cubicBezTo>
                <a:cubicBezTo>
                  <a:pt x="9056" y="4418"/>
                  <a:pt x="8836" y="4638"/>
                  <a:pt x="8836" y="4909"/>
                </a:cubicBezTo>
                <a:lnTo>
                  <a:pt x="8836" y="8836"/>
                </a:lnTo>
                <a:lnTo>
                  <a:pt x="4909" y="8836"/>
                </a:lnTo>
                <a:cubicBezTo>
                  <a:pt x="4638" y="8836"/>
                  <a:pt x="4418" y="9056"/>
                  <a:pt x="4418" y="9327"/>
                </a:cubicBezTo>
                <a:cubicBezTo>
                  <a:pt x="4418" y="9599"/>
                  <a:pt x="4638" y="9818"/>
                  <a:pt x="4909" y="9818"/>
                </a:cubicBezTo>
                <a:lnTo>
                  <a:pt x="8836" y="9818"/>
                </a:lnTo>
                <a:lnTo>
                  <a:pt x="8836" y="13745"/>
                </a:lnTo>
                <a:cubicBezTo>
                  <a:pt x="8836" y="14017"/>
                  <a:pt x="9056" y="14236"/>
                  <a:pt x="9327" y="14236"/>
                </a:cubicBezTo>
                <a:cubicBezTo>
                  <a:pt x="9599" y="14236"/>
                  <a:pt x="9818" y="14017"/>
                  <a:pt x="9818" y="13745"/>
                </a:cubicBezTo>
                <a:lnTo>
                  <a:pt x="9818" y="9818"/>
                </a:lnTo>
                <a:lnTo>
                  <a:pt x="13745" y="9818"/>
                </a:lnTo>
                <a:cubicBezTo>
                  <a:pt x="14017" y="9818"/>
                  <a:pt x="14236" y="9599"/>
                  <a:pt x="14236" y="9327"/>
                </a:cubicBezTo>
                <a:cubicBezTo>
                  <a:pt x="14236" y="9056"/>
                  <a:pt x="14017" y="8836"/>
                  <a:pt x="13745" y="8836"/>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1" name="Shape 2573">
            <a:extLst>
              <a:ext uri="{FF2B5EF4-FFF2-40B4-BE49-F238E27FC236}">
                <a16:creationId xmlns:a16="http://schemas.microsoft.com/office/drawing/2014/main" id="{6A52F3A5-D626-6975-8BA7-0E7B3932C90F}"/>
              </a:ext>
            </a:extLst>
          </p:cNvPr>
          <p:cNvSpPr/>
          <p:nvPr/>
        </p:nvSpPr>
        <p:spPr>
          <a:xfrm>
            <a:off x="5170510" y="4178138"/>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9327" y="17673"/>
                </a:moveTo>
                <a:cubicBezTo>
                  <a:pt x="4718" y="17673"/>
                  <a:pt x="982" y="13936"/>
                  <a:pt x="982" y="9327"/>
                </a:cubicBezTo>
                <a:cubicBezTo>
                  <a:pt x="982" y="4718"/>
                  <a:pt x="4718" y="982"/>
                  <a:pt x="9327" y="982"/>
                </a:cubicBezTo>
                <a:cubicBezTo>
                  <a:pt x="13936" y="982"/>
                  <a:pt x="17673" y="4718"/>
                  <a:pt x="17673" y="9327"/>
                </a:cubicBezTo>
                <a:cubicBezTo>
                  <a:pt x="17673" y="13936"/>
                  <a:pt x="13936" y="17673"/>
                  <a:pt x="9327" y="17673"/>
                </a:cubicBezTo>
                <a:moveTo>
                  <a:pt x="21456" y="20762"/>
                </a:moveTo>
                <a:lnTo>
                  <a:pt x="16253" y="15559"/>
                </a:lnTo>
                <a:cubicBezTo>
                  <a:pt x="17741" y="13907"/>
                  <a:pt x="18655" y="11726"/>
                  <a:pt x="18655" y="9327"/>
                </a:cubicBezTo>
                <a:cubicBezTo>
                  <a:pt x="18655" y="4176"/>
                  <a:pt x="14479" y="0"/>
                  <a:pt x="9327" y="0"/>
                </a:cubicBezTo>
                <a:cubicBezTo>
                  <a:pt x="4176" y="0"/>
                  <a:pt x="0" y="4176"/>
                  <a:pt x="0" y="9327"/>
                </a:cubicBezTo>
                <a:cubicBezTo>
                  <a:pt x="0" y="14479"/>
                  <a:pt x="4176" y="18655"/>
                  <a:pt x="9327" y="18655"/>
                </a:cubicBezTo>
                <a:cubicBezTo>
                  <a:pt x="11726" y="18655"/>
                  <a:pt x="13907" y="17742"/>
                  <a:pt x="15559" y="16253"/>
                </a:cubicBezTo>
                <a:lnTo>
                  <a:pt x="20762" y="21456"/>
                </a:lnTo>
                <a:cubicBezTo>
                  <a:pt x="20851" y="21546"/>
                  <a:pt x="20973" y="21600"/>
                  <a:pt x="21109" y="21600"/>
                </a:cubicBezTo>
                <a:cubicBezTo>
                  <a:pt x="21380" y="21600"/>
                  <a:pt x="21600" y="21381"/>
                  <a:pt x="21600" y="21109"/>
                </a:cubicBezTo>
                <a:cubicBezTo>
                  <a:pt x="21600" y="20974"/>
                  <a:pt x="21545" y="20851"/>
                  <a:pt x="21456" y="20762"/>
                </a:cubicBezTo>
                <a:moveTo>
                  <a:pt x="13745" y="8836"/>
                </a:moveTo>
                <a:lnTo>
                  <a:pt x="4909" y="8836"/>
                </a:lnTo>
                <a:cubicBezTo>
                  <a:pt x="4638" y="8836"/>
                  <a:pt x="4418" y="9056"/>
                  <a:pt x="4418" y="9327"/>
                </a:cubicBezTo>
                <a:cubicBezTo>
                  <a:pt x="4418" y="9599"/>
                  <a:pt x="4638" y="9818"/>
                  <a:pt x="4909" y="9818"/>
                </a:cubicBezTo>
                <a:lnTo>
                  <a:pt x="13745" y="9818"/>
                </a:lnTo>
                <a:cubicBezTo>
                  <a:pt x="14017" y="9818"/>
                  <a:pt x="14236" y="9599"/>
                  <a:pt x="14236" y="9327"/>
                </a:cubicBezTo>
                <a:cubicBezTo>
                  <a:pt x="14236" y="9056"/>
                  <a:pt x="14017" y="8836"/>
                  <a:pt x="13745" y="8836"/>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2" name="Shape 2574">
            <a:extLst>
              <a:ext uri="{FF2B5EF4-FFF2-40B4-BE49-F238E27FC236}">
                <a16:creationId xmlns:a16="http://schemas.microsoft.com/office/drawing/2014/main" id="{D9B2B83B-1983-E56C-7182-221157EA0717}"/>
              </a:ext>
            </a:extLst>
          </p:cNvPr>
          <p:cNvSpPr/>
          <p:nvPr/>
        </p:nvSpPr>
        <p:spPr>
          <a:xfrm>
            <a:off x="5716468" y="4178138"/>
            <a:ext cx="253935"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4909"/>
                </a:moveTo>
                <a:cubicBezTo>
                  <a:pt x="5432" y="4909"/>
                  <a:pt x="1080" y="4030"/>
                  <a:pt x="1080" y="2945"/>
                </a:cubicBezTo>
                <a:cubicBezTo>
                  <a:pt x="1080" y="1861"/>
                  <a:pt x="5432" y="982"/>
                  <a:pt x="10800" y="982"/>
                </a:cubicBezTo>
                <a:cubicBezTo>
                  <a:pt x="16168" y="982"/>
                  <a:pt x="20520" y="1861"/>
                  <a:pt x="20520" y="2945"/>
                </a:cubicBezTo>
                <a:cubicBezTo>
                  <a:pt x="20520" y="4030"/>
                  <a:pt x="16168" y="4909"/>
                  <a:pt x="10800" y="4909"/>
                </a:cubicBezTo>
                <a:moveTo>
                  <a:pt x="16305" y="8659"/>
                </a:moveTo>
                <a:cubicBezTo>
                  <a:pt x="14130" y="10260"/>
                  <a:pt x="11880" y="11916"/>
                  <a:pt x="11880" y="14727"/>
                </a:cubicBezTo>
                <a:cubicBezTo>
                  <a:pt x="11880" y="17561"/>
                  <a:pt x="11880" y="19270"/>
                  <a:pt x="11642" y="20135"/>
                </a:cubicBezTo>
                <a:cubicBezTo>
                  <a:pt x="11522" y="20573"/>
                  <a:pt x="11509" y="20618"/>
                  <a:pt x="10800" y="20618"/>
                </a:cubicBezTo>
                <a:cubicBezTo>
                  <a:pt x="10091" y="20618"/>
                  <a:pt x="10078" y="20573"/>
                  <a:pt x="9957" y="20135"/>
                </a:cubicBezTo>
                <a:cubicBezTo>
                  <a:pt x="9818" y="19627"/>
                  <a:pt x="9761" y="18820"/>
                  <a:pt x="9738" y="17673"/>
                </a:cubicBezTo>
                <a:lnTo>
                  <a:pt x="10260" y="17673"/>
                </a:lnTo>
                <a:cubicBezTo>
                  <a:pt x="10558" y="17673"/>
                  <a:pt x="10800" y="17453"/>
                  <a:pt x="10800" y="17182"/>
                </a:cubicBezTo>
                <a:cubicBezTo>
                  <a:pt x="10800" y="16911"/>
                  <a:pt x="10558" y="16691"/>
                  <a:pt x="10260" y="16691"/>
                </a:cubicBezTo>
                <a:lnTo>
                  <a:pt x="9724" y="16691"/>
                </a:lnTo>
                <a:cubicBezTo>
                  <a:pt x="9722" y="16381"/>
                  <a:pt x="9721" y="16059"/>
                  <a:pt x="9721" y="15709"/>
                </a:cubicBezTo>
                <a:lnTo>
                  <a:pt x="10260" y="15709"/>
                </a:lnTo>
                <a:cubicBezTo>
                  <a:pt x="10558" y="15709"/>
                  <a:pt x="10800" y="15489"/>
                  <a:pt x="10800" y="15218"/>
                </a:cubicBezTo>
                <a:cubicBezTo>
                  <a:pt x="10800" y="14947"/>
                  <a:pt x="10558" y="14727"/>
                  <a:pt x="10260" y="14727"/>
                </a:cubicBezTo>
                <a:lnTo>
                  <a:pt x="9720" y="14727"/>
                </a:lnTo>
                <a:cubicBezTo>
                  <a:pt x="9720" y="11916"/>
                  <a:pt x="7470" y="10260"/>
                  <a:pt x="5295" y="8659"/>
                </a:cubicBezTo>
                <a:cubicBezTo>
                  <a:pt x="3543" y="7370"/>
                  <a:pt x="1872" y="6139"/>
                  <a:pt x="1294" y="4344"/>
                </a:cubicBezTo>
                <a:cubicBezTo>
                  <a:pt x="3119" y="5266"/>
                  <a:pt x="6691" y="5891"/>
                  <a:pt x="10800" y="5891"/>
                </a:cubicBezTo>
                <a:cubicBezTo>
                  <a:pt x="14905" y="5891"/>
                  <a:pt x="18475" y="5266"/>
                  <a:pt x="20302" y="4347"/>
                </a:cubicBezTo>
                <a:cubicBezTo>
                  <a:pt x="19721" y="6143"/>
                  <a:pt x="18053" y="7373"/>
                  <a:pt x="16305" y="8659"/>
                </a:cubicBezTo>
                <a:moveTo>
                  <a:pt x="10800" y="0"/>
                </a:moveTo>
                <a:cubicBezTo>
                  <a:pt x="4835" y="0"/>
                  <a:pt x="0" y="1319"/>
                  <a:pt x="0" y="2945"/>
                </a:cubicBezTo>
                <a:cubicBezTo>
                  <a:pt x="0" y="8836"/>
                  <a:pt x="8640" y="9818"/>
                  <a:pt x="8640" y="14727"/>
                </a:cubicBezTo>
                <a:lnTo>
                  <a:pt x="8640" y="15217"/>
                </a:lnTo>
                <a:lnTo>
                  <a:pt x="8640" y="15218"/>
                </a:lnTo>
                <a:lnTo>
                  <a:pt x="8640" y="15219"/>
                </a:lnTo>
                <a:cubicBezTo>
                  <a:pt x="8641" y="15938"/>
                  <a:pt x="8642" y="16572"/>
                  <a:pt x="8649" y="17142"/>
                </a:cubicBezTo>
                <a:cubicBezTo>
                  <a:pt x="8647" y="17155"/>
                  <a:pt x="8640" y="17168"/>
                  <a:pt x="8640" y="17182"/>
                </a:cubicBezTo>
                <a:cubicBezTo>
                  <a:pt x="8640" y="17199"/>
                  <a:pt x="8648" y="17212"/>
                  <a:pt x="8651" y="17230"/>
                </a:cubicBezTo>
                <a:cubicBezTo>
                  <a:pt x="8699" y="20896"/>
                  <a:pt x="8995" y="21600"/>
                  <a:pt x="10800" y="21600"/>
                </a:cubicBezTo>
                <a:cubicBezTo>
                  <a:pt x="12960" y="21600"/>
                  <a:pt x="12960" y="20618"/>
                  <a:pt x="12960" y="14727"/>
                </a:cubicBezTo>
                <a:cubicBezTo>
                  <a:pt x="12960" y="9818"/>
                  <a:pt x="21600" y="8836"/>
                  <a:pt x="21600" y="2945"/>
                </a:cubicBezTo>
                <a:cubicBezTo>
                  <a:pt x="21600" y="1319"/>
                  <a:pt x="16765" y="0"/>
                  <a:pt x="108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3" name="Shape 2575">
            <a:extLst>
              <a:ext uri="{FF2B5EF4-FFF2-40B4-BE49-F238E27FC236}">
                <a16:creationId xmlns:a16="http://schemas.microsoft.com/office/drawing/2014/main" id="{C37F356B-18A8-F883-5110-0EA8C00311BE}"/>
              </a:ext>
            </a:extLst>
          </p:cNvPr>
          <p:cNvSpPr/>
          <p:nvPr/>
        </p:nvSpPr>
        <p:spPr>
          <a:xfrm>
            <a:off x="904422" y="4711399"/>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1109" y="14727"/>
                </a:moveTo>
                <a:lnTo>
                  <a:pt x="18655" y="14727"/>
                </a:lnTo>
                <a:lnTo>
                  <a:pt x="18655" y="12273"/>
                </a:lnTo>
                <a:cubicBezTo>
                  <a:pt x="18655" y="12002"/>
                  <a:pt x="18434" y="11782"/>
                  <a:pt x="18164" y="11782"/>
                </a:cubicBezTo>
                <a:cubicBezTo>
                  <a:pt x="17893" y="11782"/>
                  <a:pt x="17673" y="12002"/>
                  <a:pt x="17673" y="12273"/>
                </a:cubicBezTo>
                <a:lnTo>
                  <a:pt x="17673" y="14727"/>
                </a:lnTo>
                <a:lnTo>
                  <a:pt x="15218" y="14727"/>
                </a:lnTo>
                <a:cubicBezTo>
                  <a:pt x="14947" y="14727"/>
                  <a:pt x="14727" y="14947"/>
                  <a:pt x="14727" y="15218"/>
                </a:cubicBezTo>
                <a:cubicBezTo>
                  <a:pt x="14727" y="15490"/>
                  <a:pt x="14947" y="15709"/>
                  <a:pt x="15218" y="15709"/>
                </a:cubicBezTo>
                <a:lnTo>
                  <a:pt x="17673" y="15709"/>
                </a:lnTo>
                <a:lnTo>
                  <a:pt x="17673" y="18164"/>
                </a:lnTo>
                <a:cubicBezTo>
                  <a:pt x="17673" y="18435"/>
                  <a:pt x="17893" y="18655"/>
                  <a:pt x="18164" y="18655"/>
                </a:cubicBezTo>
                <a:cubicBezTo>
                  <a:pt x="18434" y="18655"/>
                  <a:pt x="18655" y="18435"/>
                  <a:pt x="18655" y="18164"/>
                </a:cubicBezTo>
                <a:lnTo>
                  <a:pt x="18655" y="15709"/>
                </a:lnTo>
                <a:lnTo>
                  <a:pt x="21109" y="15709"/>
                </a:lnTo>
                <a:cubicBezTo>
                  <a:pt x="21380" y="15709"/>
                  <a:pt x="21600" y="15490"/>
                  <a:pt x="21600" y="15218"/>
                </a:cubicBezTo>
                <a:cubicBezTo>
                  <a:pt x="21600" y="14947"/>
                  <a:pt x="21380" y="14727"/>
                  <a:pt x="21109" y="14727"/>
                </a:cubicBezTo>
                <a:moveTo>
                  <a:pt x="14823" y="8659"/>
                </a:moveTo>
                <a:cubicBezTo>
                  <a:pt x="12845" y="10260"/>
                  <a:pt x="10800" y="11916"/>
                  <a:pt x="10800" y="14727"/>
                </a:cubicBezTo>
                <a:cubicBezTo>
                  <a:pt x="10800" y="17561"/>
                  <a:pt x="10800" y="19270"/>
                  <a:pt x="10584" y="20135"/>
                </a:cubicBezTo>
                <a:cubicBezTo>
                  <a:pt x="10474" y="20573"/>
                  <a:pt x="10463" y="20618"/>
                  <a:pt x="9818" y="20618"/>
                </a:cubicBezTo>
                <a:cubicBezTo>
                  <a:pt x="9173" y="20618"/>
                  <a:pt x="9162" y="20573"/>
                  <a:pt x="9052" y="20135"/>
                </a:cubicBezTo>
                <a:cubicBezTo>
                  <a:pt x="8926" y="19627"/>
                  <a:pt x="8874" y="18820"/>
                  <a:pt x="8853" y="17673"/>
                </a:cubicBezTo>
                <a:lnTo>
                  <a:pt x="9327" y="17673"/>
                </a:lnTo>
                <a:cubicBezTo>
                  <a:pt x="9598" y="17673"/>
                  <a:pt x="9818" y="17453"/>
                  <a:pt x="9818" y="17182"/>
                </a:cubicBezTo>
                <a:cubicBezTo>
                  <a:pt x="9818" y="16910"/>
                  <a:pt x="9598" y="16691"/>
                  <a:pt x="9327" y="16691"/>
                </a:cubicBezTo>
                <a:lnTo>
                  <a:pt x="8840" y="16691"/>
                </a:lnTo>
                <a:cubicBezTo>
                  <a:pt x="8838" y="16381"/>
                  <a:pt x="8837" y="16059"/>
                  <a:pt x="8837" y="15709"/>
                </a:cubicBezTo>
                <a:lnTo>
                  <a:pt x="9327" y="15709"/>
                </a:lnTo>
                <a:cubicBezTo>
                  <a:pt x="9598" y="15709"/>
                  <a:pt x="9818" y="15490"/>
                  <a:pt x="9818" y="15218"/>
                </a:cubicBezTo>
                <a:cubicBezTo>
                  <a:pt x="9818" y="14947"/>
                  <a:pt x="9598" y="14727"/>
                  <a:pt x="9327" y="14727"/>
                </a:cubicBezTo>
                <a:lnTo>
                  <a:pt x="8836" y="14727"/>
                </a:lnTo>
                <a:cubicBezTo>
                  <a:pt x="8836" y="11916"/>
                  <a:pt x="6791" y="10260"/>
                  <a:pt x="4813" y="8659"/>
                </a:cubicBezTo>
                <a:cubicBezTo>
                  <a:pt x="3221" y="7370"/>
                  <a:pt x="1702" y="6139"/>
                  <a:pt x="1176" y="4344"/>
                </a:cubicBezTo>
                <a:cubicBezTo>
                  <a:pt x="2835" y="5266"/>
                  <a:pt x="6083" y="5891"/>
                  <a:pt x="9818" y="5891"/>
                </a:cubicBezTo>
                <a:cubicBezTo>
                  <a:pt x="13550" y="5891"/>
                  <a:pt x="16795" y="5266"/>
                  <a:pt x="18456" y="4347"/>
                </a:cubicBezTo>
                <a:cubicBezTo>
                  <a:pt x="17928" y="6143"/>
                  <a:pt x="16412" y="7373"/>
                  <a:pt x="14823" y="8659"/>
                </a:cubicBezTo>
                <a:moveTo>
                  <a:pt x="982" y="2945"/>
                </a:moveTo>
                <a:cubicBezTo>
                  <a:pt x="982" y="1861"/>
                  <a:pt x="4938" y="982"/>
                  <a:pt x="9818" y="982"/>
                </a:cubicBezTo>
                <a:cubicBezTo>
                  <a:pt x="14698" y="982"/>
                  <a:pt x="18655" y="1861"/>
                  <a:pt x="18655" y="2945"/>
                </a:cubicBezTo>
                <a:cubicBezTo>
                  <a:pt x="18655" y="4031"/>
                  <a:pt x="14698" y="4909"/>
                  <a:pt x="9818" y="4909"/>
                </a:cubicBezTo>
                <a:cubicBezTo>
                  <a:pt x="4938" y="4909"/>
                  <a:pt x="982" y="4031"/>
                  <a:pt x="982" y="2945"/>
                </a:cubicBezTo>
                <a:moveTo>
                  <a:pt x="19636" y="2945"/>
                </a:moveTo>
                <a:cubicBezTo>
                  <a:pt x="19636" y="1319"/>
                  <a:pt x="15241" y="0"/>
                  <a:pt x="9818" y="0"/>
                </a:cubicBezTo>
                <a:cubicBezTo>
                  <a:pt x="4396" y="0"/>
                  <a:pt x="0" y="1319"/>
                  <a:pt x="0" y="2945"/>
                </a:cubicBezTo>
                <a:cubicBezTo>
                  <a:pt x="0" y="8836"/>
                  <a:pt x="7855" y="9818"/>
                  <a:pt x="7855" y="14727"/>
                </a:cubicBezTo>
                <a:cubicBezTo>
                  <a:pt x="7855" y="14900"/>
                  <a:pt x="7855" y="15053"/>
                  <a:pt x="7855" y="15217"/>
                </a:cubicBezTo>
                <a:cubicBezTo>
                  <a:pt x="7855" y="15217"/>
                  <a:pt x="7855" y="15218"/>
                  <a:pt x="7855" y="15218"/>
                </a:cubicBezTo>
                <a:cubicBezTo>
                  <a:pt x="7855" y="15219"/>
                  <a:pt x="7855" y="15219"/>
                  <a:pt x="7855" y="15219"/>
                </a:cubicBezTo>
                <a:cubicBezTo>
                  <a:pt x="7855" y="15938"/>
                  <a:pt x="7856" y="16572"/>
                  <a:pt x="7863" y="17142"/>
                </a:cubicBezTo>
                <a:cubicBezTo>
                  <a:pt x="7861" y="17155"/>
                  <a:pt x="7855" y="17168"/>
                  <a:pt x="7855" y="17182"/>
                </a:cubicBezTo>
                <a:cubicBezTo>
                  <a:pt x="7855" y="17199"/>
                  <a:pt x="7862" y="17212"/>
                  <a:pt x="7864" y="17229"/>
                </a:cubicBezTo>
                <a:cubicBezTo>
                  <a:pt x="7908" y="20896"/>
                  <a:pt x="8177" y="21600"/>
                  <a:pt x="9818" y="21600"/>
                </a:cubicBezTo>
                <a:cubicBezTo>
                  <a:pt x="11782" y="21600"/>
                  <a:pt x="11782" y="20618"/>
                  <a:pt x="11782" y="14727"/>
                </a:cubicBezTo>
                <a:cubicBezTo>
                  <a:pt x="11782" y="9818"/>
                  <a:pt x="19636" y="8836"/>
                  <a:pt x="19636" y="2945"/>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4" name="Shape 2576">
            <a:extLst>
              <a:ext uri="{FF2B5EF4-FFF2-40B4-BE49-F238E27FC236}">
                <a16:creationId xmlns:a16="http://schemas.microsoft.com/office/drawing/2014/main" id="{60E87541-1CA4-6820-A78C-12388599B62E}"/>
              </a:ext>
            </a:extLst>
          </p:cNvPr>
          <p:cNvSpPr/>
          <p:nvPr/>
        </p:nvSpPr>
        <p:spPr>
          <a:xfrm>
            <a:off x="1437683" y="4711399"/>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1109" y="14727"/>
                </a:moveTo>
                <a:lnTo>
                  <a:pt x="15218" y="14727"/>
                </a:lnTo>
                <a:cubicBezTo>
                  <a:pt x="14947" y="14727"/>
                  <a:pt x="14727" y="14947"/>
                  <a:pt x="14727" y="15218"/>
                </a:cubicBezTo>
                <a:cubicBezTo>
                  <a:pt x="14727" y="15490"/>
                  <a:pt x="14947" y="15709"/>
                  <a:pt x="15218" y="15709"/>
                </a:cubicBezTo>
                <a:lnTo>
                  <a:pt x="21109" y="15709"/>
                </a:lnTo>
                <a:cubicBezTo>
                  <a:pt x="21380" y="15709"/>
                  <a:pt x="21600" y="15490"/>
                  <a:pt x="21600" y="15218"/>
                </a:cubicBezTo>
                <a:cubicBezTo>
                  <a:pt x="21600" y="14947"/>
                  <a:pt x="21380" y="14727"/>
                  <a:pt x="21109" y="14727"/>
                </a:cubicBezTo>
                <a:moveTo>
                  <a:pt x="14823" y="8659"/>
                </a:moveTo>
                <a:cubicBezTo>
                  <a:pt x="12845" y="10260"/>
                  <a:pt x="10800" y="11916"/>
                  <a:pt x="10800" y="14727"/>
                </a:cubicBezTo>
                <a:cubicBezTo>
                  <a:pt x="10800" y="17561"/>
                  <a:pt x="10800" y="19270"/>
                  <a:pt x="10584" y="20135"/>
                </a:cubicBezTo>
                <a:cubicBezTo>
                  <a:pt x="10474" y="20573"/>
                  <a:pt x="10463" y="20618"/>
                  <a:pt x="9818" y="20618"/>
                </a:cubicBezTo>
                <a:cubicBezTo>
                  <a:pt x="9173" y="20618"/>
                  <a:pt x="9162" y="20573"/>
                  <a:pt x="9052" y="20135"/>
                </a:cubicBezTo>
                <a:cubicBezTo>
                  <a:pt x="8926" y="19627"/>
                  <a:pt x="8874" y="18820"/>
                  <a:pt x="8853" y="17673"/>
                </a:cubicBezTo>
                <a:lnTo>
                  <a:pt x="9327" y="17673"/>
                </a:lnTo>
                <a:cubicBezTo>
                  <a:pt x="9598" y="17673"/>
                  <a:pt x="9818" y="17453"/>
                  <a:pt x="9818" y="17182"/>
                </a:cubicBezTo>
                <a:cubicBezTo>
                  <a:pt x="9818" y="16910"/>
                  <a:pt x="9598" y="16691"/>
                  <a:pt x="9327" y="16691"/>
                </a:cubicBezTo>
                <a:lnTo>
                  <a:pt x="8840" y="16691"/>
                </a:lnTo>
                <a:cubicBezTo>
                  <a:pt x="8838" y="16381"/>
                  <a:pt x="8837" y="16059"/>
                  <a:pt x="8837" y="15709"/>
                </a:cubicBezTo>
                <a:lnTo>
                  <a:pt x="9327" y="15709"/>
                </a:lnTo>
                <a:cubicBezTo>
                  <a:pt x="9598" y="15709"/>
                  <a:pt x="9818" y="15490"/>
                  <a:pt x="9818" y="15218"/>
                </a:cubicBezTo>
                <a:cubicBezTo>
                  <a:pt x="9818" y="14947"/>
                  <a:pt x="9598" y="14727"/>
                  <a:pt x="9327" y="14727"/>
                </a:cubicBezTo>
                <a:lnTo>
                  <a:pt x="8836" y="14727"/>
                </a:lnTo>
                <a:cubicBezTo>
                  <a:pt x="8836" y="11916"/>
                  <a:pt x="6791" y="10260"/>
                  <a:pt x="4813" y="8659"/>
                </a:cubicBezTo>
                <a:cubicBezTo>
                  <a:pt x="3221" y="7370"/>
                  <a:pt x="1702" y="6139"/>
                  <a:pt x="1176" y="4344"/>
                </a:cubicBezTo>
                <a:cubicBezTo>
                  <a:pt x="2835" y="5266"/>
                  <a:pt x="6083" y="5891"/>
                  <a:pt x="9818" y="5891"/>
                </a:cubicBezTo>
                <a:cubicBezTo>
                  <a:pt x="13550" y="5891"/>
                  <a:pt x="16795" y="5266"/>
                  <a:pt x="18456" y="4347"/>
                </a:cubicBezTo>
                <a:cubicBezTo>
                  <a:pt x="17928" y="6143"/>
                  <a:pt x="16412" y="7373"/>
                  <a:pt x="14823" y="8659"/>
                </a:cubicBezTo>
                <a:moveTo>
                  <a:pt x="982" y="2945"/>
                </a:moveTo>
                <a:cubicBezTo>
                  <a:pt x="982" y="1861"/>
                  <a:pt x="4938" y="982"/>
                  <a:pt x="9818" y="982"/>
                </a:cubicBezTo>
                <a:cubicBezTo>
                  <a:pt x="14698" y="982"/>
                  <a:pt x="18655" y="1861"/>
                  <a:pt x="18655" y="2945"/>
                </a:cubicBezTo>
                <a:cubicBezTo>
                  <a:pt x="18655" y="4031"/>
                  <a:pt x="14698" y="4909"/>
                  <a:pt x="9818" y="4909"/>
                </a:cubicBezTo>
                <a:cubicBezTo>
                  <a:pt x="4938" y="4909"/>
                  <a:pt x="982" y="4031"/>
                  <a:pt x="982" y="2945"/>
                </a:cubicBezTo>
                <a:moveTo>
                  <a:pt x="19636" y="2945"/>
                </a:moveTo>
                <a:cubicBezTo>
                  <a:pt x="19636" y="1319"/>
                  <a:pt x="15241" y="0"/>
                  <a:pt x="9818" y="0"/>
                </a:cubicBezTo>
                <a:cubicBezTo>
                  <a:pt x="4396" y="0"/>
                  <a:pt x="0" y="1319"/>
                  <a:pt x="0" y="2945"/>
                </a:cubicBezTo>
                <a:cubicBezTo>
                  <a:pt x="0" y="8836"/>
                  <a:pt x="7855" y="9818"/>
                  <a:pt x="7855" y="14727"/>
                </a:cubicBezTo>
                <a:cubicBezTo>
                  <a:pt x="7855" y="14900"/>
                  <a:pt x="7855" y="15053"/>
                  <a:pt x="7855" y="15217"/>
                </a:cubicBezTo>
                <a:cubicBezTo>
                  <a:pt x="7855" y="15217"/>
                  <a:pt x="7855" y="15218"/>
                  <a:pt x="7855" y="15218"/>
                </a:cubicBezTo>
                <a:cubicBezTo>
                  <a:pt x="7855" y="15219"/>
                  <a:pt x="7855" y="15219"/>
                  <a:pt x="7855" y="15219"/>
                </a:cubicBezTo>
                <a:cubicBezTo>
                  <a:pt x="7855" y="15938"/>
                  <a:pt x="7856" y="16572"/>
                  <a:pt x="7863" y="17142"/>
                </a:cubicBezTo>
                <a:cubicBezTo>
                  <a:pt x="7861" y="17155"/>
                  <a:pt x="7855" y="17168"/>
                  <a:pt x="7855" y="17182"/>
                </a:cubicBezTo>
                <a:cubicBezTo>
                  <a:pt x="7855" y="17199"/>
                  <a:pt x="7862" y="17212"/>
                  <a:pt x="7864" y="17229"/>
                </a:cubicBezTo>
                <a:cubicBezTo>
                  <a:pt x="7908" y="20896"/>
                  <a:pt x="8177" y="21600"/>
                  <a:pt x="9818" y="21600"/>
                </a:cubicBezTo>
                <a:cubicBezTo>
                  <a:pt x="11782" y="21600"/>
                  <a:pt x="11782" y="20618"/>
                  <a:pt x="11782" y="14727"/>
                </a:cubicBezTo>
                <a:cubicBezTo>
                  <a:pt x="11782" y="9818"/>
                  <a:pt x="19636" y="8836"/>
                  <a:pt x="19636" y="2945"/>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5" name="Shape 2577">
            <a:extLst>
              <a:ext uri="{FF2B5EF4-FFF2-40B4-BE49-F238E27FC236}">
                <a16:creationId xmlns:a16="http://schemas.microsoft.com/office/drawing/2014/main" id="{7BEFF14E-B6A0-DD4A-05B0-1BD7086C4EE4}"/>
              </a:ext>
            </a:extLst>
          </p:cNvPr>
          <p:cNvSpPr/>
          <p:nvPr/>
        </p:nvSpPr>
        <p:spPr>
          <a:xfrm>
            <a:off x="1983640" y="4711399"/>
            <a:ext cx="253935" cy="279328"/>
          </a:xfrm>
          <a:custGeom>
            <a:avLst/>
            <a:gdLst/>
            <a:ahLst/>
            <a:cxnLst>
              <a:cxn ang="0">
                <a:pos x="wd2" y="hd2"/>
              </a:cxn>
              <a:cxn ang="5400000">
                <a:pos x="wd2" y="hd2"/>
              </a:cxn>
              <a:cxn ang="10800000">
                <a:pos x="wd2" y="hd2"/>
              </a:cxn>
              <a:cxn ang="16200000">
                <a:pos x="wd2" y="hd2"/>
              </a:cxn>
            </a:cxnLst>
            <a:rect l="0" t="0" r="r" b="b"/>
            <a:pathLst>
              <a:path w="21600" h="21600" extrusionOk="0">
                <a:moveTo>
                  <a:pt x="20520" y="4979"/>
                </a:moveTo>
                <a:lnTo>
                  <a:pt x="7560" y="6792"/>
                </a:lnTo>
                <a:lnTo>
                  <a:pt x="7560" y="2876"/>
                </a:lnTo>
                <a:lnTo>
                  <a:pt x="20520" y="1063"/>
                </a:lnTo>
                <a:cubicBezTo>
                  <a:pt x="20520" y="1063"/>
                  <a:pt x="20520" y="4979"/>
                  <a:pt x="20520" y="4979"/>
                </a:cubicBezTo>
                <a:close/>
                <a:moveTo>
                  <a:pt x="18900" y="17673"/>
                </a:moveTo>
                <a:lnTo>
                  <a:pt x="16740" y="17673"/>
                </a:lnTo>
                <a:cubicBezTo>
                  <a:pt x="15845" y="17673"/>
                  <a:pt x="15120" y="17014"/>
                  <a:pt x="15120" y="16200"/>
                </a:cubicBezTo>
                <a:cubicBezTo>
                  <a:pt x="15120" y="15387"/>
                  <a:pt x="15845" y="14727"/>
                  <a:pt x="16740" y="14727"/>
                </a:cubicBezTo>
                <a:lnTo>
                  <a:pt x="18900" y="14727"/>
                </a:lnTo>
                <a:cubicBezTo>
                  <a:pt x="19795" y="14727"/>
                  <a:pt x="20520" y="15387"/>
                  <a:pt x="20520" y="16200"/>
                </a:cubicBezTo>
                <a:cubicBezTo>
                  <a:pt x="20520" y="17014"/>
                  <a:pt x="19795" y="17673"/>
                  <a:pt x="18900" y="17673"/>
                </a:cubicBezTo>
                <a:moveTo>
                  <a:pt x="4860" y="20618"/>
                </a:moveTo>
                <a:lnTo>
                  <a:pt x="2700" y="20618"/>
                </a:lnTo>
                <a:cubicBezTo>
                  <a:pt x="1805" y="20618"/>
                  <a:pt x="1080" y="19959"/>
                  <a:pt x="1080" y="19146"/>
                </a:cubicBezTo>
                <a:cubicBezTo>
                  <a:pt x="1080" y="18332"/>
                  <a:pt x="1805" y="17673"/>
                  <a:pt x="2700" y="17673"/>
                </a:cubicBezTo>
                <a:lnTo>
                  <a:pt x="4860" y="17673"/>
                </a:lnTo>
                <a:cubicBezTo>
                  <a:pt x="5755" y="17673"/>
                  <a:pt x="6480" y="18332"/>
                  <a:pt x="6480" y="19146"/>
                </a:cubicBezTo>
                <a:cubicBezTo>
                  <a:pt x="6480" y="19959"/>
                  <a:pt x="5755" y="20618"/>
                  <a:pt x="4860" y="20618"/>
                </a:cubicBezTo>
                <a:moveTo>
                  <a:pt x="21060" y="0"/>
                </a:moveTo>
                <a:cubicBezTo>
                  <a:pt x="21031" y="0"/>
                  <a:pt x="21006" y="11"/>
                  <a:pt x="20980" y="15"/>
                </a:cubicBezTo>
                <a:lnTo>
                  <a:pt x="20978" y="6"/>
                </a:lnTo>
                <a:lnTo>
                  <a:pt x="6938" y="1969"/>
                </a:lnTo>
                <a:lnTo>
                  <a:pt x="6940" y="1979"/>
                </a:lnTo>
                <a:cubicBezTo>
                  <a:pt x="6681" y="2016"/>
                  <a:pt x="6480" y="2210"/>
                  <a:pt x="6480" y="2455"/>
                </a:cubicBezTo>
                <a:lnTo>
                  <a:pt x="6480" y="17193"/>
                </a:lnTo>
                <a:cubicBezTo>
                  <a:pt x="6028" y="16882"/>
                  <a:pt x="5471" y="16691"/>
                  <a:pt x="4860" y="16691"/>
                </a:cubicBezTo>
                <a:lnTo>
                  <a:pt x="2700" y="16691"/>
                </a:lnTo>
                <a:cubicBezTo>
                  <a:pt x="1209" y="16691"/>
                  <a:pt x="0" y="17790"/>
                  <a:pt x="0" y="19146"/>
                </a:cubicBezTo>
                <a:cubicBezTo>
                  <a:pt x="0" y="20501"/>
                  <a:pt x="1209" y="21600"/>
                  <a:pt x="2700" y="21600"/>
                </a:cubicBezTo>
                <a:lnTo>
                  <a:pt x="4860" y="21600"/>
                </a:lnTo>
                <a:cubicBezTo>
                  <a:pt x="6352" y="21600"/>
                  <a:pt x="7560" y="20501"/>
                  <a:pt x="7560" y="19146"/>
                </a:cubicBezTo>
                <a:lnTo>
                  <a:pt x="7560" y="7785"/>
                </a:lnTo>
                <a:lnTo>
                  <a:pt x="20520" y="5972"/>
                </a:lnTo>
                <a:lnTo>
                  <a:pt x="20520" y="14248"/>
                </a:lnTo>
                <a:cubicBezTo>
                  <a:pt x="20068" y="13937"/>
                  <a:pt x="19511" y="13745"/>
                  <a:pt x="18900" y="13745"/>
                </a:cubicBezTo>
                <a:lnTo>
                  <a:pt x="16740" y="13745"/>
                </a:lnTo>
                <a:cubicBezTo>
                  <a:pt x="15249" y="13745"/>
                  <a:pt x="14040" y="14845"/>
                  <a:pt x="14040" y="16200"/>
                </a:cubicBezTo>
                <a:cubicBezTo>
                  <a:pt x="14040" y="17556"/>
                  <a:pt x="15249" y="18655"/>
                  <a:pt x="16740" y="18655"/>
                </a:cubicBezTo>
                <a:lnTo>
                  <a:pt x="18900" y="18655"/>
                </a:lnTo>
                <a:cubicBezTo>
                  <a:pt x="20392" y="18655"/>
                  <a:pt x="21600" y="17556"/>
                  <a:pt x="21600" y="16200"/>
                </a:cubicBezTo>
                <a:lnTo>
                  <a:pt x="21600" y="491"/>
                </a:lnTo>
                <a:cubicBezTo>
                  <a:pt x="21600" y="220"/>
                  <a:pt x="21358" y="0"/>
                  <a:pt x="2106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6" name="Shape 2578">
            <a:extLst>
              <a:ext uri="{FF2B5EF4-FFF2-40B4-BE49-F238E27FC236}">
                <a16:creationId xmlns:a16="http://schemas.microsoft.com/office/drawing/2014/main" id="{56A7C77E-5C53-4FF7-1C2A-07E3C3F05E3C}"/>
              </a:ext>
            </a:extLst>
          </p:cNvPr>
          <p:cNvSpPr/>
          <p:nvPr/>
        </p:nvSpPr>
        <p:spPr>
          <a:xfrm>
            <a:off x="2554992" y="4711399"/>
            <a:ext cx="177754" cy="279328"/>
          </a:xfrm>
          <a:custGeom>
            <a:avLst/>
            <a:gdLst/>
            <a:ahLst/>
            <a:cxnLst>
              <a:cxn ang="0">
                <a:pos x="wd2" y="hd2"/>
              </a:cxn>
              <a:cxn ang="5400000">
                <a:pos x="wd2" y="hd2"/>
              </a:cxn>
              <a:cxn ang="10800000">
                <a:pos x="wd2" y="hd2"/>
              </a:cxn>
              <a:cxn ang="16200000">
                <a:pos x="wd2" y="hd2"/>
              </a:cxn>
            </a:cxnLst>
            <a:rect l="0" t="0" r="r" b="b"/>
            <a:pathLst>
              <a:path w="21600" h="21600" extrusionOk="0">
                <a:moveTo>
                  <a:pt x="20057" y="5837"/>
                </a:moveTo>
                <a:lnTo>
                  <a:pt x="10800" y="4996"/>
                </a:lnTo>
                <a:lnTo>
                  <a:pt x="10800" y="1036"/>
                </a:lnTo>
                <a:lnTo>
                  <a:pt x="20057" y="1878"/>
                </a:lnTo>
                <a:cubicBezTo>
                  <a:pt x="20057" y="1878"/>
                  <a:pt x="20057" y="5837"/>
                  <a:pt x="20057" y="5837"/>
                </a:cubicBezTo>
                <a:close/>
                <a:moveTo>
                  <a:pt x="6943" y="20618"/>
                </a:moveTo>
                <a:lnTo>
                  <a:pt x="3857" y="20618"/>
                </a:lnTo>
                <a:cubicBezTo>
                  <a:pt x="2579" y="20618"/>
                  <a:pt x="1543" y="19959"/>
                  <a:pt x="1543" y="19146"/>
                </a:cubicBezTo>
                <a:cubicBezTo>
                  <a:pt x="1543" y="18332"/>
                  <a:pt x="2579" y="17673"/>
                  <a:pt x="3857" y="17673"/>
                </a:cubicBezTo>
                <a:lnTo>
                  <a:pt x="6943" y="17673"/>
                </a:lnTo>
                <a:cubicBezTo>
                  <a:pt x="8221" y="17673"/>
                  <a:pt x="9257" y="18332"/>
                  <a:pt x="9257" y="19146"/>
                </a:cubicBezTo>
                <a:cubicBezTo>
                  <a:pt x="9257" y="19959"/>
                  <a:pt x="8221" y="20618"/>
                  <a:pt x="6943" y="20618"/>
                </a:cubicBezTo>
                <a:moveTo>
                  <a:pt x="20829" y="982"/>
                </a:moveTo>
                <a:cubicBezTo>
                  <a:pt x="20788" y="982"/>
                  <a:pt x="20752" y="993"/>
                  <a:pt x="20714" y="997"/>
                </a:cubicBezTo>
                <a:lnTo>
                  <a:pt x="20711" y="988"/>
                </a:lnTo>
                <a:lnTo>
                  <a:pt x="10344" y="45"/>
                </a:lnTo>
                <a:cubicBezTo>
                  <a:pt x="10248" y="17"/>
                  <a:pt x="10141" y="0"/>
                  <a:pt x="10029" y="0"/>
                </a:cubicBezTo>
                <a:cubicBezTo>
                  <a:pt x="10002" y="0"/>
                  <a:pt x="9979" y="8"/>
                  <a:pt x="9954" y="10"/>
                </a:cubicBezTo>
                <a:lnTo>
                  <a:pt x="9911" y="6"/>
                </a:lnTo>
                <a:lnTo>
                  <a:pt x="9914" y="15"/>
                </a:lnTo>
                <a:cubicBezTo>
                  <a:pt x="9545" y="52"/>
                  <a:pt x="9257" y="246"/>
                  <a:pt x="9257" y="491"/>
                </a:cubicBezTo>
                <a:lnTo>
                  <a:pt x="9257" y="17193"/>
                </a:lnTo>
                <a:cubicBezTo>
                  <a:pt x="8612" y="16882"/>
                  <a:pt x="7815" y="16691"/>
                  <a:pt x="6943" y="16691"/>
                </a:cubicBezTo>
                <a:lnTo>
                  <a:pt x="3857" y="16691"/>
                </a:lnTo>
                <a:cubicBezTo>
                  <a:pt x="1727" y="16691"/>
                  <a:pt x="0" y="17790"/>
                  <a:pt x="0" y="19146"/>
                </a:cubicBezTo>
                <a:cubicBezTo>
                  <a:pt x="0" y="20501"/>
                  <a:pt x="1727" y="21600"/>
                  <a:pt x="3857" y="21600"/>
                </a:cubicBezTo>
                <a:lnTo>
                  <a:pt x="6943" y="21600"/>
                </a:lnTo>
                <a:cubicBezTo>
                  <a:pt x="9074" y="21600"/>
                  <a:pt x="10800" y="20501"/>
                  <a:pt x="10800" y="19146"/>
                </a:cubicBezTo>
                <a:lnTo>
                  <a:pt x="10800" y="5945"/>
                </a:lnTo>
                <a:lnTo>
                  <a:pt x="20513" y="6828"/>
                </a:lnTo>
                <a:cubicBezTo>
                  <a:pt x="20610" y="6855"/>
                  <a:pt x="20715" y="6873"/>
                  <a:pt x="20829" y="6873"/>
                </a:cubicBezTo>
                <a:cubicBezTo>
                  <a:pt x="20855" y="6873"/>
                  <a:pt x="20877" y="6865"/>
                  <a:pt x="20904" y="6864"/>
                </a:cubicBezTo>
                <a:lnTo>
                  <a:pt x="20946" y="6867"/>
                </a:lnTo>
                <a:lnTo>
                  <a:pt x="20943" y="6858"/>
                </a:lnTo>
                <a:cubicBezTo>
                  <a:pt x="21313" y="6822"/>
                  <a:pt x="21600" y="6627"/>
                  <a:pt x="21600" y="6382"/>
                </a:cubicBezTo>
                <a:lnTo>
                  <a:pt x="21600" y="1473"/>
                </a:lnTo>
                <a:cubicBezTo>
                  <a:pt x="21600" y="1202"/>
                  <a:pt x="21254" y="982"/>
                  <a:pt x="20829" y="982"/>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7" name="Shape 2579">
            <a:extLst>
              <a:ext uri="{FF2B5EF4-FFF2-40B4-BE49-F238E27FC236}">
                <a16:creationId xmlns:a16="http://schemas.microsoft.com/office/drawing/2014/main" id="{3B0C37B0-F8F7-E77F-49AF-429CC8BCAA22}"/>
              </a:ext>
            </a:extLst>
          </p:cNvPr>
          <p:cNvSpPr/>
          <p:nvPr/>
        </p:nvSpPr>
        <p:spPr>
          <a:xfrm>
            <a:off x="3037466" y="4711399"/>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6257" y="18984"/>
                </a:moveTo>
                <a:lnTo>
                  <a:pt x="11380" y="15408"/>
                </a:lnTo>
                <a:lnTo>
                  <a:pt x="10800" y="14983"/>
                </a:lnTo>
                <a:lnTo>
                  <a:pt x="10219" y="15408"/>
                </a:lnTo>
                <a:lnTo>
                  <a:pt x="5343" y="18984"/>
                </a:lnTo>
                <a:lnTo>
                  <a:pt x="7313" y="13075"/>
                </a:lnTo>
                <a:lnTo>
                  <a:pt x="7534" y="12411"/>
                </a:lnTo>
                <a:lnTo>
                  <a:pt x="6980" y="11985"/>
                </a:lnTo>
                <a:lnTo>
                  <a:pt x="2887" y="8836"/>
                </a:lnTo>
                <a:lnTo>
                  <a:pt x="8535" y="8836"/>
                </a:lnTo>
                <a:lnTo>
                  <a:pt x="8774" y="8199"/>
                </a:lnTo>
                <a:lnTo>
                  <a:pt x="10800" y="2796"/>
                </a:lnTo>
                <a:lnTo>
                  <a:pt x="12826" y="8199"/>
                </a:lnTo>
                <a:lnTo>
                  <a:pt x="13065" y="8836"/>
                </a:lnTo>
                <a:lnTo>
                  <a:pt x="18714" y="8836"/>
                </a:lnTo>
                <a:lnTo>
                  <a:pt x="14619" y="11985"/>
                </a:lnTo>
                <a:lnTo>
                  <a:pt x="14066" y="12411"/>
                </a:lnTo>
                <a:cubicBezTo>
                  <a:pt x="14066" y="12411"/>
                  <a:pt x="16257" y="18984"/>
                  <a:pt x="16257" y="18984"/>
                </a:cubicBezTo>
                <a:close/>
                <a:moveTo>
                  <a:pt x="21600" y="7855"/>
                </a:moveTo>
                <a:lnTo>
                  <a:pt x="13745" y="7855"/>
                </a:lnTo>
                <a:lnTo>
                  <a:pt x="10800" y="0"/>
                </a:lnTo>
                <a:lnTo>
                  <a:pt x="7855" y="7855"/>
                </a:lnTo>
                <a:lnTo>
                  <a:pt x="0" y="7855"/>
                </a:lnTo>
                <a:lnTo>
                  <a:pt x="6382" y="12764"/>
                </a:lnTo>
                <a:lnTo>
                  <a:pt x="3436" y="21600"/>
                </a:lnTo>
                <a:lnTo>
                  <a:pt x="10800" y="16200"/>
                </a:lnTo>
                <a:lnTo>
                  <a:pt x="18164" y="21600"/>
                </a:lnTo>
                <a:lnTo>
                  <a:pt x="15218" y="12764"/>
                </a:lnTo>
                <a:cubicBezTo>
                  <a:pt x="15218" y="12764"/>
                  <a:pt x="21600" y="7855"/>
                  <a:pt x="21600" y="7855"/>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8" name="Shape 2580">
            <a:extLst>
              <a:ext uri="{FF2B5EF4-FFF2-40B4-BE49-F238E27FC236}">
                <a16:creationId xmlns:a16="http://schemas.microsoft.com/office/drawing/2014/main" id="{2E2A8535-C158-FDFF-AD34-9ED25B1AB146}"/>
              </a:ext>
            </a:extLst>
          </p:cNvPr>
          <p:cNvSpPr/>
          <p:nvPr/>
        </p:nvSpPr>
        <p:spPr>
          <a:xfrm>
            <a:off x="3570727" y="4711399"/>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9445" y="15886"/>
                </a:moveTo>
                <a:lnTo>
                  <a:pt x="10478" y="18984"/>
                </a:lnTo>
                <a:lnTo>
                  <a:pt x="7944" y="17126"/>
                </a:lnTo>
                <a:lnTo>
                  <a:pt x="7364" y="16700"/>
                </a:lnTo>
                <a:lnTo>
                  <a:pt x="6783" y="17126"/>
                </a:lnTo>
                <a:lnTo>
                  <a:pt x="4249" y="18984"/>
                </a:lnTo>
                <a:lnTo>
                  <a:pt x="5283" y="15886"/>
                </a:lnTo>
                <a:lnTo>
                  <a:pt x="5505" y="15220"/>
                </a:lnTo>
                <a:lnTo>
                  <a:pt x="4946" y="14794"/>
                </a:lnTo>
                <a:lnTo>
                  <a:pt x="2908" y="13240"/>
                </a:lnTo>
                <a:lnTo>
                  <a:pt x="6037" y="13240"/>
                </a:lnTo>
                <a:lnTo>
                  <a:pt x="6275" y="12602"/>
                </a:lnTo>
                <a:lnTo>
                  <a:pt x="7364" y="9683"/>
                </a:lnTo>
                <a:lnTo>
                  <a:pt x="8452" y="12602"/>
                </a:lnTo>
                <a:lnTo>
                  <a:pt x="8690" y="13240"/>
                </a:lnTo>
                <a:lnTo>
                  <a:pt x="11820" y="13240"/>
                </a:lnTo>
                <a:lnTo>
                  <a:pt x="9781" y="14794"/>
                </a:lnTo>
                <a:lnTo>
                  <a:pt x="9223" y="15220"/>
                </a:lnTo>
                <a:cubicBezTo>
                  <a:pt x="9223" y="15220"/>
                  <a:pt x="9445" y="15886"/>
                  <a:pt x="9445" y="15886"/>
                </a:cubicBezTo>
                <a:close/>
                <a:moveTo>
                  <a:pt x="9372" y="12259"/>
                </a:moveTo>
                <a:lnTo>
                  <a:pt x="7364" y="6873"/>
                </a:lnTo>
                <a:lnTo>
                  <a:pt x="5355" y="12259"/>
                </a:lnTo>
                <a:lnTo>
                  <a:pt x="0" y="12259"/>
                </a:lnTo>
                <a:lnTo>
                  <a:pt x="4351" y="15575"/>
                </a:lnTo>
                <a:lnTo>
                  <a:pt x="2343" y="21600"/>
                </a:lnTo>
                <a:lnTo>
                  <a:pt x="7364" y="17918"/>
                </a:lnTo>
                <a:lnTo>
                  <a:pt x="12384" y="21600"/>
                </a:lnTo>
                <a:lnTo>
                  <a:pt x="10376" y="15575"/>
                </a:lnTo>
                <a:lnTo>
                  <a:pt x="14727" y="12259"/>
                </a:lnTo>
                <a:cubicBezTo>
                  <a:pt x="14727" y="12259"/>
                  <a:pt x="9372" y="12259"/>
                  <a:pt x="9372" y="12259"/>
                </a:cubicBezTo>
                <a:close/>
                <a:moveTo>
                  <a:pt x="16781" y="7308"/>
                </a:moveTo>
                <a:lnTo>
                  <a:pt x="16200" y="6883"/>
                </a:lnTo>
                <a:lnTo>
                  <a:pt x="15619" y="7308"/>
                </a:lnTo>
                <a:lnTo>
                  <a:pt x="14426" y="8184"/>
                </a:lnTo>
                <a:lnTo>
                  <a:pt x="14922" y="6693"/>
                </a:lnTo>
                <a:lnTo>
                  <a:pt x="15143" y="6031"/>
                </a:lnTo>
                <a:lnTo>
                  <a:pt x="14590" y="5605"/>
                </a:lnTo>
                <a:lnTo>
                  <a:pt x="13682" y="4905"/>
                </a:lnTo>
                <a:lnTo>
                  <a:pt x="15408" y="4905"/>
                </a:lnTo>
                <a:lnTo>
                  <a:pt x="15647" y="4267"/>
                </a:lnTo>
                <a:lnTo>
                  <a:pt x="16200" y="2793"/>
                </a:lnTo>
                <a:lnTo>
                  <a:pt x="16754" y="4267"/>
                </a:lnTo>
                <a:lnTo>
                  <a:pt x="16992" y="4905"/>
                </a:lnTo>
                <a:lnTo>
                  <a:pt x="18718" y="4905"/>
                </a:lnTo>
                <a:lnTo>
                  <a:pt x="17810" y="5605"/>
                </a:lnTo>
                <a:lnTo>
                  <a:pt x="17257" y="6031"/>
                </a:lnTo>
                <a:lnTo>
                  <a:pt x="17478" y="6693"/>
                </a:lnTo>
                <a:lnTo>
                  <a:pt x="17975" y="8184"/>
                </a:lnTo>
                <a:cubicBezTo>
                  <a:pt x="17975" y="8184"/>
                  <a:pt x="16781" y="7308"/>
                  <a:pt x="16781" y="7308"/>
                </a:cubicBezTo>
                <a:close/>
                <a:moveTo>
                  <a:pt x="21600" y="3922"/>
                </a:moveTo>
                <a:lnTo>
                  <a:pt x="17673" y="3922"/>
                </a:lnTo>
                <a:lnTo>
                  <a:pt x="16200" y="0"/>
                </a:lnTo>
                <a:lnTo>
                  <a:pt x="14727" y="3922"/>
                </a:lnTo>
                <a:lnTo>
                  <a:pt x="10800" y="3922"/>
                </a:lnTo>
                <a:lnTo>
                  <a:pt x="13991" y="6382"/>
                </a:lnTo>
                <a:lnTo>
                  <a:pt x="12518" y="10800"/>
                </a:lnTo>
                <a:lnTo>
                  <a:pt x="16200" y="8100"/>
                </a:lnTo>
                <a:lnTo>
                  <a:pt x="19882" y="10800"/>
                </a:lnTo>
                <a:lnTo>
                  <a:pt x="18409" y="6382"/>
                </a:lnTo>
                <a:cubicBezTo>
                  <a:pt x="18409" y="6382"/>
                  <a:pt x="21600" y="3922"/>
                  <a:pt x="21600" y="3922"/>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9" name="Shape 2581">
            <a:extLst>
              <a:ext uri="{FF2B5EF4-FFF2-40B4-BE49-F238E27FC236}">
                <a16:creationId xmlns:a16="http://schemas.microsoft.com/office/drawing/2014/main" id="{C5F4DA24-EB3E-CC93-64EB-AD4BA0FACC68}"/>
              </a:ext>
            </a:extLst>
          </p:cNvPr>
          <p:cNvSpPr/>
          <p:nvPr/>
        </p:nvSpPr>
        <p:spPr>
          <a:xfrm>
            <a:off x="4103988" y="4711399"/>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2133" y="11950"/>
                </a:moveTo>
                <a:lnTo>
                  <a:pt x="12831" y="14044"/>
                </a:lnTo>
                <a:lnTo>
                  <a:pt x="11135" y="12801"/>
                </a:lnTo>
                <a:lnTo>
                  <a:pt x="10555" y="12375"/>
                </a:lnTo>
                <a:lnTo>
                  <a:pt x="9974" y="12801"/>
                </a:lnTo>
                <a:lnTo>
                  <a:pt x="8277" y="14044"/>
                </a:lnTo>
                <a:lnTo>
                  <a:pt x="8976" y="11950"/>
                </a:lnTo>
                <a:lnTo>
                  <a:pt x="9195" y="11291"/>
                </a:lnTo>
                <a:lnTo>
                  <a:pt x="8647" y="10864"/>
                </a:lnTo>
                <a:lnTo>
                  <a:pt x="7280" y="9801"/>
                </a:lnTo>
                <a:lnTo>
                  <a:pt x="9560" y="9801"/>
                </a:lnTo>
                <a:lnTo>
                  <a:pt x="9799" y="9167"/>
                </a:lnTo>
                <a:lnTo>
                  <a:pt x="10555" y="7167"/>
                </a:lnTo>
                <a:lnTo>
                  <a:pt x="11310" y="9167"/>
                </a:lnTo>
                <a:lnTo>
                  <a:pt x="11549" y="9801"/>
                </a:lnTo>
                <a:lnTo>
                  <a:pt x="13829" y="9801"/>
                </a:lnTo>
                <a:lnTo>
                  <a:pt x="12462" y="10864"/>
                </a:lnTo>
                <a:lnTo>
                  <a:pt x="11914" y="11291"/>
                </a:lnTo>
                <a:cubicBezTo>
                  <a:pt x="11914" y="11291"/>
                  <a:pt x="12133" y="11950"/>
                  <a:pt x="12133" y="11950"/>
                </a:cubicBezTo>
                <a:close/>
                <a:moveTo>
                  <a:pt x="12228" y="8820"/>
                </a:moveTo>
                <a:lnTo>
                  <a:pt x="10555" y="4388"/>
                </a:lnTo>
                <a:lnTo>
                  <a:pt x="8881" y="8820"/>
                </a:lnTo>
                <a:lnTo>
                  <a:pt x="4418" y="8820"/>
                </a:lnTo>
                <a:lnTo>
                  <a:pt x="8044" y="11639"/>
                </a:lnTo>
                <a:lnTo>
                  <a:pt x="6371" y="16660"/>
                </a:lnTo>
                <a:lnTo>
                  <a:pt x="10555" y="13592"/>
                </a:lnTo>
                <a:lnTo>
                  <a:pt x="14738" y="16660"/>
                </a:lnTo>
                <a:lnTo>
                  <a:pt x="13065" y="11639"/>
                </a:lnTo>
                <a:lnTo>
                  <a:pt x="16691" y="8820"/>
                </a:lnTo>
                <a:cubicBezTo>
                  <a:pt x="16691" y="8820"/>
                  <a:pt x="12228" y="8820"/>
                  <a:pt x="12228" y="8820"/>
                </a:cubicBezTo>
                <a:close/>
                <a:moveTo>
                  <a:pt x="10800" y="20618"/>
                </a:moveTo>
                <a:cubicBezTo>
                  <a:pt x="5378" y="20618"/>
                  <a:pt x="982" y="16223"/>
                  <a:pt x="982" y="10800"/>
                </a:cubicBezTo>
                <a:cubicBezTo>
                  <a:pt x="982" y="5377"/>
                  <a:pt x="5378" y="982"/>
                  <a:pt x="10800" y="982"/>
                </a:cubicBezTo>
                <a:cubicBezTo>
                  <a:pt x="16223" y="982"/>
                  <a:pt x="20618" y="5377"/>
                  <a:pt x="20618" y="10800"/>
                </a:cubicBezTo>
                <a:cubicBezTo>
                  <a:pt x="20618" y="16223"/>
                  <a:pt x="16223" y="20618"/>
                  <a:pt x="10800" y="20618"/>
                </a:cubicBezTo>
                <a:moveTo>
                  <a:pt x="10800" y="0"/>
                </a:moveTo>
                <a:cubicBezTo>
                  <a:pt x="4835" y="0"/>
                  <a:pt x="0" y="4836"/>
                  <a:pt x="0" y="10800"/>
                </a:cubicBezTo>
                <a:cubicBezTo>
                  <a:pt x="0" y="16765"/>
                  <a:pt x="4835" y="21600"/>
                  <a:pt x="10800" y="21600"/>
                </a:cubicBezTo>
                <a:cubicBezTo>
                  <a:pt x="16765" y="21600"/>
                  <a:pt x="21600" y="16765"/>
                  <a:pt x="21600" y="10800"/>
                </a:cubicBezTo>
                <a:cubicBezTo>
                  <a:pt x="21600" y="4836"/>
                  <a:pt x="16765" y="0"/>
                  <a:pt x="108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0" name="Shape 2582">
            <a:extLst>
              <a:ext uri="{FF2B5EF4-FFF2-40B4-BE49-F238E27FC236}">
                <a16:creationId xmlns:a16="http://schemas.microsoft.com/office/drawing/2014/main" id="{7C6C5C9C-4FEF-D47C-6B43-5B824962969D}"/>
              </a:ext>
            </a:extLst>
          </p:cNvPr>
          <p:cNvSpPr/>
          <p:nvPr/>
        </p:nvSpPr>
        <p:spPr>
          <a:xfrm>
            <a:off x="4637249" y="4711399"/>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8164" y="4419"/>
                </a:moveTo>
                <a:lnTo>
                  <a:pt x="9327" y="4419"/>
                </a:lnTo>
                <a:cubicBezTo>
                  <a:pt x="9056" y="4419"/>
                  <a:pt x="8836" y="4638"/>
                  <a:pt x="8836" y="4909"/>
                </a:cubicBezTo>
                <a:cubicBezTo>
                  <a:pt x="8836" y="5181"/>
                  <a:pt x="9056" y="5400"/>
                  <a:pt x="9327" y="5400"/>
                </a:cubicBezTo>
                <a:lnTo>
                  <a:pt x="18164" y="5400"/>
                </a:lnTo>
                <a:cubicBezTo>
                  <a:pt x="18435" y="5400"/>
                  <a:pt x="18655" y="5181"/>
                  <a:pt x="18655" y="4909"/>
                </a:cubicBezTo>
                <a:cubicBezTo>
                  <a:pt x="18655" y="4638"/>
                  <a:pt x="18435" y="4419"/>
                  <a:pt x="18164" y="4419"/>
                </a:cubicBezTo>
                <a:moveTo>
                  <a:pt x="20618" y="19636"/>
                </a:moveTo>
                <a:cubicBezTo>
                  <a:pt x="20618" y="20179"/>
                  <a:pt x="20178" y="20618"/>
                  <a:pt x="19636" y="20618"/>
                </a:cubicBezTo>
                <a:lnTo>
                  <a:pt x="1964" y="20618"/>
                </a:lnTo>
                <a:cubicBezTo>
                  <a:pt x="1421" y="20618"/>
                  <a:pt x="982" y="20179"/>
                  <a:pt x="982" y="19636"/>
                </a:cubicBezTo>
                <a:lnTo>
                  <a:pt x="982" y="1964"/>
                </a:lnTo>
                <a:cubicBezTo>
                  <a:pt x="982" y="1422"/>
                  <a:pt x="1421"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8164" y="10310"/>
                </a:moveTo>
                <a:lnTo>
                  <a:pt x="9327" y="10310"/>
                </a:lnTo>
                <a:cubicBezTo>
                  <a:pt x="9056" y="10310"/>
                  <a:pt x="8836" y="10529"/>
                  <a:pt x="8836" y="10800"/>
                </a:cubicBezTo>
                <a:cubicBezTo>
                  <a:pt x="8836" y="11072"/>
                  <a:pt x="9056" y="11291"/>
                  <a:pt x="9327" y="11291"/>
                </a:cubicBezTo>
                <a:lnTo>
                  <a:pt x="18164" y="11291"/>
                </a:lnTo>
                <a:cubicBezTo>
                  <a:pt x="18435" y="11291"/>
                  <a:pt x="18655" y="11072"/>
                  <a:pt x="18655" y="10800"/>
                </a:cubicBezTo>
                <a:cubicBezTo>
                  <a:pt x="18655" y="10529"/>
                  <a:pt x="18435" y="10310"/>
                  <a:pt x="18164" y="10310"/>
                </a:cubicBezTo>
                <a:moveTo>
                  <a:pt x="5445" y="16155"/>
                </a:moveTo>
                <a:lnTo>
                  <a:pt x="4909" y="14728"/>
                </a:lnTo>
                <a:lnTo>
                  <a:pt x="4374" y="16155"/>
                </a:lnTo>
                <a:lnTo>
                  <a:pt x="2945" y="16155"/>
                </a:lnTo>
                <a:lnTo>
                  <a:pt x="4106" y="17048"/>
                </a:lnTo>
                <a:lnTo>
                  <a:pt x="3571" y="18655"/>
                </a:lnTo>
                <a:lnTo>
                  <a:pt x="4909" y="17673"/>
                </a:lnTo>
                <a:lnTo>
                  <a:pt x="6248" y="18655"/>
                </a:lnTo>
                <a:lnTo>
                  <a:pt x="5713" y="17048"/>
                </a:lnTo>
                <a:lnTo>
                  <a:pt x="6873" y="16155"/>
                </a:lnTo>
                <a:cubicBezTo>
                  <a:pt x="6873" y="16155"/>
                  <a:pt x="5445" y="16155"/>
                  <a:pt x="5445" y="16155"/>
                </a:cubicBezTo>
                <a:close/>
                <a:moveTo>
                  <a:pt x="4909" y="8836"/>
                </a:moveTo>
                <a:lnTo>
                  <a:pt x="4374" y="10265"/>
                </a:lnTo>
                <a:lnTo>
                  <a:pt x="2945" y="10265"/>
                </a:lnTo>
                <a:lnTo>
                  <a:pt x="4106" y="11157"/>
                </a:lnTo>
                <a:lnTo>
                  <a:pt x="3571" y="12764"/>
                </a:lnTo>
                <a:lnTo>
                  <a:pt x="4909" y="11782"/>
                </a:lnTo>
                <a:lnTo>
                  <a:pt x="6248" y="12764"/>
                </a:lnTo>
                <a:lnTo>
                  <a:pt x="5713" y="11157"/>
                </a:lnTo>
                <a:lnTo>
                  <a:pt x="6873" y="10265"/>
                </a:lnTo>
                <a:lnTo>
                  <a:pt x="5445" y="10265"/>
                </a:lnTo>
                <a:cubicBezTo>
                  <a:pt x="5445" y="10265"/>
                  <a:pt x="4909" y="8836"/>
                  <a:pt x="4909" y="8836"/>
                </a:cubicBezTo>
                <a:close/>
                <a:moveTo>
                  <a:pt x="4909" y="2945"/>
                </a:moveTo>
                <a:lnTo>
                  <a:pt x="4374" y="4374"/>
                </a:lnTo>
                <a:lnTo>
                  <a:pt x="2945" y="4374"/>
                </a:lnTo>
                <a:lnTo>
                  <a:pt x="4106" y="5266"/>
                </a:lnTo>
                <a:lnTo>
                  <a:pt x="3571" y="6873"/>
                </a:lnTo>
                <a:lnTo>
                  <a:pt x="4909" y="5891"/>
                </a:lnTo>
                <a:lnTo>
                  <a:pt x="6248" y="6873"/>
                </a:lnTo>
                <a:lnTo>
                  <a:pt x="5713" y="5266"/>
                </a:lnTo>
                <a:lnTo>
                  <a:pt x="6873" y="4374"/>
                </a:lnTo>
                <a:lnTo>
                  <a:pt x="5445" y="4374"/>
                </a:lnTo>
                <a:cubicBezTo>
                  <a:pt x="5445" y="4374"/>
                  <a:pt x="4909" y="2945"/>
                  <a:pt x="4909" y="2945"/>
                </a:cubicBezTo>
                <a:close/>
                <a:moveTo>
                  <a:pt x="18164" y="16200"/>
                </a:moveTo>
                <a:lnTo>
                  <a:pt x="9327" y="16200"/>
                </a:lnTo>
                <a:cubicBezTo>
                  <a:pt x="9056" y="16200"/>
                  <a:pt x="8836" y="16420"/>
                  <a:pt x="8836" y="16691"/>
                </a:cubicBezTo>
                <a:cubicBezTo>
                  <a:pt x="8836" y="16962"/>
                  <a:pt x="9056" y="17182"/>
                  <a:pt x="9327" y="17182"/>
                </a:cubicBezTo>
                <a:lnTo>
                  <a:pt x="18164" y="17182"/>
                </a:lnTo>
                <a:cubicBezTo>
                  <a:pt x="18435" y="17182"/>
                  <a:pt x="18655" y="16962"/>
                  <a:pt x="18655" y="16691"/>
                </a:cubicBezTo>
                <a:cubicBezTo>
                  <a:pt x="18655" y="16420"/>
                  <a:pt x="18435" y="16200"/>
                  <a:pt x="18164" y="162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1" name="Shape 2583">
            <a:extLst>
              <a:ext uri="{FF2B5EF4-FFF2-40B4-BE49-F238E27FC236}">
                <a16:creationId xmlns:a16="http://schemas.microsoft.com/office/drawing/2014/main" id="{27D307CE-83C1-CDC0-3D0B-41B1EE5E4B89}"/>
              </a:ext>
            </a:extLst>
          </p:cNvPr>
          <p:cNvSpPr/>
          <p:nvPr/>
        </p:nvSpPr>
        <p:spPr>
          <a:xfrm>
            <a:off x="5170510" y="4711399"/>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1291" y="17673"/>
                </a:moveTo>
                <a:cubicBezTo>
                  <a:pt x="11427" y="17673"/>
                  <a:pt x="11549" y="17618"/>
                  <a:pt x="11638" y="17529"/>
                </a:cubicBezTo>
                <a:lnTo>
                  <a:pt x="14583" y="14583"/>
                </a:lnTo>
                <a:cubicBezTo>
                  <a:pt x="14673" y="14495"/>
                  <a:pt x="14727" y="14372"/>
                  <a:pt x="14727" y="14236"/>
                </a:cubicBezTo>
                <a:cubicBezTo>
                  <a:pt x="14727" y="13966"/>
                  <a:pt x="14508" y="13745"/>
                  <a:pt x="14236" y="13745"/>
                </a:cubicBezTo>
                <a:cubicBezTo>
                  <a:pt x="14101" y="13745"/>
                  <a:pt x="13978" y="13801"/>
                  <a:pt x="13889" y="13890"/>
                </a:cubicBezTo>
                <a:lnTo>
                  <a:pt x="10944" y="16835"/>
                </a:lnTo>
                <a:cubicBezTo>
                  <a:pt x="10855" y="16924"/>
                  <a:pt x="10800" y="17047"/>
                  <a:pt x="10800" y="17183"/>
                </a:cubicBezTo>
                <a:cubicBezTo>
                  <a:pt x="10800" y="17453"/>
                  <a:pt x="11020" y="17673"/>
                  <a:pt x="11291" y="17673"/>
                </a:cubicBezTo>
                <a:moveTo>
                  <a:pt x="8980" y="14871"/>
                </a:moveTo>
                <a:cubicBezTo>
                  <a:pt x="8891" y="14961"/>
                  <a:pt x="8836" y="15083"/>
                  <a:pt x="8836" y="15218"/>
                </a:cubicBezTo>
                <a:cubicBezTo>
                  <a:pt x="8836" y="15490"/>
                  <a:pt x="9056" y="15709"/>
                  <a:pt x="9327" y="15709"/>
                </a:cubicBezTo>
                <a:cubicBezTo>
                  <a:pt x="9463" y="15709"/>
                  <a:pt x="9586" y="15655"/>
                  <a:pt x="9674" y="15565"/>
                </a:cubicBezTo>
                <a:lnTo>
                  <a:pt x="10656" y="14583"/>
                </a:lnTo>
                <a:cubicBezTo>
                  <a:pt x="10745" y="14495"/>
                  <a:pt x="10800" y="14372"/>
                  <a:pt x="10800" y="14236"/>
                </a:cubicBezTo>
                <a:cubicBezTo>
                  <a:pt x="10800" y="13966"/>
                  <a:pt x="10580" y="13745"/>
                  <a:pt x="10309" y="13745"/>
                </a:cubicBezTo>
                <a:cubicBezTo>
                  <a:pt x="10174" y="13745"/>
                  <a:pt x="10051" y="13801"/>
                  <a:pt x="9962" y="13890"/>
                </a:cubicBezTo>
                <a:cubicBezTo>
                  <a:pt x="9962" y="13890"/>
                  <a:pt x="8980" y="14871"/>
                  <a:pt x="8980" y="14871"/>
                </a:cubicBezTo>
                <a:close/>
                <a:moveTo>
                  <a:pt x="11291" y="20415"/>
                </a:moveTo>
                <a:lnTo>
                  <a:pt x="982" y="10106"/>
                </a:lnTo>
                <a:lnTo>
                  <a:pt x="982" y="1473"/>
                </a:lnTo>
                <a:cubicBezTo>
                  <a:pt x="982" y="1202"/>
                  <a:pt x="1201" y="982"/>
                  <a:pt x="1473" y="982"/>
                </a:cubicBezTo>
                <a:lnTo>
                  <a:pt x="10106" y="982"/>
                </a:lnTo>
                <a:lnTo>
                  <a:pt x="20415" y="11291"/>
                </a:lnTo>
                <a:cubicBezTo>
                  <a:pt x="20415" y="11291"/>
                  <a:pt x="11291" y="20415"/>
                  <a:pt x="11291" y="20415"/>
                </a:cubicBezTo>
                <a:close/>
                <a:moveTo>
                  <a:pt x="21456" y="10944"/>
                </a:moveTo>
                <a:lnTo>
                  <a:pt x="10656" y="144"/>
                </a:lnTo>
                <a:cubicBezTo>
                  <a:pt x="10567" y="55"/>
                  <a:pt x="10445" y="0"/>
                  <a:pt x="10309" y="0"/>
                </a:cubicBezTo>
                <a:lnTo>
                  <a:pt x="1473" y="0"/>
                </a:lnTo>
                <a:cubicBezTo>
                  <a:pt x="660" y="0"/>
                  <a:pt x="0" y="660"/>
                  <a:pt x="0" y="1473"/>
                </a:cubicBezTo>
                <a:lnTo>
                  <a:pt x="0" y="10310"/>
                </a:lnTo>
                <a:cubicBezTo>
                  <a:pt x="0" y="10445"/>
                  <a:pt x="55" y="10567"/>
                  <a:pt x="144" y="10656"/>
                </a:cubicBezTo>
                <a:lnTo>
                  <a:pt x="10944" y="21456"/>
                </a:lnTo>
                <a:cubicBezTo>
                  <a:pt x="11033" y="21546"/>
                  <a:pt x="11155" y="21600"/>
                  <a:pt x="11291" y="21600"/>
                </a:cubicBezTo>
                <a:cubicBezTo>
                  <a:pt x="11427" y="21600"/>
                  <a:pt x="11549" y="21546"/>
                  <a:pt x="11638" y="21456"/>
                </a:cubicBezTo>
                <a:lnTo>
                  <a:pt x="21456" y="11638"/>
                </a:lnTo>
                <a:cubicBezTo>
                  <a:pt x="21545" y="11549"/>
                  <a:pt x="21600" y="11427"/>
                  <a:pt x="21600" y="11291"/>
                </a:cubicBezTo>
                <a:cubicBezTo>
                  <a:pt x="21600" y="11156"/>
                  <a:pt x="21545" y="11033"/>
                  <a:pt x="21456" y="10944"/>
                </a:cubicBezTo>
                <a:moveTo>
                  <a:pt x="11782" y="13255"/>
                </a:moveTo>
                <a:cubicBezTo>
                  <a:pt x="11917" y="13255"/>
                  <a:pt x="12040" y="13200"/>
                  <a:pt x="12129" y="13111"/>
                </a:cubicBezTo>
                <a:lnTo>
                  <a:pt x="14093" y="11147"/>
                </a:lnTo>
                <a:cubicBezTo>
                  <a:pt x="14182" y="11058"/>
                  <a:pt x="14236" y="10936"/>
                  <a:pt x="14236" y="10800"/>
                </a:cubicBezTo>
                <a:cubicBezTo>
                  <a:pt x="14236" y="10529"/>
                  <a:pt x="14017" y="10310"/>
                  <a:pt x="13745" y="10310"/>
                </a:cubicBezTo>
                <a:cubicBezTo>
                  <a:pt x="13610" y="10310"/>
                  <a:pt x="13487" y="10364"/>
                  <a:pt x="13398" y="10453"/>
                </a:cubicBezTo>
                <a:lnTo>
                  <a:pt x="11435" y="12417"/>
                </a:lnTo>
                <a:cubicBezTo>
                  <a:pt x="11346" y="12506"/>
                  <a:pt x="11291" y="12629"/>
                  <a:pt x="11291" y="12764"/>
                </a:cubicBezTo>
                <a:cubicBezTo>
                  <a:pt x="11291" y="13035"/>
                  <a:pt x="11510" y="13255"/>
                  <a:pt x="11782" y="13255"/>
                </a:cubicBezTo>
                <a:moveTo>
                  <a:pt x="4418" y="4909"/>
                </a:moveTo>
                <a:cubicBezTo>
                  <a:pt x="4147" y="4909"/>
                  <a:pt x="3927" y="4690"/>
                  <a:pt x="3927" y="4418"/>
                </a:cubicBezTo>
                <a:cubicBezTo>
                  <a:pt x="3927" y="4147"/>
                  <a:pt x="4147" y="3927"/>
                  <a:pt x="4418" y="3927"/>
                </a:cubicBezTo>
                <a:cubicBezTo>
                  <a:pt x="4690" y="3927"/>
                  <a:pt x="4909" y="4147"/>
                  <a:pt x="4909" y="4418"/>
                </a:cubicBezTo>
                <a:cubicBezTo>
                  <a:pt x="4909" y="4690"/>
                  <a:pt x="4690" y="4909"/>
                  <a:pt x="4418" y="4909"/>
                </a:cubicBezTo>
                <a:moveTo>
                  <a:pt x="4418" y="2945"/>
                </a:moveTo>
                <a:cubicBezTo>
                  <a:pt x="3605" y="2945"/>
                  <a:pt x="2945" y="3605"/>
                  <a:pt x="2945" y="4418"/>
                </a:cubicBezTo>
                <a:cubicBezTo>
                  <a:pt x="2945" y="5232"/>
                  <a:pt x="3605" y="5891"/>
                  <a:pt x="4418" y="5891"/>
                </a:cubicBezTo>
                <a:cubicBezTo>
                  <a:pt x="5231" y="5891"/>
                  <a:pt x="5891" y="5232"/>
                  <a:pt x="5891" y="4418"/>
                </a:cubicBezTo>
                <a:cubicBezTo>
                  <a:pt x="5891" y="3605"/>
                  <a:pt x="5231" y="2945"/>
                  <a:pt x="4418" y="2945"/>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2" name="Shape 2584">
            <a:extLst>
              <a:ext uri="{FF2B5EF4-FFF2-40B4-BE49-F238E27FC236}">
                <a16:creationId xmlns:a16="http://schemas.microsoft.com/office/drawing/2014/main" id="{9A4797CD-0D26-EB54-3EF4-2F8581AF7E60}"/>
              </a:ext>
            </a:extLst>
          </p:cNvPr>
          <p:cNvSpPr/>
          <p:nvPr/>
        </p:nvSpPr>
        <p:spPr>
          <a:xfrm>
            <a:off x="5703771" y="4711399"/>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309" y="17673"/>
                </a:moveTo>
                <a:cubicBezTo>
                  <a:pt x="10445" y="17673"/>
                  <a:pt x="10567" y="17618"/>
                  <a:pt x="10656" y="17529"/>
                </a:cubicBezTo>
                <a:lnTo>
                  <a:pt x="12620" y="15565"/>
                </a:lnTo>
                <a:cubicBezTo>
                  <a:pt x="12709" y="15477"/>
                  <a:pt x="12764" y="15354"/>
                  <a:pt x="12764" y="15218"/>
                </a:cubicBezTo>
                <a:cubicBezTo>
                  <a:pt x="12764" y="14947"/>
                  <a:pt x="12544" y="14728"/>
                  <a:pt x="12273" y="14728"/>
                </a:cubicBezTo>
                <a:cubicBezTo>
                  <a:pt x="12137" y="14728"/>
                  <a:pt x="12014" y="14782"/>
                  <a:pt x="11926" y="14871"/>
                </a:cubicBezTo>
                <a:lnTo>
                  <a:pt x="9962" y="16835"/>
                </a:lnTo>
                <a:cubicBezTo>
                  <a:pt x="9873" y="16924"/>
                  <a:pt x="9818" y="17046"/>
                  <a:pt x="9818" y="17183"/>
                </a:cubicBezTo>
                <a:cubicBezTo>
                  <a:pt x="9818" y="17453"/>
                  <a:pt x="10038" y="17673"/>
                  <a:pt x="10309" y="17673"/>
                </a:cubicBezTo>
                <a:moveTo>
                  <a:pt x="10309" y="20415"/>
                </a:moveTo>
                <a:lnTo>
                  <a:pt x="982" y="11088"/>
                </a:lnTo>
                <a:lnTo>
                  <a:pt x="982" y="4418"/>
                </a:lnTo>
                <a:cubicBezTo>
                  <a:pt x="982" y="4147"/>
                  <a:pt x="1201" y="3927"/>
                  <a:pt x="1473" y="3927"/>
                </a:cubicBezTo>
                <a:lnTo>
                  <a:pt x="8142" y="3927"/>
                </a:lnTo>
                <a:lnTo>
                  <a:pt x="17469" y="13255"/>
                </a:lnTo>
                <a:cubicBezTo>
                  <a:pt x="17469" y="13255"/>
                  <a:pt x="10309" y="20415"/>
                  <a:pt x="10309" y="20415"/>
                </a:cubicBezTo>
                <a:close/>
                <a:moveTo>
                  <a:pt x="8693" y="3090"/>
                </a:moveTo>
                <a:cubicBezTo>
                  <a:pt x="8604" y="3001"/>
                  <a:pt x="8481" y="2945"/>
                  <a:pt x="8345" y="2945"/>
                </a:cubicBezTo>
                <a:lnTo>
                  <a:pt x="1473" y="2945"/>
                </a:lnTo>
                <a:cubicBezTo>
                  <a:pt x="660" y="2945"/>
                  <a:pt x="0" y="3605"/>
                  <a:pt x="0" y="4418"/>
                </a:cubicBezTo>
                <a:lnTo>
                  <a:pt x="0" y="11291"/>
                </a:lnTo>
                <a:cubicBezTo>
                  <a:pt x="0" y="11427"/>
                  <a:pt x="55" y="11549"/>
                  <a:pt x="144" y="11638"/>
                </a:cubicBezTo>
                <a:lnTo>
                  <a:pt x="9962" y="21456"/>
                </a:lnTo>
                <a:cubicBezTo>
                  <a:pt x="10051" y="21546"/>
                  <a:pt x="10174" y="21600"/>
                  <a:pt x="10309" y="21600"/>
                </a:cubicBezTo>
                <a:cubicBezTo>
                  <a:pt x="10445" y="21600"/>
                  <a:pt x="10567" y="21546"/>
                  <a:pt x="10656" y="21456"/>
                </a:cubicBezTo>
                <a:lnTo>
                  <a:pt x="18511" y="13602"/>
                </a:lnTo>
                <a:cubicBezTo>
                  <a:pt x="18600" y="13513"/>
                  <a:pt x="18655" y="13390"/>
                  <a:pt x="18655" y="13255"/>
                </a:cubicBezTo>
                <a:cubicBezTo>
                  <a:pt x="18655" y="13119"/>
                  <a:pt x="18599" y="12997"/>
                  <a:pt x="18511" y="12908"/>
                </a:cubicBezTo>
                <a:cubicBezTo>
                  <a:pt x="18511" y="12908"/>
                  <a:pt x="8693" y="3090"/>
                  <a:pt x="8693" y="3090"/>
                </a:cubicBezTo>
                <a:close/>
                <a:moveTo>
                  <a:pt x="7855" y="15218"/>
                </a:moveTo>
                <a:cubicBezTo>
                  <a:pt x="7855" y="15490"/>
                  <a:pt x="8074" y="15709"/>
                  <a:pt x="8345" y="15709"/>
                </a:cubicBezTo>
                <a:cubicBezTo>
                  <a:pt x="8481" y="15709"/>
                  <a:pt x="8604" y="15655"/>
                  <a:pt x="8693" y="15565"/>
                </a:cubicBezTo>
                <a:lnTo>
                  <a:pt x="9183" y="15074"/>
                </a:lnTo>
                <a:cubicBezTo>
                  <a:pt x="9273" y="14986"/>
                  <a:pt x="9327" y="14863"/>
                  <a:pt x="9327" y="14728"/>
                </a:cubicBezTo>
                <a:cubicBezTo>
                  <a:pt x="9327" y="14456"/>
                  <a:pt x="9108" y="14236"/>
                  <a:pt x="8836" y="14236"/>
                </a:cubicBezTo>
                <a:cubicBezTo>
                  <a:pt x="8701" y="14236"/>
                  <a:pt x="8578" y="14291"/>
                  <a:pt x="8489" y="14381"/>
                </a:cubicBezTo>
                <a:lnTo>
                  <a:pt x="7998" y="14871"/>
                </a:lnTo>
                <a:cubicBezTo>
                  <a:pt x="7910" y="14961"/>
                  <a:pt x="7855" y="15083"/>
                  <a:pt x="7855" y="15218"/>
                </a:cubicBezTo>
                <a:moveTo>
                  <a:pt x="21456" y="9962"/>
                </a:moveTo>
                <a:lnTo>
                  <a:pt x="11638" y="144"/>
                </a:lnTo>
                <a:cubicBezTo>
                  <a:pt x="11549" y="55"/>
                  <a:pt x="11427" y="0"/>
                  <a:pt x="11291" y="0"/>
                </a:cubicBezTo>
                <a:lnTo>
                  <a:pt x="4418" y="0"/>
                </a:lnTo>
                <a:cubicBezTo>
                  <a:pt x="3605" y="0"/>
                  <a:pt x="2945" y="660"/>
                  <a:pt x="2945" y="1473"/>
                </a:cubicBezTo>
                <a:cubicBezTo>
                  <a:pt x="2945" y="1744"/>
                  <a:pt x="3165" y="1964"/>
                  <a:pt x="3436" y="1964"/>
                </a:cubicBezTo>
                <a:cubicBezTo>
                  <a:pt x="3708" y="1964"/>
                  <a:pt x="3927" y="1744"/>
                  <a:pt x="3927" y="1473"/>
                </a:cubicBezTo>
                <a:cubicBezTo>
                  <a:pt x="3927" y="1202"/>
                  <a:pt x="4147" y="982"/>
                  <a:pt x="4418" y="982"/>
                </a:cubicBezTo>
                <a:lnTo>
                  <a:pt x="11088" y="982"/>
                </a:lnTo>
                <a:lnTo>
                  <a:pt x="20415" y="10310"/>
                </a:lnTo>
                <a:lnTo>
                  <a:pt x="19289" y="11435"/>
                </a:lnTo>
                <a:cubicBezTo>
                  <a:pt x="19201" y="11524"/>
                  <a:pt x="19145" y="11646"/>
                  <a:pt x="19145" y="11782"/>
                </a:cubicBezTo>
                <a:cubicBezTo>
                  <a:pt x="19145" y="12053"/>
                  <a:pt x="19366" y="12273"/>
                  <a:pt x="19636" y="12273"/>
                </a:cubicBezTo>
                <a:cubicBezTo>
                  <a:pt x="19772" y="12273"/>
                  <a:pt x="19895" y="12218"/>
                  <a:pt x="19983" y="12129"/>
                </a:cubicBezTo>
                <a:lnTo>
                  <a:pt x="21456" y="10656"/>
                </a:lnTo>
                <a:cubicBezTo>
                  <a:pt x="21545" y="10567"/>
                  <a:pt x="21600" y="10445"/>
                  <a:pt x="21600" y="10310"/>
                </a:cubicBezTo>
                <a:cubicBezTo>
                  <a:pt x="21600" y="10174"/>
                  <a:pt x="21545" y="10051"/>
                  <a:pt x="21456" y="9962"/>
                </a:cubicBezTo>
                <a:moveTo>
                  <a:pt x="10309" y="13745"/>
                </a:moveTo>
                <a:cubicBezTo>
                  <a:pt x="10445" y="13745"/>
                  <a:pt x="10567" y="13691"/>
                  <a:pt x="10656" y="13602"/>
                </a:cubicBezTo>
                <a:lnTo>
                  <a:pt x="11638" y="12620"/>
                </a:lnTo>
                <a:cubicBezTo>
                  <a:pt x="11727" y="12531"/>
                  <a:pt x="11782" y="12408"/>
                  <a:pt x="11782" y="12273"/>
                </a:cubicBezTo>
                <a:cubicBezTo>
                  <a:pt x="11782" y="12002"/>
                  <a:pt x="11562" y="11782"/>
                  <a:pt x="11291" y="11782"/>
                </a:cubicBezTo>
                <a:cubicBezTo>
                  <a:pt x="11156" y="11782"/>
                  <a:pt x="11033" y="11837"/>
                  <a:pt x="10944" y="11926"/>
                </a:cubicBezTo>
                <a:lnTo>
                  <a:pt x="9962" y="12908"/>
                </a:lnTo>
                <a:cubicBezTo>
                  <a:pt x="9873" y="12997"/>
                  <a:pt x="9818" y="13119"/>
                  <a:pt x="9818" y="13255"/>
                </a:cubicBezTo>
                <a:cubicBezTo>
                  <a:pt x="9818" y="13526"/>
                  <a:pt x="10038" y="13745"/>
                  <a:pt x="10309" y="13745"/>
                </a:cubicBezTo>
                <a:moveTo>
                  <a:pt x="4418" y="7855"/>
                </a:moveTo>
                <a:cubicBezTo>
                  <a:pt x="4147" y="7855"/>
                  <a:pt x="3927" y="7635"/>
                  <a:pt x="3927" y="7364"/>
                </a:cubicBezTo>
                <a:cubicBezTo>
                  <a:pt x="3927" y="7093"/>
                  <a:pt x="4147" y="6873"/>
                  <a:pt x="4418" y="6873"/>
                </a:cubicBezTo>
                <a:cubicBezTo>
                  <a:pt x="4690" y="6873"/>
                  <a:pt x="4909" y="7093"/>
                  <a:pt x="4909" y="7364"/>
                </a:cubicBezTo>
                <a:cubicBezTo>
                  <a:pt x="4909" y="7635"/>
                  <a:pt x="4690" y="7855"/>
                  <a:pt x="4418" y="7855"/>
                </a:cubicBezTo>
                <a:moveTo>
                  <a:pt x="4418" y="5891"/>
                </a:moveTo>
                <a:cubicBezTo>
                  <a:pt x="3605" y="5891"/>
                  <a:pt x="2945" y="6551"/>
                  <a:pt x="2945" y="7364"/>
                </a:cubicBezTo>
                <a:cubicBezTo>
                  <a:pt x="2945" y="8177"/>
                  <a:pt x="3605" y="8837"/>
                  <a:pt x="4418" y="8837"/>
                </a:cubicBezTo>
                <a:cubicBezTo>
                  <a:pt x="5232" y="8837"/>
                  <a:pt x="5891" y="8177"/>
                  <a:pt x="5891" y="7364"/>
                </a:cubicBezTo>
                <a:cubicBezTo>
                  <a:pt x="5891" y="6551"/>
                  <a:pt x="5232" y="5891"/>
                  <a:pt x="4418" y="5891"/>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3" name="Shape 2585">
            <a:extLst>
              <a:ext uri="{FF2B5EF4-FFF2-40B4-BE49-F238E27FC236}">
                <a16:creationId xmlns:a16="http://schemas.microsoft.com/office/drawing/2014/main" id="{6C9DE9D6-DA39-6927-6743-DAB5CDDBC4F8}"/>
              </a:ext>
            </a:extLst>
          </p:cNvPr>
          <p:cNvSpPr/>
          <p:nvPr/>
        </p:nvSpPr>
        <p:spPr>
          <a:xfrm>
            <a:off x="6300516" y="2045103"/>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9000" y="14727"/>
                </a:moveTo>
                <a:lnTo>
                  <a:pt x="5400" y="14727"/>
                </a:lnTo>
                <a:cubicBezTo>
                  <a:pt x="5069" y="14727"/>
                  <a:pt x="4800" y="14947"/>
                  <a:pt x="4800" y="15218"/>
                </a:cubicBezTo>
                <a:cubicBezTo>
                  <a:pt x="4800" y="15490"/>
                  <a:pt x="5069" y="15709"/>
                  <a:pt x="5400" y="15709"/>
                </a:cubicBezTo>
                <a:lnTo>
                  <a:pt x="9000" y="15709"/>
                </a:lnTo>
                <a:cubicBezTo>
                  <a:pt x="9331" y="15709"/>
                  <a:pt x="9600" y="15490"/>
                  <a:pt x="9600" y="15218"/>
                </a:cubicBezTo>
                <a:cubicBezTo>
                  <a:pt x="9600" y="14947"/>
                  <a:pt x="9331" y="14727"/>
                  <a:pt x="9000" y="14727"/>
                </a:cubicBezTo>
                <a:moveTo>
                  <a:pt x="20400" y="2579"/>
                </a:moveTo>
                <a:cubicBezTo>
                  <a:pt x="18840" y="3757"/>
                  <a:pt x="15638" y="4614"/>
                  <a:pt x="12466" y="4845"/>
                </a:cubicBezTo>
                <a:cubicBezTo>
                  <a:pt x="12197" y="4307"/>
                  <a:pt x="11554" y="3927"/>
                  <a:pt x="10800" y="3927"/>
                </a:cubicBezTo>
                <a:cubicBezTo>
                  <a:pt x="10046" y="3927"/>
                  <a:pt x="9403" y="4307"/>
                  <a:pt x="9135" y="4845"/>
                </a:cubicBezTo>
                <a:cubicBezTo>
                  <a:pt x="5962" y="4614"/>
                  <a:pt x="2760" y="3757"/>
                  <a:pt x="1200" y="2579"/>
                </a:cubicBezTo>
                <a:lnTo>
                  <a:pt x="1200" y="1964"/>
                </a:lnTo>
                <a:cubicBezTo>
                  <a:pt x="1200" y="1422"/>
                  <a:pt x="1738" y="982"/>
                  <a:pt x="2400" y="982"/>
                </a:cubicBezTo>
                <a:lnTo>
                  <a:pt x="19200" y="982"/>
                </a:lnTo>
                <a:cubicBezTo>
                  <a:pt x="19862" y="982"/>
                  <a:pt x="20400" y="1422"/>
                  <a:pt x="20400" y="1964"/>
                </a:cubicBezTo>
                <a:cubicBezTo>
                  <a:pt x="20400" y="1964"/>
                  <a:pt x="20400" y="2579"/>
                  <a:pt x="20400" y="2579"/>
                </a:cubicBezTo>
                <a:close/>
                <a:moveTo>
                  <a:pt x="10200" y="5400"/>
                </a:moveTo>
                <a:cubicBezTo>
                  <a:pt x="10200" y="5129"/>
                  <a:pt x="10469" y="4909"/>
                  <a:pt x="10800" y="4909"/>
                </a:cubicBezTo>
                <a:cubicBezTo>
                  <a:pt x="11131" y="4909"/>
                  <a:pt x="11400" y="5129"/>
                  <a:pt x="11400" y="5400"/>
                </a:cubicBezTo>
                <a:cubicBezTo>
                  <a:pt x="11400" y="5672"/>
                  <a:pt x="11131" y="5891"/>
                  <a:pt x="10800" y="5891"/>
                </a:cubicBezTo>
                <a:cubicBezTo>
                  <a:pt x="10469" y="5891"/>
                  <a:pt x="10200" y="5672"/>
                  <a:pt x="10200" y="5400"/>
                </a:cubicBezTo>
                <a:moveTo>
                  <a:pt x="20400" y="19636"/>
                </a:moveTo>
                <a:cubicBezTo>
                  <a:pt x="20400" y="20178"/>
                  <a:pt x="19862" y="20619"/>
                  <a:pt x="19200" y="20619"/>
                </a:cubicBezTo>
                <a:lnTo>
                  <a:pt x="2400" y="20619"/>
                </a:lnTo>
                <a:cubicBezTo>
                  <a:pt x="1738" y="20619"/>
                  <a:pt x="1200" y="20178"/>
                  <a:pt x="1200" y="19636"/>
                </a:cubicBezTo>
                <a:lnTo>
                  <a:pt x="1200" y="3859"/>
                </a:lnTo>
                <a:cubicBezTo>
                  <a:pt x="3007" y="4894"/>
                  <a:pt x="6118" y="5617"/>
                  <a:pt x="9086" y="5827"/>
                </a:cubicBezTo>
                <a:cubicBezTo>
                  <a:pt x="9311" y="6431"/>
                  <a:pt x="9988" y="6873"/>
                  <a:pt x="10800" y="6873"/>
                </a:cubicBezTo>
                <a:cubicBezTo>
                  <a:pt x="11611" y="6873"/>
                  <a:pt x="12289" y="6431"/>
                  <a:pt x="12514" y="5827"/>
                </a:cubicBezTo>
                <a:cubicBezTo>
                  <a:pt x="15482" y="5617"/>
                  <a:pt x="18593" y="4894"/>
                  <a:pt x="20400" y="3859"/>
                </a:cubicBezTo>
                <a:cubicBezTo>
                  <a:pt x="20400" y="3859"/>
                  <a:pt x="20400" y="19636"/>
                  <a:pt x="20400" y="19636"/>
                </a:cubicBezTo>
                <a:close/>
                <a:moveTo>
                  <a:pt x="19200" y="0"/>
                </a:moveTo>
                <a:lnTo>
                  <a:pt x="2400" y="0"/>
                </a:lnTo>
                <a:cubicBezTo>
                  <a:pt x="1075" y="0"/>
                  <a:pt x="0" y="879"/>
                  <a:pt x="0" y="1964"/>
                </a:cubicBezTo>
                <a:lnTo>
                  <a:pt x="0" y="19636"/>
                </a:lnTo>
                <a:cubicBezTo>
                  <a:pt x="0" y="20721"/>
                  <a:pt x="1075" y="21600"/>
                  <a:pt x="2400" y="21600"/>
                </a:cubicBezTo>
                <a:lnTo>
                  <a:pt x="19200" y="21600"/>
                </a:lnTo>
                <a:cubicBezTo>
                  <a:pt x="20525" y="21600"/>
                  <a:pt x="21600" y="20721"/>
                  <a:pt x="21600" y="19636"/>
                </a:cubicBezTo>
                <a:lnTo>
                  <a:pt x="21600" y="1964"/>
                </a:lnTo>
                <a:cubicBezTo>
                  <a:pt x="21600" y="879"/>
                  <a:pt x="20525" y="0"/>
                  <a:pt x="19200" y="0"/>
                </a:cubicBezTo>
                <a:moveTo>
                  <a:pt x="7800" y="16691"/>
                </a:moveTo>
                <a:lnTo>
                  <a:pt x="5400" y="16691"/>
                </a:lnTo>
                <a:cubicBezTo>
                  <a:pt x="5069" y="16691"/>
                  <a:pt x="4800" y="16911"/>
                  <a:pt x="4800" y="17182"/>
                </a:cubicBezTo>
                <a:cubicBezTo>
                  <a:pt x="4800" y="17453"/>
                  <a:pt x="5069" y="17673"/>
                  <a:pt x="5400" y="17673"/>
                </a:cubicBezTo>
                <a:lnTo>
                  <a:pt x="7800" y="17673"/>
                </a:lnTo>
                <a:cubicBezTo>
                  <a:pt x="8131" y="17673"/>
                  <a:pt x="8400" y="17453"/>
                  <a:pt x="8400" y="17182"/>
                </a:cubicBezTo>
                <a:cubicBezTo>
                  <a:pt x="8400" y="16911"/>
                  <a:pt x="8131" y="16691"/>
                  <a:pt x="7800" y="16691"/>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4" name="Shape 2586">
            <a:extLst>
              <a:ext uri="{FF2B5EF4-FFF2-40B4-BE49-F238E27FC236}">
                <a16:creationId xmlns:a16="http://schemas.microsoft.com/office/drawing/2014/main" id="{1101B865-B9FA-5B0D-6EB4-E77FC9B738DF}"/>
              </a:ext>
            </a:extLst>
          </p:cNvPr>
          <p:cNvSpPr/>
          <p:nvPr/>
        </p:nvSpPr>
        <p:spPr>
          <a:xfrm>
            <a:off x="6833777" y="2045103"/>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15600" y="6076"/>
                </a:moveTo>
                <a:cubicBezTo>
                  <a:pt x="14428" y="7109"/>
                  <a:pt x="12685" y="7649"/>
                  <a:pt x="10071" y="7803"/>
                </a:cubicBezTo>
                <a:cubicBezTo>
                  <a:pt x="9806" y="7259"/>
                  <a:pt x="9160" y="6873"/>
                  <a:pt x="8400" y="6873"/>
                </a:cubicBezTo>
                <a:cubicBezTo>
                  <a:pt x="7640" y="6873"/>
                  <a:pt x="6994" y="7259"/>
                  <a:pt x="6729" y="7803"/>
                </a:cubicBezTo>
                <a:cubicBezTo>
                  <a:pt x="4115" y="7649"/>
                  <a:pt x="2372" y="7109"/>
                  <a:pt x="1200" y="6076"/>
                </a:cubicBezTo>
                <a:lnTo>
                  <a:pt x="1200" y="5891"/>
                </a:lnTo>
                <a:cubicBezTo>
                  <a:pt x="1200" y="5349"/>
                  <a:pt x="1738" y="4909"/>
                  <a:pt x="2400" y="4909"/>
                </a:cubicBezTo>
                <a:lnTo>
                  <a:pt x="14400" y="4909"/>
                </a:lnTo>
                <a:cubicBezTo>
                  <a:pt x="15062" y="4909"/>
                  <a:pt x="15600" y="5349"/>
                  <a:pt x="15600" y="5891"/>
                </a:cubicBezTo>
                <a:cubicBezTo>
                  <a:pt x="15600" y="5891"/>
                  <a:pt x="15600" y="6076"/>
                  <a:pt x="15600" y="6076"/>
                </a:cubicBezTo>
                <a:close/>
                <a:moveTo>
                  <a:pt x="7800" y="8346"/>
                </a:moveTo>
                <a:cubicBezTo>
                  <a:pt x="7800" y="8074"/>
                  <a:pt x="8069" y="7855"/>
                  <a:pt x="8400" y="7855"/>
                </a:cubicBezTo>
                <a:cubicBezTo>
                  <a:pt x="8731" y="7855"/>
                  <a:pt x="9000" y="8074"/>
                  <a:pt x="9000" y="8346"/>
                </a:cubicBezTo>
                <a:cubicBezTo>
                  <a:pt x="9000" y="8617"/>
                  <a:pt x="8731" y="8836"/>
                  <a:pt x="8400" y="8836"/>
                </a:cubicBezTo>
                <a:cubicBezTo>
                  <a:pt x="8069" y="8836"/>
                  <a:pt x="7800" y="8617"/>
                  <a:pt x="7800" y="8346"/>
                </a:cubicBezTo>
                <a:moveTo>
                  <a:pt x="15600" y="19636"/>
                </a:moveTo>
                <a:cubicBezTo>
                  <a:pt x="15600" y="20179"/>
                  <a:pt x="15062" y="20619"/>
                  <a:pt x="14400" y="20619"/>
                </a:cubicBezTo>
                <a:lnTo>
                  <a:pt x="2400" y="20619"/>
                </a:lnTo>
                <a:cubicBezTo>
                  <a:pt x="1738" y="20619"/>
                  <a:pt x="1200" y="20179"/>
                  <a:pt x="1200" y="19636"/>
                </a:cubicBezTo>
                <a:lnTo>
                  <a:pt x="1200" y="7318"/>
                </a:lnTo>
                <a:cubicBezTo>
                  <a:pt x="2658" y="8244"/>
                  <a:pt x="4301" y="8666"/>
                  <a:pt x="6693" y="8790"/>
                </a:cubicBezTo>
                <a:cubicBezTo>
                  <a:pt x="6924" y="9385"/>
                  <a:pt x="7597" y="9819"/>
                  <a:pt x="8400" y="9819"/>
                </a:cubicBezTo>
                <a:cubicBezTo>
                  <a:pt x="9203" y="9819"/>
                  <a:pt x="9875" y="9385"/>
                  <a:pt x="10108" y="8790"/>
                </a:cubicBezTo>
                <a:cubicBezTo>
                  <a:pt x="12499" y="8666"/>
                  <a:pt x="14142" y="8244"/>
                  <a:pt x="15600" y="7318"/>
                </a:cubicBezTo>
                <a:cubicBezTo>
                  <a:pt x="15600" y="7318"/>
                  <a:pt x="15600" y="19636"/>
                  <a:pt x="15600" y="19636"/>
                </a:cubicBezTo>
                <a:close/>
                <a:moveTo>
                  <a:pt x="14400" y="3927"/>
                </a:moveTo>
                <a:lnTo>
                  <a:pt x="2400" y="3927"/>
                </a:lnTo>
                <a:cubicBezTo>
                  <a:pt x="1075" y="3927"/>
                  <a:pt x="0" y="4806"/>
                  <a:pt x="0" y="5891"/>
                </a:cubicBezTo>
                <a:lnTo>
                  <a:pt x="0" y="19636"/>
                </a:lnTo>
                <a:cubicBezTo>
                  <a:pt x="0" y="20721"/>
                  <a:pt x="1075" y="21600"/>
                  <a:pt x="2400" y="21600"/>
                </a:cubicBezTo>
                <a:lnTo>
                  <a:pt x="14400" y="21600"/>
                </a:lnTo>
                <a:cubicBezTo>
                  <a:pt x="15725" y="21600"/>
                  <a:pt x="16800" y="20721"/>
                  <a:pt x="16800" y="19636"/>
                </a:cubicBezTo>
                <a:lnTo>
                  <a:pt x="16800" y="5891"/>
                </a:lnTo>
                <a:cubicBezTo>
                  <a:pt x="16800" y="4806"/>
                  <a:pt x="15725" y="3927"/>
                  <a:pt x="14400" y="3927"/>
                </a:cubicBezTo>
                <a:moveTo>
                  <a:pt x="5400" y="17673"/>
                </a:moveTo>
                <a:lnTo>
                  <a:pt x="4200" y="17673"/>
                </a:lnTo>
                <a:cubicBezTo>
                  <a:pt x="3869" y="17673"/>
                  <a:pt x="3600" y="17893"/>
                  <a:pt x="3600" y="18164"/>
                </a:cubicBezTo>
                <a:cubicBezTo>
                  <a:pt x="3600" y="18435"/>
                  <a:pt x="3869" y="18655"/>
                  <a:pt x="4200" y="18655"/>
                </a:cubicBezTo>
                <a:lnTo>
                  <a:pt x="5400" y="18655"/>
                </a:lnTo>
                <a:cubicBezTo>
                  <a:pt x="5731" y="18655"/>
                  <a:pt x="6000" y="18435"/>
                  <a:pt x="6000" y="18164"/>
                </a:cubicBezTo>
                <a:cubicBezTo>
                  <a:pt x="6000" y="17893"/>
                  <a:pt x="5731" y="17673"/>
                  <a:pt x="5400" y="17673"/>
                </a:cubicBezTo>
                <a:moveTo>
                  <a:pt x="6600" y="15709"/>
                </a:moveTo>
                <a:lnTo>
                  <a:pt x="4200" y="15709"/>
                </a:lnTo>
                <a:cubicBezTo>
                  <a:pt x="3869" y="15709"/>
                  <a:pt x="3600" y="15929"/>
                  <a:pt x="3600" y="16200"/>
                </a:cubicBezTo>
                <a:cubicBezTo>
                  <a:pt x="3600" y="16472"/>
                  <a:pt x="3869" y="16691"/>
                  <a:pt x="4200" y="16691"/>
                </a:cubicBezTo>
                <a:lnTo>
                  <a:pt x="6600" y="16691"/>
                </a:lnTo>
                <a:cubicBezTo>
                  <a:pt x="6931" y="16691"/>
                  <a:pt x="7200" y="16472"/>
                  <a:pt x="7200" y="16200"/>
                </a:cubicBezTo>
                <a:cubicBezTo>
                  <a:pt x="7200" y="15929"/>
                  <a:pt x="6931" y="15709"/>
                  <a:pt x="6600" y="15709"/>
                </a:cubicBezTo>
                <a:moveTo>
                  <a:pt x="19200" y="0"/>
                </a:moveTo>
                <a:lnTo>
                  <a:pt x="7200" y="0"/>
                </a:lnTo>
                <a:cubicBezTo>
                  <a:pt x="5875" y="0"/>
                  <a:pt x="4800" y="879"/>
                  <a:pt x="4800" y="1964"/>
                </a:cubicBezTo>
                <a:lnTo>
                  <a:pt x="4800" y="2455"/>
                </a:lnTo>
                <a:cubicBezTo>
                  <a:pt x="4800" y="2726"/>
                  <a:pt x="5069" y="2945"/>
                  <a:pt x="5400" y="2945"/>
                </a:cubicBezTo>
                <a:cubicBezTo>
                  <a:pt x="5731" y="2945"/>
                  <a:pt x="6000" y="2726"/>
                  <a:pt x="6000" y="2455"/>
                </a:cubicBezTo>
                <a:lnTo>
                  <a:pt x="6000" y="1964"/>
                </a:lnTo>
                <a:cubicBezTo>
                  <a:pt x="6000" y="1422"/>
                  <a:pt x="6538" y="982"/>
                  <a:pt x="7200" y="982"/>
                </a:cubicBezTo>
                <a:lnTo>
                  <a:pt x="19200" y="982"/>
                </a:lnTo>
                <a:cubicBezTo>
                  <a:pt x="19862" y="982"/>
                  <a:pt x="20400" y="1422"/>
                  <a:pt x="20400" y="1964"/>
                </a:cubicBezTo>
                <a:lnTo>
                  <a:pt x="20400" y="15709"/>
                </a:lnTo>
                <a:cubicBezTo>
                  <a:pt x="20400" y="16252"/>
                  <a:pt x="19862" y="16691"/>
                  <a:pt x="19200" y="16691"/>
                </a:cubicBezTo>
                <a:lnTo>
                  <a:pt x="18600" y="16691"/>
                </a:lnTo>
                <a:cubicBezTo>
                  <a:pt x="18269" y="16691"/>
                  <a:pt x="18000" y="16911"/>
                  <a:pt x="18000" y="17182"/>
                </a:cubicBezTo>
                <a:cubicBezTo>
                  <a:pt x="18000" y="17453"/>
                  <a:pt x="18269" y="17673"/>
                  <a:pt x="18600" y="17673"/>
                </a:cubicBezTo>
                <a:lnTo>
                  <a:pt x="19200" y="17673"/>
                </a:lnTo>
                <a:cubicBezTo>
                  <a:pt x="20525" y="17673"/>
                  <a:pt x="21600" y="16794"/>
                  <a:pt x="21600" y="15709"/>
                </a:cubicBezTo>
                <a:lnTo>
                  <a:pt x="21600" y="1964"/>
                </a:lnTo>
                <a:cubicBezTo>
                  <a:pt x="21600" y="879"/>
                  <a:pt x="20525" y="0"/>
                  <a:pt x="192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5" name="Shape 2587">
            <a:extLst>
              <a:ext uri="{FF2B5EF4-FFF2-40B4-BE49-F238E27FC236}">
                <a16:creationId xmlns:a16="http://schemas.microsoft.com/office/drawing/2014/main" id="{DEBA2262-8DB1-6985-77BD-C30E05DCF216}"/>
              </a:ext>
            </a:extLst>
          </p:cNvPr>
          <p:cNvSpPr/>
          <p:nvPr/>
        </p:nvSpPr>
        <p:spPr>
          <a:xfrm>
            <a:off x="7341645" y="2045103"/>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2281" y="19846"/>
                </a:moveTo>
                <a:lnTo>
                  <a:pt x="9413" y="12882"/>
                </a:lnTo>
                <a:lnTo>
                  <a:pt x="19655" y="2640"/>
                </a:lnTo>
                <a:cubicBezTo>
                  <a:pt x="19655" y="2640"/>
                  <a:pt x="12281" y="19846"/>
                  <a:pt x="12281" y="19846"/>
                </a:cubicBezTo>
                <a:close/>
                <a:moveTo>
                  <a:pt x="1755" y="9320"/>
                </a:moveTo>
                <a:lnTo>
                  <a:pt x="18960" y="1945"/>
                </a:lnTo>
                <a:lnTo>
                  <a:pt x="8719" y="12187"/>
                </a:lnTo>
                <a:cubicBezTo>
                  <a:pt x="8719" y="12187"/>
                  <a:pt x="1755" y="9320"/>
                  <a:pt x="1755" y="9320"/>
                </a:cubicBezTo>
                <a:close/>
                <a:moveTo>
                  <a:pt x="21600" y="491"/>
                </a:moveTo>
                <a:cubicBezTo>
                  <a:pt x="21600" y="220"/>
                  <a:pt x="21380" y="0"/>
                  <a:pt x="21109" y="0"/>
                </a:cubicBezTo>
                <a:cubicBezTo>
                  <a:pt x="21034" y="0"/>
                  <a:pt x="20964" y="20"/>
                  <a:pt x="20900" y="52"/>
                </a:cubicBezTo>
                <a:lnTo>
                  <a:pt x="20898" y="48"/>
                </a:lnTo>
                <a:lnTo>
                  <a:pt x="302" y="8875"/>
                </a:lnTo>
                <a:cubicBezTo>
                  <a:pt x="301" y="8875"/>
                  <a:pt x="299" y="8876"/>
                  <a:pt x="297" y="8877"/>
                </a:cubicBezTo>
                <a:lnTo>
                  <a:pt x="280" y="8885"/>
                </a:lnTo>
                <a:lnTo>
                  <a:pt x="281" y="8887"/>
                </a:lnTo>
                <a:cubicBezTo>
                  <a:pt x="116" y="8967"/>
                  <a:pt x="0" y="9132"/>
                  <a:pt x="0" y="9327"/>
                </a:cubicBezTo>
                <a:cubicBezTo>
                  <a:pt x="0" y="9550"/>
                  <a:pt x="151" y="9731"/>
                  <a:pt x="355" y="9791"/>
                </a:cubicBezTo>
                <a:lnTo>
                  <a:pt x="353" y="9799"/>
                </a:lnTo>
                <a:lnTo>
                  <a:pt x="8462" y="13138"/>
                </a:lnTo>
                <a:lnTo>
                  <a:pt x="11801" y="21248"/>
                </a:lnTo>
                <a:lnTo>
                  <a:pt x="11809" y="21245"/>
                </a:lnTo>
                <a:cubicBezTo>
                  <a:pt x="11869" y="21449"/>
                  <a:pt x="12050" y="21600"/>
                  <a:pt x="12273" y="21600"/>
                </a:cubicBezTo>
                <a:cubicBezTo>
                  <a:pt x="12468" y="21600"/>
                  <a:pt x="12634" y="21484"/>
                  <a:pt x="12713" y="21319"/>
                </a:cubicBezTo>
                <a:lnTo>
                  <a:pt x="12716" y="21320"/>
                </a:lnTo>
                <a:lnTo>
                  <a:pt x="12723" y="21303"/>
                </a:lnTo>
                <a:cubicBezTo>
                  <a:pt x="12724" y="21301"/>
                  <a:pt x="12725" y="21300"/>
                  <a:pt x="12725" y="21298"/>
                </a:cubicBezTo>
                <a:lnTo>
                  <a:pt x="21553" y="702"/>
                </a:lnTo>
                <a:lnTo>
                  <a:pt x="21547" y="699"/>
                </a:lnTo>
                <a:cubicBezTo>
                  <a:pt x="21578" y="636"/>
                  <a:pt x="21600" y="567"/>
                  <a:pt x="21600" y="491"/>
                </a:cubicBezTo>
                <a:moveTo>
                  <a:pt x="7855" y="16200"/>
                </a:moveTo>
                <a:cubicBezTo>
                  <a:pt x="7719" y="16200"/>
                  <a:pt x="7596" y="16255"/>
                  <a:pt x="7507" y="16344"/>
                </a:cubicBezTo>
                <a:lnTo>
                  <a:pt x="6035" y="17817"/>
                </a:lnTo>
                <a:cubicBezTo>
                  <a:pt x="5946" y="17905"/>
                  <a:pt x="5891" y="18029"/>
                  <a:pt x="5891" y="18164"/>
                </a:cubicBezTo>
                <a:cubicBezTo>
                  <a:pt x="5891" y="18435"/>
                  <a:pt x="6111" y="18655"/>
                  <a:pt x="6382" y="18655"/>
                </a:cubicBezTo>
                <a:cubicBezTo>
                  <a:pt x="6517" y="18655"/>
                  <a:pt x="6640" y="18600"/>
                  <a:pt x="6729" y="18511"/>
                </a:cubicBezTo>
                <a:lnTo>
                  <a:pt x="8202" y="17038"/>
                </a:lnTo>
                <a:cubicBezTo>
                  <a:pt x="8291" y="16950"/>
                  <a:pt x="8345" y="16827"/>
                  <a:pt x="8345" y="16691"/>
                </a:cubicBezTo>
                <a:cubicBezTo>
                  <a:pt x="8345" y="16420"/>
                  <a:pt x="8126" y="16200"/>
                  <a:pt x="7855" y="16200"/>
                </a:cubicBezTo>
                <a:moveTo>
                  <a:pt x="7855" y="14237"/>
                </a:moveTo>
                <a:cubicBezTo>
                  <a:pt x="7855" y="13966"/>
                  <a:pt x="7635" y="13745"/>
                  <a:pt x="7364" y="13745"/>
                </a:cubicBezTo>
                <a:cubicBezTo>
                  <a:pt x="7228" y="13745"/>
                  <a:pt x="7105" y="13801"/>
                  <a:pt x="7017" y="13889"/>
                </a:cubicBezTo>
                <a:lnTo>
                  <a:pt x="2107" y="18798"/>
                </a:lnTo>
                <a:cubicBezTo>
                  <a:pt x="2019" y="18888"/>
                  <a:pt x="1964" y="19011"/>
                  <a:pt x="1964" y="19145"/>
                </a:cubicBezTo>
                <a:cubicBezTo>
                  <a:pt x="1964" y="19417"/>
                  <a:pt x="2184" y="19636"/>
                  <a:pt x="2455" y="19636"/>
                </a:cubicBezTo>
                <a:cubicBezTo>
                  <a:pt x="2590" y="19636"/>
                  <a:pt x="2713" y="19582"/>
                  <a:pt x="2802" y="19493"/>
                </a:cubicBezTo>
                <a:lnTo>
                  <a:pt x="7711" y="14583"/>
                </a:lnTo>
                <a:cubicBezTo>
                  <a:pt x="7800" y="14495"/>
                  <a:pt x="7855" y="14372"/>
                  <a:pt x="7855" y="14237"/>
                </a:cubicBezTo>
                <a:moveTo>
                  <a:pt x="4765" y="14583"/>
                </a:moveTo>
                <a:lnTo>
                  <a:pt x="5256" y="14093"/>
                </a:lnTo>
                <a:cubicBezTo>
                  <a:pt x="5345" y="14004"/>
                  <a:pt x="5400" y="13881"/>
                  <a:pt x="5400" y="13745"/>
                </a:cubicBezTo>
                <a:cubicBezTo>
                  <a:pt x="5400" y="13475"/>
                  <a:pt x="5180" y="13255"/>
                  <a:pt x="4909" y="13255"/>
                </a:cubicBezTo>
                <a:cubicBezTo>
                  <a:pt x="4774" y="13255"/>
                  <a:pt x="4651" y="13310"/>
                  <a:pt x="4562" y="13398"/>
                </a:cubicBezTo>
                <a:lnTo>
                  <a:pt x="4071" y="13889"/>
                </a:lnTo>
                <a:cubicBezTo>
                  <a:pt x="3982" y="13979"/>
                  <a:pt x="3927" y="14101"/>
                  <a:pt x="3927" y="14237"/>
                </a:cubicBezTo>
                <a:cubicBezTo>
                  <a:pt x="3927" y="14507"/>
                  <a:pt x="4147" y="14727"/>
                  <a:pt x="4418" y="14727"/>
                </a:cubicBezTo>
                <a:cubicBezTo>
                  <a:pt x="4554" y="14727"/>
                  <a:pt x="4676" y="14673"/>
                  <a:pt x="4765" y="1458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6" name="Shape 2588">
            <a:extLst>
              <a:ext uri="{FF2B5EF4-FFF2-40B4-BE49-F238E27FC236}">
                <a16:creationId xmlns:a16="http://schemas.microsoft.com/office/drawing/2014/main" id="{F91B4D4F-0498-384F-46C1-52E84102288B}"/>
              </a:ext>
            </a:extLst>
          </p:cNvPr>
          <p:cNvSpPr/>
          <p:nvPr/>
        </p:nvSpPr>
        <p:spPr>
          <a:xfrm>
            <a:off x="7874906" y="2057799"/>
            <a:ext cx="279328" cy="253944"/>
          </a:xfrm>
          <a:custGeom>
            <a:avLst/>
            <a:gdLst/>
            <a:ahLst/>
            <a:cxnLst>
              <a:cxn ang="0">
                <a:pos x="wd2" y="hd2"/>
              </a:cxn>
              <a:cxn ang="5400000">
                <a:pos x="wd2" y="hd2"/>
              </a:cxn>
              <a:cxn ang="10800000">
                <a:pos x="wd2" y="hd2"/>
              </a:cxn>
              <a:cxn ang="16200000">
                <a:pos x="wd2" y="hd2"/>
              </a:cxn>
            </a:cxnLst>
            <a:rect l="0" t="0" r="r" b="b"/>
            <a:pathLst>
              <a:path w="21600" h="21600" extrusionOk="0">
                <a:moveTo>
                  <a:pt x="17182" y="12420"/>
                </a:moveTo>
                <a:cubicBezTo>
                  <a:pt x="16368" y="12420"/>
                  <a:pt x="15709" y="11694"/>
                  <a:pt x="15709" y="10800"/>
                </a:cubicBezTo>
                <a:cubicBezTo>
                  <a:pt x="15709" y="9906"/>
                  <a:pt x="16368" y="9180"/>
                  <a:pt x="17182" y="9180"/>
                </a:cubicBezTo>
                <a:cubicBezTo>
                  <a:pt x="17995" y="9180"/>
                  <a:pt x="18655" y="9906"/>
                  <a:pt x="18655" y="10800"/>
                </a:cubicBezTo>
                <a:cubicBezTo>
                  <a:pt x="18655" y="11694"/>
                  <a:pt x="17995" y="12420"/>
                  <a:pt x="17182" y="12420"/>
                </a:cubicBezTo>
                <a:moveTo>
                  <a:pt x="21109" y="10260"/>
                </a:moveTo>
                <a:lnTo>
                  <a:pt x="19587" y="10260"/>
                </a:lnTo>
                <a:cubicBezTo>
                  <a:pt x="19360" y="9028"/>
                  <a:pt x="18369" y="8100"/>
                  <a:pt x="17182" y="8100"/>
                </a:cubicBezTo>
                <a:cubicBezTo>
                  <a:pt x="15994" y="8100"/>
                  <a:pt x="15004" y="9028"/>
                  <a:pt x="14777" y="10260"/>
                </a:cubicBezTo>
                <a:lnTo>
                  <a:pt x="491" y="10260"/>
                </a:lnTo>
                <a:cubicBezTo>
                  <a:pt x="220" y="10260"/>
                  <a:pt x="0" y="10502"/>
                  <a:pt x="0" y="10800"/>
                </a:cubicBezTo>
                <a:cubicBezTo>
                  <a:pt x="0" y="11098"/>
                  <a:pt x="220" y="11340"/>
                  <a:pt x="491" y="11340"/>
                </a:cubicBezTo>
                <a:lnTo>
                  <a:pt x="14777" y="11340"/>
                </a:lnTo>
                <a:cubicBezTo>
                  <a:pt x="15004" y="12572"/>
                  <a:pt x="15994" y="13500"/>
                  <a:pt x="17182" y="13500"/>
                </a:cubicBezTo>
                <a:cubicBezTo>
                  <a:pt x="18369" y="13500"/>
                  <a:pt x="19360" y="12572"/>
                  <a:pt x="19587" y="11340"/>
                </a:cubicBezTo>
                <a:lnTo>
                  <a:pt x="21109" y="11340"/>
                </a:lnTo>
                <a:cubicBezTo>
                  <a:pt x="21380" y="11340"/>
                  <a:pt x="21600" y="11098"/>
                  <a:pt x="21600" y="10800"/>
                </a:cubicBezTo>
                <a:cubicBezTo>
                  <a:pt x="21600" y="10502"/>
                  <a:pt x="21380" y="10260"/>
                  <a:pt x="21109" y="10260"/>
                </a:cubicBezTo>
                <a:moveTo>
                  <a:pt x="5400" y="1080"/>
                </a:moveTo>
                <a:cubicBezTo>
                  <a:pt x="6214" y="1080"/>
                  <a:pt x="6873" y="1806"/>
                  <a:pt x="6873" y="2700"/>
                </a:cubicBezTo>
                <a:cubicBezTo>
                  <a:pt x="6873" y="3595"/>
                  <a:pt x="6214" y="4320"/>
                  <a:pt x="5400" y="4320"/>
                </a:cubicBezTo>
                <a:cubicBezTo>
                  <a:pt x="4586" y="4320"/>
                  <a:pt x="3927" y="3595"/>
                  <a:pt x="3927" y="2700"/>
                </a:cubicBezTo>
                <a:cubicBezTo>
                  <a:pt x="3927" y="1806"/>
                  <a:pt x="4586" y="1080"/>
                  <a:pt x="5400" y="1080"/>
                </a:cubicBezTo>
                <a:moveTo>
                  <a:pt x="491" y="3240"/>
                </a:moveTo>
                <a:lnTo>
                  <a:pt x="2995" y="3240"/>
                </a:lnTo>
                <a:cubicBezTo>
                  <a:pt x="3222" y="4472"/>
                  <a:pt x="4213" y="5400"/>
                  <a:pt x="5400" y="5400"/>
                </a:cubicBezTo>
                <a:cubicBezTo>
                  <a:pt x="6587" y="5400"/>
                  <a:pt x="7578" y="4472"/>
                  <a:pt x="7805" y="3240"/>
                </a:cubicBezTo>
                <a:lnTo>
                  <a:pt x="21109" y="3240"/>
                </a:lnTo>
                <a:cubicBezTo>
                  <a:pt x="21380" y="3240"/>
                  <a:pt x="21600" y="2999"/>
                  <a:pt x="21600" y="2700"/>
                </a:cubicBezTo>
                <a:cubicBezTo>
                  <a:pt x="21600" y="2402"/>
                  <a:pt x="21380" y="2160"/>
                  <a:pt x="21109" y="2160"/>
                </a:cubicBezTo>
                <a:lnTo>
                  <a:pt x="7805" y="2160"/>
                </a:lnTo>
                <a:cubicBezTo>
                  <a:pt x="7578" y="928"/>
                  <a:pt x="6587" y="0"/>
                  <a:pt x="5400" y="0"/>
                </a:cubicBezTo>
                <a:cubicBezTo>
                  <a:pt x="4213" y="0"/>
                  <a:pt x="3222" y="928"/>
                  <a:pt x="2995" y="2160"/>
                </a:cubicBezTo>
                <a:lnTo>
                  <a:pt x="491" y="2160"/>
                </a:lnTo>
                <a:cubicBezTo>
                  <a:pt x="220" y="2160"/>
                  <a:pt x="0" y="2402"/>
                  <a:pt x="0" y="2700"/>
                </a:cubicBezTo>
                <a:cubicBezTo>
                  <a:pt x="0" y="2999"/>
                  <a:pt x="220" y="3240"/>
                  <a:pt x="491" y="3240"/>
                </a:cubicBezTo>
                <a:moveTo>
                  <a:pt x="9327" y="20519"/>
                </a:moveTo>
                <a:cubicBezTo>
                  <a:pt x="8514" y="20519"/>
                  <a:pt x="7855" y="19794"/>
                  <a:pt x="7855" y="18899"/>
                </a:cubicBezTo>
                <a:cubicBezTo>
                  <a:pt x="7855" y="18005"/>
                  <a:pt x="8514" y="17279"/>
                  <a:pt x="9327" y="17279"/>
                </a:cubicBezTo>
                <a:cubicBezTo>
                  <a:pt x="10141" y="17279"/>
                  <a:pt x="10800" y="18005"/>
                  <a:pt x="10800" y="18899"/>
                </a:cubicBezTo>
                <a:cubicBezTo>
                  <a:pt x="10800" y="19794"/>
                  <a:pt x="10141" y="20519"/>
                  <a:pt x="9327" y="20519"/>
                </a:cubicBezTo>
                <a:moveTo>
                  <a:pt x="21109" y="18359"/>
                </a:moveTo>
                <a:lnTo>
                  <a:pt x="11732" y="18359"/>
                </a:lnTo>
                <a:cubicBezTo>
                  <a:pt x="11505" y="17127"/>
                  <a:pt x="10515" y="16199"/>
                  <a:pt x="9327" y="16199"/>
                </a:cubicBezTo>
                <a:cubicBezTo>
                  <a:pt x="8140" y="16199"/>
                  <a:pt x="7150" y="17127"/>
                  <a:pt x="6922" y="18359"/>
                </a:cubicBezTo>
                <a:lnTo>
                  <a:pt x="491" y="18359"/>
                </a:lnTo>
                <a:cubicBezTo>
                  <a:pt x="220" y="18359"/>
                  <a:pt x="0" y="18601"/>
                  <a:pt x="0" y="18899"/>
                </a:cubicBezTo>
                <a:cubicBezTo>
                  <a:pt x="0" y="19198"/>
                  <a:pt x="220" y="19439"/>
                  <a:pt x="491" y="19439"/>
                </a:cubicBezTo>
                <a:lnTo>
                  <a:pt x="6922" y="19439"/>
                </a:lnTo>
                <a:cubicBezTo>
                  <a:pt x="7150" y="20672"/>
                  <a:pt x="8140" y="21600"/>
                  <a:pt x="9327" y="21600"/>
                </a:cubicBezTo>
                <a:cubicBezTo>
                  <a:pt x="10515" y="21600"/>
                  <a:pt x="11505" y="20672"/>
                  <a:pt x="11732" y="19439"/>
                </a:cubicBezTo>
                <a:lnTo>
                  <a:pt x="21109" y="19439"/>
                </a:lnTo>
                <a:cubicBezTo>
                  <a:pt x="21380" y="19439"/>
                  <a:pt x="21600" y="19198"/>
                  <a:pt x="21600" y="18899"/>
                </a:cubicBezTo>
                <a:cubicBezTo>
                  <a:pt x="21600" y="18601"/>
                  <a:pt x="21380" y="18359"/>
                  <a:pt x="21109" y="1835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7" name="Shape 2589">
            <a:extLst>
              <a:ext uri="{FF2B5EF4-FFF2-40B4-BE49-F238E27FC236}">
                <a16:creationId xmlns:a16="http://schemas.microsoft.com/office/drawing/2014/main" id="{82CC283C-87BC-AFBF-7549-0F1B27C35308}"/>
              </a:ext>
            </a:extLst>
          </p:cNvPr>
          <p:cNvSpPr/>
          <p:nvPr/>
        </p:nvSpPr>
        <p:spPr>
          <a:xfrm>
            <a:off x="8408167" y="2057799"/>
            <a:ext cx="279328" cy="253944"/>
          </a:xfrm>
          <a:custGeom>
            <a:avLst/>
            <a:gdLst/>
            <a:ahLst/>
            <a:cxnLst>
              <a:cxn ang="0">
                <a:pos x="wd2" y="hd2"/>
              </a:cxn>
              <a:cxn ang="5400000">
                <a:pos x="wd2" y="hd2"/>
              </a:cxn>
              <a:cxn ang="10800000">
                <a:pos x="wd2" y="hd2"/>
              </a:cxn>
              <a:cxn ang="16200000">
                <a:pos x="wd2" y="hd2"/>
              </a:cxn>
            </a:cxnLst>
            <a:rect l="0" t="0" r="r" b="b"/>
            <a:pathLst>
              <a:path w="21600" h="21600" extrusionOk="0">
                <a:moveTo>
                  <a:pt x="6382" y="15119"/>
                </a:moveTo>
                <a:cubicBezTo>
                  <a:pt x="7195" y="15119"/>
                  <a:pt x="7855" y="14394"/>
                  <a:pt x="7855" y="13500"/>
                </a:cubicBezTo>
                <a:cubicBezTo>
                  <a:pt x="7855" y="12605"/>
                  <a:pt x="7195" y="11880"/>
                  <a:pt x="6382" y="11880"/>
                </a:cubicBezTo>
                <a:cubicBezTo>
                  <a:pt x="5568" y="11880"/>
                  <a:pt x="4909" y="12605"/>
                  <a:pt x="4909" y="13500"/>
                </a:cubicBezTo>
                <a:cubicBezTo>
                  <a:pt x="4909" y="14394"/>
                  <a:pt x="5568" y="15119"/>
                  <a:pt x="6382" y="15119"/>
                </a:cubicBezTo>
                <a:moveTo>
                  <a:pt x="2455" y="3240"/>
                </a:moveTo>
                <a:cubicBezTo>
                  <a:pt x="2725" y="3240"/>
                  <a:pt x="2945" y="2999"/>
                  <a:pt x="2945" y="2700"/>
                </a:cubicBezTo>
                <a:cubicBezTo>
                  <a:pt x="2945" y="2402"/>
                  <a:pt x="2725" y="2160"/>
                  <a:pt x="2455" y="2160"/>
                </a:cubicBezTo>
                <a:cubicBezTo>
                  <a:pt x="2184" y="2160"/>
                  <a:pt x="1964" y="2402"/>
                  <a:pt x="1964" y="2700"/>
                </a:cubicBezTo>
                <a:cubicBezTo>
                  <a:pt x="1964" y="2999"/>
                  <a:pt x="2184" y="3240"/>
                  <a:pt x="2455" y="3240"/>
                </a:cubicBezTo>
                <a:moveTo>
                  <a:pt x="3927" y="8100"/>
                </a:moveTo>
                <a:cubicBezTo>
                  <a:pt x="3927" y="6609"/>
                  <a:pt x="5026" y="5400"/>
                  <a:pt x="6382" y="5400"/>
                </a:cubicBezTo>
                <a:cubicBezTo>
                  <a:pt x="7738" y="5400"/>
                  <a:pt x="8836" y="6609"/>
                  <a:pt x="8836" y="8100"/>
                </a:cubicBezTo>
                <a:lnTo>
                  <a:pt x="8836" y="13500"/>
                </a:lnTo>
                <a:cubicBezTo>
                  <a:pt x="8836" y="14991"/>
                  <a:pt x="7738" y="16199"/>
                  <a:pt x="6382" y="16199"/>
                </a:cubicBezTo>
                <a:cubicBezTo>
                  <a:pt x="5026" y="16199"/>
                  <a:pt x="3927" y="14991"/>
                  <a:pt x="3927" y="13500"/>
                </a:cubicBezTo>
                <a:cubicBezTo>
                  <a:pt x="3927" y="13500"/>
                  <a:pt x="3927" y="8100"/>
                  <a:pt x="3927" y="8100"/>
                </a:cubicBezTo>
                <a:close/>
                <a:moveTo>
                  <a:pt x="2945" y="13500"/>
                </a:moveTo>
                <a:cubicBezTo>
                  <a:pt x="2945" y="15587"/>
                  <a:pt x="4484" y="17279"/>
                  <a:pt x="6382" y="17279"/>
                </a:cubicBezTo>
                <a:cubicBezTo>
                  <a:pt x="8280" y="17279"/>
                  <a:pt x="9818" y="15587"/>
                  <a:pt x="9818" y="13500"/>
                </a:cubicBezTo>
                <a:lnTo>
                  <a:pt x="9818" y="8100"/>
                </a:lnTo>
                <a:cubicBezTo>
                  <a:pt x="9818" y="6012"/>
                  <a:pt x="8280" y="4320"/>
                  <a:pt x="6382" y="4320"/>
                </a:cubicBezTo>
                <a:cubicBezTo>
                  <a:pt x="4484" y="4320"/>
                  <a:pt x="2945" y="6012"/>
                  <a:pt x="2945" y="8100"/>
                </a:cubicBezTo>
                <a:cubicBezTo>
                  <a:pt x="2945" y="8100"/>
                  <a:pt x="2945" y="13500"/>
                  <a:pt x="2945" y="13500"/>
                </a:cubicBezTo>
                <a:close/>
                <a:moveTo>
                  <a:pt x="2455" y="19439"/>
                </a:moveTo>
                <a:cubicBezTo>
                  <a:pt x="2725" y="19439"/>
                  <a:pt x="2945" y="19198"/>
                  <a:pt x="2945" y="18899"/>
                </a:cubicBezTo>
                <a:cubicBezTo>
                  <a:pt x="2945" y="18601"/>
                  <a:pt x="2725" y="18359"/>
                  <a:pt x="2455" y="18359"/>
                </a:cubicBezTo>
                <a:cubicBezTo>
                  <a:pt x="2184" y="18359"/>
                  <a:pt x="1964" y="18601"/>
                  <a:pt x="1964" y="18899"/>
                </a:cubicBezTo>
                <a:cubicBezTo>
                  <a:pt x="1964" y="19198"/>
                  <a:pt x="2184" y="19439"/>
                  <a:pt x="2455" y="19439"/>
                </a:cubicBezTo>
                <a:moveTo>
                  <a:pt x="20618" y="20519"/>
                </a:moveTo>
                <a:lnTo>
                  <a:pt x="982" y="20519"/>
                </a:lnTo>
                <a:lnTo>
                  <a:pt x="982" y="1080"/>
                </a:lnTo>
                <a:lnTo>
                  <a:pt x="20618" y="1080"/>
                </a:lnTo>
                <a:cubicBezTo>
                  <a:pt x="20618" y="1080"/>
                  <a:pt x="20618" y="20519"/>
                  <a:pt x="20618" y="20519"/>
                </a:cubicBezTo>
                <a:close/>
                <a:moveTo>
                  <a:pt x="20618" y="0"/>
                </a:moveTo>
                <a:lnTo>
                  <a:pt x="982" y="0"/>
                </a:lnTo>
                <a:cubicBezTo>
                  <a:pt x="440" y="0"/>
                  <a:pt x="0" y="484"/>
                  <a:pt x="0" y="1080"/>
                </a:cubicBezTo>
                <a:lnTo>
                  <a:pt x="0" y="20519"/>
                </a:lnTo>
                <a:cubicBezTo>
                  <a:pt x="0" y="21115"/>
                  <a:pt x="440" y="21600"/>
                  <a:pt x="982" y="21600"/>
                </a:cubicBezTo>
                <a:lnTo>
                  <a:pt x="20618" y="21600"/>
                </a:lnTo>
                <a:cubicBezTo>
                  <a:pt x="21160" y="21600"/>
                  <a:pt x="21600" y="21115"/>
                  <a:pt x="21600" y="20519"/>
                </a:cubicBezTo>
                <a:lnTo>
                  <a:pt x="21600" y="1080"/>
                </a:lnTo>
                <a:cubicBezTo>
                  <a:pt x="21600" y="484"/>
                  <a:pt x="21160" y="0"/>
                  <a:pt x="20618" y="0"/>
                </a:cubicBezTo>
                <a:moveTo>
                  <a:pt x="19145" y="3240"/>
                </a:moveTo>
                <a:cubicBezTo>
                  <a:pt x="19416" y="3240"/>
                  <a:pt x="19636" y="2999"/>
                  <a:pt x="19636" y="2700"/>
                </a:cubicBezTo>
                <a:cubicBezTo>
                  <a:pt x="19636" y="2402"/>
                  <a:pt x="19416" y="2160"/>
                  <a:pt x="19145" y="2160"/>
                </a:cubicBezTo>
                <a:cubicBezTo>
                  <a:pt x="18875" y="2160"/>
                  <a:pt x="18655" y="2402"/>
                  <a:pt x="18655" y="2700"/>
                </a:cubicBezTo>
                <a:cubicBezTo>
                  <a:pt x="18655" y="2999"/>
                  <a:pt x="18875" y="3240"/>
                  <a:pt x="19145" y="3240"/>
                </a:cubicBezTo>
                <a:moveTo>
                  <a:pt x="12764" y="8100"/>
                </a:moveTo>
                <a:cubicBezTo>
                  <a:pt x="12764" y="6609"/>
                  <a:pt x="13863" y="5400"/>
                  <a:pt x="15218" y="5400"/>
                </a:cubicBezTo>
                <a:cubicBezTo>
                  <a:pt x="16574" y="5400"/>
                  <a:pt x="17673" y="6609"/>
                  <a:pt x="17673" y="8100"/>
                </a:cubicBezTo>
                <a:lnTo>
                  <a:pt x="17673" y="13500"/>
                </a:lnTo>
                <a:cubicBezTo>
                  <a:pt x="17673" y="14991"/>
                  <a:pt x="16574" y="16199"/>
                  <a:pt x="15218" y="16199"/>
                </a:cubicBezTo>
                <a:cubicBezTo>
                  <a:pt x="13863" y="16199"/>
                  <a:pt x="12764" y="14991"/>
                  <a:pt x="12764" y="13500"/>
                </a:cubicBezTo>
                <a:cubicBezTo>
                  <a:pt x="12764" y="13500"/>
                  <a:pt x="12764" y="8100"/>
                  <a:pt x="12764" y="8100"/>
                </a:cubicBezTo>
                <a:close/>
                <a:moveTo>
                  <a:pt x="15218" y="17279"/>
                </a:moveTo>
                <a:cubicBezTo>
                  <a:pt x="17116" y="17279"/>
                  <a:pt x="18655" y="15587"/>
                  <a:pt x="18655" y="13500"/>
                </a:cubicBezTo>
                <a:lnTo>
                  <a:pt x="18655" y="8100"/>
                </a:lnTo>
                <a:cubicBezTo>
                  <a:pt x="18655" y="6012"/>
                  <a:pt x="17116" y="4320"/>
                  <a:pt x="15218" y="4320"/>
                </a:cubicBezTo>
                <a:cubicBezTo>
                  <a:pt x="13320" y="4320"/>
                  <a:pt x="11782" y="6012"/>
                  <a:pt x="11782" y="8100"/>
                </a:cubicBezTo>
                <a:lnTo>
                  <a:pt x="11782" y="13500"/>
                </a:lnTo>
                <a:cubicBezTo>
                  <a:pt x="11782" y="15587"/>
                  <a:pt x="13320" y="17279"/>
                  <a:pt x="15218" y="17279"/>
                </a:cubicBezTo>
                <a:moveTo>
                  <a:pt x="15218" y="9720"/>
                </a:moveTo>
                <a:cubicBezTo>
                  <a:pt x="16032" y="9720"/>
                  <a:pt x="16691" y="8995"/>
                  <a:pt x="16691" y="8100"/>
                </a:cubicBezTo>
                <a:cubicBezTo>
                  <a:pt x="16691" y="7206"/>
                  <a:pt x="16032" y="6480"/>
                  <a:pt x="15218" y="6480"/>
                </a:cubicBezTo>
                <a:cubicBezTo>
                  <a:pt x="14405" y="6480"/>
                  <a:pt x="13745" y="7206"/>
                  <a:pt x="13745" y="8100"/>
                </a:cubicBezTo>
                <a:cubicBezTo>
                  <a:pt x="13745" y="8995"/>
                  <a:pt x="14405" y="9720"/>
                  <a:pt x="15218" y="9720"/>
                </a:cubicBezTo>
                <a:moveTo>
                  <a:pt x="19145" y="18359"/>
                </a:moveTo>
                <a:cubicBezTo>
                  <a:pt x="18875" y="18359"/>
                  <a:pt x="18655" y="18601"/>
                  <a:pt x="18655" y="18899"/>
                </a:cubicBezTo>
                <a:cubicBezTo>
                  <a:pt x="18655" y="19198"/>
                  <a:pt x="18875" y="19439"/>
                  <a:pt x="19145" y="19439"/>
                </a:cubicBezTo>
                <a:cubicBezTo>
                  <a:pt x="19416" y="19439"/>
                  <a:pt x="19636" y="19198"/>
                  <a:pt x="19636" y="18899"/>
                </a:cubicBezTo>
                <a:cubicBezTo>
                  <a:pt x="19636" y="18601"/>
                  <a:pt x="19416" y="18359"/>
                  <a:pt x="19145" y="1835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8" name="Shape 2590">
            <a:extLst>
              <a:ext uri="{FF2B5EF4-FFF2-40B4-BE49-F238E27FC236}">
                <a16:creationId xmlns:a16="http://schemas.microsoft.com/office/drawing/2014/main" id="{E96C63F7-10E5-5EAE-4E11-D51961CB71C6}"/>
              </a:ext>
            </a:extLst>
          </p:cNvPr>
          <p:cNvSpPr/>
          <p:nvPr/>
        </p:nvSpPr>
        <p:spPr>
          <a:xfrm>
            <a:off x="8941428" y="2045103"/>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618" y="19636"/>
                </a:moveTo>
                <a:cubicBezTo>
                  <a:pt x="20618" y="20178"/>
                  <a:pt x="20178" y="20619"/>
                  <a:pt x="19636" y="20619"/>
                </a:cubicBezTo>
                <a:lnTo>
                  <a:pt x="1964" y="20619"/>
                </a:lnTo>
                <a:cubicBezTo>
                  <a:pt x="1422" y="20619"/>
                  <a:pt x="982" y="20178"/>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7855" y="6382"/>
                </a:moveTo>
                <a:cubicBezTo>
                  <a:pt x="7313" y="6382"/>
                  <a:pt x="6873" y="5943"/>
                  <a:pt x="6873" y="5400"/>
                </a:cubicBezTo>
                <a:cubicBezTo>
                  <a:pt x="6873" y="4858"/>
                  <a:pt x="7313" y="4418"/>
                  <a:pt x="7855" y="4418"/>
                </a:cubicBezTo>
                <a:cubicBezTo>
                  <a:pt x="8396" y="4418"/>
                  <a:pt x="8836" y="4858"/>
                  <a:pt x="8836" y="5400"/>
                </a:cubicBezTo>
                <a:cubicBezTo>
                  <a:pt x="8836" y="5943"/>
                  <a:pt x="8396" y="6382"/>
                  <a:pt x="7855" y="6382"/>
                </a:cubicBezTo>
                <a:moveTo>
                  <a:pt x="18164" y="4909"/>
                </a:moveTo>
                <a:lnTo>
                  <a:pt x="9749" y="4909"/>
                </a:lnTo>
                <a:cubicBezTo>
                  <a:pt x="9530" y="4064"/>
                  <a:pt x="8768" y="3436"/>
                  <a:pt x="7855" y="3436"/>
                </a:cubicBezTo>
                <a:cubicBezTo>
                  <a:pt x="6941" y="3436"/>
                  <a:pt x="6180" y="4064"/>
                  <a:pt x="5960" y="4909"/>
                </a:cubicBezTo>
                <a:lnTo>
                  <a:pt x="3436" y="4909"/>
                </a:lnTo>
                <a:cubicBezTo>
                  <a:pt x="3165" y="4909"/>
                  <a:pt x="2945" y="5129"/>
                  <a:pt x="2945" y="5400"/>
                </a:cubicBezTo>
                <a:cubicBezTo>
                  <a:pt x="2945" y="5672"/>
                  <a:pt x="3165" y="5891"/>
                  <a:pt x="3436" y="5891"/>
                </a:cubicBezTo>
                <a:lnTo>
                  <a:pt x="5960" y="5891"/>
                </a:lnTo>
                <a:cubicBezTo>
                  <a:pt x="6180" y="6737"/>
                  <a:pt x="6941" y="7364"/>
                  <a:pt x="7855" y="7364"/>
                </a:cubicBezTo>
                <a:cubicBezTo>
                  <a:pt x="8768" y="7364"/>
                  <a:pt x="9530" y="6737"/>
                  <a:pt x="9749" y="5891"/>
                </a:cubicBezTo>
                <a:lnTo>
                  <a:pt x="18164" y="5891"/>
                </a:lnTo>
                <a:cubicBezTo>
                  <a:pt x="18435" y="5891"/>
                  <a:pt x="18655" y="5672"/>
                  <a:pt x="18655" y="5400"/>
                </a:cubicBezTo>
                <a:cubicBezTo>
                  <a:pt x="18655" y="5129"/>
                  <a:pt x="18435" y="4909"/>
                  <a:pt x="18164" y="4909"/>
                </a:cubicBezTo>
                <a:moveTo>
                  <a:pt x="14727" y="11782"/>
                </a:moveTo>
                <a:cubicBezTo>
                  <a:pt x="14186" y="11782"/>
                  <a:pt x="13745" y="11342"/>
                  <a:pt x="13745" y="10800"/>
                </a:cubicBezTo>
                <a:cubicBezTo>
                  <a:pt x="13745" y="10258"/>
                  <a:pt x="14186" y="9818"/>
                  <a:pt x="14727" y="9818"/>
                </a:cubicBezTo>
                <a:cubicBezTo>
                  <a:pt x="15269" y="9818"/>
                  <a:pt x="15709" y="10258"/>
                  <a:pt x="15709" y="10800"/>
                </a:cubicBezTo>
                <a:cubicBezTo>
                  <a:pt x="15709" y="11342"/>
                  <a:pt x="15269" y="11782"/>
                  <a:pt x="14727" y="11782"/>
                </a:cubicBezTo>
                <a:moveTo>
                  <a:pt x="18164" y="10310"/>
                </a:moveTo>
                <a:lnTo>
                  <a:pt x="16621" y="10310"/>
                </a:lnTo>
                <a:cubicBezTo>
                  <a:pt x="16402" y="9464"/>
                  <a:pt x="15641" y="8836"/>
                  <a:pt x="14727" y="8836"/>
                </a:cubicBezTo>
                <a:cubicBezTo>
                  <a:pt x="13814" y="8836"/>
                  <a:pt x="13052" y="9464"/>
                  <a:pt x="12833" y="10310"/>
                </a:cubicBezTo>
                <a:lnTo>
                  <a:pt x="3436" y="10310"/>
                </a:lnTo>
                <a:cubicBezTo>
                  <a:pt x="3165" y="10310"/>
                  <a:pt x="2945" y="10529"/>
                  <a:pt x="2945" y="10800"/>
                </a:cubicBezTo>
                <a:cubicBezTo>
                  <a:pt x="2945" y="11072"/>
                  <a:pt x="3165" y="11291"/>
                  <a:pt x="3436" y="11291"/>
                </a:cubicBezTo>
                <a:lnTo>
                  <a:pt x="12833" y="11291"/>
                </a:lnTo>
                <a:cubicBezTo>
                  <a:pt x="13052" y="12137"/>
                  <a:pt x="13814" y="12764"/>
                  <a:pt x="14727" y="12764"/>
                </a:cubicBezTo>
                <a:cubicBezTo>
                  <a:pt x="15641" y="12764"/>
                  <a:pt x="16402" y="12137"/>
                  <a:pt x="16621" y="11291"/>
                </a:cubicBezTo>
                <a:lnTo>
                  <a:pt x="18164" y="11291"/>
                </a:lnTo>
                <a:cubicBezTo>
                  <a:pt x="18435" y="11291"/>
                  <a:pt x="18655" y="11072"/>
                  <a:pt x="18655" y="10800"/>
                </a:cubicBezTo>
                <a:cubicBezTo>
                  <a:pt x="18655" y="10529"/>
                  <a:pt x="18435" y="10310"/>
                  <a:pt x="18164" y="10310"/>
                </a:cubicBezTo>
                <a:moveTo>
                  <a:pt x="9818" y="17182"/>
                </a:moveTo>
                <a:cubicBezTo>
                  <a:pt x="9276" y="17182"/>
                  <a:pt x="8836" y="16743"/>
                  <a:pt x="8836" y="16200"/>
                </a:cubicBezTo>
                <a:cubicBezTo>
                  <a:pt x="8836" y="15658"/>
                  <a:pt x="9276" y="15218"/>
                  <a:pt x="9818" y="15218"/>
                </a:cubicBezTo>
                <a:cubicBezTo>
                  <a:pt x="10360" y="15218"/>
                  <a:pt x="10800" y="15658"/>
                  <a:pt x="10800" y="16200"/>
                </a:cubicBezTo>
                <a:cubicBezTo>
                  <a:pt x="10800" y="16743"/>
                  <a:pt x="10360" y="17182"/>
                  <a:pt x="9818" y="17182"/>
                </a:cubicBezTo>
                <a:moveTo>
                  <a:pt x="18164" y="15709"/>
                </a:moveTo>
                <a:lnTo>
                  <a:pt x="11712" y="15709"/>
                </a:lnTo>
                <a:cubicBezTo>
                  <a:pt x="11493" y="14863"/>
                  <a:pt x="10732" y="14237"/>
                  <a:pt x="9818" y="14237"/>
                </a:cubicBezTo>
                <a:cubicBezTo>
                  <a:pt x="8904" y="14237"/>
                  <a:pt x="8143" y="14863"/>
                  <a:pt x="7924" y="15709"/>
                </a:cubicBezTo>
                <a:lnTo>
                  <a:pt x="3436" y="15709"/>
                </a:lnTo>
                <a:cubicBezTo>
                  <a:pt x="3165" y="15709"/>
                  <a:pt x="2945" y="15929"/>
                  <a:pt x="2945" y="16200"/>
                </a:cubicBezTo>
                <a:cubicBezTo>
                  <a:pt x="2945" y="16472"/>
                  <a:pt x="3165" y="16691"/>
                  <a:pt x="3436" y="16691"/>
                </a:cubicBezTo>
                <a:lnTo>
                  <a:pt x="7924" y="16691"/>
                </a:lnTo>
                <a:cubicBezTo>
                  <a:pt x="8143" y="17537"/>
                  <a:pt x="8904" y="18164"/>
                  <a:pt x="9818" y="18164"/>
                </a:cubicBezTo>
                <a:cubicBezTo>
                  <a:pt x="10732" y="18164"/>
                  <a:pt x="11493" y="17537"/>
                  <a:pt x="11712" y="16691"/>
                </a:cubicBezTo>
                <a:lnTo>
                  <a:pt x="18164" y="16691"/>
                </a:lnTo>
                <a:cubicBezTo>
                  <a:pt x="18435" y="16691"/>
                  <a:pt x="18655" y="16472"/>
                  <a:pt x="18655" y="16200"/>
                </a:cubicBezTo>
                <a:cubicBezTo>
                  <a:pt x="18655" y="15929"/>
                  <a:pt x="18435" y="15709"/>
                  <a:pt x="18164" y="1570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9" name="Shape 2591">
            <a:extLst>
              <a:ext uri="{FF2B5EF4-FFF2-40B4-BE49-F238E27FC236}">
                <a16:creationId xmlns:a16="http://schemas.microsoft.com/office/drawing/2014/main" id="{852A3B6E-BDD7-3BFB-BEAD-07E0781D1469}"/>
              </a:ext>
            </a:extLst>
          </p:cNvPr>
          <p:cNvSpPr/>
          <p:nvPr/>
        </p:nvSpPr>
        <p:spPr>
          <a:xfrm>
            <a:off x="9474689" y="2045103"/>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14727"/>
                </a:moveTo>
                <a:cubicBezTo>
                  <a:pt x="8631" y="14727"/>
                  <a:pt x="6873" y="12969"/>
                  <a:pt x="6873" y="10800"/>
                </a:cubicBezTo>
                <a:cubicBezTo>
                  <a:pt x="6873" y="8631"/>
                  <a:pt x="8631" y="6873"/>
                  <a:pt x="10800" y="6873"/>
                </a:cubicBezTo>
                <a:cubicBezTo>
                  <a:pt x="12969" y="6873"/>
                  <a:pt x="14727" y="8631"/>
                  <a:pt x="14727" y="10800"/>
                </a:cubicBezTo>
                <a:cubicBezTo>
                  <a:pt x="14727" y="12969"/>
                  <a:pt x="12969" y="14727"/>
                  <a:pt x="10800" y="14727"/>
                </a:cubicBezTo>
                <a:moveTo>
                  <a:pt x="10800" y="5891"/>
                </a:moveTo>
                <a:cubicBezTo>
                  <a:pt x="8088" y="5891"/>
                  <a:pt x="5891" y="8089"/>
                  <a:pt x="5891" y="10800"/>
                </a:cubicBezTo>
                <a:cubicBezTo>
                  <a:pt x="5891" y="13512"/>
                  <a:pt x="8088" y="15709"/>
                  <a:pt x="10800" y="15709"/>
                </a:cubicBezTo>
                <a:cubicBezTo>
                  <a:pt x="13512" y="15709"/>
                  <a:pt x="15709" y="13512"/>
                  <a:pt x="15709" y="10800"/>
                </a:cubicBezTo>
                <a:cubicBezTo>
                  <a:pt x="15709" y="8089"/>
                  <a:pt x="13512" y="5891"/>
                  <a:pt x="10800" y="5891"/>
                </a:cubicBezTo>
                <a:moveTo>
                  <a:pt x="20618" y="12013"/>
                </a:moveTo>
                <a:cubicBezTo>
                  <a:pt x="20614" y="12014"/>
                  <a:pt x="20611" y="12016"/>
                  <a:pt x="20607" y="12016"/>
                </a:cubicBezTo>
                <a:lnTo>
                  <a:pt x="19602" y="12268"/>
                </a:lnTo>
                <a:cubicBezTo>
                  <a:pt x="19256" y="12354"/>
                  <a:pt x="18984" y="12622"/>
                  <a:pt x="18892" y="12966"/>
                </a:cubicBezTo>
                <a:cubicBezTo>
                  <a:pt x="18703" y="13672"/>
                  <a:pt x="18421" y="14351"/>
                  <a:pt x="18053" y="14986"/>
                </a:cubicBezTo>
                <a:cubicBezTo>
                  <a:pt x="17873" y="15295"/>
                  <a:pt x="17876" y="15677"/>
                  <a:pt x="18060" y="15984"/>
                </a:cubicBezTo>
                <a:lnTo>
                  <a:pt x="18601" y="16885"/>
                </a:lnTo>
                <a:lnTo>
                  <a:pt x="16886" y="18600"/>
                </a:lnTo>
                <a:cubicBezTo>
                  <a:pt x="16882" y="18599"/>
                  <a:pt x="16878" y="18597"/>
                  <a:pt x="16875" y="18595"/>
                </a:cubicBezTo>
                <a:lnTo>
                  <a:pt x="15978" y="18057"/>
                </a:lnTo>
                <a:cubicBezTo>
                  <a:pt x="15822" y="17964"/>
                  <a:pt x="15648" y="17917"/>
                  <a:pt x="15473" y="17917"/>
                </a:cubicBezTo>
                <a:cubicBezTo>
                  <a:pt x="15304" y="17917"/>
                  <a:pt x="15134" y="17961"/>
                  <a:pt x="14982" y="18049"/>
                </a:cubicBezTo>
                <a:cubicBezTo>
                  <a:pt x="14348" y="18415"/>
                  <a:pt x="13671" y="18696"/>
                  <a:pt x="12968" y="18884"/>
                </a:cubicBezTo>
                <a:cubicBezTo>
                  <a:pt x="12624" y="18976"/>
                  <a:pt x="12356" y="19248"/>
                  <a:pt x="12269" y="19594"/>
                </a:cubicBezTo>
                <a:lnTo>
                  <a:pt x="12016" y="20607"/>
                </a:lnTo>
                <a:cubicBezTo>
                  <a:pt x="12015" y="20611"/>
                  <a:pt x="12014" y="20614"/>
                  <a:pt x="12012" y="20619"/>
                </a:cubicBezTo>
                <a:lnTo>
                  <a:pt x="9587" y="20619"/>
                </a:lnTo>
                <a:lnTo>
                  <a:pt x="9331" y="19594"/>
                </a:lnTo>
                <a:cubicBezTo>
                  <a:pt x="9244" y="19248"/>
                  <a:pt x="8976" y="18976"/>
                  <a:pt x="8632" y="18884"/>
                </a:cubicBezTo>
                <a:cubicBezTo>
                  <a:pt x="7929" y="18696"/>
                  <a:pt x="7251" y="18415"/>
                  <a:pt x="6617" y="18049"/>
                </a:cubicBezTo>
                <a:cubicBezTo>
                  <a:pt x="6465" y="17961"/>
                  <a:pt x="6296" y="17917"/>
                  <a:pt x="6127" y="17917"/>
                </a:cubicBezTo>
                <a:cubicBezTo>
                  <a:pt x="5951" y="17917"/>
                  <a:pt x="5777" y="17964"/>
                  <a:pt x="5621" y="18057"/>
                </a:cubicBezTo>
                <a:lnTo>
                  <a:pt x="4725" y="18595"/>
                </a:lnTo>
                <a:cubicBezTo>
                  <a:pt x="4722" y="18597"/>
                  <a:pt x="4718" y="18599"/>
                  <a:pt x="4714" y="18600"/>
                </a:cubicBezTo>
                <a:lnTo>
                  <a:pt x="3000" y="16885"/>
                </a:lnTo>
                <a:lnTo>
                  <a:pt x="3540" y="15984"/>
                </a:lnTo>
                <a:cubicBezTo>
                  <a:pt x="3724" y="15677"/>
                  <a:pt x="3727" y="15295"/>
                  <a:pt x="3548" y="14986"/>
                </a:cubicBezTo>
                <a:cubicBezTo>
                  <a:pt x="3179" y="14351"/>
                  <a:pt x="2897" y="13672"/>
                  <a:pt x="2708" y="12966"/>
                </a:cubicBezTo>
                <a:cubicBezTo>
                  <a:pt x="2616" y="12622"/>
                  <a:pt x="2343" y="12354"/>
                  <a:pt x="1998" y="12268"/>
                </a:cubicBezTo>
                <a:lnTo>
                  <a:pt x="993" y="12016"/>
                </a:lnTo>
                <a:cubicBezTo>
                  <a:pt x="989" y="12016"/>
                  <a:pt x="986" y="12014"/>
                  <a:pt x="982" y="12013"/>
                </a:cubicBezTo>
                <a:lnTo>
                  <a:pt x="982" y="9587"/>
                </a:lnTo>
                <a:lnTo>
                  <a:pt x="1998" y="9333"/>
                </a:lnTo>
                <a:cubicBezTo>
                  <a:pt x="2343" y="9246"/>
                  <a:pt x="2616" y="8979"/>
                  <a:pt x="2708" y="8634"/>
                </a:cubicBezTo>
                <a:cubicBezTo>
                  <a:pt x="2897" y="7928"/>
                  <a:pt x="3179" y="7249"/>
                  <a:pt x="3548" y="6615"/>
                </a:cubicBezTo>
                <a:cubicBezTo>
                  <a:pt x="3727" y="6305"/>
                  <a:pt x="3724" y="5923"/>
                  <a:pt x="3540" y="5617"/>
                </a:cubicBezTo>
                <a:lnTo>
                  <a:pt x="3005" y="4725"/>
                </a:lnTo>
                <a:cubicBezTo>
                  <a:pt x="3004" y="4722"/>
                  <a:pt x="3002" y="4718"/>
                  <a:pt x="3000" y="4715"/>
                </a:cubicBezTo>
                <a:lnTo>
                  <a:pt x="4715" y="3000"/>
                </a:lnTo>
                <a:lnTo>
                  <a:pt x="5621" y="3544"/>
                </a:lnTo>
                <a:cubicBezTo>
                  <a:pt x="5777" y="3636"/>
                  <a:pt x="5951" y="3683"/>
                  <a:pt x="6127" y="3683"/>
                </a:cubicBezTo>
                <a:cubicBezTo>
                  <a:pt x="6296" y="3683"/>
                  <a:pt x="6465" y="3639"/>
                  <a:pt x="6618" y="3551"/>
                </a:cubicBezTo>
                <a:cubicBezTo>
                  <a:pt x="7251" y="3185"/>
                  <a:pt x="7929" y="2904"/>
                  <a:pt x="8632" y="2717"/>
                </a:cubicBezTo>
                <a:cubicBezTo>
                  <a:pt x="8976" y="2624"/>
                  <a:pt x="9244" y="2353"/>
                  <a:pt x="9331" y="2007"/>
                </a:cubicBezTo>
                <a:lnTo>
                  <a:pt x="9587" y="982"/>
                </a:lnTo>
                <a:lnTo>
                  <a:pt x="12012" y="982"/>
                </a:lnTo>
                <a:cubicBezTo>
                  <a:pt x="12014" y="986"/>
                  <a:pt x="12015" y="989"/>
                  <a:pt x="12016" y="993"/>
                </a:cubicBezTo>
                <a:lnTo>
                  <a:pt x="12269" y="2007"/>
                </a:lnTo>
                <a:cubicBezTo>
                  <a:pt x="12356" y="2353"/>
                  <a:pt x="12624" y="2624"/>
                  <a:pt x="12968" y="2717"/>
                </a:cubicBezTo>
                <a:cubicBezTo>
                  <a:pt x="13671" y="2904"/>
                  <a:pt x="14348" y="3185"/>
                  <a:pt x="14982" y="3551"/>
                </a:cubicBezTo>
                <a:cubicBezTo>
                  <a:pt x="15134" y="3639"/>
                  <a:pt x="15304" y="3683"/>
                  <a:pt x="15473" y="3683"/>
                </a:cubicBezTo>
                <a:cubicBezTo>
                  <a:pt x="15648" y="3683"/>
                  <a:pt x="15822" y="3636"/>
                  <a:pt x="15978" y="3544"/>
                </a:cubicBezTo>
                <a:lnTo>
                  <a:pt x="16884" y="3000"/>
                </a:lnTo>
                <a:lnTo>
                  <a:pt x="18600" y="4715"/>
                </a:lnTo>
                <a:cubicBezTo>
                  <a:pt x="18598" y="4718"/>
                  <a:pt x="18597" y="4722"/>
                  <a:pt x="18595" y="4726"/>
                </a:cubicBezTo>
                <a:lnTo>
                  <a:pt x="18060" y="5616"/>
                </a:lnTo>
                <a:cubicBezTo>
                  <a:pt x="17876" y="5923"/>
                  <a:pt x="17873" y="6305"/>
                  <a:pt x="18053" y="6615"/>
                </a:cubicBezTo>
                <a:cubicBezTo>
                  <a:pt x="18421" y="7249"/>
                  <a:pt x="18703" y="7928"/>
                  <a:pt x="18892" y="8634"/>
                </a:cubicBezTo>
                <a:cubicBezTo>
                  <a:pt x="18984" y="8979"/>
                  <a:pt x="19256" y="9246"/>
                  <a:pt x="19602" y="9333"/>
                </a:cubicBezTo>
                <a:lnTo>
                  <a:pt x="20618" y="9587"/>
                </a:lnTo>
                <a:cubicBezTo>
                  <a:pt x="20618" y="9587"/>
                  <a:pt x="20618" y="12013"/>
                  <a:pt x="20618" y="12013"/>
                </a:cubicBezTo>
                <a:close/>
                <a:moveTo>
                  <a:pt x="20880" y="8641"/>
                </a:moveTo>
                <a:lnTo>
                  <a:pt x="19841" y="8380"/>
                </a:lnTo>
                <a:cubicBezTo>
                  <a:pt x="19626" y="7580"/>
                  <a:pt x="19308" y="6822"/>
                  <a:pt x="18902" y="6122"/>
                </a:cubicBezTo>
                <a:lnTo>
                  <a:pt x="19455" y="5200"/>
                </a:lnTo>
                <a:cubicBezTo>
                  <a:pt x="19625" y="4871"/>
                  <a:pt x="19736" y="4463"/>
                  <a:pt x="19455" y="4182"/>
                </a:cubicBezTo>
                <a:lnTo>
                  <a:pt x="17419" y="2145"/>
                </a:lnTo>
                <a:cubicBezTo>
                  <a:pt x="17292" y="2018"/>
                  <a:pt x="17136" y="1969"/>
                  <a:pt x="16975" y="1969"/>
                </a:cubicBezTo>
                <a:cubicBezTo>
                  <a:pt x="16778" y="1969"/>
                  <a:pt x="16572" y="2043"/>
                  <a:pt x="16400" y="2145"/>
                </a:cubicBezTo>
                <a:lnTo>
                  <a:pt x="15473" y="2702"/>
                </a:lnTo>
                <a:cubicBezTo>
                  <a:pt x="14775" y="2298"/>
                  <a:pt x="14020" y="1982"/>
                  <a:pt x="13222" y="1768"/>
                </a:cubicBezTo>
                <a:lnTo>
                  <a:pt x="12960" y="720"/>
                </a:lnTo>
                <a:cubicBezTo>
                  <a:pt x="12848" y="367"/>
                  <a:pt x="12638" y="0"/>
                  <a:pt x="12240" y="0"/>
                </a:cubicBezTo>
                <a:lnTo>
                  <a:pt x="9360" y="0"/>
                </a:lnTo>
                <a:cubicBezTo>
                  <a:pt x="8962" y="0"/>
                  <a:pt x="8730" y="367"/>
                  <a:pt x="8640" y="720"/>
                </a:cubicBezTo>
                <a:lnTo>
                  <a:pt x="8378" y="1768"/>
                </a:lnTo>
                <a:cubicBezTo>
                  <a:pt x="7580" y="1982"/>
                  <a:pt x="6825" y="2298"/>
                  <a:pt x="6127" y="2702"/>
                </a:cubicBezTo>
                <a:lnTo>
                  <a:pt x="5200" y="2145"/>
                </a:lnTo>
                <a:cubicBezTo>
                  <a:pt x="5028" y="2043"/>
                  <a:pt x="4822" y="1969"/>
                  <a:pt x="4625" y="1969"/>
                </a:cubicBezTo>
                <a:cubicBezTo>
                  <a:pt x="4464" y="1969"/>
                  <a:pt x="4308" y="2018"/>
                  <a:pt x="4181" y="2145"/>
                </a:cubicBezTo>
                <a:lnTo>
                  <a:pt x="2145" y="4182"/>
                </a:lnTo>
                <a:cubicBezTo>
                  <a:pt x="1864" y="4463"/>
                  <a:pt x="1975" y="4871"/>
                  <a:pt x="2145" y="5200"/>
                </a:cubicBezTo>
                <a:lnTo>
                  <a:pt x="2698" y="6122"/>
                </a:lnTo>
                <a:cubicBezTo>
                  <a:pt x="2292" y="6822"/>
                  <a:pt x="1973" y="7580"/>
                  <a:pt x="1759" y="8380"/>
                </a:cubicBezTo>
                <a:lnTo>
                  <a:pt x="720" y="8641"/>
                </a:lnTo>
                <a:cubicBezTo>
                  <a:pt x="367" y="8730"/>
                  <a:pt x="0" y="8963"/>
                  <a:pt x="0" y="9360"/>
                </a:cubicBezTo>
                <a:lnTo>
                  <a:pt x="0" y="12240"/>
                </a:lnTo>
                <a:cubicBezTo>
                  <a:pt x="0" y="12638"/>
                  <a:pt x="367" y="12848"/>
                  <a:pt x="720" y="12960"/>
                </a:cubicBezTo>
                <a:lnTo>
                  <a:pt x="1759" y="13220"/>
                </a:lnTo>
                <a:cubicBezTo>
                  <a:pt x="1973" y="14021"/>
                  <a:pt x="2292" y="14778"/>
                  <a:pt x="2698" y="15478"/>
                </a:cubicBezTo>
                <a:lnTo>
                  <a:pt x="2145" y="16400"/>
                </a:lnTo>
                <a:cubicBezTo>
                  <a:pt x="1959" y="16714"/>
                  <a:pt x="1864" y="17137"/>
                  <a:pt x="2145" y="17419"/>
                </a:cubicBezTo>
                <a:lnTo>
                  <a:pt x="4181" y="19455"/>
                </a:lnTo>
                <a:cubicBezTo>
                  <a:pt x="4305" y="19579"/>
                  <a:pt x="4454" y="19627"/>
                  <a:pt x="4610" y="19627"/>
                </a:cubicBezTo>
                <a:cubicBezTo>
                  <a:pt x="4807" y="19627"/>
                  <a:pt x="5016" y="19550"/>
                  <a:pt x="5200" y="19455"/>
                </a:cubicBezTo>
                <a:lnTo>
                  <a:pt x="6127" y="18899"/>
                </a:lnTo>
                <a:cubicBezTo>
                  <a:pt x="6825" y="19302"/>
                  <a:pt x="7580" y="19619"/>
                  <a:pt x="8378" y="19832"/>
                </a:cubicBezTo>
                <a:lnTo>
                  <a:pt x="8640" y="20880"/>
                </a:lnTo>
                <a:cubicBezTo>
                  <a:pt x="8730" y="21233"/>
                  <a:pt x="8962" y="21600"/>
                  <a:pt x="9360" y="21600"/>
                </a:cubicBezTo>
                <a:lnTo>
                  <a:pt x="12240" y="21600"/>
                </a:lnTo>
                <a:cubicBezTo>
                  <a:pt x="12638" y="21600"/>
                  <a:pt x="12848" y="21233"/>
                  <a:pt x="12960" y="20880"/>
                </a:cubicBezTo>
                <a:lnTo>
                  <a:pt x="13222" y="19832"/>
                </a:lnTo>
                <a:cubicBezTo>
                  <a:pt x="14020" y="19619"/>
                  <a:pt x="14775" y="19302"/>
                  <a:pt x="15473" y="18899"/>
                </a:cubicBezTo>
                <a:lnTo>
                  <a:pt x="16400" y="19455"/>
                </a:lnTo>
                <a:cubicBezTo>
                  <a:pt x="16584" y="19550"/>
                  <a:pt x="16793" y="19627"/>
                  <a:pt x="16990" y="19627"/>
                </a:cubicBezTo>
                <a:cubicBezTo>
                  <a:pt x="17146" y="19627"/>
                  <a:pt x="17294" y="19579"/>
                  <a:pt x="17419" y="19455"/>
                </a:cubicBezTo>
                <a:lnTo>
                  <a:pt x="19455" y="17419"/>
                </a:lnTo>
                <a:cubicBezTo>
                  <a:pt x="19736" y="17137"/>
                  <a:pt x="19641" y="16714"/>
                  <a:pt x="19455" y="16400"/>
                </a:cubicBezTo>
                <a:lnTo>
                  <a:pt x="18902" y="15478"/>
                </a:lnTo>
                <a:cubicBezTo>
                  <a:pt x="19308" y="14778"/>
                  <a:pt x="19626" y="14021"/>
                  <a:pt x="19841" y="13220"/>
                </a:cubicBezTo>
                <a:lnTo>
                  <a:pt x="20880" y="12960"/>
                </a:lnTo>
                <a:cubicBezTo>
                  <a:pt x="21233" y="12848"/>
                  <a:pt x="21600" y="12638"/>
                  <a:pt x="21600" y="12240"/>
                </a:cubicBezTo>
                <a:lnTo>
                  <a:pt x="21600" y="9360"/>
                </a:lnTo>
                <a:cubicBezTo>
                  <a:pt x="21600" y="8963"/>
                  <a:pt x="21233" y="8730"/>
                  <a:pt x="20880" y="8641"/>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0" name="Shape 2592">
            <a:extLst>
              <a:ext uri="{FF2B5EF4-FFF2-40B4-BE49-F238E27FC236}">
                <a16:creationId xmlns:a16="http://schemas.microsoft.com/office/drawing/2014/main" id="{17FD504C-B2DD-D375-5AB1-F8B72646F175}"/>
              </a:ext>
            </a:extLst>
          </p:cNvPr>
          <p:cNvSpPr/>
          <p:nvPr/>
        </p:nvSpPr>
        <p:spPr>
          <a:xfrm>
            <a:off x="10007950" y="2045103"/>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618" y="12012"/>
                </a:moveTo>
                <a:cubicBezTo>
                  <a:pt x="20614" y="12014"/>
                  <a:pt x="20611" y="12016"/>
                  <a:pt x="20607" y="12016"/>
                </a:cubicBezTo>
                <a:lnTo>
                  <a:pt x="19602" y="12268"/>
                </a:lnTo>
                <a:cubicBezTo>
                  <a:pt x="19256" y="12354"/>
                  <a:pt x="18984" y="12622"/>
                  <a:pt x="18892" y="12966"/>
                </a:cubicBezTo>
                <a:cubicBezTo>
                  <a:pt x="18703" y="13672"/>
                  <a:pt x="18421" y="14352"/>
                  <a:pt x="18053" y="14986"/>
                </a:cubicBezTo>
                <a:cubicBezTo>
                  <a:pt x="17873" y="15295"/>
                  <a:pt x="17876" y="15677"/>
                  <a:pt x="18060" y="15984"/>
                </a:cubicBezTo>
                <a:lnTo>
                  <a:pt x="18601" y="16885"/>
                </a:lnTo>
                <a:lnTo>
                  <a:pt x="16886" y="18600"/>
                </a:lnTo>
                <a:cubicBezTo>
                  <a:pt x="16882" y="18598"/>
                  <a:pt x="16878" y="18597"/>
                  <a:pt x="16875" y="18595"/>
                </a:cubicBezTo>
                <a:lnTo>
                  <a:pt x="15978" y="18057"/>
                </a:lnTo>
                <a:cubicBezTo>
                  <a:pt x="15822" y="17964"/>
                  <a:pt x="15648" y="17917"/>
                  <a:pt x="15473" y="17917"/>
                </a:cubicBezTo>
                <a:cubicBezTo>
                  <a:pt x="15304" y="17917"/>
                  <a:pt x="15134" y="17961"/>
                  <a:pt x="14982" y="18049"/>
                </a:cubicBezTo>
                <a:cubicBezTo>
                  <a:pt x="14348" y="18415"/>
                  <a:pt x="13671" y="18696"/>
                  <a:pt x="12968" y="18884"/>
                </a:cubicBezTo>
                <a:cubicBezTo>
                  <a:pt x="12624" y="18976"/>
                  <a:pt x="12356" y="19248"/>
                  <a:pt x="12269" y="19594"/>
                </a:cubicBezTo>
                <a:lnTo>
                  <a:pt x="12016" y="20607"/>
                </a:lnTo>
                <a:cubicBezTo>
                  <a:pt x="12015" y="20611"/>
                  <a:pt x="12014" y="20614"/>
                  <a:pt x="12012" y="20619"/>
                </a:cubicBezTo>
                <a:lnTo>
                  <a:pt x="9587" y="20619"/>
                </a:lnTo>
                <a:lnTo>
                  <a:pt x="9331" y="19594"/>
                </a:lnTo>
                <a:cubicBezTo>
                  <a:pt x="9244" y="19248"/>
                  <a:pt x="8976" y="18976"/>
                  <a:pt x="8632" y="18884"/>
                </a:cubicBezTo>
                <a:cubicBezTo>
                  <a:pt x="7929" y="18696"/>
                  <a:pt x="7252" y="18415"/>
                  <a:pt x="6617" y="18049"/>
                </a:cubicBezTo>
                <a:cubicBezTo>
                  <a:pt x="6465" y="17961"/>
                  <a:pt x="6296" y="17917"/>
                  <a:pt x="6127" y="17917"/>
                </a:cubicBezTo>
                <a:cubicBezTo>
                  <a:pt x="5951" y="17917"/>
                  <a:pt x="5777" y="17964"/>
                  <a:pt x="5621" y="18057"/>
                </a:cubicBezTo>
                <a:lnTo>
                  <a:pt x="4725" y="18595"/>
                </a:lnTo>
                <a:cubicBezTo>
                  <a:pt x="4722" y="18597"/>
                  <a:pt x="4718" y="18598"/>
                  <a:pt x="4714" y="18600"/>
                </a:cubicBezTo>
                <a:lnTo>
                  <a:pt x="3000" y="16885"/>
                </a:lnTo>
                <a:lnTo>
                  <a:pt x="3540" y="15984"/>
                </a:lnTo>
                <a:cubicBezTo>
                  <a:pt x="3724" y="15677"/>
                  <a:pt x="3727" y="15295"/>
                  <a:pt x="3548" y="14986"/>
                </a:cubicBezTo>
                <a:cubicBezTo>
                  <a:pt x="3179" y="14351"/>
                  <a:pt x="2897" y="13672"/>
                  <a:pt x="2708" y="12966"/>
                </a:cubicBezTo>
                <a:cubicBezTo>
                  <a:pt x="2616" y="12622"/>
                  <a:pt x="2343" y="12354"/>
                  <a:pt x="1998" y="12268"/>
                </a:cubicBezTo>
                <a:lnTo>
                  <a:pt x="993" y="12016"/>
                </a:lnTo>
                <a:cubicBezTo>
                  <a:pt x="989" y="12016"/>
                  <a:pt x="986" y="12014"/>
                  <a:pt x="982" y="12012"/>
                </a:cubicBezTo>
                <a:lnTo>
                  <a:pt x="982" y="9587"/>
                </a:lnTo>
                <a:lnTo>
                  <a:pt x="1998" y="9333"/>
                </a:lnTo>
                <a:cubicBezTo>
                  <a:pt x="2343" y="9246"/>
                  <a:pt x="2616" y="8979"/>
                  <a:pt x="2708" y="8634"/>
                </a:cubicBezTo>
                <a:cubicBezTo>
                  <a:pt x="2897" y="7929"/>
                  <a:pt x="3179" y="7249"/>
                  <a:pt x="3548" y="6615"/>
                </a:cubicBezTo>
                <a:cubicBezTo>
                  <a:pt x="3727" y="6305"/>
                  <a:pt x="3724" y="5923"/>
                  <a:pt x="3540" y="5617"/>
                </a:cubicBezTo>
                <a:lnTo>
                  <a:pt x="3005" y="4725"/>
                </a:lnTo>
                <a:cubicBezTo>
                  <a:pt x="3004" y="4722"/>
                  <a:pt x="3002" y="4719"/>
                  <a:pt x="3000" y="4715"/>
                </a:cubicBezTo>
                <a:lnTo>
                  <a:pt x="4715" y="3000"/>
                </a:lnTo>
                <a:lnTo>
                  <a:pt x="5621" y="3543"/>
                </a:lnTo>
                <a:cubicBezTo>
                  <a:pt x="5777" y="3637"/>
                  <a:pt x="5951" y="3683"/>
                  <a:pt x="6127" y="3683"/>
                </a:cubicBezTo>
                <a:cubicBezTo>
                  <a:pt x="6296" y="3683"/>
                  <a:pt x="6465" y="3639"/>
                  <a:pt x="6618" y="3552"/>
                </a:cubicBezTo>
                <a:cubicBezTo>
                  <a:pt x="7251" y="3185"/>
                  <a:pt x="7929" y="2904"/>
                  <a:pt x="8632" y="2717"/>
                </a:cubicBezTo>
                <a:cubicBezTo>
                  <a:pt x="8976" y="2624"/>
                  <a:pt x="9244" y="2352"/>
                  <a:pt x="9331" y="2006"/>
                </a:cubicBezTo>
                <a:lnTo>
                  <a:pt x="9587" y="982"/>
                </a:lnTo>
                <a:lnTo>
                  <a:pt x="12012" y="982"/>
                </a:lnTo>
                <a:cubicBezTo>
                  <a:pt x="12014" y="986"/>
                  <a:pt x="12015" y="989"/>
                  <a:pt x="12016" y="993"/>
                </a:cubicBezTo>
                <a:lnTo>
                  <a:pt x="12269" y="2006"/>
                </a:lnTo>
                <a:cubicBezTo>
                  <a:pt x="12356" y="2352"/>
                  <a:pt x="12624" y="2624"/>
                  <a:pt x="12968" y="2717"/>
                </a:cubicBezTo>
                <a:cubicBezTo>
                  <a:pt x="13671" y="2904"/>
                  <a:pt x="14348" y="3185"/>
                  <a:pt x="14982" y="3552"/>
                </a:cubicBezTo>
                <a:cubicBezTo>
                  <a:pt x="15134" y="3639"/>
                  <a:pt x="15304" y="3683"/>
                  <a:pt x="15473" y="3683"/>
                </a:cubicBezTo>
                <a:cubicBezTo>
                  <a:pt x="15648" y="3683"/>
                  <a:pt x="15822" y="3637"/>
                  <a:pt x="15978" y="3543"/>
                </a:cubicBezTo>
                <a:lnTo>
                  <a:pt x="16884" y="3000"/>
                </a:lnTo>
                <a:lnTo>
                  <a:pt x="18600" y="4715"/>
                </a:lnTo>
                <a:cubicBezTo>
                  <a:pt x="18598" y="4719"/>
                  <a:pt x="18597" y="4722"/>
                  <a:pt x="18595" y="4725"/>
                </a:cubicBezTo>
                <a:lnTo>
                  <a:pt x="18060" y="5616"/>
                </a:lnTo>
                <a:cubicBezTo>
                  <a:pt x="17876" y="5923"/>
                  <a:pt x="17873" y="6305"/>
                  <a:pt x="18053" y="6615"/>
                </a:cubicBezTo>
                <a:cubicBezTo>
                  <a:pt x="18421" y="7249"/>
                  <a:pt x="18703" y="7928"/>
                  <a:pt x="18892" y="8634"/>
                </a:cubicBezTo>
                <a:cubicBezTo>
                  <a:pt x="18984" y="8979"/>
                  <a:pt x="19256" y="9246"/>
                  <a:pt x="19602" y="9333"/>
                </a:cubicBezTo>
                <a:lnTo>
                  <a:pt x="20618" y="9587"/>
                </a:lnTo>
                <a:cubicBezTo>
                  <a:pt x="20618" y="9587"/>
                  <a:pt x="20618" y="12012"/>
                  <a:pt x="20618" y="12012"/>
                </a:cubicBezTo>
                <a:close/>
                <a:moveTo>
                  <a:pt x="20880" y="8641"/>
                </a:moveTo>
                <a:lnTo>
                  <a:pt x="19841" y="8380"/>
                </a:lnTo>
                <a:cubicBezTo>
                  <a:pt x="19626" y="7580"/>
                  <a:pt x="19308" y="6822"/>
                  <a:pt x="18902" y="6122"/>
                </a:cubicBezTo>
                <a:lnTo>
                  <a:pt x="19455" y="5200"/>
                </a:lnTo>
                <a:cubicBezTo>
                  <a:pt x="19625" y="4871"/>
                  <a:pt x="19736" y="4463"/>
                  <a:pt x="19455" y="4182"/>
                </a:cubicBezTo>
                <a:lnTo>
                  <a:pt x="17419" y="2145"/>
                </a:lnTo>
                <a:cubicBezTo>
                  <a:pt x="17292" y="2019"/>
                  <a:pt x="17136" y="1968"/>
                  <a:pt x="16975" y="1968"/>
                </a:cubicBezTo>
                <a:cubicBezTo>
                  <a:pt x="16778" y="1968"/>
                  <a:pt x="16572" y="2043"/>
                  <a:pt x="16400" y="2145"/>
                </a:cubicBezTo>
                <a:lnTo>
                  <a:pt x="15473" y="2701"/>
                </a:lnTo>
                <a:cubicBezTo>
                  <a:pt x="14775" y="2298"/>
                  <a:pt x="14020" y="1982"/>
                  <a:pt x="13222" y="1768"/>
                </a:cubicBezTo>
                <a:lnTo>
                  <a:pt x="12960" y="720"/>
                </a:lnTo>
                <a:cubicBezTo>
                  <a:pt x="12848" y="367"/>
                  <a:pt x="12638" y="0"/>
                  <a:pt x="12240" y="0"/>
                </a:cubicBezTo>
                <a:lnTo>
                  <a:pt x="9360" y="0"/>
                </a:lnTo>
                <a:cubicBezTo>
                  <a:pt x="8962" y="0"/>
                  <a:pt x="8730" y="367"/>
                  <a:pt x="8640" y="720"/>
                </a:cubicBezTo>
                <a:lnTo>
                  <a:pt x="8378" y="1768"/>
                </a:lnTo>
                <a:cubicBezTo>
                  <a:pt x="7580" y="1982"/>
                  <a:pt x="6825" y="2298"/>
                  <a:pt x="6127" y="2701"/>
                </a:cubicBezTo>
                <a:lnTo>
                  <a:pt x="5200" y="2145"/>
                </a:lnTo>
                <a:cubicBezTo>
                  <a:pt x="5028" y="2043"/>
                  <a:pt x="4822" y="1968"/>
                  <a:pt x="4625" y="1968"/>
                </a:cubicBezTo>
                <a:cubicBezTo>
                  <a:pt x="4464" y="1968"/>
                  <a:pt x="4308" y="2019"/>
                  <a:pt x="4181" y="2145"/>
                </a:cubicBezTo>
                <a:lnTo>
                  <a:pt x="2145" y="4182"/>
                </a:lnTo>
                <a:cubicBezTo>
                  <a:pt x="1864" y="4463"/>
                  <a:pt x="1975" y="4871"/>
                  <a:pt x="2145" y="5200"/>
                </a:cubicBezTo>
                <a:lnTo>
                  <a:pt x="2698" y="6122"/>
                </a:lnTo>
                <a:cubicBezTo>
                  <a:pt x="2292" y="6822"/>
                  <a:pt x="1973" y="7580"/>
                  <a:pt x="1759" y="8380"/>
                </a:cubicBezTo>
                <a:lnTo>
                  <a:pt x="720" y="8641"/>
                </a:lnTo>
                <a:cubicBezTo>
                  <a:pt x="367" y="8730"/>
                  <a:pt x="0" y="8962"/>
                  <a:pt x="0" y="9361"/>
                </a:cubicBezTo>
                <a:lnTo>
                  <a:pt x="0" y="12240"/>
                </a:lnTo>
                <a:cubicBezTo>
                  <a:pt x="0" y="12638"/>
                  <a:pt x="367" y="12848"/>
                  <a:pt x="720" y="12960"/>
                </a:cubicBezTo>
                <a:lnTo>
                  <a:pt x="1759" y="13220"/>
                </a:lnTo>
                <a:cubicBezTo>
                  <a:pt x="1973" y="14021"/>
                  <a:pt x="2292" y="14778"/>
                  <a:pt x="2698" y="15479"/>
                </a:cubicBezTo>
                <a:lnTo>
                  <a:pt x="2145" y="16400"/>
                </a:lnTo>
                <a:cubicBezTo>
                  <a:pt x="1959" y="16713"/>
                  <a:pt x="1864" y="17137"/>
                  <a:pt x="2145" y="17419"/>
                </a:cubicBezTo>
                <a:lnTo>
                  <a:pt x="4181" y="19455"/>
                </a:lnTo>
                <a:cubicBezTo>
                  <a:pt x="4305" y="19579"/>
                  <a:pt x="4454" y="19627"/>
                  <a:pt x="4610" y="19627"/>
                </a:cubicBezTo>
                <a:cubicBezTo>
                  <a:pt x="4807" y="19627"/>
                  <a:pt x="5016" y="19550"/>
                  <a:pt x="5200" y="19455"/>
                </a:cubicBezTo>
                <a:lnTo>
                  <a:pt x="6127" y="18899"/>
                </a:lnTo>
                <a:cubicBezTo>
                  <a:pt x="6825" y="19302"/>
                  <a:pt x="7580" y="19619"/>
                  <a:pt x="8378" y="19832"/>
                </a:cubicBezTo>
                <a:lnTo>
                  <a:pt x="8640" y="20880"/>
                </a:lnTo>
                <a:cubicBezTo>
                  <a:pt x="8730" y="21233"/>
                  <a:pt x="8962" y="21600"/>
                  <a:pt x="9360" y="21600"/>
                </a:cubicBezTo>
                <a:lnTo>
                  <a:pt x="12240" y="21600"/>
                </a:lnTo>
                <a:cubicBezTo>
                  <a:pt x="12638" y="21600"/>
                  <a:pt x="12848" y="21233"/>
                  <a:pt x="12960" y="20880"/>
                </a:cubicBezTo>
                <a:lnTo>
                  <a:pt x="13222" y="19832"/>
                </a:lnTo>
                <a:cubicBezTo>
                  <a:pt x="14020" y="19619"/>
                  <a:pt x="14775" y="19302"/>
                  <a:pt x="15473" y="18899"/>
                </a:cubicBezTo>
                <a:lnTo>
                  <a:pt x="16400" y="19455"/>
                </a:lnTo>
                <a:cubicBezTo>
                  <a:pt x="16584" y="19550"/>
                  <a:pt x="16793" y="19627"/>
                  <a:pt x="16990" y="19627"/>
                </a:cubicBezTo>
                <a:cubicBezTo>
                  <a:pt x="17146" y="19627"/>
                  <a:pt x="17294" y="19579"/>
                  <a:pt x="17419" y="19455"/>
                </a:cubicBezTo>
                <a:lnTo>
                  <a:pt x="19455" y="17419"/>
                </a:lnTo>
                <a:cubicBezTo>
                  <a:pt x="19736" y="17137"/>
                  <a:pt x="19641" y="16713"/>
                  <a:pt x="19455" y="16400"/>
                </a:cubicBezTo>
                <a:lnTo>
                  <a:pt x="18902" y="15479"/>
                </a:lnTo>
                <a:cubicBezTo>
                  <a:pt x="19308" y="14778"/>
                  <a:pt x="19626" y="14021"/>
                  <a:pt x="19841" y="13220"/>
                </a:cubicBezTo>
                <a:lnTo>
                  <a:pt x="20880" y="12960"/>
                </a:lnTo>
                <a:cubicBezTo>
                  <a:pt x="21233" y="12848"/>
                  <a:pt x="21600" y="12638"/>
                  <a:pt x="21600" y="12240"/>
                </a:cubicBezTo>
                <a:lnTo>
                  <a:pt x="21600" y="9361"/>
                </a:lnTo>
                <a:cubicBezTo>
                  <a:pt x="21600" y="8962"/>
                  <a:pt x="21233" y="8730"/>
                  <a:pt x="20880" y="8641"/>
                </a:cubicBezTo>
                <a:moveTo>
                  <a:pt x="15709" y="10800"/>
                </a:moveTo>
                <a:cubicBezTo>
                  <a:pt x="15709" y="13346"/>
                  <a:pt x="13771" y="15438"/>
                  <a:pt x="11291" y="15685"/>
                </a:cubicBezTo>
                <a:lnTo>
                  <a:pt x="11291" y="12694"/>
                </a:lnTo>
                <a:cubicBezTo>
                  <a:pt x="12137" y="12476"/>
                  <a:pt x="12764" y="11714"/>
                  <a:pt x="12764" y="10800"/>
                </a:cubicBezTo>
                <a:cubicBezTo>
                  <a:pt x="12764" y="10630"/>
                  <a:pt x="12735" y="10468"/>
                  <a:pt x="12694" y="10310"/>
                </a:cubicBezTo>
                <a:lnTo>
                  <a:pt x="15308" y="8857"/>
                </a:lnTo>
                <a:cubicBezTo>
                  <a:pt x="15565" y="9453"/>
                  <a:pt x="15709" y="10110"/>
                  <a:pt x="15709" y="10800"/>
                </a:cubicBezTo>
                <a:moveTo>
                  <a:pt x="9818" y="10800"/>
                </a:moveTo>
                <a:cubicBezTo>
                  <a:pt x="9818" y="10258"/>
                  <a:pt x="10258" y="9818"/>
                  <a:pt x="10800" y="9818"/>
                </a:cubicBezTo>
                <a:cubicBezTo>
                  <a:pt x="11342" y="9818"/>
                  <a:pt x="11782" y="10258"/>
                  <a:pt x="11782" y="10800"/>
                </a:cubicBezTo>
                <a:cubicBezTo>
                  <a:pt x="11782" y="11342"/>
                  <a:pt x="11342" y="11782"/>
                  <a:pt x="10800" y="11782"/>
                </a:cubicBezTo>
                <a:cubicBezTo>
                  <a:pt x="10258" y="11782"/>
                  <a:pt x="9818" y="11342"/>
                  <a:pt x="9818" y="10800"/>
                </a:cubicBezTo>
                <a:moveTo>
                  <a:pt x="10309" y="15685"/>
                </a:moveTo>
                <a:cubicBezTo>
                  <a:pt x="7829" y="15438"/>
                  <a:pt x="5891" y="13346"/>
                  <a:pt x="5891" y="10800"/>
                </a:cubicBezTo>
                <a:cubicBezTo>
                  <a:pt x="5891" y="10110"/>
                  <a:pt x="6035" y="9453"/>
                  <a:pt x="6292" y="8857"/>
                </a:cubicBezTo>
                <a:lnTo>
                  <a:pt x="8906" y="10310"/>
                </a:lnTo>
                <a:cubicBezTo>
                  <a:pt x="8865" y="10468"/>
                  <a:pt x="8836" y="10630"/>
                  <a:pt x="8836" y="10800"/>
                </a:cubicBezTo>
                <a:cubicBezTo>
                  <a:pt x="8836" y="11714"/>
                  <a:pt x="9463" y="12476"/>
                  <a:pt x="10309" y="12694"/>
                </a:cubicBezTo>
                <a:cubicBezTo>
                  <a:pt x="10309" y="12694"/>
                  <a:pt x="10309" y="15685"/>
                  <a:pt x="10309" y="15685"/>
                </a:cubicBezTo>
                <a:close/>
                <a:moveTo>
                  <a:pt x="10800" y="5891"/>
                </a:moveTo>
                <a:cubicBezTo>
                  <a:pt x="12470" y="5891"/>
                  <a:pt x="13942" y="6727"/>
                  <a:pt x="14829" y="8000"/>
                </a:cubicBezTo>
                <a:lnTo>
                  <a:pt x="12220" y="9450"/>
                </a:lnTo>
                <a:cubicBezTo>
                  <a:pt x="11862" y="9074"/>
                  <a:pt x="11360" y="8836"/>
                  <a:pt x="10800" y="8836"/>
                </a:cubicBezTo>
                <a:cubicBezTo>
                  <a:pt x="10240" y="8836"/>
                  <a:pt x="9738" y="9074"/>
                  <a:pt x="9380" y="9450"/>
                </a:cubicBezTo>
                <a:lnTo>
                  <a:pt x="6771" y="8000"/>
                </a:lnTo>
                <a:cubicBezTo>
                  <a:pt x="7658" y="6727"/>
                  <a:pt x="9130" y="5891"/>
                  <a:pt x="10800" y="5891"/>
                </a:cubicBezTo>
                <a:moveTo>
                  <a:pt x="10800" y="4909"/>
                </a:moveTo>
                <a:cubicBezTo>
                  <a:pt x="7547" y="4909"/>
                  <a:pt x="4909" y="7547"/>
                  <a:pt x="4909" y="10800"/>
                </a:cubicBezTo>
                <a:cubicBezTo>
                  <a:pt x="4909" y="14054"/>
                  <a:pt x="7547" y="16691"/>
                  <a:pt x="10800" y="16691"/>
                </a:cubicBezTo>
                <a:cubicBezTo>
                  <a:pt x="14053" y="16691"/>
                  <a:pt x="16691" y="14054"/>
                  <a:pt x="16691" y="10800"/>
                </a:cubicBezTo>
                <a:cubicBezTo>
                  <a:pt x="16691" y="7547"/>
                  <a:pt x="14053" y="4909"/>
                  <a:pt x="10800" y="490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1" name="Shape 2593">
            <a:extLst>
              <a:ext uri="{FF2B5EF4-FFF2-40B4-BE49-F238E27FC236}">
                <a16:creationId xmlns:a16="http://schemas.microsoft.com/office/drawing/2014/main" id="{D71E8864-CF99-4751-CD2D-14139687B610}"/>
              </a:ext>
            </a:extLst>
          </p:cNvPr>
          <p:cNvSpPr/>
          <p:nvPr/>
        </p:nvSpPr>
        <p:spPr>
          <a:xfrm>
            <a:off x="10541211" y="2045103"/>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618" y="8095"/>
                </a:moveTo>
                <a:lnTo>
                  <a:pt x="20091" y="8640"/>
                </a:lnTo>
                <a:cubicBezTo>
                  <a:pt x="19294" y="8426"/>
                  <a:pt x="18482" y="8322"/>
                  <a:pt x="17675" y="8322"/>
                </a:cubicBezTo>
                <a:lnTo>
                  <a:pt x="17150" y="7377"/>
                </a:lnTo>
                <a:cubicBezTo>
                  <a:pt x="17052" y="7203"/>
                  <a:pt x="16911" y="7035"/>
                  <a:pt x="16741" y="6937"/>
                </a:cubicBezTo>
                <a:cubicBezTo>
                  <a:pt x="16601" y="6856"/>
                  <a:pt x="16442" y="6822"/>
                  <a:pt x="16268" y="6868"/>
                </a:cubicBezTo>
                <a:lnTo>
                  <a:pt x="13487" y="7613"/>
                </a:lnTo>
                <a:cubicBezTo>
                  <a:pt x="13102" y="7716"/>
                  <a:pt x="12995" y="8125"/>
                  <a:pt x="12977" y="8495"/>
                </a:cubicBezTo>
                <a:lnTo>
                  <a:pt x="12996" y="9570"/>
                </a:lnTo>
                <a:cubicBezTo>
                  <a:pt x="12293" y="9973"/>
                  <a:pt x="11639" y="10471"/>
                  <a:pt x="11053" y="11057"/>
                </a:cubicBezTo>
                <a:lnTo>
                  <a:pt x="10023" y="10762"/>
                </a:lnTo>
                <a:cubicBezTo>
                  <a:pt x="9673" y="10664"/>
                  <a:pt x="9239" y="10682"/>
                  <a:pt x="9040" y="11026"/>
                </a:cubicBezTo>
                <a:lnTo>
                  <a:pt x="7600" y="13520"/>
                </a:lnTo>
                <a:cubicBezTo>
                  <a:pt x="7401" y="13864"/>
                  <a:pt x="7614" y="14229"/>
                  <a:pt x="7863" y="14504"/>
                </a:cubicBezTo>
                <a:lnTo>
                  <a:pt x="8633" y="15248"/>
                </a:lnTo>
                <a:cubicBezTo>
                  <a:pt x="8419" y="16049"/>
                  <a:pt x="8315" y="16864"/>
                  <a:pt x="8317" y="17674"/>
                </a:cubicBezTo>
                <a:lnTo>
                  <a:pt x="7377" y="18196"/>
                </a:lnTo>
                <a:cubicBezTo>
                  <a:pt x="7060" y="18373"/>
                  <a:pt x="6765" y="18693"/>
                  <a:pt x="6868" y="19077"/>
                </a:cubicBezTo>
                <a:lnTo>
                  <a:pt x="7281" y="20619"/>
                </a:lnTo>
                <a:lnTo>
                  <a:pt x="1964" y="20619"/>
                </a:lnTo>
                <a:cubicBezTo>
                  <a:pt x="1422" y="20619"/>
                  <a:pt x="982" y="20178"/>
                  <a:pt x="982" y="19636"/>
                </a:cubicBezTo>
                <a:lnTo>
                  <a:pt x="982" y="11291"/>
                </a:lnTo>
                <a:lnTo>
                  <a:pt x="1931" y="11291"/>
                </a:lnTo>
                <a:cubicBezTo>
                  <a:pt x="2328" y="11291"/>
                  <a:pt x="2538" y="10924"/>
                  <a:pt x="2651" y="10571"/>
                </a:cubicBezTo>
                <a:lnTo>
                  <a:pt x="2913" y="9523"/>
                </a:lnTo>
                <a:cubicBezTo>
                  <a:pt x="3711" y="9310"/>
                  <a:pt x="4466" y="8993"/>
                  <a:pt x="5164" y="8590"/>
                </a:cubicBezTo>
                <a:lnTo>
                  <a:pt x="6091" y="9146"/>
                </a:lnTo>
                <a:cubicBezTo>
                  <a:pt x="6275" y="9241"/>
                  <a:pt x="6484" y="9317"/>
                  <a:pt x="6681" y="9317"/>
                </a:cubicBezTo>
                <a:cubicBezTo>
                  <a:pt x="6837" y="9317"/>
                  <a:pt x="6985" y="9270"/>
                  <a:pt x="7110" y="9146"/>
                </a:cubicBezTo>
                <a:lnTo>
                  <a:pt x="9146" y="7109"/>
                </a:lnTo>
                <a:cubicBezTo>
                  <a:pt x="9427" y="6828"/>
                  <a:pt x="9332" y="6404"/>
                  <a:pt x="9146" y="6091"/>
                </a:cubicBezTo>
                <a:lnTo>
                  <a:pt x="8593" y="5169"/>
                </a:lnTo>
                <a:cubicBezTo>
                  <a:pt x="8999" y="4469"/>
                  <a:pt x="9317" y="3711"/>
                  <a:pt x="9531" y="2911"/>
                </a:cubicBezTo>
                <a:lnTo>
                  <a:pt x="10571" y="2651"/>
                </a:lnTo>
                <a:cubicBezTo>
                  <a:pt x="10924" y="2538"/>
                  <a:pt x="11291" y="2328"/>
                  <a:pt x="11291" y="1931"/>
                </a:cubicBezTo>
                <a:lnTo>
                  <a:pt x="11291" y="982"/>
                </a:lnTo>
                <a:lnTo>
                  <a:pt x="19636" y="982"/>
                </a:lnTo>
                <a:cubicBezTo>
                  <a:pt x="20178" y="982"/>
                  <a:pt x="20618" y="1421"/>
                  <a:pt x="20618" y="1964"/>
                </a:cubicBezTo>
                <a:cubicBezTo>
                  <a:pt x="20618" y="1964"/>
                  <a:pt x="20618" y="8095"/>
                  <a:pt x="20618" y="8095"/>
                </a:cubicBezTo>
                <a:close/>
                <a:moveTo>
                  <a:pt x="20618" y="12594"/>
                </a:moveTo>
                <a:cubicBezTo>
                  <a:pt x="19750" y="12088"/>
                  <a:pt x="18750" y="11782"/>
                  <a:pt x="17673" y="11782"/>
                </a:cubicBezTo>
                <a:cubicBezTo>
                  <a:pt x="14419" y="11782"/>
                  <a:pt x="11782" y="14419"/>
                  <a:pt x="11782" y="17673"/>
                </a:cubicBezTo>
                <a:cubicBezTo>
                  <a:pt x="11782" y="18751"/>
                  <a:pt x="12088" y="19750"/>
                  <a:pt x="12594" y="20619"/>
                </a:cubicBezTo>
                <a:lnTo>
                  <a:pt x="8298" y="20619"/>
                </a:lnTo>
                <a:lnTo>
                  <a:pt x="7875" y="19042"/>
                </a:lnTo>
                <a:lnTo>
                  <a:pt x="8794" y="18532"/>
                </a:lnTo>
                <a:cubicBezTo>
                  <a:pt x="9106" y="18358"/>
                  <a:pt x="9299" y="18028"/>
                  <a:pt x="9299" y="17671"/>
                </a:cubicBezTo>
                <a:cubicBezTo>
                  <a:pt x="9298" y="16938"/>
                  <a:pt x="9392" y="16208"/>
                  <a:pt x="9582" y="15502"/>
                </a:cubicBezTo>
                <a:cubicBezTo>
                  <a:pt x="9674" y="15158"/>
                  <a:pt x="9572" y="14791"/>
                  <a:pt x="9316" y="14543"/>
                </a:cubicBezTo>
                <a:lnTo>
                  <a:pt x="8572" y="13823"/>
                </a:lnTo>
                <a:cubicBezTo>
                  <a:pt x="8569" y="13820"/>
                  <a:pt x="8566" y="13817"/>
                  <a:pt x="8564" y="13813"/>
                </a:cubicBezTo>
                <a:lnTo>
                  <a:pt x="9776" y="11713"/>
                </a:lnTo>
                <a:lnTo>
                  <a:pt x="10783" y="12001"/>
                </a:lnTo>
                <a:cubicBezTo>
                  <a:pt x="11126" y="12099"/>
                  <a:pt x="11495" y="12003"/>
                  <a:pt x="11748" y="11751"/>
                </a:cubicBezTo>
                <a:cubicBezTo>
                  <a:pt x="12264" y="11234"/>
                  <a:pt x="12848" y="10787"/>
                  <a:pt x="13485" y="10421"/>
                </a:cubicBezTo>
                <a:cubicBezTo>
                  <a:pt x="13794" y="10243"/>
                  <a:pt x="13983" y="9911"/>
                  <a:pt x="13977" y="9554"/>
                </a:cubicBezTo>
                <a:lnTo>
                  <a:pt x="13960" y="8514"/>
                </a:lnTo>
                <a:lnTo>
                  <a:pt x="13960" y="8503"/>
                </a:lnTo>
                <a:lnTo>
                  <a:pt x="16304" y="7875"/>
                </a:lnTo>
                <a:lnTo>
                  <a:pt x="16817" y="8799"/>
                </a:lnTo>
                <a:cubicBezTo>
                  <a:pt x="16905" y="8958"/>
                  <a:pt x="17032" y="9085"/>
                  <a:pt x="17184" y="9172"/>
                </a:cubicBezTo>
                <a:cubicBezTo>
                  <a:pt x="17330" y="9257"/>
                  <a:pt x="17499" y="9304"/>
                  <a:pt x="17675" y="9304"/>
                </a:cubicBezTo>
                <a:cubicBezTo>
                  <a:pt x="18407" y="9304"/>
                  <a:pt x="19135" y="9399"/>
                  <a:pt x="19837" y="9589"/>
                </a:cubicBezTo>
                <a:cubicBezTo>
                  <a:pt x="20106" y="9660"/>
                  <a:pt x="20389" y="9611"/>
                  <a:pt x="20618" y="9464"/>
                </a:cubicBezTo>
                <a:cubicBezTo>
                  <a:pt x="20618" y="9464"/>
                  <a:pt x="20618" y="12594"/>
                  <a:pt x="20618" y="12594"/>
                </a:cubicBezTo>
                <a:close/>
                <a:moveTo>
                  <a:pt x="20618" y="15475"/>
                </a:moveTo>
                <a:lnTo>
                  <a:pt x="19093" y="16323"/>
                </a:lnTo>
                <a:cubicBezTo>
                  <a:pt x="18735" y="15946"/>
                  <a:pt x="18233" y="15709"/>
                  <a:pt x="17673" y="15709"/>
                </a:cubicBezTo>
                <a:cubicBezTo>
                  <a:pt x="17113" y="15709"/>
                  <a:pt x="16610" y="15946"/>
                  <a:pt x="16253" y="16323"/>
                </a:cubicBezTo>
                <a:lnTo>
                  <a:pt x="13643" y="14873"/>
                </a:lnTo>
                <a:cubicBezTo>
                  <a:pt x="14530" y="13599"/>
                  <a:pt x="16003" y="12764"/>
                  <a:pt x="17673" y="12764"/>
                </a:cubicBezTo>
                <a:cubicBezTo>
                  <a:pt x="18783" y="12764"/>
                  <a:pt x="19798" y="13141"/>
                  <a:pt x="20618" y="13764"/>
                </a:cubicBezTo>
                <a:cubicBezTo>
                  <a:pt x="20618" y="13764"/>
                  <a:pt x="20618" y="15475"/>
                  <a:pt x="20618" y="15475"/>
                </a:cubicBezTo>
                <a:close/>
                <a:moveTo>
                  <a:pt x="20618" y="19636"/>
                </a:moveTo>
                <a:cubicBezTo>
                  <a:pt x="20618" y="20178"/>
                  <a:pt x="20178" y="20619"/>
                  <a:pt x="19636" y="20619"/>
                </a:cubicBezTo>
                <a:lnTo>
                  <a:pt x="18164" y="20619"/>
                </a:lnTo>
                <a:lnTo>
                  <a:pt x="18164" y="19567"/>
                </a:lnTo>
                <a:cubicBezTo>
                  <a:pt x="19009" y="19348"/>
                  <a:pt x="19636" y="18587"/>
                  <a:pt x="19636" y="17673"/>
                </a:cubicBezTo>
                <a:cubicBezTo>
                  <a:pt x="19636" y="17502"/>
                  <a:pt x="19608" y="17339"/>
                  <a:pt x="19567" y="17182"/>
                </a:cubicBezTo>
                <a:lnTo>
                  <a:pt x="20618" y="16598"/>
                </a:lnTo>
                <a:cubicBezTo>
                  <a:pt x="20618" y="16598"/>
                  <a:pt x="20618" y="19636"/>
                  <a:pt x="20618" y="19636"/>
                </a:cubicBezTo>
                <a:close/>
                <a:moveTo>
                  <a:pt x="16691" y="17673"/>
                </a:moveTo>
                <a:cubicBezTo>
                  <a:pt x="16691" y="17131"/>
                  <a:pt x="17131" y="16691"/>
                  <a:pt x="17673" y="16691"/>
                </a:cubicBezTo>
                <a:cubicBezTo>
                  <a:pt x="18214" y="16691"/>
                  <a:pt x="18655" y="17131"/>
                  <a:pt x="18655" y="17673"/>
                </a:cubicBezTo>
                <a:cubicBezTo>
                  <a:pt x="18655" y="18215"/>
                  <a:pt x="18214" y="18655"/>
                  <a:pt x="17673" y="18655"/>
                </a:cubicBezTo>
                <a:cubicBezTo>
                  <a:pt x="17131" y="18655"/>
                  <a:pt x="16691" y="18215"/>
                  <a:pt x="16691" y="17673"/>
                </a:cubicBezTo>
                <a:moveTo>
                  <a:pt x="17182" y="20619"/>
                </a:moveTo>
                <a:lnTo>
                  <a:pt x="13757" y="20619"/>
                </a:lnTo>
                <a:cubicBezTo>
                  <a:pt x="13138" y="19797"/>
                  <a:pt x="12764" y="18781"/>
                  <a:pt x="12764" y="17673"/>
                </a:cubicBezTo>
                <a:cubicBezTo>
                  <a:pt x="12764" y="16982"/>
                  <a:pt x="12907" y="16326"/>
                  <a:pt x="13165" y="15730"/>
                </a:cubicBezTo>
                <a:lnTo>
                  <a:pt x="15779" y="17182"/>
                </a:lnTo>
                <a:cubicBezTo>
                  <a:pt x="15738" y="17339"/>
                  <a:pt x="15709" y="17502"/>
                  <a:pt x="15709" y="17673"/>
                </a:cubicBezTo>
                <a:cubicBezTo>
                  <a:pt x="15709" y="18587"/>
                  <a:pt x="16336" y="19348"/>
                  <a:pt x="17182" y="19567"/>
                </a:cubicBezTo>
                <a:cubicBezTo>
                  <a:pt x="17182" y="19567"/>
                  <a:pt x="17182" y="20619"/>
                  <a:pt x="17182" y="20619"/>
                </a:cubicBezTo>
                <a:close/>
                <a:moveTo>
                  <a:pt x="982" y="5376"/>
                </a:moveTo>
                <a:cubicBezTo>
                  <a:pt x="3301" y="5145"/>
                  <a:pt x="5145" y="3301"/>
                  <a:pt x="5375" y="982"/>
                </a:cubicBezTo>
                <a:lnTo>
                  <a:pt x="10309" y="982"/>
                </a:lnTo>
                <a:lnTo>
                  <a:pt x="10309" y="1703"/>
                </a:lnTo>
                <a:cubicBezTo>
                  <a:pt x="10305" y="1705"/>
                  <a:pt x="10302" y="1706"/>
                  <a:pt x="10298" y="1707"/>
                </a:cubicBezTo>
                <a:lnTo>
                  <a:pt x="9293" y="1958"/>
                </a:lnTo>
                <a:cubicBezTo>
                  <a:pt x="8947" y="2045"/>
                  <a:pt x="8675" y="2313"/>
                  <a:pt x="8583" y="2657"/>
                </a:cubicBezTo>
                <a:cubicBezTo>
                  <a:pt x="8394" y="3363"/>
                  <a:pt x="8112" y="4042"/>
                  <a:pt x="7744" y="4676"/>
                </a:cubicBezTo>
                <a:cubicBezTo>
                  <a:pt x="7564" y="4986"/>
                  <a:pt x="7567" y="5368"/>
                  <a:pt x="7751" y="5674"/>
                </a:cubicBezTo>
                <a:lnTo>
                  <a:pt x="8292" y="6575"/>
                </a:lnTo>
                <a:lnTo>
                  <a:pt x="6576" y="8291"/>
                </a:lnTo>
                <a:cubicBezTo>
                  <a:pt x="6573" y="8290"/>
                  <a:pt x="6569" y="8288"/>
                  <a:pt x="6566" y="8286"/>
                </a:cubicBezTo>
                <a:lnTo>
                  <a:pt x="5669" y="7748"/>
                </a:lnTo>
                <a:cubicBezTo>
                  <a:pt x="5513" y="7655"/>
                  <a:pt x="5339" y="7608"/>
                  <a:pt x="5164" y="7608"/>
                </a:cubicBezTo>
                <a:cubicBezTo>
                  <a:pt x="4995" y="7608"/>
                  <a:pt x="4825" y="7652"/>
                  <a:pt x="4673" y="7739"/>
                </a:cubicBezTo>
                <a:cubicBezTo>
                  <a:pt x="4039" y="8106"/>
                  <a:pt x="3362" y="8387"/>
                  <a:pt x="2659" y="8575"/>
                </a:cubicBezTo>
                <a:cubicBezTo>
                  <a:pt x="2315" y="8666"/>
                  <a:pt x="2047" y="8938"/>
                  <a:pt x="1960" y="9285"/>
                </a:cubicBezTo>
                <a:lnTo>
                  <a:pt x="1707" y="10298"/>
                </a:lnTo>
                <a:cubicBezTo>
                  <a:pt x="1706" y="10302"/>
                  <a:pt x="1705" y="10305"/>
                  <a:pt x="1703" y="10310"/>
                </a:cubicBezTo>
                <a:lnTo>
                  <a:pt x="982" y="10310"/>
                </a:lnTo>
                <a:cubicBezTo>
                  <a:pt x="982" y="10310"/>
                  <a:pt x="982" y="5376"/>
                  <a:pt x="982" y="5376"/>
                </a:cubicBezTo>
                <a:close/>
                <a:moveTo>
                  <a:pt x="982" y="1964"/>
                </a:moveTo>
                <a:cubicBezTo>
                  <a:pt x="982" y="1421"/>
                  <a:pt x="1422" y="982"/>
                  <a:pt x="1964" y="982"/>
                </a:cubicBezTo>
                <a:lnTo>
                  <a:pt x="4384" y="982"/>
                </a:lnTo>
                <a:cubicBezTo>
                  <a:pt x="4162" y="2758"/>
                  <a:pt x="2758" y="4162"/>
                  <a:pt x="982" y="4384"/>
                </a:cubicBezTo>
                <a:cubicBezTo>
                  <a:pt x="982" y="4384"/>
                  <a:pt x="982" y="1964"/>
                  <a:pt x="982" y="1964"/>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2" name="Shape 2594">
            <a:extLst>
              <a:ext uri="{FF2B5EF4-FFF2-40B4-BE49-F238E27FC236}">
                <a16:creationId xmlns:a16="http://schemas.microsoft.com/office/drawing/2014/main" id="{B07B3FA1-7ABD-FB2B-9735-EDD1CBC88D51}"/>
              </a:ext>
            </a:extLst>
          </p:cNvPr>
          <p:cNvSpPr/>
          <p:nvPr/>
        </p:nvSpPr>
        <p:spPr>
          <a:xfrm>
            <a:off x="11074472" y="2070496"/>
            <a:ext cx="279328" cy="228541"/>
          </a:xfrm>
          <a:custGeom>
            <a:avLst/>
            <a:gdLst/>
            <a:ahLst/>
            <a:cxnLst>
              <a:cxn ang="0">
                <a:pos x="wd2" y="hd2"/>
              </a:cxn>
              <a:cxn ang="5400000">
                <a:pos x="wd2" y="hd2"/>
              </a:cxn>
              <a:cxn ang="10800000">
                <a:pos x="wd2" y="hd2"/>
              </a:cxn>
              <a:cxn ang="16200000">
                <a:pos x="wd2" y="hd2"/>
              </a:cxn>
            </a:cxnLst>
            <a:rect l="0" t="0" r="r" b="b"/>
            <a:pathLst>
              <a:path w="21600" h="21600" extrusionOk="0">
                <a:moveTo>
                  <a:pt x="3436" y="8400"/>
                </a:moveTo>
                <a:lnTo>
                  <a:pt x="18164" y="8400"/>
                </a:lnTo>
                <a:cubicBezTo>
                  <a:pt x="18435" y="8400"/>
                  <a:pt x="18655" y="8132"/>
                  <a:pt x="18655" y="7800"/>
                </a:cubicBezTo>
                <a:cubicBezTo>
                  <a:pt x="18655" y="7468"/>
                  <a:pt x="18435" y="7200"/>
                  <a:pt x="18164" y="7200"/>
                </a:cubicBezTo>
                <a:lnTo>
                  <a:pt x="3436" y="7200"/>
                </a:lnTo>
                <a:cubicBezTo>
                  <a:pt x="3165" y="7200"/>
                  <a:pt x="2945" y="7468"/>
                  <a:pt x="2945" y="7800"/>
                </a:cubicBezTo>
                <a:cubicBezTo>
                  <a:pt x="2945" y="8132"/>
                  <a:pt x="3165" y="8400"/>
                  <a:pt x="3436" y="8400"/>
                </a:cubicBezTo>
                <a:moveTo>
                  <a:pt x="3436" y="10800"/>
                </a:moveTo>
                <a:lnTo>
                  <a:pt x="18164" y="10800"/>
                </a:lnTo>
                <a:cubicBezTo>
                  <a:pt x="18435" y="10800"/>
                  <a:pt x="18655" y="10532"/>
                  <a:pt x="18655" y="10200"/>
                </a:cubicBezTo>
                <a:cubicBezTo>
                  <a:pt x="18655" y="9868"/>
                  <a:pt x="18435" y="9600"/>
                  <a:pt x="18164" y="9600"/>
                </a:cubicBezTo>
                <a:lnTo>
                  <a:pt x="3436" y="9600"/>
                </a:lnTo>
                <a:cubicBezTo>
                  <a:pt x="3165" y="9600"/>
                  <a:pt x="2945" y="9868"/>
                  <a:pt x="2945" y="10200"/>
                </a:cubicBezTo>
                <a:cubicBezTo>
                  <a:pt x="2945" y="10532"/>
                  <a:pt x="3165" y="10800"/>
                  <a:pt x="3436" y="10800"/>
                </a:cubicBezTo>
                <a:moveTo>
                  <a:pt x="3436" y="13200"/>
                </a:moveTo>
                <a:lnTo>
                  <a:pt x="13255" y="13200"/>
                </a:lnTo>
                <a:cubicBezTo>
                  <a:pt x="13526" y="13200"/>
                  <a:pt x="13745" y="12931"/>
                  <a:pt x="13745" y="12601"/>
                </a:cubicBezTo>
                <a:cubicBezTo>
                  <a:pt x="13745" y="12268"/>
                  <a:pt x="13526" y="12000"/>
                  <a:pt x="13255" y="12000"/>
                </a:cubicBezTo>
                <a:lnTo>
                  <a:pt x="3436" y="12000"/>
                </a:lnTo>
                <a:cubicBezTo>
                  <a:pt x="3165" y="12000"/>
                  <a:pt x="2945" y="12268"/>
                  <a:pt x="2945" y="12601"/>
                </a:cubicBezTo>
                <a:cubicBezTo>
                  <a:pt x="2945" y="12931"/>
                  <a:pt x="3165" y="13200"/>
                  <a:pt x="3436" y="13200"/>
                </a:cubicBezTo>
                <a:moveTo>
                  <a:pt x="20618" y="19200"/>
                </a:moveTo>
                <a:lnTo>
                  <a:pt x="18114" y="19200"/>
                </a:lnTo>
                <a:cubicBezTo>
                  <a:pt x="17887" y="17831"/>
                  <a:pt x="16897" y="16800"/>
                  <a:pt x="15709" y="16800"/>
                </a:cubicBezTo>
                <a:cubicBezTo>
                  <a:pt x="14522" y="16800"/>
                  <a:pt x="13532" y="17831"/>
                  <a:pt x="13304" y="19200"/>
                </a:cubicBezTo>
                <a:lnTo>
                  <a:pt x="8296" y="19200"/>
                </a:lnTo>
                <a:cubicBezTo>
                  <a:pt x="8068" y="17831"/>
                  <a:pt x="7078" y="16800"/>
                  <a:pt x="5891" y="16800"/>
                </a:cubicBezTo>
                <a:cubicBezTo>
                  <a:pt x="4703" y="16800"/>
                  <a:pt x="3713" y="17831"/>
                  <a:pt x="3486" y="19200"/>
                </a:cubicBezTo>
                <a:lnTo>
                  <a:pt x="982" y="19200"/>
                </a:lnTo>
                <a:lnTo>
                  <a:pt x="982" y="1200"/>
                </a:lnTo>
                <a:lnTo>
                  <a:pt x="20618" y="1200"/>
                </a:lnTo>
                <a:cubicBezTo>
                  <a:pt x="20618" y="1200"/>
                  <a:pt x="20618" y="19200"/>
                  <a:pt x="20618" y="19200"/>
                </a:cubicBezTo>
                <a:close/>
                <a:moveTo>
                  <a:pt x="20618" y="0"/>
                </a:moveTo>
                <a:lnTo>
                  <a:pt x="982" y="0"/>
                </a:lnTo>
                <a:cubicBezTo>
                  <a:pt x="440" y="0"/>
                  <a:pt x="0" y="538"/>
                  <a:pt x="0" y="1200"/>
                </a:cubicBezTo>
                <a:lnTo>
                  <a:pt x="0" y="19200"/>
                </a:lnTo>
                <a:cubicBezTo>
                  <a:pt x="0" y="19862"/>
                  <a:pt x="440" y="20400"/>
                  <a:pt x="982" y="20400"/>
                </a:cubicBezTo>
                <a:lnTo>
                  <a:pt x="3927" y="20400"/>
                </a:lnTo>
                <a:cubicBezTo>
                  <a:pt x="4199" y="20400"/>
                  <a:pt x="4418" y="20132"/>
                  <a:pt x="4418" y="19800"/>
                </a:cubicBezTo>
                <a:cubicBezTo>
                  <a:pt x="4418" y="18807"/>
                  <a:pt x="5078" y="18000"/>
                  <a:pt x="5891" y="18000"/>
                </a:cubicBezTo>
                <a:cubicBezTo>
                  <a:pt x="6704" y="18000"/>
                  <a:pt x="7364" y="18807"/>
                  <a:pt x="7364" y="19800"/>
                </a:cubicBezTo>
                <a:cubicBezTo>
                  <a:pt x="7364" y="20132"/>
                  <a:pt x="7583" y="20400"/>
                  <a:pt x="7855" y="20400"/>
                </a:cubicBezTo>
                <a:lnTo>
                  <a:pt x="13745" y="20400"/>
                </a:lnTo>
                <a:cubicBezTo>
                  <a:pt x="14017" y="20400"/>
                  <a:pt x="14236" y="20132"/>
                  <a:pt x="14236" y="19800"/>
                </a:cubicBezTo>
                <a:cubicBezTo>
                  <a:pt x="14236" y="18807"/>
                  <a:pt x="14896" y="18000"/>
                  <a:pt x="15709" y="18000"/>
                </a:cubicBezTo>
                <a:cubicBezTo>
                  <a:pt x="16523" y="18000"/>
                  <a:pt x="17182" y="18807"/>
                  <a:pt x="17182" y="19800"/>
                </a:cubicBezTo>
                <a:cubicBezTo>
                  <a:pt x="17182" y="20132"/>
                  <a:pt x="17401" y="20400"/>
                  <a:pt x="17673" y="20400"/>
                </a:cubicBezTo>
                <a:lnTo>
                  <a:pt x="20618" y="20400"/>
                </a:lnTo>
                <a:cubicBezTo>
                  <a:pt x="21160" y="20400"/>
                  <a:pt x="21600" y="19862"/>
                  <a:pt x="21600" y="19200"/>
                </a:cubicBezTo>
                <a:lnTo>
                  <a:pt x="21600" y="1200"/>
                </a:lnTo>
                <a:cubicBezTo>
                  <a:pt x="21600" y="538"/>
                  <a:pt x="21160" y="0"/>
                  <a:pt x="20618" y="0"/>
                </a:cubicBezTo>
                <a:moveTo>
                  <a:pt x="5891" y="19200"/>
                </a:moveTo>
                <a:cubicBezTo>
                  <a:pt x="5620" y="19200"/>
                  <a:pt x="5400" y="19468"/>
                  <a:pt x="5400" y="19800"/>
                </a:cubicBezTo>
                <a:lnTo>
                  <a:pt x="5400" y="21000"/>
                </a:lnTo>
                <a:cubicBezTo>
                  <a:pt x="5400" y="21332"/>
                  <a:pt x="5620" y="21600"/>
                  <a:pt x="5891" y="21600"/>
                </a:cubicBezTo>
                <a:cubicBezTo>
                  <a:pt x="6162" y="21600"/>
                  <a:pt x="6382" y="21332"/>
                  <a:pt x="6382" y="21000"/>
                </a:cubicBezTo>
                <a:lnTo>
                  <a:pt x="6382" y="19800"/>
                </a:lnTo>
                <a:cubicBezTo>
                  <a:pt x="6382" y="19468"/>
                  <a:pt x="6162" y="19200"/>
                  <a:pt x="5891" y="19200"/>
                </a:cubicBezTo>
                <a:moveTo>
                  <a:pt x="3436" y="6000"/>
                </a:moveTo>
                <a:lnTo>
                  <a:pt x="18164" y="6000"/>
                </a:lnTo>
                <a:cubicBezTo>
                  <a:pt x="18435" y="6000"/>
                  <a:pt x="18655" y="5732"/>
                  <a:pt x="18655" y="5400"/>
                </a:cubicBezTo>
                <a:cubicBezTo>
                  <a:pt x="18655" y="5069"/>
                  <a:pt x="18435" y="4800"/>
                  <a:pt x="18164" y="4800"/>
                </a:cubicBezTo>
                <a:lnTo>
                  <a:pt x="3436" y="4800"/>
                </a:lnTo>
                <a:cubicBezTo>
                  <a:pt x="3165" y="4800"/>
                  <a:pt x="2945" y="5069"/>
                  <a:pt x="2945" y="5400"/>
                </a:cubicBezTo>
                <a:cubicBezTo>
                  <a:pt x="2945" y="5732"/>
                  <a:pt x="3165" y="6000"/>
                  <a:pt x="3436" y="6000"/>
                </a:cubicBezTo>
                <a:moveTo>
                  <a:pt x="15709" y="19200"/>
                </a:moveTo>
                <a:cubicBezTo>
                  <a:pt x="15438" y="19200"/>
                  <a:pt x="15218" y="19468"/>
                  <a:pt x="15218" y="19800"/>
                </a:cubicBezTo>
                <a:lnTo>
                  <a:pt x="15218" y="21000"/>
                </a:lnTo>
                <a:cubicBezTo>
                  <a:pt x="15218" y="21332"/>
                  <a:pt x="15438" y="21600"/>
                  <a:pt x="15709" y="21600"/>
                </a:cubicBezTo>
                <a:cubicBezTo>
                  <a:pt x="15980" y="21600"/>
                  <a:pt x="16200" y="21332"/>
                  <a:pt x="16200" y="21000"/>
                </a:cubicBezTo>
                <a:lnTo>
                  <a:pt x="16200" y="19800"/>
                </a:lnTo>
                <a:cubicBezTo>
                  <a:pt x="16200" y="19468"/>
                  <a:pt x="15980" y="19200"/>
                  <a:pt x="15709" y="192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3" name="Shape 2595">
            <a:extLst>
              <a:ext uri="{FF2B5EF4-FFF2-40B4-BE49-F238E27FC236}">
                <a16:creationId xmlns:a16="http://schemas.microsoft.com/office/drawing/2014/main" id="{80D830CE-9C0D-3D07-4DE1-CAC87AF353F1}"/>
              </a:ext>
            </a:extLst>
          </p:cNvPr>
          <p:cNvSpPr/>
          <p:nvPr/>
        </p:nvSpPr>
        <p:spPr>
          <a:xfrm>
            <a:off x="6275123" y="2591061"/>
            <a:ext cx="279328" cy="253935"/>
          </a:xfrm>
          <a:custGeom>
            <a:avLst/>
            <a:gdLst/>
            <a:ahLst/>
            <a:cxnLst>
              <a:cxn ang="0">
                <a:pos x="wd2" y="hd2"/>
              </a:cxn>
              <a:cxn ang="5400000">
                <a:pos x="wd2" y="hd2"/>
              </a:cxn>
              <a:cxn ang="10800000">
                <a:pos x="wd2" y="hd2"/>
              </a:cxn>
              <a:cxn ang="16200000">
                <a:pos x="wd2" y="hd2"/>
              </a:cxn>
            </a:cxnLst>
            <a:rect l="0" t="0" r="r" b="b"/>
            <a:pathLst>
              <a:path w="21600" h="21600" extrusionOk="0">
                <a:moveTo>
                  <a:pt x="7364" y="14040"/>
                </a:moveTo>
                <a:lnTo>
                  <a:pt x="14236" y="14040"/>
                </a:lnTo>
                <a:cubicBezTo>
                  <a:pt x="14507" y="14040"/>
                  <a:pt x="14727" y="13799"/>
                  <a:pt x="14727" y="13500"/>
                </a:cubicBezTo>
                <a:cubicBezTo>
                  <a:pt x="14727" y="13202"/>
                  <a:pt x="14507" y="12960"/>
                  <a:pt x="14236" y="12960"/>
                </a:cubicBezTo>
                <a:lnTo>
                  <a:pt x="7364" y="12960"/>
                </a:lnTo>
                <a:cubicBezTo>
                  <a:pt x="7093" y="12960"/>
                  <a:pt x="6873" y="13202"/>
                  <a:pt x="6873" y="13500"/>
                </a:cubicBezTo>
                <a:cubicBezTo>
                  <a:pt x="6873" y="13799"/>
                  <a:pt x="7093" y="14040"/>
                  <a:pt x="7364" y="14040"/>
                </a:cubicBezTo>
                <a:moveTo>
                  <a:pt x="7364" y="11880"/>
                </a:moveTo>
                <a:lnTo>
                  <a:pt x="18164" y="11880"/>
                </a:lnTo>
                <a:cubicBezTo>
                  <a:pt x="18434" y="11880"/>
                  <a:pt x="18655" y="11639"/>
                  <a:pt x="18655" y="11340"/>
                </a:cubicBezTo>
                <a:cubicBezTo>
                  <a:pt x="18655" y="11042"/>
                  <a:pt x="18434" y="10800"/>
                  <a:pt x="18164" y="10800"/>
                </a:cubicBezTo>
                <a:lnTo>
                  <a:pt x="7364" y="10800"/>
                </a:lnTo>
                <a:cubicBezTo>
                  <a:pt x="7093" y="10800"/>
                  <a:pt x="6873" y="11042"/>
                  <a:pt x="6873" y="11340"/>
                </a:cubicBezTo>
                <a:cubicBezTo>
                  <a:pt x="6873" y="11639"/>
                  <a:pt x="7093" y="11880"/>
                  <a:pt x="7364" y="11880"/>
                </a:cubicBezTo>
                <a:moveTo>
                  <a:pt x="20618" y="19440"/>
                </a:moveTo>
                <a:lnTo>
                  <a:pt x="18605" y="19440"/>
                </a:lnTo>
                <a:cubicBezTo>
                  <a:pt x="18378" y="18208"/>
                  <a:pt x="17387" y="17280"/>
                  <a:pt x="16200" y="17280"/>
                </a:cubicBezTo>
                <a:cubicBezTo>
                  <a:pt x="15013" y="17280"/>
                  <a:pt x="14022" y="18208"/>
                  <a:pt x="13795" y="19440"/>
                </a:cubicBezTo>
                <a:lnTo>
                  <a:pt x="11732" y="19440"/>
                </a:lnTo>
                <a:cubicBezTo>
                  <a:pt x="11505" y="18208"/>
                  <a:pt x="10515" y="17280"/>
                  <a:pt x="9327" y="17280"/>
                </a:cubicBezTo>
                <a:cubicBezTo>
                  <a:pt x="8140" y="17280"/>
                  <a:pt x="7150" y="18208"/>
                  <a:pt x="6922" y="19440"/>
                </a:cubicBezTo>
                <a:lnTo>
                  <a:pt x="4909" y="19440"/>
                </a:lnTo>
                <a:lnTo>
                  <a:pt x="4909" y="5400"/>
                </a:lnTo>
                <a:lnTo>
                  <a:pt x="20618" y="5400"/>
                </a:lnTo>
                <a:cubicBezTo>
                  <a:pt x="20618" y="5400"/>
                  <a:pt x="20618" y="19440"/>
                  <a:pt x="20618" y="19440"/>
                </a:cubicBezTo>
                <a:close/>
                <a:moveTo>
                  <a:pt x="20618" y="4320"/>
                </a:moveTo>
                <a:lnTo>
                  <a:pt x="4909" y="4320"/>
                </a:lnTo>
                <a:cubicBezTo>
                  <a:pt x="4367" y="4320"/>
                  <a:pt x="3927" y="4804"/>
                  <a:pt x="3927" y="5400"/>
                </a:cubicBezTo>
                <a:lnTo>
                  <a:pt x="3927" y="19440"/>
                </a:lnTo>
                <a:cubicBezTo>
                  <a:pt x="3927" y="20036"/>
                  <a:pt x="4367" y="20520"/>
                  <a:pt x="4909" y="20520"/>
                </a:cubicBezTo>
                <a:lnTo>
                  <a:pt x="7364" y="20520"/>
                </a:lnTo>
                <a:cubicBezTo>
                  <a:pt x="7634" y="20520"/>
                  <a:pt x="7855" y="20279"/>
                  <a:pt x="7855" y="19980"/>
                </a:cubicBezTo>
                <a:cubicBezTo>
                  <a:pt x="7855" y="19085"/>
                  <a:pt x="8514" y="18360"/>
                  <a:pt x="9327" y="18360"/>
                </a:cubicBezTo>
                <a:cubicBezTo>
                  <a:pt x="10141" y="18360"/>
                  <a:pt x="10800" y="19085"/>
                  <a:pt x="10800" y="19980"/>
                </a:cubicBezTo>
                <a:cubicBezTo>
                  <a:pt x="10800" y="20279"/>
                  <a:pt x="11020" y="20520"/>
                  <a:pt x="11291" y="20520"/>
                </a:cubicBezTo>
                <a:lnTo>
                  <a:pt x="14236" y="20520"/>
                </a:lnTo>
                <a:cubicBezTo>
                  <a:pt x="14507" y="20520"/>
                  <a:pt x="14727" y="20279"/>
                  <a:pt x="14727" y="19980"/>
                </a:cubicBezTo>
                <a:cubicBezTo>
                  <a:pt x="14727" y="19085"/>
                  <a:pt x="15386" y="18360"/>
                  <a:pt x="16200" y="18360"/>
                </a:cubicBezTo>
                <a:cubicBezTo>
                  <a:pt x="17014" y="18360"/>
                  <a:pt x="17673" y="19085"/>
                  <a:pt x="17673" y="19980"/>
                </a:cubicBezTo>
                <a:cubicBezTo>
                  <a:pt x="17673" y="20279"/>
                  <a:pt x="17893" y="20520"/>
                  <a:pt x="18164" y="20520"/>
                </a:cubicBezTo>
                <a:lnTo>
                  <a:pt x="20618" y="20520"/>
                </a:lnTo>
                <a:cubicBezTo>
                  <a:pt x="21160" y="20520"/>
                  <a:pt x="21600" y="20036"/>
                  <a:pt x="21600" y="19440"/>
                </a:cubicBezTo>
                <a:lnTo>
                  <a:pt x="21600" y="5400"/>
                </a:lnTo>
                <a:cubicBezTo>
                  <a:pt x="21600" y="4804"/>
                  <a:pt x="21160" y="4320"/>
                  <a:pt x="20618" y="4320"/>
                </a:cubicBezTo>
                <a:moveTo>
                  <a:pt x="7364" y="9720"/>
                </a:moveTo>
                <a:lnTo>
                  <a:pt x="18164" y="9720"/>
                </a:lnTo>
                <a:cubicBezTo>
                  <a:pt x="18434" y="9720"/>
                  <a:pt x="18655" y="9479"/>
                  <a:pt x="18655" y="9180"/>
                </a:cubicBezTo>
                <a:cubicBezTo>
                  <a:pt x="18655" y="8882"/>
                  <a:pt x="18434" y="8640"/>
                  <a:pt x="18164" y="8640"/>
                </a:cubicBezTo>
                <a:lnTo>
                  <a:pt x="7364" y="8640"/>
                </a:lnTo>
                <a:cubicBezTo>
                  <a:pt x="7093" y="8640"/>
                  <a:pt x="6873" y="8882"/>
                  <a:pt x="6873" y="9180"/>
                </a:cubicBezTo>
                <a:cubicBezTo>
                  <a:pt x="6873" y="9479"/>
                  <a:pt x="7093" y="9720"/>
                  <a:pt x="7364" y="9720"/>
                </a:cubicBezTo>
                <a:moveTo>
                  <a:pt x="9327" y="19440"/>
                </a:moveTo>
                <a:cubicBezTo>
                  <a:pt x="9056" y="19440"/>
                  <a:pt x="8836" y="19682"/>
                  <a:pt x="8836" y="19980"/>
                </a:cubicBezTo>
                <a:lnTo>
                  <a:pt x="8836" y="21060"/>
                </a:lnTo>
                <a:cubicBezTo>
                  <a:pt x="8836" y="21359"/>
                  <a:pt x="9056" y="21600"/>
                  <a:pt x="9327" y="21600"/>
                </a:cubicBezTo>
                <a:cubicBezTo>
                  <a:pt x="9598" y="21600"/>
                  <a:pt x="9818" y="21359"/>
                  <a:pt x="9818" y="21060"/>
                </a:cubicBezTo>
                <a:lnTo>
                  <a:pt x="9818" y="19980"/>
                </a:lnTo>
                <a:cubicBezTo>
                  <a:pt x="9818" y="19682"/>
                  <a:pt x="9598" y="19440"/>
                  <a:pt x="9327" y="19440"/>
                </a:cubicBezTo>
                <a:moveTo>
                  <a:pt x="2455" y="15120"/>
                </a:moveTo>
                <a:lnTo>
                  <a:pt x="982" y="15120"/>
                </a:lnTo>
                <a:lnTo>
                  <a:pt x="982" y="1080"/>
                </a:lnTo>
                <a:lnTo>
                  <a:pt x="16691" y="1080"/>
                </a:lnTo>
                <a:lnTo>
                  <a:pt x="16691" y="2700"/>
                </a:lnTo>
                <a:cubicBezTo>
                  <a:pt x="16691" y="2999"/>
                  <a:pt x="16911" y="3240"/>
                  <a:pt x="17182" y="3240"/>
                </a:cubicBezTo>
                <a:cubicBezTo>
                  <a:pt x="17453" y="3240"/>
                  <a:pt x="17673" y="2999"/>
                  <a:pt x="17673" y="2700"/>
                </a:cubicBezTo>
                <a:lnTo>
                  <a:pt x="17673" y="1080"/>
                </a:lnTo>
                <a:cubicBezTo>
                  <a:pt x="17673" y="484"/>
                  <a:pt x="17233" y="0"/>
                  <a:pt x="16691" y="0"/>
                </a:cubicBezTo>
                <a:lnTo>
                  <a:pt x="982" y="0"/>
                </a:lnTo>
                <a:cubicBezTo>
                  <a:pt x="440" y="0"/>
                  <a:pt x="0" y="484"/>
                  <a:pt x="0" y="1080"/>
                </a:cubicBezTo>
                <a:lnTo>
                  <a:pt x="0" y="15120"/>
                </a:lnTo>
                <a:cubicBezTo>
                  <a:pt x="0" y="15716"/>
                  <a:pt x="440" y="16201"/>
                  <a:pt x="982" y="16201"/>
                </a:cubicBezTo>
                <a:lnTo>
                  <a:pt x="2455" y="16201"/>
                </a:lnTo>
                <a:cubicBezTo>
                  <a:pt x="2725" y="16201"/>
                  <a:pt x="2945" y="15959"/>
                  <a:pt x="2945" y="15660"/>
                </a:cubicBezTo>
                <a:cubicBezTo>
                  <a:pt x="2945" y="15362"/>
                  <a:pt x="2725" y="15120"/>
                  <a:pt x="2455" y="15120"/>
                </a:cubicBezTo>
                <a:moveTo>
                  <a:pt x="16200" y="19440"/>
                </a:moveTo>
                <a:cubicBezTo>
                  <a:pt x="15929" y="19440"/>
                  <a:pt x="15709" y="19682"/>
                  <a:pt x="15709" y="19980"/>
                </a:cubicBezTo>
                <a:lnTo>
                  <a:pt x="15709" y="21060"/>
                </a:lnTo>
                <a:cubicBezTo>
                  <a:pt x="15709" y="21359"/>
                  <a:pt x="15929" y="21600"/>
                  <a:pt x="16200" y="21600"/>
                </a:cubicBezTo>
                <a:cubicBezTo>
                  <a:pt x="16471" y="21600"/>
                  <a:pt x="16691" y="21359"/>
                  <a:pt x="16691" y="21060"/>
                </a:cubicBezTo>
                <a:lnTo>
                  <a:pt x="16691" y="19980"/>
                </a:lnTo>
                <a:cubicBezTo>
                  <a:pt x="16691" y="19682"/>
                  <a:pt x="16471" y="19440"/>
                  <a:pt x="16200" y="1944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4" name="Shape 2596">
            <a:extLst>
              <a:ext uri="{FF2B5EF4-FFF2-40B4-BE49-F238E27FC236}">
                <a16:creationId xmlns:a16="http://schemas.microsoft.com/office/drawing/2014/main" id="{20113DD4-BE04-6000-DDBE-93C2F091B8F4}"/>
              </a:ext>
            </a:extLst>
          </p:cNvPr>
          <p:cNvSpPr/>
          <p:nvPr/>
        </p:nvSpPr>
        <p:spPr>
          <a:xfrm>
            <a:off x="6808384" y="2616454"/>
            <a:ext cx="279328" cy="203148"/>
          </a:xfrm>
          <a:custGeom>
            <a:avLst/>
            <a:gdLst/>
            <a:ahLst/>
            <a:cxnLst>
              <a:cxn ang="0">
                <a:pos x="wd2" y="hd2"/>
              </a:cxn>
              <a:cxn ang="5400000">
                <a:pos x="wd2" y="hd2"/>
              </a:cxn>
              <a:cxn ang="10800000">
                <a:pos x="wd2" y="hd2"/>
              </a:cxn>
              <a:cxn ang="16200000">
                <a:pos x="wd2" y="hd2"/>
              </a:cxn>
            </a:cxnLst>
            <a:rect l="0" t="0" r="r" b="b"/>
            <a:pathLst>
              <a:path w="21600" h="21600" extrusionOk="0">
                <a:moveTo>
                  <a:pt x="3436" y="5400"/>
                </a:moveTo>
                <a:lnTo>
                  <a:pt x="9327" y="5400"/>
                </a:lnTo>
                <a:cubicBezTo>
                  <a:pt x="9598" y="5400"/>
                  <a:pt x="9818" y="5098"/>
                  <a:pt x="9818" y="4725"/>
                </a:cubicBezTo>
                <a:cubicBezTo>
                  <a:pt x="9818" y="4353"/>
                  <a:pt x="9598" y="4050"/>
                  <a:pt x="9327" y="4050"/>
                </a:cubicBezTo>
                <a:lnTo>
                  <a:pt x="3436" y="4050"/>
                </a:lnTo>
                <a:cubicBezTo>
                  <a:pt x="3166" y="4050"/>
                  <a:pt x="2945" y="4353"/>
                  <a:pt x="2945" y="4725"/>
                </a:cubicBezTo>
                <a:cubicBezTo>
                  <a:pt x="2945" y="5098"/>
                  <a:pt x="3166" y="5400"/>
                  <a:pt x="3436" y="5400"/>
                </a:cubicBezTo>
                <a:moveTo>
                  <a:pt x="3436" y="8100"/>
                </a:moveTo>
                <a:lnTo>
                  <a:pt x="7364" y="8100"/>
                </a:lnTo>
                <a:cubicBezTo>
                  <a:pt x="7634" y="8100"/>
                  <a:pt x="7855" y="7798"/>
                  <a:pt x="7855" y="7425"/>
                </a:cubicBezTo>
                <a:cubicBezTo>
                  <a:pt x="7855" y="7053"/>
                  <a:pt x="7634" y="6750"/>
                  <a:pt x="7364" y="6750"/>
                </a:cubicBezTo>
                <a:lnTo>
                  <a:pt x="3436" y="6750"/>
                </a:lnTo>
                <a:cubicBezTo>
                  <a:pt x="3166" y="6750"/>
                  <a:pt x="2945" y="7053"/>
                  <a:pt x="2945" y="7425"/>
                </a:cubicBezTo>
                <a:cubicBezTo>
                  <a:pt x="2945" y="7798"/>
                  <a:pt x="3166" y="8100"/>
                  <a:pt x="3436" y="8100"/>
                </a:cubicBezTo>
                <a:moveTo>
                  <a:pt x="3436" y="10800"/>
                </a:moveTo>
                <a:lnTo>
                  <a:pt x="9327" y="10800"/>
                </a:lnTo>
                <a:cubicBezTo>
                  <a:pt x="9598" y="10800"/>
                  <a:pt x="9818" y="10498"/>
                  <a:pt x="9818" y="10125"/>
                </a:cubicBezTo>
                <a:cubicBezTo>
                  <a:pt x="9818" y="9753"/>
                  <a:pt x="9598" y="9450"/>
                  <a:pt x="9327" y="9450"/>
                </a:cubicBezTo>
                <a:lnTo>
                  <a:pt x="3436" y="9450"/>
                </a:lnTo>
                <a:cubicBezTo>
                  <a:pt x="3166" y="9450"/>
                  <a:pt x="2945" y="9753"/>
                  <a:pt x="2945" y="10125"/>
                </a:cubicBezTo>
                <a:cubicBezTo>
                  <a:pt x="2945" y="10498"/>
                  <a:pt x="3166" y="10800"/>
                  <a:pt x="3436" y="10800"/>
                </a:cubicBezTo>
                <a:moveTo>
                  <a:pt x="20618" y="20250"/>
                </a:moveTo>
                <a:lnTo>
                  <a:pt x="15709" y="20250"/>
                </a:lnTo>
                <a:lnTo>
                  <a:pt x="15709" y="17551"/>
                </a:lnTo>
                <a:lnTo>
                  <a:pt x="16691" y="17551"/>
                </a:lnTo>
                <a:cubicBezTo>
                  <a:pt x="16962" y="17551"/>
                  <a:pt x="17182" y="17248"/>
                  <a:pt x="17182" y="16875"/>
                </a:cubicBezTo>
                <a:cubicBezTo>
                  <a:pt x="17182" y="16503"/>
                  <a:pt x="16962" y="16200"/>
                  <a:pt x="16691" y="16200"/>
                </a:cubicBezTo>
                <a:lnTo>
                  <a:pt x="13745" y="16200"/>
                </a:lnTo>
                <a:cubicBezTo>
                  <a:pt x="13475" y="16200"/>
                  <a:pt x="13255" y="16503"/>
                  <a:pt x="13255" y="16875"/>
                </a:cubicBezTo>
                <a:cubicBezTo>
                  <a:pt x="13255" y="17248"/>
                  <a:pt x="13475" y="17551"/>
                  <a:pt x="13745" y="17551"/>
                </a:cubicBezTo>
                <a:lnTo>
                  <a:pt x="14727" y="17551"/>
                </a:lnTo>
                <a:lnTo>
                  <a:pt x="14727" y="20250"/>
                </a:lnTo>
                <a:lnTo>
                  <a:pt x="6873" y="20250"/>
                </a:lnTo>
                <a:lnTo>
                  <a:pt x="6873" y="17551"/>
                </a:lnTo>
                <a:lnTo>
                  <a:pt x="7855" y="17551"/>
                </a:lnTo>
                <a:cubicBezTo>
                  <a:pt x="8125" y="17551"/>
                  <a:pt x="8345" y="17248"/>
                  <a:pt x="8345" y="16875"/>
                </a:cubicBezTo>
                <a:cubicBezTo>
                  <a:pt x="8345" y="16503"/>
                  <a:pt x="8125" y="16200"/>
                  <a:pt x="7855" y="16200"/>
                </a:cubicBezTo>
                <a:lnTo>
                  <a:pt x="4909" y="16200"/>
                </a:lnTo>
                <a:cubicBezTo>
                  <a:pt x="4638" y="16200"/>
                  <a:pt x="4418" y="16503"/>
                  <a:pt x="4418" y="16875"/>
                </a:cubicBezTo>
                <a:cubicBezTo>
                  <a:pt x="4418" y="17248"/>
                  <a:pt x="4638" y="17551"/>
                  <a:pt x="4909" y="17551"/>
                </a:cubicBezTo>
                <a:lnTo>
                  <a:pt x="5891" y="17551"/>
                </a:lnTo>
                <a:lnTo>
                  <a:pt x="5891" y="20250"/>
                </a:lnTo>
                <a:lnTo>
                  <a:pt x="982" y="20250"/>
                </a:lnTo>
                <a:lnTo>
                  <a:pt x="982" y="1350"/>
                </a:lnTo>
                <a:lnTo>
                  <a:pt x="20618" y="1350"/>
                </a:lnTo>
                <a:cubicBezTo>
                  <a:pt x="20618" y="1350"/>
                  <a:pt x="20618" y="20250"/>
                  <a:pt x="20618" y="20250"/>
                </a:cubicBezTo>
                <a:close/>
                <a:moveTo>
                  <a:pt x="20618" y="0"/>
                </a:moveTo>
                <a:lnTo>
                  <a:pt x="982" y="0"/>
                </a:lnTo>
                <a:cubicBezTo>
                  <a:pt x="440" y="0"/>
                  <a:pt x="0" y="605"/>
                  <a:pt x="0" y="1350"/>
                </a:cubicBezTo>
                <a:lnTo>
                  <a:pt x="0" y="20250"/>
                </a:lnTo>
                <a:cubicBezTo>
                  <a:pt x="0" y="20995"/>
                  <a:pt x="440" y="21600"/>
                  <a:pt x="982" y="21600"/>
                </a:cubicBezTo>
                <a:lnTo>
                  <a:pt x="20618" y="21600"/>
                </a:lnTo>
                <a:cubicBezTo>
                  <a:pt x="21160" y="21600"/>
                  <a:pt x="21600" y="20995"/>
                  <a:pt x="21600" y="20250"/>
                </a:cubicBezTo>
                <a:lnTo>
                  <a:pt x="21600" y="1350"/>
                </a:lnTo>
                <a:cubicBezTo>
                  <a:pt x="21600" y="605"/>
                  <a:pt x="21160" y="0"/>
                  <a:pt x="20618" y="0"/>
                </a:cubicBezTo>
                <a:moveTo>
                  <a:pt x="3436" y="13500"/>
                </a:moveTo>
                <a:lnTo>
                  <a:pt x="7364" y="13500"/>
                </a:lnTo>
                <a:cubicBezTo>
                  <a:pt x="7634" y="13500"/>
                  <a:pt x="7855" y="13198"/>
                  <a:pt x="7855" y="12825"/>
                </a:cubicBezTo>
                <a:cubicBezTo>
                  <a:pt x="7855" y="12452"/>
                  <a:pt x="7634" y="12150"/>
                  <a:pt x="7364" y="12150"/>
                </a:cubicBezTo>
                <a:lnTo>
                  <a:pt x="3436" y="12150"/>
                </a:lnTo>
                <a:cubicBezTo>
                  <a:pt x="3166" y="12150"/>
                  <a:pt x="2945" y="12452"/>
                  <a:pt x="2945" y="12825"/>
                </a:cubicBezTo>
                <a:cubicBezTo>
                  <a:pt x="2945" y="13198"/>
                  <a:pt x="3166" y="13500"/>
                  <a:pt x="3436" y="13500"/>
                </a:cubicBezTo>
                <a:moveTo>
                  <a:pt x="12273" y="5400"/>
                </a:moveTo>
                <a:lnTo>
                  <a:pt x="16200" y="5400"/>
                </a:lnTo>
                <a:cubicBezTo>
                  <a:pt x="16471" y="5400"/>
                  <a:pt x="16691" y="5098"/>
                  <a:pt x="16691" y="4725"/>
                </a:cubicBezTo>
                <a:cubicBezTo>
                  <a:pt x="16691" y="4353"/>
                  <a:pt x="16471" y="4050"/>
                  <a:pt x="16200" y="4050"/>
                </a:cubicBezTo>
                <a:lnTo>
                  <a:pt x="12273" y="4050"/>
                </a:lnTo>
                <a:cubicBezTo>
                  <a:pt x="12002" y="4050"/>
                  <a:pt x="11782" y="4353"/>
                  <a:pt x="11782" y="4725"/>
                </a:cubicBezTo>
                <a:cubicBezTo>
                  <a:pt x="11782" y="5098"/>
                  <a:pt x="12002" y="5400"/>
                  <a:pt x="12273" y="5400"/>
                </a:cubicBezTo>
                <a:moveTo>
                  <a:pt x="12273" y="10800"/>
                </a:moveTo>
                <a:lnTo>
                  <a:pt x="16200" y="10800"/>
                </a:lnTo>
                <a:cubicBezTo>
                  <a:pt x="16471" y="10800"/>
                  <a:pt x="16691" y="10498"/>
                  <a:pt x="16691" y="10125"/>
                </a:cubicBezTo>
                <a:cubicBezTo>
                  <a:pt x="16691" y="9753"/>
                  <a:pt x="16471" y="9450"/>
                  <a:pt x="16200" y="9450"/>
                </a:cubicBezTo>
                <a:lnTo>
                  <a:pt x="12273" y="9450"/>
                </a:lnTo>
                <a:cubicBezTo>
                  <a:pt x="12002" y="9450"/>
                  <a:pt x="11782" y="9753"/>
                  <a:pt x="11782" y="10125"/>
                </a:cubicBezTo>
                <a:cubicBezTo>
                  <a:pt x="11782" y="10498"/>
                  <a:pt x="12002" y="10800"/>
                  <a:pt x="12273" y="10800"/>
                </a:cubicBezTo>
                <a:moveTo>
                  <a:pt x="12273" y="13500"/>
                </a:moveTo>
                <a:lnTo>
                  <a:pt x="18164" y="13500"/>
                </a:lnTo>
                <a:cubicBezTo>
                  <a:pt x="18434" y="13500"/>
                  <a:pt x="18655" y="13198"/>
                  <a:pt x="18655" y="12825"/>
                </a:cubicBezTo>
                <a:cubicBezTo>
                  <a:pt x="18655" y="12452"/>
                  <a:pt x="18434" y="12150"/>
                  <a:pt x="18164" y="12150"/>
                </a:cubicBezTo>
                <a:lnTo>
                  <a:pt x="12273" y="12150"/>
                </a:lnTo>
                <a:cubicBezTo>
                  <a:pt x="12002" y="12150"/>
                  <a:pt x="11782" y="12452"/>
                  <a:pt x="11782" y="12825"/>
                </a:cubicBezTo>
                <a:cubicBezTo>
                  <a:pt x="11782" y="13198"/>
                  <a:pt x="12002" y="13500"/>
                  <a:pt x="12273" y="13500"/>
                </a:cubicBezTo>
                <a:moveTo>
                  <a:pt x="12273" y="8100"/>
                </a:moveTo>
                <a:lnTo>
                  <a:pt x="18164" y="8100"/>
                </a:lnTo>
                <a:cubicBezTo>
                  <a:pt x="18434" y="8100"/>
                  <a:pt x="18655" y="7798"/>
                  <a:pt x="18655" y="7425"/>
                </a:cubicBezTo>
                <a:cubicBezTo>
                  <a:pt x="18655" y="7053"/>
                  <a:pt x="18434" y="6750"/>
                  <a:pt x="18164" y="6750"/>
                </a:cubicBezTo>
                <a:lnTo>
                  <a:pt x="12273" y="6750"/>
                </a:lnTo>
                <a:cubicBezTo>
                  <a:pt x="12002" y="6750"/>
                  <a:pt x="11782" y="7053"/>
                  <a:pt x="11782" y="7425"/>
                </a:cubicBezTo>
                <a:cubicBezTo>
                  <a:pt x="11782" y="7798"/>
                  <a:pt x="12002" y="8100"/>
                  <a:pt x="12273" y="81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5" name="Shape 2597">
            <a:extLst>
              <a:ext uri="{FF2B5EF4-FFF2-40B4-BE49-F238E27FC236}">
                <a16:creationId xmlns:a16="http://schemas.microsoft.com/office/drawing/2014/main" id="{B7793571-EE60-6C5B-B201-3A951FFAC552}"/>
              </a:ext>
            </a:extLst>
          </p:cNvPr>
          <p:cNvSpPr/>
          <p:nvPr/>
        </p:nvSpPr>
        <p:spPr>
          <a:xfrm>
            <a:off x="7341645" y="2603758"/>
            <a:ext cx="279328" cy="228541"/>
          </a:xfrm>
          <a:custGeom>
            <a:avLst/>
            <a:gdLst/>
            <a:ahLst/>
            <a:cxnLst>
              <a:cxn ang="0">
                <a:pos x="wd2" y="hd2"/>
              </a:cxn>
              <a:cxn ang="5400000">
                <a:pos x="wd2" y="hd2"/>
              </a:cxn>
              <a:cxn ang="10800000">
                <a:pos x="wd2" y="hd2"/>
              </a:cxn>
              <a:cxn ang="16200000">
                <a:pos x="wd2" y="hd2"/>
              </a:cxn>
            </a:cxnLst>
            <a:rect l="0" t="0" r="r" b="b"/>
            <a:pathLst>
              <a:path w="21600" h="21600" extrusionOk="0">
                <a:moveTo>
                  <a:pt x="7364" y="9600"/>
                </a:moveTo>
                <a:lnTo>
                  <a:pt x="11291" y="9600"/>
                </a:lnTo>
                <a:cubicBezTo>
                  <a:pt x="11562" y="9600"/>
                  <a:pt x="11782" y="9332"/>
                  <a:pt x="11782" y="9000"/>
                </a:cubicBezTo>
                <a:cubicBezTo>
                  <a:pt x="11782" y="8669"/>
                  <a:pt x="11562" y="8400"/>
                  <a:pt x="11291" y="8400"/>
                </a:cubicBezTo>
                <a:lnTo>
                  <a:pt x="7364" y="8400"/>
                </a:lnTo>
                <a:cubicBezTo>
                  <a:pt x="7093" y="8400"/>
                  <a:pt x="6873" y="8669"/>
                  <a:pt x="6873" y="9000"/>
                </a:cubicBezTo>
                <a:cubicBezTo>
                  <a:pt x="6873" y="9332"/>
                  <a:pt x="7093" y="9600"/>
                  <a:pt x="7364" y="9600"/>
                </a:cubicBezTo>
                <a:moveTo>
                  <a:pt x="7364" y="12000"/>
                </a:moveTo>
                <a:lnTo>
                  <a:pt x="9327" y="12000"/>
                </a:lnTo>
                <a:cubicBezTo>
                  <a:pt x="9598" y="12000"/>
                  <a:pt x="9818" y="11732"/>
                  <a:pt x="9818" y="11400"/>
                </a:cubicBezTo>
                <a:cubicBezTo>
                  <a:pt x="9818" y="11069"/>
                  <a:pt x="9598" y="10800"/>
                  <a:pt x="9327" y="10800"/>
                </a:cubicBezTo>
                <a:lnTo>
                  <a:pt x="7364" y="10800"/>
                </a:lnTo>
                <a:cubicBezTo>
                  <a:pt x="7093" y="10800"/>
                  <a:pt x="6873" y="11069"/>
                  <a:pt x="6873" y="11400"/>
                </a:cubicBezTo>
                <a:cubicBezTo>
                  <a:pt x="6873" y="11732"/>
                  <a:pt x="7093" y="12000"/>
                  <a:pt x="7364" y="12000"/>
                </a:cubicBezTo>
                <a:moveTo>
                  <a:pt x="20618" y="20400"/>
                </a:moveTo>
                <a:lnTo>
                  <a:pt x="16691" y="20400"/>
                </a:lnTo>
                <a:lnTo>
                  <a:pt x="16691" y="19200"/>
                </a:lnTo>
                <a:lnTo>
                  <a:pt x="17182" y="19200"/>
                </a:lnTo>
                <a:cubicBezTo>
                  <a:pt x="17453" y="19200"/>
                  <a:pt x="17673" y="18932"/>
                  <a:pt x="17673" y="18600"/>
                </a:cubicBezTo>
                <a:cubicBezTo>
                  <a:pt x="17673" y="18269"/>
                  <a:pt x="17453" y="18000"/>
                  <a:pt x="17182" y="18000"/>
                </a:cubicBezTo>
                <a:lnTo>
                  <a:pt x="15218" y="18000"/>
                </a:lnTo>
                <a:cubicBezTo>
                  <a:pt x="14947" y="18000"/>
                  <a:pt x="14727" y="18269"/>
                  <a:pt x="14727" y="18600"/>
                </a:cubicBezTo>
                <a:cubicBezTo>
                  <a:pt x="14727" y="18932"/>
                  <a:pt x="14947" y="19200"/>
                  <a:pt x="15218" y="19200"/>
                </a:cubicBezTo>
                <a:lnTo>
                  <a:pt x="15709" y="19200"/>
                </a:lnTo>
                <a:lnTo>
                  <a:pt x="15709" y="20400"/>
                </a:lnTo>
                <a:lnTo>
                  <a:pt x="9818" y="20400"/>
                </a:lnTo>
                <a:lnTo>
                  <a:pt x="9818" y="19200"/>
                </a:lnTo>
                <a:lnTo>
                  <a:pt x="10309" y="19200"/>
                </a:lnTo>
                <a:cubicBezTo>
                  <a:pt x="10580" y="19200"/>
                  <a:pt x="10800" y="18932"/>
                  <a:pt x="10800" y="18600"/>
                </a:cubicBezTo>
                <a:cubicBezTo>
                  <a:pt x="10800" y="18269"/>
                  <a:pt x="10580" y="18000"/>
                  <a:pt x="10309" y="18000"/>
                </a:cubicBezTo>
                <a:lnTo>
                  <a:pt x="8345" y="18000"/>
                </a:lnTo>
                <a:cubicBezTo>
                  <a:pt x="8075" y="18000"/>
                  <a:pt x="7855" y="18269"/>
                  <a:pt x="7855" y="18600"/>
                </a:cubicBezTo>
                <a:cubicBezTo>
                  <a:pt x="7855" y="18932"/>
                  <a:pt x="8075" y="19200"/>
                  <a:pt x="8345" y="19200"/>
                </a:cubicBezTo>
                <a:lnTo>
                  <a:pt x="8836" y="19200"/>
                </a:lnTo>
                <a:lnTo>
                  <a:pt x="8836" y="20400"/>
                </a:lnTo>
                <a:lnTo>
                  <a:pt x="4909" y="20400"/>
                </a:lnTo>
                <a:lnTo>
                  <a:pt x="4909" y="6000"/>
                </a:lnTo>
                <a:lnTo>
                  <a:pt x="20618" y="6000"/>
                </a:lnTo>
                <a:cubicBezTo>
                  <a:pt x="20618" y="6000"/>
                  <a:pt x="20618" y="20400"/>
                  <a:pt x="20618" y="20400"/>
                </a:cubicBezTo>
                <a:close/>
                <a:moveTo>
                  <a:pt x="20618" y="4800"/>
                </a:moveTo>
                <a:lnTo>
                  <a:pt x="4909" y="4800"/>
                </a:lnTo>
                <a:cubicBezTo>
                  <a:pt x="4367" y="4800"/>
                  <a:pt x="3927" y="5338"/>
                  <a:pt x="3927" y="6000"/>
                </a:cubicBezTo>
                <a:lnTo>
                  <a:pt x="3927" y="20400"/>
                </a:lnTo>
                <a:cubicBezTo>
                  <a:pt x="3927" y="21062"/>
                  <a:pt x="4367" y="21600"/>
                  <a:pt x="4909" y="21600"/>
                </a:cubicBezTo>
                <a:lnTo>
                  <a:pt x="20618" y="21600"/>
                </a:lnTo>
                <a:cubicBezTo>
                  <a:pt x="21160" y="21600"/>
                  <a:pt x="21600" y="21062"/>
                  <a:pt x="21600" y="20400"/>
                </a:cubicBezTo>
                <a:lnTo>
                  <a:pt x="21600" y="6000"/>
                </a:lnTo>
                <a:cubicBezTo>
                  <a:pt x="21600" y="5338"/>
                  <a:pt x="21160" y="4800"/>
                  <a:pt x="20618" y="4800"/>
                </a:cubicBezTo>
                <a:moveTo>
                  <a:pt x="7364" y="14400"/>
                </a:moveTo>
                <a:lnTo>
                  <a:pt x="11291" y="14400"/>
                </a:lnTo>
                <a:cubicBezTo>
                  <a:pt x="11562" y="14400"/>
                  <a:pt x="11782" y="14132"/>
                  <a:pt x="11782" y="13800"/>
                </a:cubicBezTo>
                <a:cubicBezTo>
                  <a:pt x="11782" y="13469"/>
                  <a:pt x="11562" y="13200"/>
                  <a:pt x="11291" y="13200"/>
                </a:cubicBezTo>
                <a:lnTo>
                  <a:pt x="7364" y="13200"/>
                </a:lnTo>
                <a:cubicBezTo>
                  <a:pt x="7093" y="13200"/>
                  <a:pt x="6873" y="13469"/>
                  <a:pt x="6873" y="13800"/>
                </a:cubicBezTo>
                <a:cubicBezTo>
                  <a:pt x="6873" y="14132"/>
                  <a:pt x="7093" y="14400"/>
                  <a:pt x="7364" y="14400"/>
                </a:cubicBezTo>
                <a:moveTo>
                  <a:pt x="2455" y="15600"/>
                </a:moveTo>
                <a:lnTo>
                  <a:pt x="982" y="15600"/>
                </a:lnTo>
                <a:lnTo>
                  <a:pt x="982" y="1200"/>
                </a:lnTo>
                <a:lnTo>
                  <a:pt x="16691" y="1200"/>
                </a:lnTo>
                <a:lnTo>
                  <a:pt x="16691" y="3000"/>
                </a:lnTo>
                <a:cubicBezTo>
                  <a:pt x="16691" y="3332"/>
                  <a:pt x="16911" y="3600"/>
                  <a:pt x="17182" y="3600"/>
                </a:cubicBezTo>
                <a:cubicBezTo>
                  <a:pt x="17453" y="3600"/>
                  <a:pt x="17673" y="3332"/>
                  <a:pt x="17673" y="3000"/>
                </a:cubicBezTo>
                <a:lnTo>
                  <a:pt x="17673" y="1200"/>
                </a:lnTo>
                <a:cubicBezTo>
                  <a:pt x="17673" y="538"/>
                  <a:pt x="17233" y="0"/>
                  <a:pt x="16691" y="0"/>
                </a:cubicBezTo>
                <a:lnTo>
                  <a:pt x="982" y="0"/>
                </a:lnTo>
                <a:cubicBezTo>
                  <a:pt x="440" y="0"/>
                  <a:pt x="0" y="538"/>
                  <a:pt x="0" y="1200"/>
                </a:cubicBezTo>
                <a:lnTo>
                  <a:pt x="0" y="15600"/>
                </a:lnTo>
                <a:cubicBezTo>
                  <a:pt x="0" y="16262"/>
                  <a:pt x="440" y="16801"/>
                  <a:pt x="982" y="16801"/>
                </a:cubicBezTo>
                <a:lnTo>
                  <a:pt x="2455" y="16801"/>
                </a:lnTo>
                <a:cubicBezTo>
                  <a:pt x="2725" y="16801"/>
                  <a:pt x="2945" y="16532"/>
                  <a:pt x="2945" y="16200"/>
                </a:cubicBezTo>
                <a:cubicBezTo>
                  <a:pt x="2945" y="15869"/>
                  <a:pt x="2725" y="15600"/>
                  <a:pt x="2455" y="15600"/>
                </a:cubicBezTo>
                <a:moveTo>
                  <a:pt x="14236" y="14400"/>
                </a:moveTo>
                <a:lnTo>
                  <a:pt x="16200" y="14400"/>
                </a:lnTo>
                <a:cubicBezTo>
                  <a:pt x="16471" y="14400"/>
                  <a:pt x="16691" y="14132"/>
                  <a:pt x="16691" y="13800"/>
                </a:cubicBezTo>
                <a:cubicBezTo>
                  <a:pt x="16691" y="13469"/>
                  <a:pt x="16471" y="13200"/>
                  <a:pt x="16200" y="13200"/>
                </a:cubicBezTo>
                <a:lnTo>
                  <a:pt x="14236" y="13200"/>
                </a:lnTo>
                <a:cubicBezTo>
                  <a:pt x="13966" y="13200"/>
                  <a:pt x="13745" y="13469"/>
                  <a:pt x="13745" y="13800"/>
                </a:cubicBezTo>
                <a:cubicBezTo>
                  <a:pt x="13745" y="14132"/>
                  <a:pt x="13966" y="14400"/>
                  <a:pt x="14236" y="14400"/>
                </a:cubicBezTo>
                <a:moveTo>
                  <a:pt x="14236" y="9600"/>
                </a:moveTo>
                <a:lnTo>
                  <a:pt x="16200" y="9600"/>
                </a:lnTo>
                <a:cubicBezTo>
                  <a:pt x="16471" y="9600"/>
                  <a:pt x="16691" y="9332"/>
                  <a:pt x="16691" y="9000"/>
                </a:cubicBezTo>
                <a:cubicBezTo>
                  <a:pt x="16691" y="8669"/>
                  <a:pt x="16471" y="8400"/>
                  <a:pt x="16200" y="8400"/>
                </a:cubicBezTo>
                <a:lnTo>
                  <a:pt x="14236" y="8400"/>
                </a:lnTo>
                <a:cubicBezTo>
                  <a:pt x="13966" y="8400"/>
                  <a:pt x="13745" y="8669"/>
                  <a:pt x="13745" y="9000"/>
                </a:cubicBezTo>
                <a:cubicBezTo>
                  <a:pt x="13745" y="9332"/>
                  <a:pt x="13966" y="9600"/>
                  <a:pt x="14236" y="9600"/>
                </a:cubicBezTo>
                <a:moveTo>
                  <a:pt x="14236" y="12000"/>
                </a:moveTo>
                <a:lnTo>
                  <a:pt x="18164" y="12000"/>
                </a:lnTo>
                <a:cubicBezTo>
                  <a:pt x="18434" y="12000"/>
                  <a:pt x="18655" y="11732"/>
                  <a:pt x="18655" y="11400"/>
                </a:cubicBezTo>
                <a:cubicBezTo>
                  <a:pt x="18655" y="11069"/>
                  <a:pt x="18434" y="10800"/>
                  <a:pt x="18164" y="10800"/>
                </a:cubicBezTo>
                <a:lnTo>
                  <a:pt x="14236" y="10800"/>
                </a:lnTo>
                <a:cubicBezTo>
                  <a:pt x="13966" y="10800"/>
                  <a:pt x="13745" y="11069"/>
                  <a:pt x="13745" y="11400"/>
                </a:cubicBezTo>
                <a:cubicBezTo>
                  <a:pt x="13745" y="11732"/>
                  <a:pt x="13966" y="12000"/>
                  <a:pt x="14236" y="120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6" name="Shape 2598">
            <a:extLst>
              <a:ext uri="{FF2B5EF4-FFF2-40B4-BE49-F238E27FC236}">
                <a16:creationId xmlns:a16="http://schemas.microsoft.com/office/drawing/2014/main" id="{B8721056-A241-2B6B-8A3F-C08FDA1678C5}"/>
              </a:ext>
            </a:extLst>
          </p:cNvPr>
          <p:cNvSpPr/>
          <p:nvPr/>
        </p:nvSpPr>
        <p:spPr>
          <a:xfrm>
            <a:off x="7874906" y="2603758"/>
            <a:ext cx="279328" cy="228541"/>
          </a:xfrm>
          <a:custGeom>
            <a:avLst/>
            <a:gdLst/>
            <a:ahLst/>
            <a:cxnLst>
              <a:cxn ang="0">
                <a:pos x="wd2" y="hd2"/>
              </a:cxn>
              <a:cxn ang="5400000">
                <a:pos x="wd2" y="hd2"/>
              </a:cxn>
              <a:cxn ang="10800000">
                <a:pos x="wd2" y="hd2"/>
              </a:cxn>
              <a:cxn ang="16200000">
                <a:pos x="wd2" y="hd2"/>
              </a:cxn>
            </a:cxnLst>
            <a:rect l="0" t="0" r="r" b="b"/>
            <a:pathLst>
              <a:path w="21600" h="21600" extrusionOk="0">
                <a:moveTo>
                  <a:pt x="6873" y="8400"/>
                </a:moveTo>
                <a:lnTo>
                  <a:pt x="10800" y="8400"/>
                </a:lnTo>
                <a:lnTo>
                  <a:pt x="10800" y="12001"/>
                </a:lnTo>
                <a:lnTo>
                  <a:pt x="6873" y="12001"/>
                </a:lnTo>
                <a:cubicBezTo>
                  <a:pt x="6873" y="12001"/>
                  <a:pt x="6873" y="8400"/>
                  <a:pt x="6873" y="8400"/>
                </a:cubicBezTo>
                <a:close/>
                <a:moveTo>
                  <a:pt x="6382" y="13200"/>
                </a:moveTo>
                <a:lnTo>
                  <a:pt x="11291" y="13200"/>
                </a:lnTo>
                <a:cubicBezTo>
                  <a:pt x="11562" y="13200"/>
                  <a:pt x="11782" y="12932"/>
                  <a:pt x="11782" y="12600"/>
                </a:cubicBezTo>
                <a:lnTo>
                  <a:pt x="11782" y="7800"/>
                </a:lnTo>
                <a:cubicBezTo>
                  <a:pt x="11782" y="7469"/>
                  <a:pt x="11562" y="7200"/>
                  <a:pt x="11291" y="7200"/>
                </a:cubicBezTo>
                <a:lnTo>
                  <a:pt x="6382" y="7200"/>
                </a:lnTo>
                <a:cubicBezTo>
                  <a:pt x="6111" y="7200"/>
                  <a:pt x="5891" y="7469"/>
                  <a:pt x="5891" y="7800"/>
                </a:cubicBezTo>
                <a:lnTo>
                  <a:pt x="5891" y="12600"/>
                </a:lnTo>
                <a:cubicBezTo>
                  <a:pt x="5891" y="12932"/>
                  <a:pt x="6111" y="13200"/>
                  <a:pt x="6382" y="13200"/>
                </a:cubicBezTo>
                <a:moveTo>
                  <a:pt x="6382" y="4800"/>
                </a:moveTo>
                <a:cubicBezTo>
                  <a:pt x="6653" y="4800"/>
                  <a:pt x="6873" y="4531"/>
                  <a:pt x="6873" y="4200"/>
                </a:cubicBezTo>
                <a:cubicBezTo>
                  <a:pt x="6873" y="3868"/>
                  <a:pt x="6653" y="3600"/>
                  <a:pt x="6382" y="3600"/>
                </a:cubicBezTo>
                <a:cubicBezTo>
                  <a:pt x="6111" y="3600"/>
                  <a:pt x="5891" y="3868"/>
                  <a:pt x="5891" y="4200"/>
                </a:cubicBezTo>
                <a:cubicBezTo>
                  <a:pt x="5891" y="4531"/>
                  <a:pt x="6111" y="4800"/>
                  <a:pt x="6382" y="4800"/>
                </a:cubicBezTo>
                <a:moveTo>
                  <a:pt x="20618" y="20400"/>
                </a:moveTo>
                <a:lnTo>
                  <a:pt x="2945" y="20400"/>
                </a:lnTo>
                <a:cubicBezTo>
                  <a:pt x="1861" y="20400"/>
                  <a:pt x="982" y="19325"/>
                  <a:pt x="982" y="18000"/>
                </a:cubicBezTo>
                <a:lnTo>
                  <a:pt x="982" y="4800"/>
                </a:lnTo>
                <a:lnTo>
                  <a:pt x="2945" y="4800"/>
                </a:lnTo>
                <a:lnTo>
                  <a:pt x="2945" y="17400"/>
                </a:lnTo>
                <a:cubicBezTo>
                  <a:pt x="2945" y="17732"/>
                  <a:pt x="3166" y="18000"/>
                  <a:pt x="3436" y="18000"/>
                </a:cubicBezTo>
                <a:cubicBezTo>
                  <a:pt x="3707" y="18000"/>
                  <a:pt x="3927" y="17732"/>
                  <a:pt x="3927" y="17400"/>
                </a:cubicBezTo>
                <a:lnTo>
                  <a:pt x="3927" y="1200"/>
                </a:lnTo>
                <a:lnTo>
                  <a:pt x="20618" y="1200"/>
                </a:lnTo>
                <a:cubicBezTo>
                  <a:pt x="20618" y="1200"/>
                  <a:pt x="20618" y="20400"/>
                  <a:pt x="20618" y="20400"/>
                </a:cubicBezTo>
                <a:close/>
                <a:moveTo>
                  <a:pt x="20618" y="0"/>
                </a:moveTo>
                <a:lnTo>
                  <a:pt x="3927" y="0"/>
                </a:lnTo>
                <a:cubicBezTo>
                  <a:pt x="3385" y="0"/>
                  <a:pt x="2945" y="538"/>
                  <a:pt x="2945" y="1200"/>
                </a:cubicBezTo>
                <a:lnTo>
                  <a:pt x="2945" y="3600"/>
                </a:lnTo>
                <a:lnTo>
                  <a:pt x="982" y="3600"/>
                </a:lnTo>
                <a:cubicBezTo>
                  <a:pt x="440" y="3600"/>
                  <a:pt x="0" y="4138"/>
                  <a:pt x="0" y="4800"/>
                </a:cubicBezTo>
                <a:lnTo>
                  <a:pt x="0" y="18000"/>
                </a:lnTo>
                <a:cubicBezTo>
                  <a:pt x="0" y="19988"/>
                  <a:pt x="1319" y="21600"/>
                  <a:pt x="2945" y="21600"/>
                </a:cubicBezTo>
                <a:lnTo>
                  <a:pt x="20618" y="21600"/>
                </a:lnTo>
                <a:cubicBezTo>
                  <a:pt x="21160" y="21600"/>
                  <a:pt x="21600" y="21062"/>
                  <a:pt x="21600" y="20400"/>
                </a:cubicBezTo>
                <a:lnTo>
                  <a:pt x="21600" y="1200"/>
                </a:lnTo>
                <a:cubicBezTo>
                  <a:pt x="21600" y="538"/>
                  <a:pt x="21160" y="0"/>
                  <a:pt x="20618" y="0"/>
                </a:cubicBezTo>
                <a:moveTo>
                  <a:pt x="6382" y="18000"/>
                </a:moveTo>
                <a:lnTo>
                  <a:pt x="18164" y="18000"/>
                </a:lnTo>
                <a:cubicBezTo>
                  <a:pt x="18434" y="18000"/>
                  <a:pt x="18655" y="17732"/>
                  <a:pt x="18655" y="17400"/>
                </a:cubicBezTo>
                <a:cubicBezTo>
                  <a:pt x="18655" y="17068"/>
                  <a:pt x="18434" y="16801"/>
                  <a:pt x="18164" y="16801"/>
                </a:cubicBezTo>
                <a:lnTo>
                  <a:pt x="6382" y="16801"/>
                </a:lnTo>
                <a:cubicBezTo>
                  <a:pt x="6111" y="16801"/>
                  <a:pt x="5891" y="17068"/>
                  <a:pt x="5891" y="17400"/>
                </a:cubicBezTo>
                <a:cubicBezTo>
                  <a:pt x="5891" y="17732"/>
                  <a:pt x="6111" y="18000"/>
                  <a:pt x="6382" y="18000"/>
                </a:cubicBezTo>
                <a:moveTo>
                  <a:pt x="6382" y="15600"/>
                </a:moveTo>
                <a:lnTo>
                  <a:pt x="18164" y="15600"/>
                </a:lnTo>
                <a:cubicBezTo>
                  <a:pt x="18434" y="15600"/>
                  <a:pt x="18655" y="15332"/>
                  <a:pt x="18655" y="15000"/>
                </a:cubicBezTo>
                <a:cubicBezTo>
                  <a:pt x="18655" y="14668"/>
                  <a:pt x="18434" y="14401"/>
                  <a:pt x="18164" y="14401"/>
                </a:cubicBezTo>
                <a:lnTo>
                  <a:pt x="6382" y="14401"/>
                </a:lnTo>
                <a:cubicBezTo>
                  <a:pt x="6111" y="14401"/>
                  <a:pt x="5891" y="14668"/>
                  <a:pt x="5891" y="15000"/>
                </a:cubicBezTo>
                <a:cubicBezTo>
                  <a:pt x="5891" y="15332"/>
                  <a:pt x="6111" y="15600"/>
                  <a:pt x="6382" y="15600"/>
                </a:cubicBezTo>
                <a:moveTo>
                  <a:pt x="8345" y="4800"/>
                </a:moveTo>
                <a:cubicBezTo>
                  <a:pt x="8616" y="4800"/>
                  <a:pt x="8836" y="4531"/>
                  <a:pt x="8836" y="4200"/>
                </a:cubicBezTo>
                <a:cubicBezTo>
                  <a:pt x="8836" y="3868"/>
                  <a:pt x="8616" y="3600"/>
                  <a:pt x="8345" y="3600"/>
                </a:cubicBezTo>
                <a:cubicBezTo>
                  <a:pt x="8075" y="3600"/>
                  <a:pt x="7855" y="3868"/>
                  <a:pt x="7855" y="4200"/>
                </a:cubicBezTo>
                <a:cubicBezTo>
                  <a:pt x="7855" y="4531"/>
                  <a:pt x="8075" y="4800"/>
                  <a:pt x="8345" y="4800"/>
                </a:cubicBezTo>
                <a:moveTo>
                  <a:pt x="18164" y="7200"/>
                </a:moveTo>
                <a:lnTo>
                  <a:pt x="14236" y="7200"/>
                </a:lnTo>
                <a:cubicBezTo>
                  <a:pt x="13966" y="7200"/>
                  <a:pt x="13745" y="7469"/>
                  <a:pt x="13745" y="7800"/>
                </a:cubicBezTo>
                <a:cubicBezTo>
                  <a:pt x="13745" y="8132"/>
                  <a:pt x="13966" y="8400"/>
                  <a:pt x="14236" y="8400"/>
                </a:cubicBezTo>
                <a:lnTo>
                  <a:pt x="18164" y="8400"/>
                </a:lnTo>
                <a:cubicBezTo>
                  <a:pt x="18434" y="8400"/>
                  <a:pt x="18655" y="8132"/>
                  <a:pt x="18655" y="7800"/>
                </a:cubicBezTo>
                <a:cubicBezTo>
                  <a:pt x="18655" y="7469"/>
                  <a:pt x="18434" y="7200"/>
                  <a:pt x="18164" y="7200"/>
                </a:cubicBezTo>
                <a:moveTo>
                  <a:pt x="18164" y="12001"/>
                </a:moveTo>
                <a:lnTo>
                  <a:pt x="14236" y="12001"/>
                </a:lnTo>
                <a:cubicBezTo>
                  <a:pt x="13966" y="12001"/>
                  <a:pt x="13745" y="12268"/>
                  <a:pt x="13745" y="12600"/>
                </a:cubicBezTo>
                <a:cubicBezTo>
                  <a:pt x="13745" y="12932"/>
                  <a:pt x="13966" y="13200"/>
                  <a:pt x="14236" y="13200"/>
                </a:cubicBezTo>
                <a:lnTo>
                  <a:pt x="18164" y="13200"/>
                </a:lnTo>
                <a:cubicBezTo>
                  <a:pt x="18434" y="13200"/>
                  <a:pt x="18655" y="12932"/>
                  <a:pt x="18655" y="12600"/>
                </a:cubicBezTo>
                <a:cubicBezTo>
                  <a:pt x="18655" y="12268"/>
                  <a:pt x="18434" y="12001"/>
                  <a:pt x="18164" y="12001"/>
                </a:cubicBezTo>
                <a:moveTo>
                  <a:pt x="18164" y="9600"/>
                </a:moveTo>
                <a:lnTo>
                  <a:pt x="14236" y="9600"/>
                </a:lnTo>
                <a:cubicBezTo>
                  <a:pt x="13966" y="9600"/>
                  <a:pt x="13745" y="9869"/>
                  <a:pt x="13745" y="10200"/>
                </a:cubicBezTo>
                <a:cubicBezTo>
                  <a:pt x="13745" y="10532"/>
                  <a:pt x="13966" y="10800"/>
                  <a:pt x="14236" y="10800"/>
                </a:cubicBezTo>
                <a:lnTo>
                  <a:pt x="18164" y="10800"/>
                </a:lnTo>
                <a:cubicBezTo>
                  <a:pt x="18434" y="10800"/>
                  <a:pt x="18655" y="10532"/>
                  <a:pt x="18655" y="10200"/>
                </a:cubicBezTo>
                <a:cubicBezTo>
                  <a:pt x="18655" y="9869"/>
                  <a:pt x="18434" y="9600"/>
                  <a:pt x="18164" y="9600"/>
                </a:cubicBezTo>
                <a:moveTo>
                  <a:pt x="18164" y="4800"/>
                </a:moveTo>
                <a:cubicBezTo>
                  <a:pt x="18434" y="4800"/>
                  <a:pt x="18655" y="4531"/>
                  <a:pt x="18655" y="4200"/>
                </a:cubicBezTo>
                <a:cubicBezTo>
                  <a:pt x="18655" y="3868"/>
                  <a:pt x="18434" y="3600"/>
                  <a:pt x="18164" y="3600"/>
                </a:cubicBezTo>
                <a:cubicBezTo>
                  <a:pt x="17893" y="3600"/>
                  <a:pt x="17673" y="3868"/>
                  <a:pt x="17673" y="4200"/>
                </a:cubicBezTo>
                <a:cubicBezTo>
                  <a:pt x="17673" y="4531"/>
                  <a:pt x="17893" y="4800"/>
                  <a:pt x="18164" y="4800"/>
                </a:cubicBezTo>
                <a:moveTo>
                  <a:pt x="16200" y="4800"/>
                </a:moveTo>
                <a:cubicBezTo>
                  <a:pt x="16471" y="4800"/>
                  <a:pt x="16691" y="4531"/>
                  <a:pt x="16691" y="4200"/>
                </a:cubicBezTo>
                <a:cubicBezTo>
                  <a:pt x="16691" y="3868"/>
                  <a:pt x="16471" y="3600"/>
                  <a:pt x="16200" y="3600"/>
                </a:cubicBezTo>
                <a:cubicBezTo>
                  <a:pt x="15929" y="3600"/>
                  <a:pt x="15709" y="3868"/>
                  <a:pt x="15709" y="4200"/>
                </a:cubicBezTo>
                <a:cubicBezTo>
                  <a:pt x="15709" y="4531"/>
                  <a:pt x="15929" y="4800"/>
                  <a:pt x="16200" y="4800"/>
                </a:cubicBezTo>
                <a:moveTo>
                  <a:pt x="10309" y="4800"/>
                </a:moveTo>
                <a:lnTo>
                  <a:pt x="14236" y="4800"/>
                </a:lnTo>
                <a:cubicBezTo>
                  <a:pt x="14507" y="4800"/>
                  <a:pt x="14727" y="4531"/>
                  <a:pt x="14727" y="4200"/>
                </a:cubicBezTo>
                <a:cubicBezTo>
                  <a:pt x="14727" y="3868"/>
                  <a:pt x="14507" y="3600"/>
                  <a:pt x="14236" y="3600"/>
                </a:cubicBezTo>
                <a:lnTo>
                  <a:pt x="10309" y="3600"/>
                </a:lnTo>
                <a:cubicBezTo>
                  <a:pt x="10038" y="3600"/>
                  <a:pt x="9818" y="3868"/>
                  <a:pt x="9818" y="4200"/>
                </a:cubicBezTo>
                <a:cubicBezTo>
                  <a:pt x="9818" y="4531"/>
                  <a:pt x="10038" y="4800"/>
                  <a:pt x="10309" y="48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7" name="Shape 2599">
            <a:extLst>
              <a:ext uri="{FF2B5EF4-FFF2-40B4-BE49-F238E27FC236}">
                <a16:creationId xmlns:a16="http://schemas.microsoft.com/office/drawing/2014/main" id="{4D85D583-A7B5-19F6-0C91-8100CEBC5609}"/>
              </a:ext>
            </a:extLst>
          </p:cNvPr>
          <p:cNvSpPr/>
          <p:nvPr/>
        </p:nvSpPr>
        <p:spPr>
          <a:xfrm>
            <a:off x="8408167" y="257836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6382" y="7855"/>
                </a:moveTo>
                <a:cubicBezTo>
                  <a:pt x="6653" y="7855"/>
                  <a:pt x="6873" y="7635"/>
                  <a:pt x="6873" y="7364"/>
                </a:cubicBezTo>
                <a:cubicBezTo>
                  <a:pt x="6873" y="7092"/>
                  <a:pt x="6653" y="6873"/>
                  <a:pt x="6382" y="6873"/>
                </a:cubicBezTo>
                <a:cubicBezTo>
                  <a:pt x="6111" y="6873"/>
                  <a:pt x="5891" y="7092"/>
                  <a:pt x="5891" y="7364"/>
                </a:cubicBezTo>
                <a:cubicBezTo>
                  <a:pt x="5891" y="7635"/>
                  <a:pt x="6111" y="7855"/>
                  <a:pt x="6382" y="7855"/>
                </a:cubicBezTo>
                <a:moveTo>
                  <a:pt x="6873" y="10800"/>
                </a:moveTo>
                <a:lnTo>
                  <a:pt x="10800" y="10800"/>
                </a:lnTo>
                <a:lnTo>
                  <a:pt x="10800" y="13746"/>
                </a:lnTo>
                <a:lnTo>
                  <a:pt x="6873" y="13746"/>
                </a:lnTo>
                <a:cubicBezTo>
                  <a:pt x="6873" y="13746"/>
                  <a:pt x="6873" y="10800"/>
                  <a:pt x="6873" y="10800"/>
                </a:cubicBezTo>
                <a:close/>
                <a:moveTo>
                  <a:pt x="6382" y="14727"/>
                </a:moveTo>
                <a:lnTo>
                  <a:pt x="11291" y="14727"/>
                </a:lnTo>
                <a:cubicBezTo>
                  <a:pt x="11562" y="14727"/>
                  <a:pt x="11782" y="14508"/>
                  <a:pt x="11782" y="14236"/>
                </a:cubicBezTo>
                <a:lnTo>
                  <a:pt x="11782" y="10309"/>
                </a:lnTo>
                <a:cubicBezTo>
                  <a:pt x="11782" y="10038"/>
                  <a:pt x="11562" y="9818"/>
                  <a:pt x="11291" y="9818"/>
                </a:cubicBezTo>
                <a:lnTo>
                  <a:pt x="6382" y="9818"/>
                </a:lnTo>
                <a:cubicBezTo>
                  <a:pt x="6111" y="9818"/>
                  <a:pt x="5891" y="10038"/>
                  <a:pt x="5891" y="10309"/>
                </a:cubicBezTo>
                <a:lnTo>
                  <a:pt x="5891" y="14236"/>
                </a:lnTo>
                <a:cubicBezTo>
                  <a:pt x="5891" y="14508"/>
                  <a:pt x="6111" y="14727"/>
                  <a:pt x="6382" y="14727"/>
                </a:cubicBezTo>
                <a:moveTo>
                  <a:pt x="8345" y="7855"/>
                </a:moveTo>
                <a:cubicBezTo>
                  <a:pt x="8616" y="7855"/>
                  <a:pt x="8836" y="7635"/>
                  <a:pt x="8836" y="7364"/>
                </a:cubicBezTo>
                <a:cubicBezTo>
                  <a:pt x="8836" y="7092"/>
                  <a:pt x="8616" y="6873"/>
                  <a:pt x="8345" y="6873"/>
                </a:cubicBezTo>
                <a:cubicBezTo>
                  <a:pt x="8075" y="6873"/>
                  <a:pt x="7855" y="7092"/>
                  <a:pt x="7855" y="7364"/>
                </a:cubicBezTo>
                <a:cubicBezTo>
                  <a:pt x="7855" y="7635"/>
                  <a:pt x="8075" y="7855"/>
                  <a:pt x="8345" y="7855"/>
                </a:cubicBezTo>
                <a:moveTo>
                  <a:pt x="20618" y="20618"/>
                </a:moveTo>
                <a:lnTo>
                  <a:pt x="2945" y="20618"/>
                </a:lnTo>
                <a:cubicBezTo>
                  <a:pt x="1861" y="20618"/>
                  <a:pt x="982" y="19739"/>
                  <a:pt x="982" y="18655"/>
                </a:cubicBezTo>
                <a:lnTo>
                  <a:pt x="982" y="7855"/>
                </a:lnTo>
                <a:lnTo>
                  <a:pt x="2945" y="7855"/>
                </a:lnTo>
                <a:lnTo>
                  <a:pt x="2945" y="18164"/>
                </a:lnTo>
                <a:cubicBezTo>
                  <a:pt x="2945" y="18435"/>
                  <a:pt x="3166" y="18655"/>
                  <a:pt x="3436" y="18655"/>
                </a:cubicBezTo>
                <a:cubicBezTo>
                  <a:pt x="3707" y="18655"/>
                  <a:pt x="3927" y="18435"/>
                  <a:pt x="3927" y="18164"/>
                </a:cubicBezTo>
                <a:lnTo>
                  <a:pt x="3927" y="4909"/>
                </a:lnTo>
                <a:lnTo>
                  <a:pt x="20618" y="4909"/>
                </a:lnTo>
                <a:cubicBezTo>
                  <a:pt x="20618" y="4909"/>
                  <a:pt x="20618" y="20618"/>
                  <a:pt x="20618" y="20618"/>
                </a:cubicBezTo>
                <a:close/>
                <a:moveTo>
                  <a:pt x="20618" y="3927"/>
                </a:moveTo>
                <a:lnTo>
                  <a:pt x="3927" y="3927"/>
                </a:lnTo>
                <a:cubicBezTo>
                  <a:pt x="3385" y="3927"/>
                  <a:pt x="2945" y="4367"/>
                  <a:pt x="2945" y="4909"/>
                </a:cubicBezTo>
                <a:lnTo>
                  <a:pt x="2945" y="6873"/>
                </a:lnTo>
                <a:lnTo>
                  <a:pt x="982" y="6873"/>
                </a:lnTo>
                <a:cubicBezTo>
                  <a:pt x="440" y="6873"/>
                  <a:pt x="0" y="7313"/>
                  <a:pt x="0" y="7855"/>
                </a:cubicBezTo>
                <a:lnTo>
                  <a:pt x="0" y="18655"/>
                </a:lnTo>
                <a:cubicBezTo>
                  <a:pt x="0" y="20282"/>
                  <a:pt x="1319" y="21600"/>
                  <a:pt x="2945" y="21600"/>
                </a:cubicBezTo>
                <a:lnTo>
                  <a:pt x="20618" y="21600"/>
                </a:lnTo>
                <a:cubicBezTo>
                  <a:pt x="21160" y="21600"/>
                  <a:pt x="21600" y="21160"/>
                  <a:pt x="21600" y="20618"/>
                </a:cubicBezTo>
                <a:lnTo>
                  <a:pt x="21600" y="4909"/>
                </a:lnTo>
                <a:cubicBezTo>
                  <a:pt x="21600" y="4367"/>
                  <a:pt x="21160" y="3927"/>
                  <a:pt x="20618" y="3927"/>
                </a:cubicBezTo>
                <a:moveTo>
                  <a:pt x="6382" y="16691"/>
                </a:moveTo>
                <a:lnTo>
                  <a:pt x="18164" y="16691"/>
                </a:lnTo>
                <a:cubicBezTo>
                  <a:pt x="18434" y="16691"/>
                  <a:pt x="18655" y="16472"/>
                  <a:pt x="18655" y="16200"/>
                </a:cubicBezTo>
                <a:cubicBezTo>
                  <a:pt x="18655" y="15929"/>
                  <a:pt x="18434" y="15710"/>
                  <a:pt x="18164" y="15710"/>
                </a:cubicBezTo>
                <a:lnTo>
                  <a:pt x="6382" y="15710"/>
                </a:lnTo>
                <a:cubicBezTo>
                  <a:pt x="6111" y="15710"/>
                  <a:pt x="5891" y="15929"/>
                  <a:pt x="5891" y="16200"/>
                </a:cubicBezTo>
                <a:cubicBezTo>
                  <a:pt x="5891" y="16472"/>
                  <a:pt x="6111" y="16691"/>
                  <a:pt x="6382" y="16691"/>
                </a:cubicBezTo>
                <a:moveTo>
                  <a:pt x="10309" y="7855"/>
                </a:moveTo>
                <a:lnTo>
                  <a:pt x="14236" y="7855"/>
                </a:lnTo>
                <a:cubicBezTo>
                  <a:pt x="14507" y="7855"/>
                  <a:pt x="14727" y="7635"/>
                  <a:pt x="14727" y="7364"/>
                </a:cubicBezTo>
                <a:cubicBezTo>
                  <a:pt x="14727" y="7092"/>
                  <a:pt x="14507" y="6873"/>
                  <a:pt x="14236" y="6873"/>
                </a:cubicBezTo>
                <a:lnTo>
                  <a:pt x="10309" y="6873"/>
                </a:lnTo>
                <a:cubicBezTo>
                  <a:pt x="10038" y="6873"/>
                  <a:pt x="9818" y="7092"/>
                  <a:pt x="9818" y="7364"/>
                </a:cubicBezTo>
                <a:cubicBezTo>
                  <a:pt x="9818" y="7635"/>
                  <a:pt x="10038" y="7855"/>
                  <a:pt x="10309" y="7855"/>
                </a:cubicBezTo>
                <a:moveTo>
                  <a:pt x="6382" y="18655"/>
                </a:moveTo>
                <a:lnTo>
                  <a:pt x="18164" y="18655"/>
                </a:lnTo>
                <a:cubicBezTo>
                  <a:pt x="18434" y="18655"/>
                  <a:pt x="18655" y="18435"/>
                  <a:pt x="18655" y="18164"/>
                </a:cubicBezTo>
                <a:cubicBezTo>
                  <a:pt x="18655" y="17893"/>
                  <a:pt x="18434" y="17673"/>
                  <a:pt x="18164" y="17673"/>
                </a:cubicBezTo>
                <a:lnTo>
                  <a:pt x="6382" y="17673"/>
                </a:lnTo>
                <a:cubicBezTo>
                  <a:pt x="6111" y="17673"/>
                  <a:pt x="5891" y="17893"/>
                  <a:pt x="5891" y="18164"/>
                </a:cubicBezTo>
                <a:cubicBezTo>
                  <a:pt x="5891" y="18435"/>
                  <a:pt x="6111" y="18655"/>
                  <a:pt x="6382" y="18655"/>
                </a:cubicBezTo>
                <a:moveTo>
                  <a:pt x="4909" y="2945"/>
                </a:moveTo>
                <a:lnTo>
                  <a:pt x="20127" y="2945"/>
                </a:lnTo>
                <a:cubicBezTo>
                  <a:pt x="20398" y="2945"/>
                  <a:pt x="20618" y="2726"/>
                  <a:pt x="20618" y="2455"/>
                </a:cubicBezTo>
                <a:cubicBezTo>
                  <a:pt x="20618" y="2184"/>
                  <a:pt x="20398" y="1964"/>
                  <a:pt x="20127" y="1964"/>
                </a:cubicBezTo>
                <a:lnTo>
                  <a:pt x="4909" y="1964"/>
                </a:lnTo>
                <a:cubicBezTo>
                  <a:pt x="4638" y="1964"/>
                  <a:pt x="4418" y="2184"/>
                  <a:pt x="4418" y="2455"/>
                </a:cubicBezTo>
                <a:cubicBezTo>
                  <a:pt x="4418" y="2726"/>
                  <a:pt x="4638" y="2945"/>
                  <a:pt x="4909" y="2945"/>
                </a:cubicBezTo>
                <a:moveTo>
                  <a:pt x="18164" y="11783"/>
                </a:moveTo>
                <a:lnTo>
                  <a:pt x="14236" y="11783"/>
                </a:lnTo>
                <a:cubicBezTo>
                  <a:pt x="13966" y="11783"/>
                  <a:pt x="13745" y="12001"/>
                  <a:pt x="13745" y="12273"/>
                </a:cubicBezTo>
                <a:cubicBezTo>
                  <a:pt x="13745" y="12544"/>
                  <a:pt x="13966" y="12764"/>
                  <a:pt x="14236" y="12764"/>
                </a:cubicBezTo>
                <a:lnTo>
                  <a:pt x="18164" y="12764"/>
                </a:lnTo>
                <a:cubicBezTo>
                  <a:pt x="18434" y="12764"/>
                  <a:pt x="18655" y="12544"/>
                  <a:pt x="18655" y="12273"/>
                </a:cubicBezTo>
                <a:cubicBezTo>
                  <a:pt x="18655" y="12001"/>
                  <a:pt x="18434" y="11783"/>
                  <a:pt x="18164" y="11783"/>
                </a:cubicBezTo>
                <a:moveTo>
                  <a:pt x="6382" y="982"/>
                </a:moveTo>
                <a:lnTo>
                  <a:pt x="19145" y="982"/>
                </a:lnTo>
                <a:cubicBezTo>
                  <a:pt x="19416" y="982"/>
                  <a:pt x="19636" y="762"/>
                  <a:pt x="19636" y="491"/>
                </a:cubicBezTo>
                <a:cubicBezTo>
                  <a:pt x="19636" y="220"/>
                  <a:pt x="19416" y="0"/>
                  <a:pt x="19145" y="0"/>
                </a:cubicBezTo>
                <a:lnTo>
                  <a:pt x="6382" y="0"/>
                </a:lnTo>
                <a:cubicBezTo>
                  <a:pt x="6111" y="0"/>
                  <a:pt x="5891" y="220"/>
                  <a:pt x="5891" y="491"/>
                </a:cubicBezTo>
                <a:cubicBezTo>
                  <a:pt x="5891" y="762"/>
                  <a:pt x="6111" y="982"/>
                  <a:pt x="6382" y="982"/>
                </a:cubicBezTo>
                <a:moveTo>
                  <a:pt x="18164" y="13746"/>
                </a:moveTo>
                <a:lnTo>
                  <a:pt x="14236" y="13746"/>
                </a:lnTo>
                <a:cubicBezTo>
                  <a:pt x="13966" y="13746"/>
                  <a:pt x="13745" y="13965"/>
                  <a:pt x="13745" y="14236"/>
                </a:cubicBezTo>
                <a:cubicBezTo>
                  <a:pt x="13745" y="14508"/>
                  <a:pt x="13966" y="14727"/>
                  <a:pt x="14236" y="14727"/>
                </a:cubicBezTo>
                <a:lnTo>
                  <a:pt x="18164" y="14727"/>
                </a:lnTo>
                <a:cubicBezTo>
                  <a:pt x="18434" y="14727"/>
                  <a:pt x="18655" y="14508"/>
                  <a:pt x="18655" y="14236"/>
                </a:cubicBezTo>
                <a:cubicBezTo>
                  <a:pt x="18655" y="13965"/>
                  <a:pt x="18434" y="13746"/>
                  <a:pt x="18164" y="13746"/>
                </a:cubicBezTo>
                <a:moveTo>
                  <a:pt x="16200" y="7855"/>
                </a:moveTo>
                <a:cubicBezTo>
                  <a:pt x="16471" y="7855"/>
                  <a:pt x="16691" y="7635"/>
                  <a:pt x="16691" y="7364"/>
                </a:cubicBezTo>
                <a:cubicBezTo>
                  <a:pt x="16691" y="7092"/>
                  <a:pt x="16471" y="6873"/>
                  <a:pt x="16200" y="6873"/>
                </a:cubicBezTo>
                <a:cubicBezTo>
                  <a:pt x="15929" y="6873"/>
                  <a:pt x="15709" y="7092"/>
                  <a:pt x="15709" y="7364"/>
                </a:cubicBezTo>
                <a:cubicBezTo>
                  <a:pt x="15709" y="7635"/>
                  <a:pt x="15929" y="7855"/>
                  <a:pt x="16200" y="7855"/>
                </a:cubicBezTo>
                <a:moveTo>
                  <a:pt x="18164" y="7855"/>
                </a:moveTo>
                <a:cubicBezTo>
                  <a:pt x="18434" y="7855"/>
                  <a:pt x="18655" y="7635"/>
                  <a:pt x="18655" y="7364"/>
                </a:cubicBezTo>
                <a:cubicBezTo>
                  <a:pt x="18655" y="7092"/>
                  <a:pt x="18434" y="6873"/>
                  <a:pt x="18164" y="6873"/>
                </a:cubicBezTo>
                <a:cubicBezTo>
                  <a:pt x="17893" y="6873"/>
                  <a:pt x="17673" y="7092"/>
                  <a:pt x="17673" y="7364"/>
                </a:cubicBezTo>
                <a:cubicBezTo>
                  <a:pt x="17673" y="7635"/>
                  <a:pt x="17893" y="7855"/>
                  <a:pt x="18164" y="7855"/>
                </a:cubicBezTo>
                <a:moveTo>
                  <a:pt x="18164" y="9818"/>
                </a:moveTo>
                <a:lnTo>
                  <a:pt x="14236" y="9818"/>
                </a:lnTo>
                <a:cubicBezTo>
                  <a:pt x="13966" y="9818"/>
                  <a:pt x="13745" y="10038"/>
                  <a:pt x="13745" y="10309"/>
                </a:cubicBezTo>
                <a:cubicBezTo>
                  <a:pt x="13745" y="10581"/>
                  <a:pt x="13966" y="10800"/>
                  <a:pt x="14236" y="10800"/>
                </a:cubicBezTo>
                <a:lnTo>
                  <a:pt x="18164" y="10800"/>
                </a:lnTo>
                <a:cubicBezTo>
                  <a:pt x="18434" y="10800"/>
                  <a:pt x="18655" y="10581"/>
                  <a:pt x="18655" y="10309"/>
                </a:cubicBezTo>
                <a:cubicBezTo>
                  <a:pt x="18655" y="10038"/>
                  <a:pt x="18434" y="9818"/>
                  <a:pt x="18164" y="9818"/>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8" name="Shape 2600">
            <a:extLst>
              <a:ext uri="{FF2B5EF4-FFF2-40B4-BE49-F238E27FC236}">
                <a16:creationId xmlns:a16="http://schemas.microsoft.com/office/drawing/2014/main" id="{991D008B-C1F1-14BE-6C9E-E6FCEF8EF6CB}"/>
              </a:ext>
            </a:extLst>
          </p:cNvPr>
          <p:cNvSpPr/>
          <p:nvPr/>
        </p:nvSpPr>
        <p:spPr>
          <a:xfrm>
            <a:off x="8941428" y="257836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8" y="20618"/>
                  <a:pt x="982" y="16223"/>
                  <a:pt x="982" y="10800"/>
                </a:cubicBezTo>
                <a:cubicBezTo>
                  <a:pt x="982" y="5378"/>
                  <a:pt x="5378" y="982"/>
                  <a:pt x="10800" y="982"/>
                </a:cubicBezTo>
                <a:cubicBezTo>
                  <a:pt x="16223" y="982"/>
                  <a:pt x="20618" y="5378"/>
                  <a:pt x="20618" y="10800"/>
                </a:cubicBezTo>
                <a:cubicBezTo>
                  <a:pt x="20618" y="16223"/>
                  <a:pt x="16223" y="20618"/>
                  <a:pt x="10800" y="20618"/>
                </a:cubicBezTo>
                <a:moveTo>
                  <a:pt x="10800" y="0"/>
                </a:moveTo>
                <a:cubicBezTo>
                  <a:pt x="4835" y="0"/>
                  <a:pt x="0" y="4836"/>
                  <a:pt x="0" y="10800"/>
                </a:cubicBezTo>
                <a:cubicBezTo>
                  <a:pt x="0" y="16765"/>
                  <a:pt x="4835" y="21600"/>
                  <a:pt x="10800" y="21600"/>
                </a:cubicBezTo>
                <a:cubicBezTo>
                  <a:pt x="16765" y="21600"/>
                  <a:pt x="21600" y="16765"/>
                  <a:pt x="21600" y="10800"/>
                </a:cubicBezTo>
                <a:cubicBezTo>
                  <a:pt x="21600" y="4836"/>
                  <a:pt x="16765" y="0"/>
                  <a:pt x="10800" y="0"/>
                </a:cubicBezTo>
                <a:moveTo>
                  <a:pt x="16200" y="10309"/>
                </a:moveTo>
                <a:lnTo>
                  <a:pt x="11291" y="10309"/>
                </a:lnTo>
                <a:lnTo>
                  <a:pt x="11291" y="5401"/>
                </a:lnTo>
                <a:cubicBezTo>
                  <a:pt x="11291" y="5129"/>
                  <a:pt x="11071" y="4909"/>
                  <a:pt x="10800" y="4909"/>
                </a:cubicBezTo>
                <a:cubicBezTo>
                  <a:pt x="10529" y="4909"/>
                  <a:pt x="10309" y="5129"/>
                  <a:pt x="10309" y="5401"/>
                </a:cubicBezTo>
                <a:lnTo>
                  <a:pt x="10309" y="10309"/>
                </a:lnTo>
                <a:lnTo>
                  <a:pt x="5400" y="10309"/>
                </a:lnTo>
                <a:cubicBezTo>
                  <a:pt x="5129" y="10309"/>
                  <a:pt x="4909" y="10529"/>
                  <a:pt x="4909" y="10800"/>
                </a:cubicBezTo>
                <a:cubicBezTo>
                  <a:pt x="4909" y="11072"/>
                  <a:pt x="5129" y="11292"/>
                  <a:pt x="5400" y="11292"/>
                </a:cubicBezTo>
                <a:lnTo>
                  <a:pt x="10309" y="11292"/>
                </a:lnTo>
                <a:lnTo>
                  <a:pt x="10309" y="16200"/>
                </a:lnTo>
                <a:cubicBezTo>
                  <a:pt x="10309" y="16472"/>
                  <a:pt x="10529" y="16691"/>
                  <a:pt x="10800" y="16691"/>
                </a:cubicBezTo>
                <a:cubicBezTo>
                  <a:pt x="11071" y="16691"/>
                  <a:pt x="11291" y="16472"/>
                  <a:pt x="11291" y="16200"/>
                </a:cubicBezTo>
                <a:lnTo>
                  <a:pt x="11291" y="11292"/>
                </a:lnTo>
                <a:lnTo>
                  <a:pt x="16200" y="11292"/>
                </a:lnTo>
                <a:cubicBezTo>
                  <a:pt x="16471" y="11292"/>
                  <a:pt x="16691" y="11072"/>
                  <a:pt x="16691" y="10800"/>
                </a:cubicBezTo>
                <a:cubicBezTo>
                  <a:pt x="16691" y="10529"/>
                  <a:pt x="16471" y="10309"/>
                  <a:pt x="16200" y="1030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9" name="Shape 2601">
            <a:extLst>
              <a:ext uri="{FF2B5EF4-FFF2-40B4-BE49-F238E27FC236}">
                <a16:creationId xmlns:a16="http://schemas.microsoft.com/office/drawing/2014/main" id="{343A7D08-341F-DDAF-311A-138A9EC9997B}"/>
              </a:ext>
            </a:extLst>
          </p:cNvPr>
          <p:cNvSpPr/>
          <p:nvPr/>
        </p:nvSpPr>
        <p:spPr>
          <a:xfrm>
            <a:off x="9474689" y="257836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8" y="20618"/>
                  <a:pt x="982" y="16223"/>
                  <a:pt x="982" y="10800"/>
                </a:cubicBezTo>
                <a:cubicBezTo>
                  <a:pt x="982" y="5378"/>
                  <a:pt x="5378" y="982"/>
                  <a:pt x="10800" y="982"/>
                </a:cubicBezTo>
                <a:cubicBezTo>
                  <a:pt x="16223" y="982"/>
                  <a:pt x="20618" y="5378"/>
                  <a:pt x="20618" y="10800"/>
                </a:cubicBezTo>
                <a:cubicBezTo>
                  <a:pt x="20618" y="16223"/>
                  <a:pt x="16223" y="20618"/>
                  <a:pt x="10800" y="20618"/>
                </a:cubicBezTo>
                <a:moveTo>
                  <a:pt x="10800" y="0"/>
                </a:moveTo>
                <a:cubicBezTo>
                  <a:pt x="4835" y="0"/>
                  <a:pt x="0" y="4836"/>
                  <a:pt x="0" y="10800"/>
                </a:cubicBezTo>
                <a:cubicBezTo>
                  <a:pt x="0" y="16765"/>
                  <a:pt x="4835" y="21600"/>
                  <a:pt x="10800" y="21600"/>
                </a:cubicBezTo>
                <a:cubicBezTo>
                  <a:pt x="16765" y="21600"/>
                  <a:pt x="21600" y="16765"/>
                  <a:pt x="21600" y="10800"/>
                </a:cubicBezTo>
                <a:cubicBezTo>
                  <a:pt x="21600" y="4836"/>
                  <a:pt x="16765" y="0"/>
                  <a:pt x="10800" y="0"/>
                </a:cubicBezTo>
                <a:moveTo>
                  <a:pt x="16200" y="10309"/>
                </a:moveTo>
                <a:lnTo>
                  <a:pt x="5400" y="10309"/>
                </a:lnTo>
                <a:cubicBezTo>
                  <a:pt x="5129" y="10309"/>
                  <a:pt x="4909" y="10529"/>
                  <a:pt x="4909" y="10800"/>
                </a:cubicBezTo>
                <a:cubicBezTo>
                  <a:pt x="4909" y="11072"/>
                  <a:pt x="5129" y="11292"/>
                  <a:pt x="5400" y="11292"/>
                </a:cubicBezTo>
                <a:lnTo>
                  <a:pt x="16200" y="11292"/>
                </a:lnTo>
                <a:cubicBezTo>
                  <a:pt x="16471" y="11292"/>
                  <a:pt x="16691" y="11072"/>
                  <a:pt x="16691" y="10800"/>
                </a:cubicBezTo>
                <a:cubicBezTo>
                  <a:pt x="16691" y="10529"/>
                  <a:pt x="16471" y="10309"/>
                  <a:pt x="16200" y="1030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0" name="Shape 2602">
            <a:extLst>
              <a:ext uri="{FF2B5EF4-FFF2-40B4-BE49-F238E27FC236}">
                <a16:creationId xmlns:a16="http://schemas.microsoft.com/office/drawing/2014/main" id="{14EFBA75-066F-45B4-A563-520DA27A0983}"/>
              </a:ext>
            </a:extLst>
          </p:cNvPr>
          <p:cNvSpPr/>
          <p:nvPr/>
        </p:nvSpPr>
        <p:spPr>
          <a:xfrm>
            <a:off x="10007950" y="2603758"/>
            <a:ext cx="279328" cy="228541"/>
          </a:xfrm>
          <a:custGeom>
            <a:avLst/>
            <a:gdLst/>
            <a:ahLst/>
            <a:cxnLst>
              <a:cxn ang="0">
                <a:pos x="wd2" y="hd2"/>
              </a:cxn>
              <a:cxn ang="5400000">
                <a:pos x="wd2" y="hd2"/>
              </a:cxn>
              <a:cxn ang="10800000">
                <a:pos x="wd2" y="hd2"/>
              </a:cxn>
              <a:cxn ang="16200000">
                <a:pos x="wd2" y="hd2"/>
              </a:cxn>
            </a:cxnLst>
            <a:rect l="0" t="0" r="r" b="b"/>
            <a:pathLst>
              <a:path w="21600" h="21600" extrusionOk="0">
                <a:moveTo>
                  <a:pt x="5400" y="6001"/>
                </a:moveTo>
                <a:lnTo>
                  <a:pt x="8345" y="6001"/>
                </a:lnTo>
                <a:cubicBezTo>
                  <a:pt x="8617" y="6001"/>
                  <a:pt x="8836" y="5732"/>
                  <a:pt x="8836" y="5400"/>
                </a:cubicBezTo>
                <a:cubicBezTo>
                  <a:pt x="8836" y="5069"/>
                  <a:pt x="8617" y="4800"/>
                  <a:pt x="8345" y="4800"/>
                </a:cubicBezTo>
                <a:lnTo>
                  <a:pt x="5400" y="4800"/>
                </a:lnTo>
                <a:cubicBezTo>
                  <a:pt x="5129" y="4800"/>
                  <a:pt x="4909" y="5069"/>
                  <a:pt x="4909" y="5400"/>
                </a:cubicBezTo>
                <a:cubicBezTo>
                  <a:pt x="4909" y="5732"/>
                  <a:pt x="5129" y="6001"/>
                  <a:pt x="5400" y="6001"/>
                </a:cubicBezTo>
                <a:moveTo>
                  <a:pt x="20618" y="20400"/>
                </a:moveTo>
                <a:lnTo>
                  <a:pt x="18655" y="20400"/>
                </a:lnTo>
                <a:lnTo>
                  <a:pt x="18655" y="18000"/>
                </a:lnTo>
                <a:cubicBezTo>
                  <a:pt x="18926" y="18000"/>
                  <a:pt x="19145" y="17732"/>
                  <a:pt x="19145" y="17400"/>
                </a:cubicBezTo>
                <a:cubicBezTo>
                  <a:pt x="19145" y="17069"/>
                  <a:pt x="18926" y="16801"/>
                  <a:pt x="18655" y="16801"/>
                </a:cubicBezTo>
                <a:lnTo>
                  <a:pt x="18655" y="3601"/>
                </a:lnTo>
                <a:lnTo>
                  <a:pt x="20618" y="3601"/>
                </a:lnTo>
                <a:cubicBezTo>
                  <a:pt x="20618" y="3601"/>
                  <a:pt x="20618" y="20400"/>
                  <a:pt x="20618" y="20400"/>
                </a:cubicBezTo>
                <a:close/>
                <a:moveTo>
                  <a:pt x="17673" y="16801"/>
                </a:moveTo>
                <a:cubicBezTo>
                  <a:pt x="17401" y="16801"/>
                  <a:pt x="17182" y="17069"/>
                  <a:pt x="17182" y="17400"/>
                </a:cubicBezTo>
                <a:cubicBezTo>
                  <a:pt x="17182" y="17732"/>
                  <a:pt x="17401" y="18000"/>
                  <a:pt x="17673" y="18000"/>
                </a:cubicBezTo>
                <a:lnTo>
                  <a:pt x="17673" y="20400"/>
                </a:lnTo>
                <a:lnTo>
                  <a:pt x="3927" y="20400"/>
                </a:lnTo>
                <a:lnTo>
                  <a:pt x="3927" y="18000"/>
                </a:lnTo>
                <a:cubicBezTo>
                  <a:pt x="4199" y="18000"/>
                  <a:pt x="4418" y="17732"/>
                  <a:pt x="4418" y="17400"/>
                </a:cubicBezTo>
                <a:cubicBezTo>
                  <a:pt x="4418" y="17069"/>
                  <a:pt x="4199" y="16801"/>
                  <a:pt x="3927" y="16801"/>
                </a:cubicBezTo>
                <a:lnTo>
                  <a:pt x="3927" y="3601"/>
                </a:lnTo>
                <a:lnTo>
                  <a:pt x="17673" y="3601"/>
                </a:lnTo>
                <a:cubicBezTo>
                  <a:pt x="17673" y="3601"/>
                  <a:pt x="17673" y="16801"/>
                  <a:pt x="17673" y="16801"/>
                </a:cubicBezTo>
                <a:close/>
                <a:moveTo>
                  <a:pt x="2945" y="16801"/>
                </a:moveTo>
                <a:cubicBezTo>
                  <a:pt x="2674" y="16801"/>
                  <a:pt x="2455" y="17069"/>
                  <a:pt x="2455" y="17400"/>
                </a:cubicBezTo>
                <a:cubicBezTo>
                  <a:pt x="2455" y="17732"/>
                  <a:pt x="2674" y="18000"/>
                  <a:pt x="2945" y="18000"/>
                </a:cubicBezTo>
                <a:lnTo>
                  <a:pt x="2945" y="20400"/>
                </a:lnTo>
                <a:lnTo>
                  <a:pt x="982" y="20400"/>
                </a:lnTo>
                <a:lnTo>
                  <a:pt x="982" y="3601"/>
                </a:lnTo>
                <a:lnTo>
                  <a:pt x="2945" y="3601"/>
                </a:lnTo>
                <a:cubicBezTo>
                  <a:pt x="2945" y="3601"/>
                  <a:pt x="2945" y="16801"/>
                  <a:pt x="2945" y="16801"/>
                </a:cubicBezTo>
                <a:close/>
                <a:moveTo>
                  <a:pt x="8836" y="1200"/>
                </a:moveTo>
                <a:lnTo>
                  <a:pt x="12764" y="1200"/>
                </a:lnTo>
                <a:cubicBezTo>
                  <a:pt x="13305" y="1200"/>
                  <a:pt x="13745" y="1738"/>
                  <a:pt x="13745" y="2400"/>
                </a:cubicBezTo>
                <a:lnTo>
                  <a:pt x="7855" y="2400"/>
                </a:lnTo>
                <a:cubicBezTo>
                  <a:pt x="7855" y="1738"/>
                  <a:pt x="8295" y="1200"/>
                  <a:pt x="8836" y="1200"/>
                </a:cubicBezTo>
                <a:moveTo>
                  <a:pt x="20618" y="2400"/>
                </a:moveTo>
                <a:lnTo>
                  <a:pt x="14727" y="2400"/>
                </a:lnTo>
                <a:cubicBezTo>
                  <a:pt x="14727" y="1075"/>
                  <a:pt x="13848" y="0"/>
                  <a:pt x="12764" y="0"/>
                </a:cubicBezTo>
                <a:lnTo>
                  <a:pt x="8836" y="0"/>
                </a:lnTo>
                <a:cubicBezTo>
                  <a:pt x="7752" y="0"/>
                  <a:pt x="6873" y="1075"/>
                  <a:pt x="6873" y="2400"/>
                </a:cubicBezTo>
                <a:lnTo>
                  <a:pt x="982" y="2400"/>
                </a:lnTo>
                <a:cubicBezTo>
                  <a:pt x="439" y="2400"/>
                  <a:pt x="0" y="2938"/>
                  <a:pt x="0" y="3601"/>
                </a:cubicBezTo>
                <a:lnTo>
                  <a:pt x="0" y="20400"/>
                </a:lnTo>
                <a:cubicBezTo>
                  <a:pt x="0" y="21063"/>
                  <a:pt x="439" y="21600"/>
                  <a:pt x="982" y="21600"/>
                </a:cubicBezTo>
                <a:lnTo>
                  <a:pt x="20618" y="21600"/>
                </a:lnTo>
                <a:cubicBezTo>
                  <a:pt x="21160" y="21600"/>
                  <a:pt x="21600" y="21063"/>
                  <a:pt x="21600" y="20400"/>
                </a:cubicBezTo>
                <a:lnTo>
                  <a:pt x="21600" y="3601"/>
                </a:lnTo>
                <a:cubicBezTo>
                  <a:pt x="21600" y="2938"/>
                  <a:pt x="21160" y="2400"/>
                  <a:pt x="20618" y="2400"/>
                </a:cubicBezTo>
                <a:moveTo>
                  <a:pt x="5400" y="8400"/>
                </a:moveTo>
                <a:lnTo>
                  <a:pt x="6382" y="8400"/>
                </a:lnTo>
                <a:cubicBezTo>
                  <a:pt x="6653" y="8400"/>
                  <a:pt x="6873" y="8132"/>
                  <a:pt x="6873" y="7800"/>
                </a:cubicBezTo>
                <a:cubicBezTo>
                  <a:pt x="6873" y="7469"/>
                  <a:pt x="6653" y="7200"/>
                  <a:pt x="6382" y="7200"/>
                </a:cubicBezTo>
                <a:lnTo>
                  <a:pt x="5400" y="7200"/>
                </a:lnTo>
                <a:cubicBezTo>
                  <a:pt x="5129" y="7200"/>
                  <a:pt x="4909" y="7469"/>
                  <a:pt x="4909" y="7800"/>
                </a:cubicBezTo>
                <a:cubicBezTo>
                  <a:pt x="4909" y="8132"/>
                  <a:pt x="5129" y="8400"/>
                  <a:pt x="5400" y="84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1" name="Shape 2603">
            <a:extLst>
              <a:ext uri="{FF2B5EF4-FFF2-40B4-BE49-F238E27FC236}">
                <a16:creationId xmlns:a16="http://schemas.microsoft.com/office/drawing/2014/main" id="{89498403-8292-052C-B080-9E6B2D92BCBC}"/>
              </a:ext>
            </a:extLst>
          </p:cNvPr>
          <p:cNvSpPr/>
          <p:nvPr/>
        </p:nvSpPr>
        <p:spPr>
          <a:xfrm>
            <a:off x="10541211" y="2591061"/>
            <a:ext cx="279328" cy="253935"/>
          </a:xfrm>
          <a:custGeom>
            <a:avLst/>
            <a:gdLst/>
            <a:ahLst/>
            <a:cxnLst>
              <a:cxn ang="0">
                <a:pos x="wd2" y="hd2"/>
              </a:cxn>
              <a:cxn ang="5400000">
                <a:pos x="wd2" y="hd2"/>
              </a:cxn>
              <a:cxn ang="10800000">
                <a:pos x="wd2" y="hd2"/>
              </a:cxn>
              <a:cxn ang="16200000">
                <a:pos x="wd2" y="hd2"/>
              </a:cxn>
            </a:cxnLst>
            <a:rect l="0" t="0" r="r" b="b"/>
            <a:pathLst>
              <a:path w="21600" h="21600" extrusionOk="0">
                <a:moveTo>
                  <a:pt x="16691" y="20520"/>
                </a:moveTo>
                <a:lnTo>
                  <a:pt x="14727" y="20520"/>
                </a:lnTo>
                <a:lnTo>
                  <a:pt x="14727" y="18360"/>
                </a:lnTo>
                <a:cubicBezTo>
                  <a:pt x="14999" y="18360"/>
                  <a:pt x="15218" y="18119"/>
                  <a:pt x="15218" y="17820"/>
                </a:cubicBezTo>
                <a:cubicBezTo>
                  <a:pt x="15218" y="17522"/>
                  <a:pt x="14999" y="17280"/>
                  <a:pt x="14727" y="17280"/>
                </a:cubicBezTo>
                <a:lnTo>
                  <a:pt x="14727" y="7560"/>
                </a:lnTo>
                <a:lnTo>
                  <a:pt x="16691" y="7560"/>
                </a:lnTo>
                <a:cubicBezTo>
                  <a:pt x="16691" y="7560"/>
                  <a:pt x="16691" y="20520"/>
                  <a:pt x="16691" y="20520"/>
                </a:cubicBezTo>
                <a:close/>
                <a:moveTo>
                  <a:pt x="13745" y="17280"/>
                </a:moveTo>
                <a:cubicBezTo>
                  <a:pt x="13474" y="17280"/>
                  <a:pt x="13255" y="17522"/>
                  <a:pt x="13255" y="17820"/>
                </a:cubicBezTo>
                <a:cubicBezTo>
                  <a:pt x="13255" y="18119"/>
                  <a:pt x="13474" y="18360"/>
                  <a:pt x="13745" y="18360"/>
                </a:cubicBezTo>
                <a:lnTo>
                  <a:pt x="13745" y="20520"/>
                </a:lnTo>
                <a:lnTo>
                  <a:pt x="3927" y="20520"/>
                </a:lnTo>
                <a:lnTo>
                  <a:pt x="3927" y="18360"/>
                </a:lnTo>
                <a:cubicBezTo>
                  <a:pt x="4199" y="18360"/>
                  <a:pt x="4418" y="18119"/>
                  <a:pt x="4418" y="17820"/>
                </a:cubicBezTo>
                <a:cubicBezTo>
                  <a:pt x="4418" y="17522"/>
                  <a:pt x="4199" y="17280"/>
                  <a:pt x="3927" y="17280"/>
                </a:cubicBezTo>
                <a:lnTo>
                  <a:pt x="3927" y="7560"/>
                </a:lnTo>
                <a:lnTo>
                  <a:pt x="13745" y="7560"/>
                </a:lnTo>
                <a:cubicBezTo>
                  <a:pt x="13745" y="7560"/>
                  <a:pt x="13745" y="17280"/>
                  <a:pt x="13745" y="17280"/>
                </a:cubicBezTo>
                <a:close/>
                <a:moveTo>
                  <a:pt x="2945" y="17280"/>
                </a:moveTo>
                <a:cubicBezTo>
                  <a:pt x="2674" y="17280"/>
                  <a:pt x="2455" y="17522"/>
                  <a:pt x="2455" y="17820"/>
                </a:cubicBezTo>
                <a:cubicBezTo>
                  <a:pt x="2455" y="18119"/>
                  <a:pt x="2674" y="18360"/>
                  <a:pt x="2945" y="18360"/>
                </a:cubicBezTo>
                <a:lnTo>
                  <a:pt x="2945" y="20520"/>
                </a:lnTo>
                <a:lnTo>
                  <a:pt x="982" y="20520"/>
                </a:lnTo>
                <a:lnTo>
                  <a:pt x="982" y="7560"/>
                </a:lnTo>
                <a:lnTo>
                  <a:pt x="2945" y="7560"/>
                </a:lnTo>
                <a:cubicBezTo>
                  <a:pt x="2945" y="7560"/>
                  <a:pt x="2945" y="17280"/>
                  <a:pt x="2945" y="17280"/>
                </a:cubicBezTo>
                <a:close/>
                <a:moveTo>
                  <a:pt x="7855" y="5400"/>
                </a:moveTo>
                <a:lnTo>
                  <a:pt x="9818" y="5400"/>
                </a:lnTo>
                <a:cubicBezTo>
                  <a:pt x="10360" y="5400"/>
                  <a:pt x="10800" y="5884"/>
                  <a:pt x="10800" y="6481"/>
                </a:cubicBezTo>
                <a:lnTo>
                  <a:pt x="6873" y="6481"/>
                </a:lnTo>
                <a:cubicBezTo>
                  <a:pt x="6873" y="5884"/>
                  <a:pt x="7313" y="5400"/>
                  <a:pt x="7855" y="5400"/>
                </a:cubicBezTo>
                <a:moveTo>
                  <a:pt x="16691" y="6481"/>
                </a:moveTo>
                <a:lnTo>
                  <a:pt x="11782" y="6481"/>
                </a:lnTo>
                <a:cubicBezTo>
                  <a:pt x="11782" y="5287"/>
                  <a:pt x="10903" y="4321"/>
                  <a:pt x="9818" y="4321"/>
                </a:cubicBezTo>
                <a:lnTo>
                  <a:pt x="7855" y="4321"/>
                </a:lnTo>
                <a:cubicBezTo>
                  <a:pt x="6770" y="4321"/>
                  <a:pt x="5891" y="5287"/>
                  <a:pt x="5891" y="6481"/>
                </a:cubicBezTo>
                <a:lnTo>
                  <a:pt x="982" y="6481"/>
                </a:lnTo>
                <a:cubicBezTo>
                  <a:pt x="440" y="6481"/>
                  <a:pt x="0" y="6964"/>
                  <a:pt x="0" y="7560"/>
                </a:cubicBezTo>
                <a:lnTo>
                  <a:pt x="0" y="20520"/>
                </a:lnTo>
                <a:cubicBezTo>
                  <a:pt x="0" y="21116"/>
                  <a:pt x="440" y="21600"/>
                  <a:pt x="982" y="21600"/>
                </a:cubicBezTo>
                <a:lnTo>
                  <a:pt x="16691" y="21600"/>
                </a:lnTo>
                <a:cubicBezTo>
                  <a:pt x="17233" y="21600"/>
                  <a:pt x="17673" y="21116"/>
                  <a:pt x="17673" y="20520"/>
                </a:cubicBezTo>
                <a:lnTo>
                  <a:pt x="17673" y="7560"/>
                </a:lnTo>
                <a:cubicBezTo>
                  <a:pt x="17673" y="6964"/>
                  <a:pt x="17233" y="6481"/>
                  <a:pt x="16691" y="6481"/>
                </a:cubicBezTo>
                <a:moveTo>
                  <a:pt x="10800" y="2161"/>
                </a:moveTo>
                <a:cubicBezTo>
                  <a:pt x="10800" y="1564"/>
                  <a:pt x="11240" y="1080"/>
                  <a:pt x="11782" y="1080"/>
                </a:cubicBezTo>
                <a:lnTo>
                  <a:pt x="13745" y="1080"/>
                </a:lnTo>
                <a:cubicBezTo>
                  <a:pt x="14287" y="1080"/>
                  <a:pt x="14727" y="1564"/>
                  <a:pt x="14727" y="2161"/>
                </a:cubicBezTo>
                <a:cubicBezTo>
                  <a:pt x="14727" y="2161"/>
                  <a:pt x="10800" y="2161"/>
                  <a:pt x="10800" y="2161"/>
                </a:cubicBezTo>
                <a:close/>
                <a:moveTo>
                  <a:pt x="20618" y="2161"/>
                </a:moveTo>
                <a:lnTo>
                  <a:pt x="15709" y="2161"/>
                </a:lnTo>
                <a:cubicBezTo>
                  <a:pt x="15709" y="967"/>
                  <a:pt x="14830" y="0"/>
                  <a:pt x="13745" y="0"/>
                </a:cubicBezTo>
                <a:lnTo>
                  <a:pt x="11782" y="0"/>
                </a:lnTo>
                <a:cubicBezTo>
                  <a:pt x="10697" y="0"/>
                  <a:pt x="9818" y="967"/>
                  <a:pt x="9818" y="2161"/>
                </a:cubicBezTo>
                <a:lnTo>
                  <a:pt x="4909" y="2161"/>
                </a:lnTo>
                <a:cubicBezTo>
                  <a:pt x="4367" y="2161"/>
                  <a:pt x="3927" y="2644"/>
                  <a:pt x="3927" y="3240"/>
                </a:cubicBezTo>
                <a:lnTo>
                  <a:pt x="3927" y="4860"/>
                </a:lnTo>
                <a:cubicBezTo>
                  <a:pt x="3927" y="5159"/>
                  <a:pt x="4147" y="5400"/>
                  <a:pt x="4418" y="5400"/>
                </a:cubicBezTo>
                <a:cubicBezTo>
                  <a:pt x="4690" y="5400"/>
                  <a:pt x="4909" y="5159"/>
                  <a:pt x="4909" y="4860"/>
                </a:cubicBezTo>
                <a:lnTo>
                  <a:pt x="4909" y="3240"/>
                </a:lnTo>
                <a:lnTo>
                  <a:pt x="20618" y="3240"/>
                </a:lnTo>
                <a:lnTo>
                  <a:pt x="20618" y="16201"/>
                </a:lnTo>
                <a:lnTo>
                  <a:pt x="19145" y="16201"/>
                </a:lnTo>
                <a:cubicBezTo>
                  <a:pt x="18874" y="16201"/>
                  <a:pt x="18655" y="16442"/>
                  <a:pt x="18655" y="16740"/>
                </a:cubicBezTo>
                <a:cubicBezTo>
                  <a:pt x="18655" y="17039"/>
                  <a:pt x="18874" y="17280"/>
                  <a:pt x="19145" y="17280"/>
                </a:cubicBezTo>
                <a:lnTo>
                  <a:pt x="20618" y="17280"/>
                </a:lnTo>
                <a:cubicBezTo>
                  <a:pt x="21160" y="17280"/>
                  <a:pt x="21600" y="16796"/>
                  <a:pt x="21600" y="16201"/>
                </a:cubicBezTo>
                <a:lnTo>
                  <a:pt x="21600" y="3240"/>
                </a:lnTo>
                <a:cubicBezTo>
                  <a:pt x="21600" y="2644"/>
                  <a:pt x="21160" y="2161"/>
                  <a:pt x="20618" y="2161"/>
                </a:cubicBezTo>
                <a:moveTo>
                  <a:pt x="5400" y="11881"/>
                </a:moveTo>
                <a:lnTo>
                  <a:pt x="6382" y="11881"/>
                </a:lnTo>
                <a:cubicBezTo>
                  <a:pt x="6653" y="11881"/>
                  <a:pt x="6873" y="11639"/>
                  <a:pt x="6873" y="11341"/>
                </a:cubicBezTo>
                <a:cubicBezTo>
                  <a:pt x="6873" y="11042"/>
                  <a:pt x="6653" y="10800"/>
                  <a:pt x="6382" y="10800"/>
                </a:cubicBezTo>
                <a:lnTo>
                  <a:pt x="5400" y="10800"/>
                </a:lnTo>
                <a:cubicBezTo>
                  <a:pt x="5129" y="10800"/>
                  <a:pt x="4909" y="11042"/>
                  <a:pt x="4909" y="11341"/>
                </a:cubicBezTo>
                <a:cubicBezTo>
                  <a:pt x="4909" y="11639"/>
                  <a:pt x="5129" y="11881"/>
                  <a:pt x="5400" y="11881"/>
                </a:cubicBezTo>
                <a:moveTo>
                  <a:pt x="5400" y="9720"/>
                </a:moveTo>
                <a:lnTo>
                  <a:pt x="8345" y="9720"/>
                </a:lnTo>
                <a:cubicBezTo>
                  <a:pt x="8617" y="9720"/>
                  <a:pt x="8836" y="9479"/>
                  <a:pt x="8836" y="9181"/>
                </a:cubicBezTo>
                <a:cubicBezTo>
                  <a:pt x="8836" y="8882"/>
                  <a:pt x="8617" y="8640"/>
                  <a:pt x="8345" y="8640"/>
                </a:cubicBezTo>
                <a:lnTo>
                  <a:pt x="5400" y="8640"/>
                </a:lnTo>
                <a:cubicBezTo>
                  <a:pt x="5129" y="8640"/>
                  <a:pt x="4909" y="8882"/>
                  <a:pt x="4909" y="9181"/>
                </a:cubicBezTo>
                <a:cubicBezTo>
                  <a:pt x="4909" y="9479"/>
                  <a:pt x="5129" y="9720"/>
                  <a:pt x="5400" y="972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2" name="Shape 2604">
            <a:extLst>
              <a:ext uri="{FF2B5EF4-FFF2-40B4-BE49-F238E27FC236}">
                <a16:creationId xmlns:a16="http://schemas.microsoft.com/office/drawing/2014/main" id="{E0E04E5D-7A0B-C74F-2A7F-D72C6EB7395C}"/>
              </a:ext>
            </a:extLst>
          </p:cNvPr>
          <p:cNvSpPr/>
          <p:nvPr/>
        </p:nvSpPr>
        <p:spPr>
          <a:xfrm>
            <a:off x="11074472" y="2603758"/>
            <a:ext cx="279328" cy="228541"/>
          </a:xfrm>
          <a:custGeom>
            <a:avLst/>
            <a:gdLst/>
            <a:ahLst/>
            <a:cxnLst>
              <a:cxn ang="0">
                <a:pos x="wd2" y="hd2"/>
              </a:cxn>
              <a:cxn ang="5400000">
                <a:pos x="wd2" y="hd2"/>
              </a:cxn>
              <a:cxn ang="10800000">
                <a:pos x="wd2" y="hd2"/>
              </a:cxn>
              <a:cxn ang="16200000">
                <a:pos x="wd2" y="hd2"/>
              </a:cxn>
            </a:cxnLst>
            <a:rect l="0" t="0" r="r" b="b"/>
            <a:pathLst>
              <a:path w="21600" h="21600" extrusionOk="0">
                <a:moveTo>
                  <a:pt x="20618" y="9600"/>
                </a:moveTo>
                <a:lnTo>
                  <a:pt x="17673" y="9600"/>
                </a:lnTo>
                <a:lnTo>
                  <a:pt x="17673" y="8400"/>
                </a:lnTo>
                <a:cubicBezTo>
                  <a:pt x="17673" y="7738"/>
                  <a:pt x="17233" y="7200"/>
                  <a:pt x="16691" y="7200"/>
                </a:cubicBezTo>
                <a:lnTo>
                  <a:pt x="14727" y="7200"/>
                </a:lnTo>
                <a:cubicBezTo>
                  <a:pt x="14186" y="7200"/>
                  <a:pt x="13745" y="7738"/>
                  <a:pt x="13745" y="8400"/>
                </a:cubicBezTo>
                <a:lnTo>
                  <a:pt x="13745" y="9600"/>
                </a:lnTo>
                <a:lnTo>
                  <a:pt x="7855" y="9600"/>
                </a:lnTo>
                <a:lnTo>
                  <a:pt x="7855" y="8400"/>
                </a:lnTo>
                <a:cubicBezTo>
                  <a:pt x="7855" y="7738"/>
                  <a:pt x="7414" y="7200"/>
                  <a:pt x="6873" y="7200"/>
                </a:cubicBezTo>
                <a:lnTo>
                  <a:pt x="4909" y="7200"/>
                </a:lnTo>
                <a:cubicBezTo>
                  <a:pt x="4367" y="7200"/>
                  <a:pt x="3927" y="7738"/>
                  <a:pt x="3927" y="8400"/>
                </a:cubicBezTo>
                <a:lnTo>
                  <a:pt x="3927" y="9600"/>
                </a:lnTo>
                <a:lnTo>
                  <a:pt x="982" y="9600"/>
                </a:lnTo>
                <a:lnTo>
                  <a:pt x="982" y="3601"/>
                </a:lnTo>
                <a:lnTo>
                  <a:pt x="20618" y="3601"/>
                </a:lnTo>
                <a:cubicBezTo>
                  <a:pt x="20618" y="3601"/>
                  <a:pt x="20618" y="9600"/>
                  <a:pt x="20618" y="9600"/>
                </a:cubicBezTo>
                <a:close/>
                <a:moveTo>
                  <a:pt x="14727" y="8400"/>
                </a:moveTo>
                <a:lnTo>
                  <a:pt x="16691" y="8400"/>
                </a:lnTo>
                <a:lnTo>
                  <a:pt x="16691" y="12001"/>
                </a:lnTo>
                <a:lnTo>
                  <a:pt x="14727" y="12001"/>
                </a:lnTo>
                <a:cubicBezTo>
                  <a:pt x="14727" y="12001"/>
                  <a:pt x="14727" y="8400"/>
                  <a:pt x="14727" y="8400"/>
                </a:cubicBezTo>
                <a:close/>
                <a:moveTo>
                  <a:pt x="4909" y="8400"/>
                </a:moveTo>
                <a:lnTo>
                  <a:pt x="6873" y="8400"/>
                </a:lnTo>
                <a:lnTo>
                  <a:pt x="6873" y="12001"/>
                </a:lnTo>
                <a:lnTo>
                  <a:pt x="4909" y="12001"/>
                </a:lnTo>
                <a:cubicBezTo>
                  <a:pt x="4909" y="12001"/>
                  <a:pt x="4909" y="8400"/>
                  <a:pt x="4909" y="8400"/>
                </a:cubicBezTo>
                <a:close/>
                <a:moveTo>
                  <a:pt x="19636" y="20400"/>
                </a:moveTo>
                <a:lnTo>
                  <a:pt x="1964" y="20400"/>
                </a:lnTo>
                <a:lnTo>
                  <a:pt x="1964" y="10800"/>
                </a:lnTo>
                <a:lnTo>
                  <a:pt x="3927" y="10800"/>
                </a:lnTo>
                <a:lnTo>
                  <a:pt x="3927" y="12001"/>
                </a:lnTo>
                <a:cubicBezTo>
                  <a:pt x="3927" y="12662"/>
                  <a:pt x="4367" y="13200"/>
                  <a:pt x="4909" y="13200"/>
                </a:cubicBezTo>
                <a:lnTo>
                  <a:pt x="6873" y="13200"/>
                </a:lnTo>
                <a:cubicBezTo>
                  <a:pt x="7414" y="13200"/>
                  <a:pt x="7855" y="12662"/>
                  <a:pt x="7855" y="12001"/>
                </a:cubicBezTo>
                <a:lnTo>
                  <a:pt x="7855" y="10800"/>
                </a:lnTo>
                <a:lnTo>
                  <a:pt x="13745" y="10800"/>
                </a:lnTo>
                <a:lnTo>
                  <a:pt x="13745" y="12001"/>
                </a:lnTo>
                <a:cubicBezTo>
                  <a:pt x="13745" y="12662"/>
                  <a:pt x="14186" y="13200"/>
                  <a:pt x="14727" y="13200"/>
                </a:cubicBezTo>
                <a:lnTo>
                  <a:pt x="16691" y="13200"/>
                </a:lnTo>
                <a:cubicBezTo>
                  <a:pt x="17233" y="13200"/>
                  <a:pt x="17673" y="12662"/>
                  <a:pt x="17673" y="12001"/>
                </a:cubicBezTo>
                <a:lnTo>
                  <a:pt x="17673" y="10800"/>
                </a:lnTo>
                <a:lnTo>
                  <a:pt x="19636" y="10800"/>
                </a:lnTo>
                <a:cubicBezTo>
                  <a:pt x="19636" y="10800"/>
                  <a:pt x="19636" y="20400"/>
                  <a:pt x="19636" y="20400"/>
                </a:cubicBezTo>
                <a:close/>
                <a:moveTo>
                  <a:pt x="8836" y="1200"/>
                </a:moveTo>
                <a:lnTo>
                  <a:pt x="12764" y="1200"/>
                </a:lnTo>
                <a:cubicBezTo>
                  <a:pt x="13305" y="1200"/>
                  <a:pt x="13745" y="1738"/>
                  <a:pt x="13745" y="2400"/>
                </a:cubicBezTo>
                <a:lnTo>
                  <a:pt x="7855" y="2400"/>
                </a:lnTo>
                <a:cubicBezTo>
                  <a:pt x="7855" y="1738"/>
                  <a:pt x="8295" y="1200"/>
                  <a:pt x="8836" y="1200"/>
                </a:cubicBezTo>
                <a:moveTo>
                  <a:pt x="20618" y="2400"/>
                </a:moveTo>
                <a:lnTo>
                  <a:pt x="14727" y="2400"/>
                </a:lnTo>
                <a:cubicBezTo>
                  <a:pt x="14727" y="1075"/>
                  <a:pt x="13848" y="0"/>
                  <a:pt x="12764" y="0"/>
                </a:cubicBezTo>
                <a:lnTo>
                  <a:pt x="8836" y="0"/>
                </a:lnTo>
                <a:cubicBezTo>
                  <a:pt x="7752" y="0"/>
                  <a:pt x="6873" y="1075"/>
                  <a:pt x="6873" y="2400"/>
                </a:cubicBezTo>
                <a:lnTo>
                  <a:pt x="982" y="2400"/>
                </a:lnTo>
                <a:cubicBezTo>
                  <a:pt x="440" y="2400"/>
                  <a:pt x="0" y="2938"/>
                  <a:pt x="0" y="3601"/>
                </a:cubicBezTo>
                <a:lnTo>
                  <a:pt x="0" y="9600"/>
                </a:lnTo>
                <a:cubicBezTo>
                  <a:pt x="0" y="10262"/>
                  <a:pt x="440" y="10800"/>
                  <a:pt x="982" y="10800"/>
                </a:cubicBezTo>
                <a:lnTo>
                  <a:pt x="982" y="20400"/>
                </a:lnTo>
                <a:cubicBezTo>
                  <a:pt x="982" y="21062"/>
                  <a:pt x="1422" y="21600"/>
                  <a:pt x="1964" y="21600"/>
                </a:cubicBezTo>
                <a:lnTo>
                  <a:pt x="19636" y="21600"/>
                </a:lnTo>
                <a:cubicBezTo>
                  <a:pt x="20178" y="21600"/>
                  <a:pt x="20618" y="21062"/>
                  <a:pt x="20618" y="20400"/>
                </a:cubicBezTo>
                <a:lnTo>
                  <a:pt x="20618" y="10800"/>
                </a:lnTo>
                <a:cubicBezTo>
                  <a:pt x="21160" y="10800"/>
                  <a:pt x="21600" y="10262"/>
                  <a:pt x="21600" y="9600"/>
                </a:cubicBezTo>
                <a:lnTo>
                  <a:pt x="21600" y="3601"/>
                </a:lnTo>
                <a:cubicBezTo>
                  <a:pt x="21600" y="2938"/>
                  <a:pt x="21160" y="2400"/>
                  <a:pt x="20618" y="24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3" name="Shape 2605">
            <a:extLst>
              <a:ext uri="{FF2B5EF4-FFF2-40B4-BE49-F238E27FC236}">
                <a16:creationId xmlns:a16="http://schemas.microsoft.com/office/drawing/2014/main" id="{5C72DB93-6B18-2F48-CA4E-F9F81DDDC044}"/>
              </a:ext>
            </a:extLst>
          </p:cNvPr>
          <p:cNvSpPr/>
          <p:nvPr/>
        </p:nvSpPr>
        <p:spPr>
          <a:xfrm>
            <a:off x="6275122" y="3111625"/>
            <a:ext cx="279460" cy="279453"/>
          </a:xfrm>
          <a:custGeom>
            <a:avLst/>
            <a:gdLst/>
            <a:ahLst/>
            <a:cxnLst>
              <a:cxn ang="0">
                <a:pos x="wd2" y="hd2"/>
              </a:cxn>
              <a:cxn ang="5400000">
                <a:pos x="wd2" y="hd2"/>
              </a:cxn>
              <a:cxn ang="10800000">
                <a:pos x="wd2" y="hd2"/>
              </a:cxn>
              <a:cxn ang="16200000">
                <a:pos x="wd2" y="hd2"/>
              </a:cxn>
            </a:cxnLst>
            <a:rect l="0" t="0" r="r" b="b"/>
            <a:pathLst>
              <a:path w="21410" h="21410" extrusionOk="0">
                <a:moveTo>
                  <a:pt x="20437" y="20437"/>
                </a:moveTo>
                <a:lnTo>
                  <a:pt x="17519" y="20437"/>
                </a:lnTo>
                <a:lnTo>
                  <a:pt x="17519" y="18978"/>
                </a:lnTo>
                <a:cubicBezTo>
                  <a:pt x="17519" y="18710"/>
                  <a:pt x="17301" y="18492"/>
                  <a:pt x="17033" y="18492"/>
                </a:cubicBezTo>
                <a:lnTo>
                  <a:pt x="15574" y="18492"/>
                </a:lnTo>
                <a:lnTo>
                  <a:pt x="15574" y="17033"/>
                </a:lnTo>
                <a:cubicBezTo>
                  <a:pt x="15574" y="16764"/>
                  <a:pt x="15356" y="16546"/>
                  <a:pt x="15087" y="16546"/>
                </a:cubicBezTo>
                <a:lnTo>
                  <a:pt x="13344" y="16546"/>
                </a:lnTo>
                <a:lnTo>
                  <a:pt x="10309" y="13497"/>
                </a:lnTo>
                <a:cubicBezTo>
                  <a:pt x="10221" y="13409"/>
                  <a:pt x="10100" y="13354"/>
                  <a:pt x="9965" y="13354"/>
                </a:cubicBezTo>
                <a:cubicBezTo>
                  <a:pt x="9819" y="13354"/>
                  <a:pt x="9693" y="13422"/>
                  <a:pt x="9604" y="13524"/>
                </a:cubicBezTo>
                <a:lnTo>
                  <a:pt x="8815" y="14312"/>
                </a:lnTo>
                <a:cubicBezTo>
                  <a:pt x="8435" y="14692"/>
                  <a:pt x="7820" y="14692"/>
                  <a:pt x="7441" y="14312"/>
                </a:cubicBezTo>
                <a:lnTo>
                  <a:pt x="1256" y="8128"/>
                </a:lnTo>
                <a:cubicBezTo>
                  <a:pt x="877" y="7748"/>
                  <a:pt x="877" y="7133"/>
                  <a:pt x="1256" y="6753"/>
                </a:cubicBezTo>
                <a:lnTo>
                  <a:pt x="6754" y="1255"/>
                </a:lnTo>
                <a:cubicBezTo>
                  <a:pt x="7133" y="876"/>
                  <a:pt x="7749" y="876"/>
                  <a:pt x="8128" y="1255"/>
                </a:cubicBezTo>
                <a:lnTo>
                  <a:pt x="14312" y="7440"/>
                </a:lnTo>
                <a:cubicBezTo>
                  <a:pt x="14691" y="7820"/>
                  <a:pt x="14691" y="8435"/>
                  <a:pt x="14312" y="8815"/>
                </a:cubicBezTo>
                <a:lnTo>
                  <a:pt x="13539" y="9588"/>
                </a:lnTo>
                <a:cubicBezTo>
                  <a:pt x="13437" y="9677"/>
                  <a:pt x="13370" y="9804"/>
                  <a:pt x="13370" y="9950"/>
                </a:cubicBezTo>
                <a:cubicBezTo>
                  <a:pt x="13370" y="10084"/>
                  <a:pt x="13424" y="10206"/>
                  <a:pt x="13513" y="10294"/>
                </a:cubicBezTo>
                <a:lnTo>
                  <a:pt x="20437" y="17234"/>
                </a:lnTo>
                <a:cubicBezTo>
                  <a:pt x="20437" y="17234"/>
                  <a:pt x="20437" y="20437"/>
                  <a:pt x="20437" y="20437"/>
                </a:cubicBezTo>
                <a:close/>
                <a:moveTo>
                  <a:pt x="21268" y="16689"/>
                </a:moveTo>
                <a:lnTo>
                  <a:pt x="14547" y="9954"/>
                </a:lnTo>
                <a:lnTo>
                  <a:pt x="14999" y="9502"/>
                </a:lnTo>
                <a:cubicBezTo>
                  <a:pt x="15758" y="8743"/>
                  <a:pt x="15758" y="7512"/>
                  <a:pt x="14999" y="6753"/>
                </a:cubicBezTo>
                <a:lnTo>
                  <a:pt x="8815" y="569"/>
                </a:lnTo>
                <a:cubicBezTo>
                  <a:pt x="8056" y="-190"/>
                  <a:pt x="6825" y="-190"/>
                  <a:pt x="6066" y="569"/>
                </a:cubicBezTo>
                <a:lnTo>
                  <a:pt x="569" y="6066"/>
                </a:lnTo>
                <a:cubicBezTo>
                  <a:pt x="-190" y="6825"/>
                  <a:pt x="-190" y="8056"/>
                  <a:pt x="569" y="8815"/>
                </a:cubicBezTo>
                <a:lnTo>
                  <a:pt x="6754" y="14999"/>
                </a:lnTo>
                <a:cubicBezTo>
                  <a:pt x="7513" y="15758"/>
                  <a:pt x="8743" y="15758"/>
                  <a:pt x="9502" y="14999"/>
                </a:cubicBezTo>
                <a:lnTo>
                  <a:pt x="9968" y="14533"/>
                </a:lnTo>
                <a:lnTo>
                  <a:pt x="12798" y="17376"/>
                </a:lnTo>
                <a:cubicBezTo>
                  <a:pt x="12886" y="17465"/>
                  <a:pt x="13008" y="17519"/>
                  <a:pt x="13142" y="17519"/>
                </a:cubicBezTo>
                <a:lnTo>
                  <a:pt x="14601" y="17519"/>
                </a:lnTo>
                <a:lnTo>
                  <a:pt x="14601" y="18978"/>
                </a:lnTo>
                <a:cubicBezTo>
                  <a:pt x="14601" y="19247"/>
                  <a:pt x="14819" y="19464"/>
                  <a:pt x="15087" y="19464"/>
                </a:cubicBezTo>
                <a:lnTo>
                  <a:pt x="16546" y="19464"/>
                </a:lnTo>
                <a:lnTo>
                  <a:pt x="16546" y="20924"/>
                </a:lnTo>
                <a:cubicBezTo>
                  <a:pt x="16546" y="21193"/>
                  <a:pt x="16764" y="21410"/>
                  <a:pt x="17033" y="21410"/>
                </a:cubicBezTo>
                <a:lnTo>
                  <a:pt x="20924" y="21410"/>
                </a:lnTo>
                <a:cubicBezTo>
                  <a:pt x="21192" y="21410"/>
                  <a:pt x="21410" y="21193"/>
                  <a:pt x="21410" y="20924"/>
                </a:cubicBezTo>
                <a:lnTo>
                  <a:pt x="21410" y="17033"/>
                </a:lnTo>
                <a:cubicBezTo>
                  <a:pt x="21410" y="16899"/>
                  <a:pt x="21356" y="16777"/>
                  <a:pt x="21268" y="16689"/>
                </a:cubicBezTo>
                <a:moveTo>
                  <a:pt x="6819" y="7791"/>
                </a:moveTo>
                <a:cubicBezTo>
                  <a:pt x="6282" y="7791"/>
                  <a:pt x="5846" y="7356"/>
                  <a:pt x="5846" y="6819"/>
                </a:cubicBezTo>
                <a:cubicBezTo>
                  <a:pt x="5846" y="6282"/>
                  <a:pt x="6282" y="5846"/>
                  <a:pt x="6819" y="5846"/>
                </a:cubicBezTo>
                <a:cubicBezTo>
                  <a:pt x="7356" y="5846"/>
                  <a:pt x="7792" y="6282"/>
                  <a:pt x="7792" y="6819"/>
                </a:cubicBezTo>
                <a:cubicBezTo>
                  <a:pt x="7792" y="7356"/>
                  <a:pt x="7356" y="7791"/>
                  <a:pt x="6819" y="7791"/>
                </a:cubicBezTo>
                <a:moveTo>
                  <a:pt x="6819" y="4873"/>
                </a:moveTo>
                <a:cubicBezTo>
                  <a:pt x="5745" y="4873"/>
                  <a:pt x="4874" y="5744"/>
                  <a:pt x="4874" y="6819"/>
                </a:cubicBezTo>
                <a:cubicBezTo>
                  <a:pt x="4874" y="7893"/>
                  <a:pt x="5745" y="8765"/>
                  <a:pt x="6819" y="8765"/>
                </a:cubicBezTo>
                <a:cubicBezTo>
                  <a:pt x="7893" y="8765"/>
                  <a:pt x="8765" y="7893"/>
                  <a:pt x="8765" y="6819"/>
                </a:cubicBezTo>
                <a:cubicBezTo>
                  <a:pt x="8765" y="5744"/>
                  <a:pt x="7893" y="4873"/>
                  <a:pt x="6819" y="487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4" name="Shape 2606">
            <a:extLst>
              <a:ext uri="{FF2B5EF4-FFF2-40B4-BE49-F238E27FC236}">
                <a16:creationId xmlns:a16="http://schemas.microsoft.com/office/drawing/2014/main" id="{D5A9A8BD-7548-5548-44C9-0AF8D78085E5}"/>
              </a:ext>
            </a:extLst>
          </p:cNvPr>
          <p:cNvSpPr/>
          <p:nvPr/>
        </p:nvSpPr>
        <p:spPr>
          <a:xfrm>
            <a:off x="6808384" y="311162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10309"/>
                </a:moveTo>
                <a:cubicBezTo>
                  <a:pt x="10800" y="10581"/>
                  <a:pt x="10580" y="10800"/>
                  <a:pt x="10309" y="10800"/>
                </a:cubicBezTo>
                <a:cubicBezTo>
                  <a:pt x="10038" y="10800"/>
                  <a:pt x="9818" y="10581"/>
                  <a:pt x="9818" y="10309"/>
                </a:cubicBezTo>
                <a:cubicBezTo>
                  <a:pt x="9818" y="10038"/>
                  <a:pt x="10038" y="9818"/>
                  <a:pt x="10309" y="9818"/>
                </a:cubicBezTo>
                <a:cubicBezTo>
                  <a:pt x="10580" y="9818"/>
                  <a:pt x="10800" y="10038"/>
                  <a:pt x="10800" y="10309"/>
                </a:cubicBezTo>
                <a:moveTo>
                  <a:pt x="20618" y="20618"/>
                </a:moveTo>
                <a:lnTo>
                  <a:pt x="18655" y="20618"/>
                </a:lnTo>
                <a:lnTo>
                  <a:pt x="18655" y="19145"/>
                </a:lnTo>
                <a:cubicBezTo>
                  <a:pt x="18655" y="18875"/>
                  <a:pt x="18434" y="18655"/>
                  <a:pt x="18164" y="18655"/>
                </a:cubicBezTo>
                <a:lnTo>
                  <a:pt x="16691" y="18655"/>
                </a:lnTo>
                <a:lnTo>
                  <a:pt x="16691" y="17182"/>
                </a:lnTo>
                <a:cubicBezTo>
                  <a:pt x="16691" y="16911"/>
                  <a:pt x="16471" y="16691"/>
                  <a:pt x="16200" y="16691"/>
                </a:cubicBezTo>
                <a:lnTo>
                  <a:pt x="14441" y="16691"/>
                </a:lnTo>
                <a:lnTo>
                  <a:pt x="12850" y="15086"/>
                </a:lnTo>
                <a:cubicBezTo>
                  <a:pt x="12761" y="14997"/>
                  <a:pt x="12639" y="14943"/>
                  <a:pt x="12503" y="14943"/>
                </a:cubicBezTo>
                <a:cubicBezTo>
                  <a:pt x="12356" y="14943"/>
                  <a:pt x="12228" y="15010"/>
                  <a:pt x="12138" y="15113"/>
                </a:cubicBezTo>
                <a:lnTo>
                  <a:pt x="11833" y="15418"/>
                </a:lnTo>
                <a:cubicBezTo>
                  <a:pt x="11450" y="15801"/>
                  <a:pt x="10829" y="15801"/>
                  <a:pt x="10445" y="15418"/>
                </a:cubicBezTo>
                <a:lnTo>
                  <a:pt x="6167" y="11139"/>
                </a:lnTo>
                <a:cubicBezTo>
                  <a:pt x="5784" y="10756"/>
                  <a:pt x="5784" y="10136"/>
                  <a:pt x="6167" y="9752"/>
                </a:cubicBezTo>
                <a:lnTo>
                  <a:pt x="9752" y="6167"/>
                </a:lnTo>
                <a:cubicBezTo>
                  <a:pt x="10135" y="5784"/>
                  <a:pt x="10756" y="5784"/>
                  <a:pt x="11139" y="6167"/>
                </a:cubicBezTo>
                <a:lnTo>
                  <a:pt x="11761" y="6789"/>
                </a:lnTo>
                <a:cubicBezTo>
                  <a:pt x="11699" y="7609"/>
                  <a:pt x="11457" y="8377"/>
                  <a:pt x="11069" y="9054"/>
                </a:cubicBezTo>
                <a:cubicBezTo>
                  <a:pt x="10847" y="8919"/>
                  <a:pt x="10588" y="8837"/>
                  <a:pt x="10309" y="8837"/>
                </a:cubicBezTo>
                <a:cubicBezTo>
                  <a:pt x="9496" y="8837"/>
                  <a:pt x="8836" y="9496"/>
                  <a:pt x="8836" y="10309"/>
                </a:cubicBezTo>
                <a:cubicBezTo>
                  <a:pt x="8836" y="11123"/>
                  <a:pt x="9496" y="11782"/>
                  <a:pt x="10309" y="11782"/>
                </a:cubicBezTo>
                <a:cubicBezTo>
                  <a:pt x="11123" y="11782"/>
                  <a:pt x="11782" y="11123"/>
                  <a:pt x="11782" y="10309"/>
                </a:cubicBezTo>
                <a:cubicBezTo>
                  <a:pt x="11782" y="10156"/>
                  <a:pt x="11752" y="10012"/>
                  <a:pt x="11709" y="9873"/>
                </a:cubicBezTo>
                <a:cubicBezTo>
                  <a:pt x="12146" y="9210"/>
                  <a:pt x="12466" y="8463"/>
                  <a:pt x="12631" y="7659"/>
                </a:cubicBezTo>
                <a:lnTo>
                  <a:pt x="15417" y="10446"/>
                </a:lnTo>
                <a:cubicBezTo>
                  <a:pt x="15800" y="10829"/>
                  <a:pt x="15800" y="11450"/>
                  <a:pt x="15417" y="11833"/>
                </a:cubicBezTo>
                <a:lnTo>
                  <a:pt x="15128" y="12122"/>
                </a:lnTo>
                <a:cubicBezTo>
                  <a:pt x="15025" y="12213"/>
                  <a:pt x="14957" y="12341"/>
                  <a:pt x="14957" y="12487"/>
                </a:cubicBezTo>
                <a:cubicBezTo>
                  <a:pt x="14957" y="12623"/>
                  <a:pt x="15013" y="12746"/>
                  <a:pt x="15101" y="12835"/>
                </a:cubicBezTo>
                <a:lnTo>
                  <a:pt x="20618" y="18367"/>
                </a:lnTo>
                <a:cubicBezTo>
                  <a:pt x="20618" y="18367"/>
                  <a:pt x="20618" y="20618"/>
                  <a:pt x="20618" y="20618"/>
                </a:cubicBezTo>
                <a:close/>
                <a:moveTo>
                  <a:pt x="5343" y="11673"/>
                </a:moveTo>
                <a:cubicBezTo>
                  <a:pt x="2859" y="11190"/>
                  <a:pt x="982" y="9008"/>
                  <a:pt x="982" y="6383"/>
                </a:cubicBezTo>
                <a:cubicBezTo>
                  <a:pt x="982" y="3400"/>
                  <a:pt x="3399" y="982"/>
                  <a:pt x="6382" y="982"/>
                </a:cubicBezTo>
                <a:cubicBezTo>
                  <a:pt x="9011" y="982"/>
                  <a:pt x="11198" y="2862"/>
                  <a:pt x="11681" y="5349"/>
                </a:cubicBezTo>
                <a:cubicBezTo>
                  <a:pt x="10910" y="4719"/>
                  <a:pt x="9777" y="4755"/>
                  <a:pt x="9058" y="5473"/>
                </a:cubicBezTo>
                <a:lnTo>
                  <a:pt x="5474" y="9058"/>
                </a:lnTo>
                <a:cubicBezTo>
                  <a:pt x="4757" y="9775"/>
                  <a:pt x="4719" y="10904"/>
                  <a:pt x="5343" y="11673"/>
                </a:cubicBezTo>
                <a:moveTo>
                  <a:pt x="21456" y="17817"/>
                </a:moveTo>
                <a:lnTo>
                  <a:pt x="16142" y="12488"/>
                </a:lnTo>
                <a:cubicBezTo>
                  <a:pt x="16874" y="11720"/>
                  <a:pt x="16865" y="10507"/>
                  <a:pt x="16111" y="9752"/>
                </a:cubicBezTo>
                <a:lnTo>
                  <a:pt x="12763" y="6404"/>
                </a:lnTo>
                <a:cubicBezTo>
                  <a:pt x="12763" y="6396"/>
                  <a:pt x="12764" y="6389"/>
                  <a:pt x="12764" y="6383"/>
                </a:cubicBezTo>
                <a:cubicBezTo>
                  <a:pt x="12764" y="2857"/>
                  <a:pt x="9907" y="0"/>
                  <a:pt x="6382" y="0"/>
                </a:cubicBezTo>
                <a:cubicBezTo>
                  <a:pt x="2857" y="0"/>
                  <a:pt x="0" y="2857"/>
                  <a:pt x="0" y="6383"/>
                </a:cubicBezTo>
                <a:cubicBezTo>
                  <a:pt x="0" y="9907"/>
                  <a:pt x="2857" y="12764"/>
                  <a:pt x="6382" y="12764"/>
                </a:cubicBezTo>
                <a:cubicBezTo>
                  <a:pt x="6389" y="12764"/>
                  <a:pt x="6396" y="12763"/>
                  <a:pt x="6403" y="12763"/>
                </a:cubicBezTo>
                <a:lnTo>
                  <a:pt x="9752" y="16111"/>
                </a:lnTo>
                <a:cubicBezTo>
                  <a:pt x="10511" y="16870"/>
                  <a:pt x="11735" y="16875"/>
                  <a:pt x="12503" y="16130"/>
                </a:cubicBezTo>
                <a:lnTo>
                  <a:pt x="13889" y="17529"/>
                </a:lnTo>
                <a:cubicBezTo>
                  <a:pt x="13978" y="17618"/>
                  <a:pt x="14101" y="17673"/>
                  <a:pt x="14236" y="17673"/>
                </a:cubicBezTo>
                <a:lnTo>
                  <a:pt x="15709" y="17673"/>
                </a:lnTo>
                <a:lnTo>
                  <a:pt x="15709" y="19145"/>
                </a:lnTo>
                <a:cubicBezTo>
                  <a:pt x="15709" y="19417"/>
                  <a:pt x="15929" y="19636"/>
                  <a:pt x="16200" y="19636"/>
                </a:cubicBezTo>
                <a:lnTo>
                  <a:pt x="17673" y="19636"/>
                </a:lnTo>
                <a:lnTo>
                  <a:pt x="17673" y="21109"/>
                </a:lnTo>
                <a:cubicBezTo>
                  <a:pt x="17673" y="21381"/>
                  <a:pt x="17893" y="21600"/>
                  <a:pt x="18164" y="21600"/>
                </a:cubicBezTo>
                <a:lnTo>
                  <a:pt x="21109" y="21600"/>
                </a:lnTo>
                <a:cubicBezTo>
                  <a:pt x="21380" y="21600"/>
                  <a:pt x="21600" y="21381"/>
                  <a:pt x="21600" y="21109"/>
                </a:cubicBezTo>
                <a:lnTo>
                  <a:pt x="21600" y="18164"/>
                </a:lnTo>
                <a:cubicBezTo>
                  <a:pt x="21600" y="18029"/>
                  <a:pt x="21545" y="17906"/>
                  <a:pt x="21456" y="17817"/>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5" name="Shape 2607">
            <a:extLst>
              <a:ext uri="{FF2B5EF4-FFF2-40B4-BE49-F238E27FC236}">
                <a16:creationId xmlns:a16="http://schemas.microsoft.com/office/drawing/2014/main" id="{2064EBEF-135F-7BAC-ABC0-7DD7C76A025A}"/>
              </a:ext>
            </a:extLst>
          </p:cNvPr>
          <p:cNvSpPr/>
          <p:nvPr/>
        </p:nvSpPr>
        <p:spPr>
          <a:xfrm>
            <a:off x="7341645" y="3137018"/>
            <a:ext cx="279328" cy="228532"/>
          </a:xfrm>
          <a:custGeom>
            <a:avLst/>
            <a:gdLst/>
            <a:ahLst/>
            <a:cxnLst>
              <a:cxn ang="0">
                <a:pos x="wd2" y="hd2"/>
              </a:cxn>
              <a:cxn ang="5400000">
                <a:pos x="wd2" y="hd2"/>
              </a:cxn>
              <a:cxn ang="10800000">
                <a:pos x="wd2" y="hd2"/>
              </a:cxn>
              <a:cxn ang="16200000">
                <a:pos x="wd2" y="hd2"/>
              </a:cxn>
            </a:cxnLst>
            <a:rect l="0" t="0" r="r" b="b"/>
            <a:pathLst>
              <a:path w="21600" h="21600" extrusionOk="0">
                <a:moveTo>
                  <a:pt x="19636" y="20400"/>
                </a:moveTo>
                <a:lnTo>
                  <a:pt x="1964" y="20400"/>
                </a:lnTo>
                <a:cubicBezTo>
                  <a:pt x="1422" y="20400"/>
                  <a:pt x="982" y="19862"/>
                  <a:pt x="982" y="19200"/>
                </a:cubicBezTo>
                <a:cubicBezTo>
                  <a:pt x="982" y="18538"/>
                  <a:pt x="1422" y="18000"/>
                  <a:pt x="1964" y="18000"/>
                </a:cubicBezTo>
                <a:lnTo>
                  <a:pt x="19636" y="18000"/>
                </a:lnTo>
                <a:cubicBezTo>
                  <a:pt x="20178" y="18000"/>
                  <a:pt x="20618" y="18538"/>
                  <a:pt x="20618" y="19200"/>
                </a:cubicBezTo>
                <a:cubicBezTo>
                  <a:pt x="20618" y="19862"/>
                  <a:pt x="20178" y="20400"/>
                  <a:pt x="19636" y="20400"/>
                </a:cubicBezTo>
                <a:moveTo>
                  <a:pt x="19636" y="16800"/>
                </a:moveTo>
                <a:lnTo>
                  <a:pt x="1964" y="16800"/>
                </a:lnTo>
                <a:cubicBezTo>
                  <a:pt x="879" y="16800"/>
                  <a:pt x="0" y="17874"/>
                  <a:pt x="0" y="19200"/>
                </a:cubicBezTo>
                <a:cubicBezTo>
                  <a:pt x="0" y="20526"/>
                  <a:pt x="879" y="21600"/>
                  <a:pt x="1964" y="21600"/>
                </a:cubicBezTo>
                <a:lnTo>
                  <a:pt x="19636" y="21600"/>
                </a:lnTo>
                <a:cubicBezTo>
                  <a:pt x="20721" y="21600"/>
                  <a:pt x="21600" y="20526"/>
                  <a:pt x="21600" y="19200"/>
                </a:cubicBezTo>
                <a:cubicBezTo>
                  <a:pt x="21600" y="17874"/>
                  <a:pt x="20721" y="16800"/>
                  <a:pt x="19636" y="16800"/>
                </a:cubicBezTo>
                <a:moveTo>
                  <a:pt x="1964" y="1200"/>
                </a:moveTo>
                <a:lnTo>
                  <a:pt x="19636" y="1200"/>
                </a:lnTo>
                <a:cubicBezTo>
                  <a:pt x="20178" y="1200"/>
                  <a:pt x="20618" y="1737"/>
                  <a:pt x="20618" y="2399"/>
                </a:cubicBezTo>
                <a:cubicBezTo>
                  <a:pt x="20618" y="3063"/>
                  <a:pt x="20178" y="3599"/>
                  <a:pt x="19636" y="3599"/>
                </a:cubicBezTo>
                <a:lnTo>
                  <a:pt x="1964" y="3599"/>
                </a:lnTo>
                <a:cubicBezTo>
                  <a:pt x="1422" y="3599"/>
                  <a:pt x="982" y="3063"/>
                  <a:pt x="982" y="2399"/>
                </a:cubicBezTo>
                <a:cubicBezTo>
                  <a:pt x="982" y="1737"/>
                  <a:pt x="1422" y="1200"/>
                  <a:pt x="1964" y="1200"/>
                </a:cubicBezTo>
                <a:moveTo>
                  <a:pt x="1964" y="4799"/>
                </a:moveTo>
                <a:lnTo>
                  <a:pt x="19636" y="4799"/>
                </a:lnTo>
                <a:cubicBezTo>
                  <a:pt x="20721" y="4799"/>
                  <a:pt x="21600" y="3725"/>
                  <a:pt x="21600" y="2399"/>
                </a:cubicBezTo>
                <a:cubicBezTo>
                  <a:pt x="21600" y="1074"/>
                  <a:pt x="20721" y="0"/>
                  <a:pt x="19636" y="0"/>
                </a:cubicBezTo>
                <a:lnTo>
                  <a:pt x="1964" y="0"/>
                </a:lnTo>
                <a:cubicBezTo>
                  <a:pt x="879" y="0"/>
                  <a:pt x="0" y="1074"/>
                  <a:pt x="0" y="2399"/>
                </a:cubicBezTo>
                <a:cubicBezTo>
                  <a:pt x="0" y="3725"/>
                  <a:pt x="879" y="4799"/>
                  <a:pt x="1964" y="4799"/>
                </a:cubicBezTo>
                <a:moveTo>
                  <a:pt x="19636" y="12000"/>
                </a:moveTo>
                <a:lnTo>
                  <a:pt x="1964" y="12000"/>
                </a:lnTo>
                <a:cubicBezTo>
                  <a:pt x="1422" y="12000"/>
                  <a:pt x="982" y="11463"/>
                  <a:pt x="982" y="10800"/>
                </a:cubicBezTo>
                <a:cubicBezTo>
                  <a:pt x="982" y="10137"/>
                  <a:pt x="1422" y="9600"/>
                  <a:pt x="1964" y="9600"/>
                </a:cubicBezTo>
                <a:lnTo>
                  <a:pt x="19636" y="9600"/>
                </a:lnTo>
                <a:cubicBezTo>
                  <a:pt x="20178" y="9600"/>
                  <a:pt x="20618" y="10137"/>
                  <a:pt x="20618" y="10800"/>
                </a:cubicBezTo>
                <a:cubicBezTo>
                  <a:pt x="20618" y="11463"/>
                  <a:pt x="20178" y="12000"/>
                  <a:pt x="19636" y="12000"/>
                </a:cubicBezTo>
                <a:moveTo>
                  <a:pt x="19636" y="8400"/>
                </a:moveTo>
                <a:lnTo>
                  <a:pt x="1964" y="8400"/>
                </a:lnTo>
                <a:cubicBezTo>
                  <a:pt x="879" y="8400"/>
                  <a:pt x="0" y="9474"/>
                  <a:pt x="0" y="10800"/>
                </a:cubicBezTo>
                <a:cubicBezTo>
                  <a:pt x="0" y="12125"/>
                  <a:pt x="879" y="13200"/>
                  <a:pt x="1964" y="13200"/>
                </a:cubicBezTo>
                <a:lnTo>
                  <a:pt x="19636" y="13200"/>
                </a:lnTo>
                <a:cubicBezTo>
                  <a:pt x="20721" y="13200"/>
                  <a:pt x="21600" y="12125"/>
                  <a:pt x="21600" y="10800"/>
                </a:cubicBezTo>
                <a:cubicBezTo>
                  <a:pt x="21600" y="9474"/>
                  <a:pt x="20721" y="8400"/>
                  <a:pt x="19636" y="84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6" name="Shape 2608">
            <a:extLst>
              <a:ext uri="{FF2B5EF4-FFF2-40B4-BE49-F238E27FC236}">
                <a16:creationId xmlns:a16="http://schemas.microsoft.com/office/drawing/2014/main" id="{10B6E22B-0A66-17F1-DEAD-9911AA080E22}"/>
              </a:ext>
            </a:extLst>
          </p:cNvPr>
          <p:cNvSpPr/>
          <p:nvPr/>
        </p:nvSpPr>
        <p:spPr>
          <a:xfrm>
            <a:off x="7874906" y="3137019"/>
            <a:ext cx="279328" cy="228541"/>
          </a:xfrm>
          <a:custGeom>
            <a:avLst/>
            <a:gdLst/>
            <a:ahLst/>
            <a:cxnLst>
              <a:cxn ang="0">
                <a:pos x="wd2" y="hd2"/>
              </a:cxn>
              <a:cxn ang="5400000">
                <a:pos x="wd2" y="hd2"/>
              </a:cxn>
              <a:cxn ang="10800000">
                <a:pos x="wd2" y="hd2"/>
              </a:cxn>
              <a:cxn ang="16200000">
                <a:pos x="wd2" y="hd2"/>
              </a:cxn>
            </a:cxnLst>
            <a:rect l="0" t="0" r="r" b="b"/>
            <a:pathLst>
              <a:path w="21600" h="21600" extrusionOk="0">
                <a:moveTo>
                  <a:pt x="1964" y="3600"/>
                </a:moveTo>
                <a:cubicBezTo>
                  <a:pt x="1422" y="3600"/>
                  <a:pt x="982" y="3063"/>
                  <a:pt x="982" y="2400"/>
                </a:cubicBezTo>
                <a:cubicBezTo>
                  <a:pt x="982" y="1738"/>
                  <a:pt x="1422" y="1200"/>
                  <a:pt x="1964" y="1200"/>
                </a:cubicBezTo>
                <a:cubicBezTo>
                  <a:pt x="2506" y="1200"/>
                  <a:pt x="2945" y="1738"/>
                  <a:pt x="2945" y="2400"/>
                </a:cubicBezTo>
                <a:cubicBezTo>
                  <a:pt x="2945" y="3063"/>
                  <a:pt x="2506" y="3600"/>
                  <a:pt x="1964" y="3600"/>
                </a:cubicBezTo>
                <a:moveTo>
                  <a:pt x="1964" y="0"/>
                </a:moveTo>
                <a:cubicBezTo>
                  <a:pt x="879" y="0"/>
                  <a:pt x="0" y="1075"/>
                  <a:pt x="0" y="2400"/>
                </a:cubicBezTo>
                <a:cubicBezTo>
                  <a:pt x="0" y="3726"/>
                  <a:pt x="879" y="4800"/>
                  <a:pt x="1964" y="4800"/>
                </a:cubicBezTo>
                <a:cubicBezTo>
                  <a:pt x="3048" y="4800"/>
                  <a:pt x="3927" y="3726"/>
                  <a:pt x="3927" y="2400"/>
                </a:cubicBezTo>
                <a:cubicBezTo>
                  <a:pt x="3927" y="1075"/>
                  <a:pt x="3048" y="0"/>
                  <a:pt x="1964" y="0"/>
                </a:cubicBezTo>
                <a:moveTo>
                  <a:pt x="1964" y="12000"/>
                </a:moveTo>
                <a:cubicBezTo>
                  <a:pt x="1422" y="12000"/>
                  <a:pt x="982" y="11463"/>
                  <a:pt x="982" y="10800"/>
                </a:cubicBezTo>
                <a:cubicBezTo>
                  <a:pt x="982" y="10138"/>
                  <a:pt x="1422" y="9600"/>
                  <a:pt x="1964" y="9600"/>
                </a:cubicBezTo>
                <a:cubicBezTo>
                  <a:pt x="2506" y="9600"/>
                  <a:pt x="2945" y="10138"/>
                  <a:pt x="2945" y="10800"/>
                </a:cubicBezTo>
                <a:cubicBezTo>
                  <a:pt x="2945" y="11463"/>
                  <a:pt x="2506" y="12000"/>
                  <a:pt x="1964" y="12000"/>
                </a:cubicBezTo>
                <a:moveTo>
                  <a:pt x="1964" y="8401"/>
                </a:moveTo>
                <a:cubicBezTo>
                  <a:pt x="879" y="8401"/>
                  <a:pt x="0" y="9475"/>
                  <a:pt x="0" y="10800"/>
                </a:cubicBezTo>
                <a:cubicBezTo>
                  <a:pt x="0" y="12126"/>
                  <a:pt x="879" y="13200"/>
                  <a:pt x="1964" y="13200"/>
                </a:cubicBezTo>
                <a:cubicBezTo>
                  <a:pt x="3048" y="13200"/>
                  <a:pt x="3927" y="12126"/>
                  <a:pt x="3927" y="10800"/>
                </a:cubicBezTo>
                <a:cubicBezTo>
                  <a:pt x="3927" y="9475"/>
                  <a:pt x="3048" y="8401"/>
                  <a:pt x="1964" y="8401"/>
                </a:cubicBezTo>
                <a:moveTo>
                  <a:pt x="19636" y="12000"/>
                </a:moveTo>
                <a:lnTo>
                  <a:pt x="7855" y="12000"/>
                </a:lnTo>
                <a:cubicBezTo>
                  <a:pt x="7313" y="12000"/>
                  <a:pt x="6873" y="11463"/>
                  <a:pt x="6873" y="10801"/>
                </a:cubicBezTo>
                <a:cubicBezTo>
                  <a:pt x="6873" y="10138"/>
                  <a:pt x="7313" y="9600"/>
                  <a:pt x="7855" y="9600"/>
                </a:cubicBezTo>
                <a:lnTo>
                  <a:pt x="19636" y="9600"/>
                </a:lnTo>
                <a:cubicBezTo>
                  <a:pt x="20178" y="9600"/>
                  <a:pt x="20618" y="10138"/>
                  <a:pt x="20618" y="10801"/>
                </a:cubicBezTo>
                <a:cubicBezTo>
                  <a:pt x="20618" y="11463"/>
                  <a:pt x="20178" y="12000"/>
                  <a:pt x="19636" y="12000"/>
                </a:cubicBezTo>
                <a:moveTo>
                  <a:pt x="19636" y="8401"/>
                </a:moveTo>
                <a:lnTo>
                  <a:pt x="7855" y="8401"/>
                </a:lnTo>
                <a:cubicBezTo>
                  <a:pt x="6770" y="8401"/>
                  <a:pt x="5891" y="9475"/>
                  <a:pt x="5891" y="10801"/>
                </a:cubicBezTo>
                <a:cubicBezTo>
                  <a:pt x="5891" y="12126"/>
                  <a:pt x="6770" y="13200"/>
                  <a:pt x="7855" y="13200"/>
                </a:cubicBezTo>
                <a:lnTo>
                  <a:pt x="19636" y="13200"/>
                </a:lnTo>
                <a:cubicBezTo>
                  <a:pt x="20721" y="13200"/>
                  <a:pt x="21600" y="12126"/>
                  <a:pt x="21600" y="10801"/>
                </a:cubicBezTo>
                <a:cubicBezTo>
                  <a:pt x="21600" y="9475"/>
                  <a:pt x="20721" y="8401"/>
                  <a:pt x="19636" y="8401"/>
                </a:cubicBezTo>
                <a:moveTo>
                  <a:pt x="19636" y="20400"/>
                </a:moveTo>
                <a:lnTo>
                  <a:pt x="7855" y="20400"/>
                </a:lnTo>
                <a:cubicBezTo>
                  <a:pt x="7313" y="20400"/>
                  <a:pt x="6873" y="19862"/>
                  <a:pt x="6873" y="19200"/>
                </a:cubicBezTo>
                <a:cubicBezTo>
                  <a:pt x="6873" y="18538"/>
                  <a:pt x="7313" y="18000"/>
                  <a:pt x="7855" y="18000"/>
                </a:cubicBezTo>
                <a:lnTo>
                  <a:pt x="19636" y="18000"/>
                </a:lnTo>
                <a:cubicBezTo>
                  <a:pt x="20178" y="18000"/>
                  <a:pt x="20618" y="18538"/>
                  <a:pt x="20618" y="19200"/>
                </a:cubicBezTo>
                <a:cubicBezTo>
                  <a:pt x="20618" y="19862"/>
                  <a:pt x="20178" y="20400"/>
                  <a:pt x="19636" y="20400"/>
                </a:cubicBezTo>
                <a:moveTo>
                  <a:pt x="19636" y="16800"/>
                </a:moveTo>
                <a:lnTo>
                  <a:pt x="7855" y="16800"/>
                </a:lnTo>
                <a:cubicBezTo>
                  <a:pt x="6770" y="16800"/>
                  <a:pt x="5891" y="17875"/>
                  <a:pt x="5891" y="19200"/>
                </a:cubicBezTo>
                <a:cubicBezTo>
                  <a:pt x="5891" y="20526"/>
                  <a:pt x="6770" y="21600"/>
                  <a:pt x="7855" y="21600"/>
                </a:cubicBezTo>
                <a:lnTo>
                  <a:pt x="19636" y="21600"/>
                </a:lnTo>
                <a:cubicBezTo>
                  <a:pt x="20721" y="21600"/>
                  <a:pt x="21600" y="20526"/>
                  <a:pt x="21600" y="19200"/>
                </a:cubicBezTo>
                <a:cubicBezTo>
                  <a:pt x="21600" y="17875"/>
                  <a:pt x="20721" y="16800"/>
                  <a:pt x="19636" y="16800"/>
                </a:cubicBezTo>
                <a:moveTo>
                  <a:pt x="7855" y="1201"/>
                </a:moveTo>
                <a:lnTo>
                  <a:pt x="19636" y="1201"/>
                </a:lnTo>
                <a:cubicBezTo>
                  <a:pt x="20178" y="1201"/>
                  <a:pt x="20618" y="1738"/>
                  <a:pt x="20618" y="2400"/>
                </a:cubicBezTo>
                <a:cubicBezTo>
                  <a:pt x="20618" y="3063"/>
                  <a:pt x="20178" y="3600"/>
                  <a:pt x="19636" y="3600"/>
                </a:cubicBezTo>
                <a:lnTo>
                  <a:pt x="7855" y="3600"/>
                </a:lnTo>
                <a:cubicBezTo>
                  <a:pt x="7313" y="3600"/>
                  <a:pt x="6873" y="3063"/>
                  <a:pt x="6873" y="2400"/>
                </a:cubicBezTo>
                <a:cubicBezTo>
                  <a:pt x="6873" y="1738"/>
                  <a:pt x="7313" y="1201"/>
                  <a:pt x="7855" y="1201"/>
                </a:cubicBezTo>
                <a:moveTo>
                  <a:pt x="7855" y="4800"/>
                </a:moveTo>
                <a:lnTo>
                  <a:pt x="19636" y="4800"/>
                </a:lnTo>
                <a:cubicBezTo>
                  <a:pt x="20721" y="4800"/>
                  <a:pt x="21600" y="3726"/>
                  <a:pt x="21600" y="2400"/>
                </a:cubicBezTo>
                <a:cubicBezTo>
                  <a:pt x="21600" y="1075"/>
                  <a:pt x="20721" y="1"/>
                  <a:pt x="19636" y="1"/>
                </a:cubicBezTo>
                <a:lnTo>
                  <a:pt x="7855" y="1"/>
                </a:lnTo>
                <a:cubicBezTo>
                  <a:pt x="6770" y="1"/>
                  <a:pt x="5891" y="1075"/>
                  <a:pt x="5891" y="2400"/>
                </a:cubicBezTo>
                <a:cubicBezTo>
                  <a:pt x="5891" y="3726"/>
                  <a:pt x="6770" y="4800"/>
                  <a:pt x="7855" y="4800"/>
                </a:cubicBezTo>
                <a:moveTo>
                  <a:pt x="1964" y="20400"/>
                </a:moveTo>
                <a:cubicBezTo>
                  <a:pt x="1422" y="20400"/>
                  <a:pt x="982" y="19862"/>
                  <a:pt x="982" y="19200"/>
                </a:cubicBezTo>
                <a:cubicBezTo>
                  <a:pt x="982" y="18538"/>
                  <a:pt x="1422" y="18000"/>
                  <a:pt x="1964" y="18000"/>
                </a:cubicBezTo>
                <a:cubicBezTo>
                  <a:pt x="2506" y="18000"/>
                  <a:pt x="2945" y="18538"/>
                  <a:pt x="2945" y="19200"/>
                </a:cubicBezTo>
                <a:cubicBezTo>
                  <a:pt x="2945" y="19862"/>
                  <a:pt x="2506" y="20400"/>
                  <a:pt x="1964" y="20400"/>
                </a:cubicBezTo>
                <a:moveTo>
                  <a:pt x="1964" y="16800"/>
                </a:moveTo>
                <a:cubicBezTo>
                  <a:pt x="879" y="16800"/>
                  <a:pt x="0" y="17875"/>
                  <a:pt x="0" y="19200"/>
                </a:cubicBezTo>
                <a:cubicBezTo>
                  <a:pt x="0" y="20526"/>
                  <a:pt x="879" y="21600"/>
                  <a:pt x="1964" y="21600"/>
                </a:cubicBezTo>
                <a:cubicBezTo>
                  <a:pt x="3048" y="21600"/>
                  <a:pt x="3927" y="20526"/>
                  <a:pt x="3927" y="19200"/>
                </a:cubicBezTo>
                <a:cubicBezTo>
                  <a:pt x="3927" y="17875"/>
                  <a:pt x="3048" y="16800"/>
                  <a:pt x="1964" y="168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7" name="Shape 2609">
            <a:extLst>
              <a:ext uri="{FF2B5EF4-FFF2-40B4-BE49-F238E27FC236}">
                <a16:creationId xmlns:a16="http://schemas.microsoft.com/office/drawing/2014/main" id="{2C817B44-BE89-90F2-EF8C-2FD135A046BD}"/>
              </a:ext>
            </a:extLst>
          </p:cNvPr>
          <p:cNvSpPr/>
          <p:nvPr/>
        </p:nvSpPr>
        <p:spPr>
          <a:xfrm>
            <a:off x="8408167" y="3137019"/>
            <a:ext cx="279328" cy="228541"/>
          </a:xfrm>
          <a:custGeom>
            <a:avLst/>
            <a:gdLst/>
            <a:ahLst/>
            <a:cxnLst>
              <a:cxn ang="0">
                <a:pos x="wd2" y="hd2"/>
              </a:cxn>
              <a:cxn ang="5400000">
                <a:pos x="wd2" y="hd2"/>
              </a:cxn>
              <a:cxn ang="10800000">
                <a:pos x="wd2" y="hd2"/>
              </a:cxn>
              <a:cxn ang="16200000">
                <a:pos x="wd2" y="hd2"/>
              </a:cxn>
            </a:cxnLst>
            <a:rect l="0" t="0" r="r" b="b"/>
            <a:pathLst>
              <a:path w="21600" h="21600" extrusionOk="0">
                <a:moveTo>
                  <a:pt x="21109" y="13200"/>
                </a:moveTo>
                <a:lnTo>
                  <a:pt x="5400" y="13200"/>
                </a:lnTo>
                <a:cubicBezTo>
                  <a:pt x="5129" y="13200"/>
                  <a:pt x="4909" y="13469"/>
                  <a:pt x="4909" y="13800"/>
                </a:cubicBezTo>
                <a:cubicBezTo>
                  <a:pt x="4909" y="14132"/>
                  <a:pt x="5129" y="14400"/>
                  <a:pt x="5400" y="14400"/>
                </a:cubicBezTo>
                <a:lnTo>
                  <a:pt x="21109" y="14400"/>
                </a:lnTo>
                <a:cubicBezTo>
                  <a:pt x="21380" y="14400"/>
                  <a:pt x="21600" y="14132"/>
                  <a:pt x="21600" y="13800"/>
                </a:cubicBezTo>
                <a:cubicBezTo>
                  <a:pt x="21600" y="13469"/>
                  <a:pt x="21380" y="13200"/>
                  <a:pt x="21109" y="13200"/>
                </a:cubicBezTo>
                <a:moveTo>
                  <a:pt x="21109" y="7200"/>
                </a:moveTo>
                <a:lnTo>
                  <a:pt x="5400" y="7200"/>
                </a:lnTo>
                <a:cubicBezTo>
                  <a:pt x="5129" y="7200"/>
                  <a:pt x="4909" y="7469"/>
                  <a:pt x="4909" y="7800"/>
                </a:cubicBezTo>
                <a:cubicBezTo>
                  <a:pt x="4909" y="8132"/>
                  <a:pt x="5129" y="8401"/>
                  <a:pt x="5400" y="8401"/>
                </a:cubicBezTo>
                <a:lnTo>
                  <a:pt x="21109" y="8401"/>
                </a:lnTo>
                <a:cubicBezTo>
                  <a:pt x="21380" y="8401"/>
                  <a:pt x="21600" y="8132"/>
                  <a:pt x="21600" y="7800"/>
                </a:cubicBezTo>
                <a:cubicBezTo>
                  <a:pt x="21600" y="7469"/>
                  <a:pt x="21380" y="7200"/>
                  <a:pt x="21109" y="7200"/>
                </a:cubicBezTo>
                <a:moveTo>
                  <a:pt x="1473" y="0"/>
                </a:moveTo>
                <a:cubicBezTo>
                  <a:pt x="659" y="0"/>
                  <a:pt x="0" y="807"/>
                  <a:pt x="0" y="1800"/>
                </a:cubicBezTo>
                <a:cubicBezTo>
                  <a:pt x="0" y="2794"/>
                  <a:pt x="659" y="3600"/>
                  <a:pt x="1473" y="3600"/>
                </a:cubicBezTo>
                <a:cubicBezTo>
                  <a:pt x="2286" y="3600"/>
                  <a:pt x="2945" y="2794"/>
                  <a:pt x="2945" y="1800"/>
                </a:cubicBezTo>
                <a:cubicBezTo>
                  <a:pt x="2945" y="807"/>
                  <a:pt x="2286" y="0"/>
                  <a:pt x="1473" y="0"/>
                </a:cubicBezTo>
                <a:moveTo>
                  <a:pt x="21109" y="19200"/>
                </a:moveTo>
                <a:lnTo>
                  <a:pt x="5400" y="19200"/>
                </a:lnTo>
                <a:cubicBezTo>
                  <a:pt x="5129" y="19200"/>
                  <a:pt x="4909" y="19469"/>
                  <a:pt x="4909" y="19800"/>
                </a:cubicBezTo>
                <a:cubicBezTo>
                  <a:pt x="4909" y="20132"/>
                  <a:pt x="5129" y="20400"/>
                  <a:pt x="5400" y="20400"/>
                </a:cubicBezTo>
                <a:lnTo>
                  <a:pt x="21109" y="20400"/>
                </a:lnTo>
                <a:cubicBezTo>
                  <a:pt x="21380" y="20400"/>
                  <a:pt x="21600" y="20132"/>
                  <a:pt x="21600" y="19800"/>
                </a:cubicBezTo>
                <a:cubicBezTo>
                  <a:pt x="21600" y="19469"/>
                  <a:pt x="21380" y="19200"/>
                  <a:pt x="21109" y="19200"/>
                </a:cubicBezTo>
                <a:moveTo>
                  <a:pt x="5400" y="2400"/>
                </a:moveTo>
                <a:lnTo>
                  <a:pt x="21109" y="2400"/>
                </a:lnTo>
                <a:cubicBezTo>
                  <a:pt x="21380" y="2400"/>
                  <a:pt x="21600" y="2132"/>
                  <a:pt x="21600" y="1800"/>
                </a:cubicBezTo>
                <a:cubicBezTo>
                  <a:pt x="21600" y="1469"/>
                  <a:pt x="21380" y="1200"/>
                  <a:pt x="21109" y="1200"/>
                </a:cubicBezTo>
                <a:lnTo>
                  <a:pt x="5400" y="1200"/>
                </a:lnTo>
                <a:cubicBezTo>
                  <a:pt x="5129" y="1200"/>
                  <a:pt x="4909" y="1469"/>
                  <a:pt x="4909" y="1800"/>
                </a:cubicBezTo>
                <a:cubicBezTo>
                  <a:pt x="4909" y="2132"/>
                  <a:pt x="5129" y="2400"/>
                  <a:pt x="5400" y="2400"/>
                </a:cubicBezTo>
                <a:moveTo>
                  <a:pt x="1473" y="18000"/>
                </a:moveTo>
                <a:cubicBezTo>
                  <a:pt x="659" y="18000"/>
                  <a:pt x="0" y="18806"/>
                  <a:pt x="0" y="19800"/>
                </a:cubicBezTo>
                <a:cubicBezTo>
                  <a:pt x="0" y="20794"/>
                  <a:pt x="659" y="21600"/>
                  <a:pt x="1473" y="21600"/>
                </a:cubicBezTo>
                <a:cubicBezTo>
                  <a:pt x="2286" y="21600"/>
                  <a:pt x="2945" y="20794"/>
                  <a:pt x="2945" y="19800"/>
                </a:cubicBezTo>
                <a:cubicBezTo>
                  <a:pt x="2945" y="18806"/>
                  <a:pt x="2286" y="18000"/>
                  <a:pt x="1473" y="18000"/>
                </a:cubicBezTo>
                <a:moveTo>
                  <a:pt x="1473" y="6000"/>
                </a:moveTo>
                <a:cubicBezTo>
                  <a:pt x="659" y="6000"/>
                  <a:pt x="0" y="6807"/>
                  <a:pt x="0" y="7800"/>
                </a:cubicBezTo>
                <a:cubicBezTo>
                  <a:pt x="0" y="8794"/>
                  <a:pt x="659" y="9600"/>
                  <a:pt x="1473" y="9600"/>
                </a:cubicBezTo>
                <a:cubicBezTo>
                  <a:pt x="2286" y="9600"/>
                  <a:pt x="2945" y="8794"/>
                  <a:pt x="2945" y="7800"/>
                </a:cubicBezTo>
                <a:cubicBezTo>
                  <a:pt x="2945" y="6807"/>
                  <a:pt x="2286" y="6000"/>
                  <a:pt x="1473" y="6000"/>
                </a:cubicBezTo>
                <a:moveTo>
                  <a:pt x="1473" y="12000"/>
                </a:moveTo>
                <a:cubicBezTo>
                  <a:pt x="659" y="12000"/>
                  <a:pt x="0" y="12807"/>
                  <a:pt x="0" y="13800"/>
                </a:cubicBezTo>
                <a:cubicBezTo>
                  <a:pt x="0" y="14794"/>
                  <a:pt x="659" y="15600"/>
                  <a:pt x="1473" y="15600"/>
                </a:cubicBezTo>
                <a:cubicBezTo>
                  <a:pt x="2286" y="15600"/>
                  <a:pt x="2945" y="14794"/>
                  <a:pt x="2945" y="13800"/>
                </a:cubicBezTo>
                <a:cubicBezTo>
                  <a:pt x="2945" y="12807"/>
                  <a:pt x="2286" y="12000"/>
                  <a:pt x="1473" y="120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8" name="Shape 2610">
            <a:extLst>
              <a:ext uri="{FF2B5EF4-FFF2-40B4-BE49-F238E27FC236}">
                <a16:creationId xmlns:a16="http://schemas.microsoft.com/office/drawing/2014/main" id="{8B600A9A-7367-C6CA-B7ED-1DDC5F270330}"/>
              </a:ext>
            </a:extLst>
          </p:cNvPr>
          <p:cNvSpPr/>
          <p:nvPr/>
        </p:nvSpPr>
        <p:spPr>
          <a:xfrm>
            <a:off x="8941428" y="3137018"/>
            <a:ext cx="279328" cy="228535"/>
          </a:xfrm>
          <a:custGeom>
            <a:avLst/>
            <a:gdLst/>
            <a:ahLst/>
            <a:cxnLst>
              <a:cxn ang="0">
                <a:pos x="wd2" y="hd2"/>
              </a:cxn>
              <a:cxn ang="5400000">
                <a:pos x="wd2" y="hd2"/>
              </a:cxn>
              <a:cxn ang="10800000">
                <a:pos x="wd2" y="hd2"/>
              </a:cxn>
              <a:cxn ang="16200000">
                <a:pos x="wd2" y="hd2"/>
              </a:cxn>
            </a:cxnLst>
            <a:rect l="0" t="0" r="r" b="b"/>
            <a:pathLst>
              <a:path w="21600" h="21600" extrusionOk="0">
                <a:moveTo>
                  <a:pt x="20618" y="6000"/>
                </a:moveTo>
                <a:lnTo>
                  <a:pt x="982" y="6000"/>
                </a:lnTo>
                <a:lnTo>
                  <a:pt x="982" y="2399"/>
                </a:lnTo>
                <a:cubicBezTo>
                  <a:pt x="982" y="1737"/>
                  <a:pt x="1422" y="1200"/>
                  <a:pt x="1964" y="1200"/>
                </a:cubicBezTo>
                <a:lnTo>
                  <a:pt x="6873" y="1200"/>
                </a:lnTo>
                <a:cubicBezTo>
                  <a:pt x="8345" y="1200"/>
                  <a:pt x="8345" y="3600"/>
                  <a:pt x="10800" y="3600"/>
                </a:cubicBezTo>
                <a:lnTo>
                  <a:pt x="19636" y="3600"/>
                </a:lnTo>
                <a:cubicBezTo>
                  <a:pt x="20178" y="3600"/>
                  <a:pt x="20618" y="4137"/>
                  <a:pt x="20618" y="4800"/>
                </a:cubicBezTo>
                <a:cubicBezTo>
                  <a:pt x="20618" y="4800"/>
                  <a:pt x="20618" y="6000"/>
                  <a:pt x="20618" y="6000"/>
                </a:cubicBezTo>
                <a:close/>
                <a:moveTo>
                  <a:pt x="20618" y="19200"/>
                </a:moveTo>
                <a:cubicBezTo>
                  <a:pt x="20618" y="19863"/>
                  <a:pt x="20178" y="20400"/>
                  <a:pt x="19636" y="20400"/>
                </a:cubicBezTo>
                <a:lnTo>
                  <a:pt x="1964" y="20400"/>
                </a:lnTo>
                <a:cubicBezTo>
                  <a:pt x="1422" y="20400"/>
                  <a:pt x="982" y="19863"/>
                  <a:pt x="982" y="19200"/>
                </a:cubicBezTo>
                <a:lnTo>
                  <a:pt x="982" y="7200"/>
                </a:lnTo>
                <a:lnTo>
                  <a:pt x="20618" y="7200"/>
                </a:lnTo>
                <a:cubicBezTo>
                  <a:pt x="20618" y="7200"/>
                  <a:pt x="20618" y="19200"/>
                  <a:pt x="20618" y="19200"/>
                </a:cubicBezTo>
                <a:close/>
                <a:moveTo>
                  <a:pt x="19636" y="2399"/>
                </a:moveTo>
                <a:lnTo>
                  <a:pt x="10800" y="2399"/>
                </a:lnTo>
                <a:cubicBezTo>
                  <a:pt x="8836" y="2399"/>
                  <a:pt x="8836" y="0"/>
                  <a:pt x="6873" y="0"/>
                </a:cubicBezTo>
                <a:lnTo>
                  <a:pt x="1964" y="0"/>
                </a:lnTo>
                <a:cubicBezTo>
                  <a:pt x="879" y="0"/>
                  <a:pt x="0" y="1074"/>
                  <a:pt x="0" y="2399"/>
                </a:cubicBezTo>
                <a:lnTo>
                  <a:pt x="0" y="19200"/>
                </a:lnTo>
                <a:cubicBezTo>
                  <a:pt x="0" y="20526"/>
                  <a:pt x="879" y="21600"/>
                  <a:pt x="1964" y="21600"/>
                </a:cubicBezTo>
                <a:lnTo>
                  <a:pt x="19636" y="21600"/>
                </a:lnTo>
                <a:cubicBezTo>
                  <a:pt x="20721" y="21600"/>
                  <a:pt x="21600" y="20526"/>
                  <a:pt x="21600" y="19200"/>
                </a:cubicBezTo>
                <a:lnTo>
                  <a:pt x="21600" y="4800"/>
                </a:lnTo>
                <a:cubicBezTo>
                  <a:pt x="21600" y="3474"/>
                  <a:pt x="20721" y="2399"/>
                  <a:pt x="19636" y="239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9" name="Shape 2611">
            <a:extLst>
              <a:ext uri="{FF2B5EF4-FFF2-40B4-BE49-F238E27FC236}">
                <a16:creationId xmlns:a16="http://schemas.microsoft.com/office/drawing/2014/main" id="{6E10FA83-C545-6868-2A72-14892C041D74}"/>
              </a:ext>
            </a:extLst>
          </p:cNvPr>
          <p:cNvSpPr/>
          <p:nvPr/>
        </p:nvSpPr>
        <p:spPr>
          <a:xfrm>
            <a:off x="9474689" y="3124322"/>
            <a:ext cx="279328" cy="253935"/>
          </a:xfrm>
          <a:custGeom>
            <a:avLst/>
            <a:gdLst/>
            <a:ahLst/>
            <a:cxnLst>
              <a:cxn ang="0">
                <a:pos x="wd2" y="hd2"/>
              </a:cxn>
              <a:cxn ang="5400000">
                <a:pos x="wd2" y="hd2"/>
              </a:cxn>
              <a:cxn ang="10800000">
                <a:pos x="wd2" y="hd2"/>
              </a:cxn>
              <a:cxn ang="16200000">
                <a:pos x="wd2" y="hd2"/>
              </a:cxn>
            </a:cxnLst>
            <a:rect l="0" t="0" r="r" b="b"/>
            <a:pathLst>
              <a:path w="21600" h="21600" extrusionOk="0">
                <a:moveTo>
                  <a:pt x="19636" y="2161"/>
                </a:moveTo>
                <a:lnTo>
                  <a:pt x="13745" y="2161"/>
                </a:lnTo>
                <a:cubicBezTo>
                  <a:pt x="11782" y="2160"/>
                  <a:pt x="11782" y="0"/>
                  <a:pt x="9818" y="0"/>
                </a:cubicBezTo>
                <a:lnTo>
                  <a:pt x="5891" y="0"/>
                </a:lnTo>
                <a:cubicBezTo>
                  <a:pt x="4806" y="0"/>
                  <a:pt x="3927" y="967"/>
                  <a:pt x="3927" y="2161"/>
                </a:cubicBezTo>
                <a:lnTo>
                  <a:pt x="3927" y="2700"/>
                </a:lnTo>
                <a:cubicBezTo>
                  <a:pt x="3927" y="2999"/>
                  <a:pt x="4147" y="3240"/>
                  <a:pt x="4418" y="3240"/>
                </a:cubicBezTo>
                <a:cubicBezTo>
                  <a:pt x="4690" y="3240"/>
                  <a:pt x="4909" y="2999"/>
                  <a:pt x="4909" y="2700"/>
                </a:cubicBezTo>
                <a:lnTo>
                  <a:pt x="4909" y="2161"/>
                </a:lnTo>
                <a:cubicBezTo>
                  <a:pt x="4909" y="1564"/>
                  <a:pt x="5348" y="1080"/>
                  <a:pt x="5891" y="1080"/>
                </a:cubicBezTo>
                <a:lnTo>
                  <a:pt x="9818" y="1080"/>
                </a:lnTo>
                <a:cubicBezTo>
                  <a:pt x="11291" y="1080"/>
                  <a:pt x="11291" y="3239"/>
                  <a:pt x="13744" y="3240"/>
                </a:cubicBezTo>
                <a:lnTo>
                  <a:pt x="19636" y="3240"/>
                </a:lnTo>
                <a:cubicBezTo>
                  <a:pt x="20178" y="3240"/>
                  <a:pt x="20618" y="3724"/>
                  <a:pt x="20618" y="4321"/>
                </a:cubicBezTo>
                <a:lnTo>
                  <a:pt x="20618" y="15120"/>
                </a:lnTo>
                <a:cubicBezTo>
                  <a:pt x="20618" y="15717"/>
                  <a:pt x="20178" y="16200"/>
                  <a:pt x="19636" y="16200"/>
                </a:cubicBezTo>
                <a:lnTo>
                  <a:pt x="19145" y="16200"/>
                </a:lnTo>
                <a:cubicBezTo>
                  <a:pt x="18874" y="16200"/>
                  <a:pt x="18655" y="16442"/>
                  <a:pt x="18655" y="16740"/>
                </a:cubicBezTo>
                <a:cubicBezTo>
                  <a:pt x="18655" y="17039"/>
                  <a:pt x="18874" y="17280"/>
                  <a:pt x="19145" y="17280"/>
                </a:cubicBezTo>
                <a:lnTo>
                  <a:pt x="19636" y="17280"/>
                </a:lnTo>
                <a:cubicBezTo>
                  <a:pt x="20721" y="17280"/>
                  <a:pt x="21600" y="16314"/>
                  <a:pt x="21600" y="15120"/>
                </a:cubicBezTo>
                <a:lnTo>
                  <a:pt x="21600" y="4321"/>
                </a:lnTo>
                <a:cubicBezTo>
                  <a:pt x="21600" y="3127"/>
                  <a:pt x="20721" y="2161"/>
                  <a:pt x="19636" y="2161"/>
                </a:cubicBezTo>
                <a:moveTo>
                  <a:pt x="16691" y="9720"/>
                </a:moveTo>
                <a:lnTo>
                  <a:pt x="982" y="9720"/>
                </a:lnTo>
                <a:lnTo>
                  <a:pt x="982" y="6481"/>
                </a:lnTo>
                <a:cubicBezTo>
                  <a:pt x="982" y="5884"/>
                  <a:pt x="1421" y="5400"/>
                  <a:pt x="1964" y="5400"/>
                </a:cubicBezTo>
                <a:lnTo>
                  <a:pt x="5891" y="5400"/>
                </a:lnTo>
                <a:cubicBezTo>
                  <a:pt x="7364" y="5400"/>
                  <a:pt x="7364" y="7560"/>
                  <a:pt x="9818" y="7560"/>
                </a:cubicBezTo>
                <a:lnTo>
                  <a:pt x="15709" y="7560"/>
                </a:lnTo>
                <a:cubicBezTo>
                  <a:pt x="16251" y="7560"/>
                  <a:pt x="16691" y="8044"/>
                  <a:pt x="16691" y="8641"/>
                </a:cubicBezTo>
                <a:cubicBezTo>
                  <a:pt x="16691" y="8641"/>
                  <a:pt x="16691" y="9720"/>
                  <a:pt x="16691" y="9720"/>
                </a:cubicBezTo>
                <a:close/>
                <a:moveTo>
                  <a:pt x="16691" y="19440"/>
                </a:moveTo>
                <a:cubicBezTo>
                  <a:pt x="16691" y="20037"/>
                  <a:pt x="16251" y="20520"/>
                  <a:pt x="15709" y="20520"/>
                </a:cubicBezTo>
                <a:lnTo>
                  <a:pt x="1964" y="20520"/>
                </a:lnTo>
                <a:cubicBezTo>
                  <a:pt x="1421" y="20520"/>
                  <a:pt x="982" y="20037"/>
                  <a:pt x="982" y="19440"/>
                </a:cubicBezTo>
                <a:lnTo>
                  <a:pt x="982" y="10801"/>
                </a:lnTo>
                <a:lnTo>
                  <a:pt x="16691" y="10801"/>
                </a:lnTo>
                <a:cubicBezTo>
                  <a:pt x="16691" y="10801"/>
                  <a:pt x="16691" y="19440"/>
                  <a:pt x="16691" y="19440"/>
                </a:cubicBezTo>
                <a:close/>
                <a:moveTo>
                  <a:pt x="15709" y="6481"/>
                </a:moveTo>
                <a:lnTo>
                  <a:pt x="9818" y="6481"/>
                </a:lnTo>
                <a:cubicBezTo>
                  <a:pt x="7855" y="6480"/>
                  <a:pt x="7855" y="4320"/>
                  <a:pt x="5891" y="4320"/>
                </a:cubicBezTo>
                <a:lnTo>
                  <a:pt x="1964" y="4320"/>
                </a:lnTo>
                <a:cubicBezTo>
                  <a:pt x="879" y="4320"/>
                  <a:pt x="0" y="5287"/>
                  <a:pt x="0" y="6481"/>
                </a:cubicBezTo>
                <a:lnTo>
                  <a:pt x="0" y="19440"/>
                </a:lnTo>
                <a:cubicBezTo>
                  <a:pt x="0" y="20634"/>
                  <a:pt x="879" y="21600"/>
                  <a:pt x="1964" y="21600"/>
                </a:cubicBezTo>
                <a:lnTo>
                  <a:pt x="15709" y="21600"/>
                </a:lnTo>
                <a:cubicBezTo>
                  <a:pt x="16794" y="21600"/>
                  <a:pt x="17673" y="20634"/>
                  <a:pt x="17673" y="19440"/>
                </a:cubicBezTo>
                <a:lnTo>
                  <a:pt x="17673" y="8641"/>
                </a:lnTo>
                <a:cubicBezTo>
                  <a:pt x="17673" y="7447"/>
                  <a:pt x="16794" y="6481"/>
                  <a:pt x="15709" y="6481"/>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0" name="Shape 2612">
            <a:extLst>
              <a:ext uri="{FF2B5EF4-FFF2-40B4-BE49-F238E27FC236}">
                <a16:creationId xmlns:a16="http://schemas.microsoft.com/office/drawing/2014/main" id="{EA4F4F5E-BE2F-9656-3A09-817CF2EBD726}"/>
              </a:ext>
            </a:extLst>
          </p:cNvPr>
          <p:cNvSpPr/>
          <p:nvPr/>
        </p:nvSpPr>
        <p:spPr>
          <a:xfrm>
            <a:off x="10007950" y="3137018"/>
            <a:ext cx="279328" cy="228532"/>
          </a:xfrm>
          <a:custGeom>
            <a:avLst/>
            <a:gdLst/>
            <a:ahLst/>
            <a:cxnLst>
              <a:cxn ang="0">
                <a:pos x="wd2" y="hd2"/>
              </a:cxn>
              <a:cxn ang="5400000">
                <a:pos x="wd2" y="hd2"/>
              </a:cxn>
              <a:cxn ang="10800000">
                <a:pos x="wd2" y="hd2"/>
              </a:cxn>
              <a:cxn ang="16200000">
                <a:pos x="wd2" y="hd2"/>
              </a:cxn>
            </a:cxnLst>
            <a:rect l="0" t="0" r="r" b="b"/>
            <a:pathLst>
              <a:path w="21600" h="21600" extrusionOk="0">
                <a:moveTo>
                  <a:pt x="10800" y="13200"/>
                </a:moveTo>
                <a:cubicBezTo>
                  <a:pt x="11071" y="13200"/>
                  <a:pt x="11291" y="13469"/>
                  <a:pt x="11291" y="13800"/>
                </a:cubicBezTo>
                <a:cubicBezTo>
                  <a:pt x="11291" y="14132"/>
                  <a:pt x="11071" y="14400"/>
                  <a:pt x="10800" y="14400"/>
                </a:cubicBezTo>
                <a:cubicBezTo>
                  <a:pt x="10529" y="14400"/>
                  <a:pt x="10309" y="14132"/>
                  <a:pt x="10309" y="13800"/>
                </a:cubicBezTo>
                <a:cubicBezTo>
                  <a:pt x="10309" y="13469"/>
                  <a:pt x="10529" y="13200"/>
                  <a:pt x="10800" y="13200"/>
                </a:cubicBezTo>
                <a:moveTo>
                  <a:pt x="10800" y="15600"/>
                </a:moveTo>
                <a:cubicBezTo>
                  <a:pt x="11613" y="15600"/>
                  <a:pt x="12273" y="14794"/>
                  <a:pt x="12273" y="13800"/>
                </a:cubicBezTo>
                <a:cubicBezTo>
                  <a:pt x="12273" y="12806"/>
                  <a:pt x="11613" y="12000"/>
                  <a:pt x="10800" y="12000"/>
                </a:cubicBezTo>
                <a:cubicBezTo>
                  <a:pt x="9987" y="12000"/>
                  <a:pt x="9327" y="12806"/>
                  <a:pt x="9327" y="13800"/>
                </a:cubicBezTo>
                <a:cubicBezTo>
                  <a:pt x="9327" y="14794"/>
                  <a:pt x="9987" y="15600"/>
                  <a:pt x="10800" y="15600"/>
                </a:cubicBezTo>
                <a:moveTo>
                  <a:pt x="5400" y="13200"/>
                </a:moveTo>
                <a:cubicBezTo>
                  <a:pt x="5671" y="13200"/>
                  <a:pt x="5891" y="13469"/>
                  <a:pt x="5891" y="13800"/>
                </a:cubicBezTo>
                <a:cubicBezTo>
                  <a:pt x="5891" y="14132"/>
                  <a:pt x="5671" y="14400"/>
                  <a:pt x="5400" y="14400"/>
                </a:cubicBezTo>
                <a:cubicBezTo>
                  <a:pt x="5129" y="14400"/>
                  <a:pt x="4909" y="14132"/>
                  <a:pt x="4909" y="13800"/>
                </a:cubicBezTo>
                <a:cubicBezTo>
                  <a:pt x="4909" y="13469"/>
                  <a:pt x="5129" y="13200"/>
                  <a:pt x="5400" y="13200"/>
                </a:cubicBezTo>
                <a:moveTo>
                  <a:pt x="5400" y="15600"/>
                </a:moveTo>
                <a:cubicBezTo>
                  <a:pt x="6213" y="15600"/>
                  <a:pt x="6873" y="14794"/>
                  <a:pt x="6873" y="13800"/>
                </a:cubicBezTo>
                <a:cubicBezTo>
                  <a:pt x="6873" y="12806"/>
                  <a:pt x="6213" y="12000"/>
                  <a:pt x="5400" y="12000"/>
                </a:cubicBezTo>
                <a:cubicBezTo>
                  <a:pt x="4587" y="12000"/>
                  <a:pt x="3927" y="12806"/>
                  <a:pt x="3927" y="13800"/>
                </a:cubicBezTo>
                <a:cubicBezTo>
                  <a:pt x="3927" y="14794"/>
                  <a:pt x="4587" y="15600"/>
                  <a:pt x="5400" y="15600"/>
                </a:cubicBezTo>
                <a:moveTo>
                  <a:pt x="20618" y="6000"/>
                </a:moveTo>
                <a:lnTo>
                  <a:pt x="982" y="6000"/>
                </a:lnTo>
                <a:lnTo>
                  <a:pt x="982" y="2399"/>
                </a:lnTo>
                <a:cubicBezTo>
                  <a:pt x="982" y="1737"/>
                  <a:pt x="1421" y="1200"/>
                  <a:pt x="1964" y="1200"/>
                </a:cubicBezTo>
                <a:lnTo>
                  <a:pt x="6873" y="1200"/>
                </a:lnTo>
                <a:cubicBezTo>
                  <a:pt x="8345" y="1200"/>
                  <a:pt x="8345" y="3600"/>
                  <a:pt x="10800" y="3600"/>
                </a:cubicBezTo>
                <a:lnTo>
                  <a:pt x="19636" y="3600"/>
                </a:lnTo>
                <a:cubicBezTo>
                  <a:pt x="20178" y="3600"/>
                  <a:pt x="20618" y="4137"/>
                  <a:pt x="20618" y="4799"/>
                </a:cubicBezTo>
                <a:cubicBezTo>
                  <a:pt x="20618" y="4799"/>
                  <a:pt x="20618" y="6000"/>
                  <a:pt x="20618" y="6000"/>
                </a:cubicBezTo>
                <a:close/>
                <a:moveTo>
                  <a:pt x="20618" y="19200"/>
                </a:moveTo>
                <a:cubicBezTo>
                  <a:pt x="20618" y="19862"/>
                  <a:pt x="20178" y="20400"/>
                  <a:pt x="19636" y="20400"/>
                </a:cubicBezTo>
                <a:lnTo>
                  <a:pt x="1964" y="20400"/>
                </a:lnTo>
                <a:cubicBezTo>
                  <a:pt x="1421" y="20400"/>
                  <a:pt x="982" y="19862"/>
                  <a:pt x="982" y="19200"/>
                </a:cubicBezTo>
                <a:lnTo>
                  <a:pt x="982" y="7199"/>
                </a:lnTo>
                <a:lnTo>
                  <a:pt x="20618" y="7199"/>
                </a:lnTo>
                <a:cubicBezTo>
                  <a:pt x="20618" y="7199"/>
                  <a:pt x="20618" y="19200"/>
                  <a:pt x="20618" y="19200"/>
                </a:cubicBezTo>
                <a:close/>
                <a:moveTo>
                  <a:pt x="19636" y="2399"/>
                </a:moveTo>
                <a:lnTo>
                  <a:pt x="10800" y="2399"/>
                </a:lnTo>
                <a:cubicBezTo>
                  <a:pt x="8836" y="2399"/>
                  <a:pt x="8836" y="0"/>
                  <a:pt x="6873" y="0"/>
                </a:cubicBezTo>
                <a:lnTo>
                  <a:pt x="1964" y="0"/>
                </a:lnTo>
                <a:cubicBezTo>
                  <a:pt x="879" y="0"/>
                  <a:pt x="0" y="1074"/>
                  <a:pt x="0" y="2399"/>
                </a:cubicBezTo>
                <a:lnTo>
                  <a:pt x="0" y="19200"/>
                </a:lnTo>
                <a:cubicBezTo>
                  <a:pt x="0" y="20526"/>
                  <a:pt x="879" y="21600"/>
                  <a:pt x="1964" y="21600"/>
                </a:cubicBezTo>
                <a:lnTo>
                  <a:pt x="19636" y="21600"/>
                </a:lnTo>
                <a:cubicBezTo>
                  <a:pt x="20721" y="21600"/>
                  <a:pt x="21600" y="20526"/>
                  <a:pt x="21600" y="19200"/>
                </a:cubicBezTo>
                <a:lnTo>
                  <a:pt x="21600" y="4799"/>
                </a:lnTo>
                <a:cubicBezTo>
                  <a:pt x="21600" y="3474"/>
                  <a:pt x="20721" y="2399"/>
                  <a:pt x="19636" y="2399"/>
                </a:cubicBezTo>
                <a:moveTo>
                  <a:pt x="16200" y="13200"/>
                </a:moveTo>
                <a:cubicBezTo>
                  <a:pt x="16471" y="13200"/>
                  <a:pt x="16691" y="13469"/>
                  <a:pt x="16691" y="13800"/>
                </a:cubicBezTo>
                <a:cubicBezTo>
                  <a:pt x="16691" y="14132"/>
                  <a:pt x="16471" y="14400"/>
                  <a:pt x="16200" y="14400"/>
                </a:cubicBezTo>
                <a:cubicBezTo>
                  <a:pt x="15929" y="14400"/>
                  <a:pt x="15709" y="14132"/>
                  <a:pt x="15709" y="13800"/>
                </a:cubicBezTo>
                <a:cubicBezTo>
                  <a:pt x="15709" y="13469"/>
                  <a:pt x="15929" y="13200"/>
                  <a:pt x="16200" y="13200"/>
                </a:cubicBezTo>
                <a:moveTo>
                  <a:pt x="16200" y="15600"/>
                </a:moveTo>
                <a:cubicBezTo>
                  <a:pt x="17013" y="15600"/>
                  <a:pt x="17673" y="14794"/>
                  <a:pt x="17673" y="13800"/>
                </a:cubicBezTo>
                <a:cubicBezTo>
                  <a:pt x="17673" y="12806"/>
                  <a:pt x="17013" y="12000"/>
                  <a:pt x="16200" y="12000"/>
                </a:cubicBezTo>
                <a:cubicBezTo>
                  <a:pt x="15387" y="12000"/>
                  <a:pt x="14727" y="12806"/>
                  <a:pt x="14727" y="13800"/>
                </a:cubicBezTo>
                <a:cubicBezTo>
                  <a:pt x="14727" y="14794"/>
                  <a:pt x="15387" y="15600"/>
                  <a:pt x="16200" y="156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1" name="Shape 2613">
            <a:extLst>
              <a:ext uri="{FF2B5EF4-FFF2-40B4-BE49-F238E27FC236}">
                <a16:creationId xmlns:a16="http://schemas.microsoft.com/office/drawing/2014/main" id="{59C8F933-7E20-562C-A2B8-75B47C136B53}"/>
              </a:ext>
            </a:extLst>
          </p:cNvPr>
          <p:cNvSpPr/>
          <p:nvPr/>
        </p:nvSpPr>
        <p:spPr>
          <a:xfrm>
            <a:off x="10541211" y="311162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9636" y="1964"/>
                </a:moveTo>
                <a:lnTo>
                  <a:pt x="10800" y="1964"/>
                </a:lnTo>
                <a:cubicBezTo>
                  <a:pt x="8836" y="1964"/>
                  <a:pt x="8836" y="0"/>
                  <a:pt x="6873" y="0"/>
                </a:cubicBezTo>
                <a:lnTo>
                  <a:pt x="1964" y="0"/>
                </a:lnTo>
                <a:cubicBezTo>
                  <a:pt x="879" y="0"/>
                  <a:pt x="0" y="879"/>
                  <a:pt x="0" y="1964"/>
                </a:cubicBezTo>
                <a:lnTo>
                  <a:pt x="0" y="15709"/>
                </a:lnTo>
                <a:cubicBezTo>
                  <a:pt x="0" y="16794"/>
                  <a:pt x="879" y="17673"/>
                  <a:pt x="1964" y="17673"/>
                </a:cubicBezTo>
                <a:lnTo>
                  <a:pt x="6599" y="17673"/>
                </a:lnTo>
                <a:cubicBezTo>
                  <a:pt x="6257" y="17372"/>
                  <a:pt x="5941" y="17046"/>
                  <a:pt x="5656" y="16691"/>
                </a:cubicBezTo>
                <a:lnTo>
                  <a:pt x="1964" y="16691"/>
                </a:lnTo>
                <a:cubicBezTo>
                  <a:pt x="1422" y="16691"/>
                  <a:pt x="982" y="16252"/>
                  <a:pt x="982" y="15709"/>
                </a:cubicBezTo>
                <a:lnTo>
                  <a:pt x="982" y="5891"/>
                </a:lnTo>
                <a:lnTo>
                  <a:pt x="6599" y="5891"/>
                </a:lnTo>
                <a:cubicBezTo>
                  <a:pt x="7023" y="5517"/>
                  <a:pt x="7484" y="5185"/>
                  <a:pt x="7982" y="4909"/>
                </a:cubicBezTo>
                <a:lnTo>
                  <a:pt x="982" y="4909"/>
                </a:lnTo>
                <a:lnTo>
                  <a:pt x="982" y="1964"/>
                </a:lnTo>
                <a:cubicBezTo>
                  <a:pt x="982" y="1422"/>
                  <a:pt x="1422" y="982"/>
                  <a:pt x="1964" y="982"/>
                </a:cubicBezTo>
                <a:lnTo>
                  <a:pt x="6873" y="982"/>
                </a:lnTo>
                <a:cubicBezTo>
                  <a:pt x="8345" y="982"/>
                  <a:pt x="8345" y="2946"/>
                  <a:pt x="10800" y="2946"/>
                </a:cubicBezTo>
                <a:lnTo>
                  <a:pt x="19636" y="2946"/>
                </a:lnTo>
                <a:cubicBezTo>
                  <a:pt x="20178" y="2946"/>
                  <a:pt x="20618" y="3385"/>
                  <a:pt x="20618" y="3927"/>
                </a:cubicBezTo>
                <a:lnTo>
                  <a:pt x="20618" y="4909"/>
                </a:lnTo>
                <a:lnTo>
                  <a:pt x="15582" y="4909"/>
                </a:lnTo>
                <a:cubicBezTo>
                  <a:pt x="16080" y="5185"/>
                  <a:pt x="16541" y="5517"/>
                  <a:pt x="16965" y="5891"/>
                </a:cubicBezTo>
                <a:lnTo>
                  <a:pt x="20618" y="5891"/>
                </a:lnTo>
                <a:lnTo>
                  <a:pt x="20618" y="15709"/>
                </a:lnTo>
                <a:cubicBezTo>
                  <a:pt x="20618" y="16252"/>
                  <a:pt x="20178" y="16691"/>
                  <a:pt x="19636" y="16691"/>
                </a:cubicBezTo>
                <a:lnTo>
                  <a:pt x="18766" y="16691"/>
                </a:lnTo>
                <a:lnTo>
                  <a:pt x="19738" y="17663"/>
                </a:lnTo>
                <a:cubicBezTo>
                  <a:pt x="20774" y="17609"/>
                  <a:pt x="21600" y="16759"/>
                  <a:pt x="21600" y="15709"/>
                </a:cubicBezTo>
                <a:lnTo>
                  <a:pt x="21600" y="3927"/>
                </a:lnTo>
                <a:cubicBezTo>
                  <a:pt x="21600" y="2843"/>
                  <a:pt x="20721" y="1964"/>
                  <a:pt x="19636" y="1964"/>
                </a:cubicBezTo>
                <a:moveTo>
                  <a:pt x="11782" y="17673"/>
                </a:moveTo>
                <a:cubicBezTo>
                  <a:pt x="8529" y="17673"/>
                  <a:pt x="5891" y="15036"/>
                  <a:pt x="5891" y="11782"/>
                </a:cubicBezTo>
                <a:cubicBezTo>
                  <a:pt x="5891" y="8529"/>
                  <a:pt x="8529" y="5891"/>
                  <a:pt x="11782" y="5891"/>
                </a:cubicBezTo>
                <a:cubicBezTo>
                  <a:pt x="15035" y="5891"/>
                  <a:pt x="17673" y="8529"/>
                  <a:pt x="17673" y="11782"/>
                </a:cubicBezTo>
                <a:cubicBezTo>
                  <a:pt x="17673" y="15036"/>
                  <a:pt x="15035" y="17673"/>
                  <a:pt x="11782" y="17673"/>
                </a:cubicBezTo>
                <a:moveTo>
                  <a:pt x="16972" y="16278"/>
                </a:moveTo>
                <a:cubicBezTo>
                  <a:pt x="18018" y="15072"/>
                  <a:pt x="18655" y="13503"/>
                  <a:pt x="18655" y="11782"/>
                </a:cubicBezTo>
                <a:cubicBezTo>
                  <a:pt x="18655" y="7987"/>
                  <a:pt x="15578" y="4910"/>
                  <a:pt x="11782" y="4910"/>
                </a:cubicBezTo>
                <a:cubicBezTo>
                  <a:pt x="7986" y="4910"/>
                  <a:pt x="4909" y="7987"/>
                  <a:pt x="4909" y="11782"/>
                </a:cubicBezTo>
                <a:cubicBezTo>
                  <a:pt x="4909" y="15578"/>
                  <a:pt x="7986" y="18655"/>
                  <a:pt x="11782" y="18655"/>
                </a:cubicBezTo>
                <a:cubicBezTo>
                  <a:pt x="13503" y="18655"/>
                  <a:pt x="15072" y="18017"/>
                  <a:pt x="16278" y="16972"/>
                </a:cubicBezTo>
                <a:lnTo>
                  <a:pt x="16972" y="17666"/>
                </a:lnTo>
                <a:cubicBezTo>
                  <a:pt x="16969" y="17668"/>
                  <a:pt x="16967" y="17671"/>
                  <a:pt x="16965" y="17673"/>
                </a:cubicBezTo>
                <a:lnTo>
                  <a:pt x="16979" y="17673"/>
                </a:lnTo>
                <a:lnTo>
                  <a:pt x="20762" y="21457"/>
                </a:lnTo>
                <a:cubicBezTo>
                  <a:pt x="20851" y="21546"/>
                  <a:pt x="20974" y="21600"/>
                  <a:pt x="21109" y="21600"/>
                </a:cubicBezTo>
                <a:cubicBezTo>
                  <a:pt x="21380" y="21600"/>
                  <a:pt x="21600" y="21381"/>
                  <a:pt x="21600" y="21109"/>
                </a:cubicBezTo>
                <a:cubicBezTo>
                  <a:pt x="21600" y="20974"/>
                  <a:pt x="21545" y="20851"/>
                  <a:pt x="21456" y="20762"/>
                </a:cubicBezTo>
                <a:cubicBezTo>
                  <a:pt x="21456" y="20762"/>
                  <a:pt x="16972" y="16278"/>
                  <a:pt x="16972" y="16278"/>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2" name="Shape 2614">
            <a:extLst>
              <a:ext uri="{FF2B5EF4-FFF2-40B4-BE49-F238E27FC236}">
                <a16:creationId xmlns:a16="http://schemas.microsoft.com/office/drawing/2014/main" id="{CEA419A4-B52D-77B0-2726-83511EFB87C7}"/>
              </a:ext>
            </a:extLst>
          </p:cNvPr>
          <p:cNvSpPr/>
          <p:nvPr/>
        </p:nvSpPr>
        <p:spPr>
          <a:xfrm>
            <a:off x="11074472" y="311162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7958" y="17505"/>
                </a:moveTo>
                <a:cubicBezTo>
                  <a:pt x="17372" y="16944"/>
                  <a:pt x="16242" y="15945"/>
                  <a:pt x="15117" y="15413"/>
                </a:cubicBezTo>
                <a:cubicBezTo>
                  <a:pt x="14189" y="14975"/>
                  <a:pt x="13657" y="14531"/>
                  <a:pt x="13491" y="14057"/>
                </a:cubicBezTo>
                <a:cubicBezTo>
                  <a:pt x="13377" y="13728"/>
                  <a:pt x="13428" y="13351"/>
                  <a:pt x="13649" y="12904"/>
                </a:cubicBezTo>
                <a:cubicBezTo>
                  <a:pt x="13815" y="12567"/>
                  <a:pt x="13972" y="12286"/>
                  <a:pt x="14117" y="12028"/>
                </a:cubicBezTo>
                <a:cubicBezTo>
                  <a:pt x="14730" y="10934"/>
                  <a:pt x="15203" y="10145"/>
                  <a:pt x="15203" y="7348"/>
                </a:cubicBezTo>
                <a:cubicBezTo>
                  <a:pt x="15203" y="3162"/>
                  <a:pt x="12787" y="2951"/>
                  <a:pt x="12309" y="2951"/>
                </a:cubicBezTo>
                <a:cubicBezTo>
                  <a:pt x="11917" y="2951"/>
                  <a:pt x="11672" y="3037"/>
                  <a:pt x="11435" y="3121"/>
                </a:cubicBezTo>
                <a:cubicBezTo>
                  <a:pt x="11175" y="3213"/>
                  <a:pt x="10907" y="3309"/>
                  <a:pt x="10296" y="3319"/>
                </a:cubicBezTo>
                <a:cubicBezTo>
                  <a:pt x="9190" y="3337"/>
                  <a:pt x="6873" y="3375"/>
                  <a:pt x="6873" y="7226"/>
                </a:cubicBezTo>
                <a:cubicBezTo>
                  <a:pt x="6873" y="9919"/>
                  <a:pt x="7574" y="11156"/>
                  <a:pt x="8125" y="12150"/>
                </a:cubicBezTo>
                <a:cubicBezTo>
                  <a:pt x="8266" y="12404"/>
                  <a:pt x="8399" y="12645"/>
                  <a:pt x="8505" y="12885"/>
                </a:cubicBezTo>
                <a:cubicBezTo>
                  <a:pt x="8973" y="13949"/>
                  <a:pt x="8631" y="14693"/>
                  <a:pt x="7426" y="15224"/>
                </a:cubicBezTo>
                <a:cubicBezTo>
                  <a:pt x="5905" y="15897"/>
                  <a:pt x="5188" y="16247"/>
                  <a:pt x="3693" y="17562"/>
                </a:cubicBezTo>
                <a:cubicBezTo>
                  <a:pt x="2017" y="15800"/>
                  <a:pt x="982" y="13423"/>
                  <a:pt x="982" y="10800"/>
                </a:cubicBezTo>
                <a:cubicBezTo>
                  <a:pt x="982" y="5377"/>
                  <a:pt x="5377" y="982"/>
                  <a:pt x="10800" y="982"/>
                </a:cubicBezTo>
                <a:cubicBezTo>
                  <a:pt x="16223" y="982"/>
                  <a:pt x="20618" y="5377"/>
                  <a:pt x="20618" y="10800"/>
                </a:cubicBezTo>
                <a:cubicBezTo>
                  <a:pt x="20618" y="13395"/>
                  <a:pt x="19603" y="15749"/>
                  <a:pt x="17958" y="17505"/>
                </a:cubicBezTo>
                <a:moveTo>
                  <a:pt x="10800" y="20618"/>
                </a:moveTo>
                <a:cubicBezTo>
                  <a:pt x="8356" y="20618"/>
                  <a:pt x="6125" y="19720"/>
                  <a:pt x="4407" y="18242"/>
                </a:cubicBezTo>
                <a:cubicBezTo>
                  <a:pt x="5730" y="17084"/>
                  <a:pt x="6362" y="16767"/>
                  <a:pt x="7823" y="16122"/>
                </a:cubicBezTo>
                <a:cubicBezTo>
                  <a:pt x="9515" y="15375"/>
                  <a:pt x="10091" y="14051"/>
                  <a:pt x="9403" y="12489"/>
                </a:cubicBezTo>
                <a:cubicBezTo>
                  <a:pt x="9279" y="12208"/>
                  <a:pt x="9136" y="11949"/>
                  <a:pt x="8984" y="11674"/>
                </a:cubicBezTo>
                <a:cubicBezTo>
                  <a:pt x="8461" y="10732"/>
                  <a:pt x="7855" y="9665"/>
                  <a:pt x="7855" y="7226"/>
                </a:cubicBezTo>
                <a:cubicBezTo>
                  <a:pt x="7855" y="4341"/>
                  <a:pt x="9224" y="4318"/>
                  <a:pt x="10312" y="4300"/>
                </a:cubicBezTo>
                <a:cubicBezTo>
                  <a:pt x="11084" y="4287"/>
                  <a:pt x="11461" y="4154"/>
                  <a:pt x="11763" y="4047"/>
                </a:cubicBezTo>
                <a:cubicBezTo>
                  <a:pt x="11964" y="3975"/>
                  <a:pt x="12086" y="3933"/>
                  <a:pt x="12309" y="3933"/>
                </a:cubicBezTo>
                <a:cubicBezTo>
                  <a:pt x="13218" y="3933"/>
                  <a:pt x="14221" y="4830"/>
                  <a:pt x="14221" y="7348"/>
                </a:cubicBezTo>
                <a:cubicBezTo>
                  <a:pt x="14221" y="9888"/>
                  <a:pt x="13840" y="10513"/>
                  <a:pt x="13261" y="11548"/>
                </a:cubicBezTo>
                <a:cubicBezTo>
                  <a:pt x="13108" y="11820"/>
                  <a:pt x="12943" y="12115"/>
                  <a:pt x="12768" y="12470"/>
                </a:cubicBezTo>
                <a:cubicBezTo>
                  <a:pt x="12430" y="13155"/>
                  <a:pt x="12362" y="13798"/>
                  <a:pt x="12565" y="14380"/>
                </a:cubicBezTo>
                <a:cubicBezTo>
                  <a:pt x="12825" y="15126"/>
                  <a:pt x="13502" y="15737"/>
                  <a:pt x="14696" y="16302"/>
                </a:cubicBezTo>
                <a:cubicBezTo>
                  <a:pt x="15675" y="16764"/>
                  <a:pt x="16700" y="17667"/>
                  <a:pt x="17251" y="18189"/>
                </a:cubicBezTo>
                <a:cubicBezTo>
                  <a:pt x="15525" y="19697"/>
                  <a:pt x="13272" y="20618"/>
                  <a:pt x="10800" y="20618"/>
                </a:cubicBezTo>
                <a:moveTo>
                  <a:pt x="10800" y="0"/>
                </a:moveTo>
                <a:cubicBezTo>
                  <a:pt x="4835" y="0"/>
                  <a:pt x="0" y="4835"/>
                  <a:pt x="0" y="10800"/>
                </a:cubicBezTo>
                <a:cubicBezTo>
                  <a:pt x="0" y="16764"/>
                  <a:pt x="4835" y="21600"/>
                  <a:pt x="10800" y="21600"/>
                </a:cubicBezTo>
                <a:cubicBezTo>
                  <a:pt x="16765" y="21600"/>
                  <a:pt x="21600" y="16764"/>
                  <a:pt x="21600" y="10800"/>
                </a:cubicBezTo>
                <a:cubicBezTo>
                  <a:pt x="21600" y="4835"/>
                  <a:pt x="16765" y="0"/>
                  <a:pt x="108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3" name="Shape 2615">
            <a:extLst>
              <a:ext uri="{FF2B5EF4-FFF2-40B4-BE49-F238E27FC236}">
                <a16:creationId xmlns:a16="http://schemas.microsoft.com/office/drawing/2014/main" id="{08739136-D2CC-7A77-0525-5ECA55E0C211}"/>
              </a:ext>
            </a:extLst>
          </p:cNvPr>
          <p:cNvSpPr/>
          <p:nvPr/>
        </p:nvSpPr>
        <p:spPr>
          <a:xfrm>
            <a:off x="6275123" y="3644887"/>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7593" y="17878"/>
                </a:moveTo>
                <a:cubicBezTo>
                  <a:pt x="16514" y="16546"/>
                  <a:pt x="15177" y="15812"/>
                  <a:pt x="14084" y="15323"/>
                </a:cubicBezTo>
                <a:cubicBezTo>
                  <a:pt x="13842" y="15214"/>
                  <a:pt x="13687" y="15099"/>
                  <a:pt x="13598" y="14990"/>
                </a:cubicBezTo>
                <a:cubicBezTo>
                  <a:pt x="15238" y="14959"/>
                  <a:pt x="16521" y="14237"/>
                  <a:pt x="16581" y="14203"/>
                </a:cubicBezTo>
                <a:cubicBezTo>
                  <a:pt x="16751" y="14106"/>
                  <a:pt x="16846" y="13918"/>
                  <a:pt x="16826" y="13724"/>
                </a:cubicBezTo>
                <a:cubicBezTo>
                  <a:pt x="16807" y="13546"/>
                  <a:pt x="16693" y="13394"/>
                  <a:pt x="16530" y="13325"/>
                </a:cubicBezTo>
                <a:cubicBezTo>
                  <a:pt x="16461" y="13275"/>
                  <a:pt x="15663" y="12629"/>
                  <a:pt x="15663" y="9051"/>
                </a:cubicBezTo>
                <a:cubicBezTo>
                  <a:pt x="15663" y="5000"/>
                  <a:pt x="14115" y="2945"/>
                  <a:pt x="11061" y="2945"/>
                </a:cubicBezTo>
                <a:cubicBezTo>
                  <a:pt x="8481" y="2945"/>
                  <a:pt x="5845" y="3642"/>
                  <a:pt x="5845" y="8806"/>
                </a:cubicBezTo>
                <a:cubicBezTo>
                  <a:pt x="5845" y="12555"/>
                  <a:pt x="5219" y="13278"/>
                  <a:pt x="5122" y="13367"/>
                </a:cubicBezTo>
                <a:cubicBezTo>
                  <a:pt x="4957" y="13416"/>
                  <a:pt x="4826" y="13551"/>
                  <a:pt x="4784" y="13723"/>
                </a:cubicBezTo>
                <a:cubicBezTo>
                  <a:pt x="4734" y="13935"/>
                  <a:pt x="4828" y="14153"/>
                  <a:pt x="5015" y="14262"/>
                </a:cubicBezTo>
                <a:cubicBezTo>
                  <a:pt x="6396" y="15064"/>
                  <a:pt x="7482" y="15136"/>
                  <a:pt x="8065" y="15091"/>
                </a:cubicBezTo>
                <a:cubicBezTo>
                  <a:pt x="7994" y="15151"/>
                  <a:pt x="7850" y="15241"/>
                  <a:pt x="7564" y="15335"/>
                </a:cubicBezTo>
                <a:cubicBezTo>
                  <a:pt x="6211" y="15776"/>
                  <a:pt x="4766" y="16807"/>
                  <a:pt x="3958" y="17834"/>
                </a:cubicBezTo>
                <a:cubicBezTo>
                  <a:pt x="2125" y="16050"/>
                  <a:pt x="982" y="13560"/>
                  <a:pt x="982" y="10800"/>
                </a:cubicBezTo>
                <a:cubicBezTo>
                  <a:pt x="982" y="5377"/>
                  <a:pt x="5377" y="982"/>
                  <a:pt x="10800" y="982"/>
                </a:cubicBezTo>
                <a:cubicBezTo>
                  <a:pt x="16222" y="982"/>
                  <a:pt x="20618" y="5377"/>
                  <a:pt x="20618" y="10800"/>
                </a:cubicBezTo>
                <a:cubicBezTo>
                  <a:pt x="20618" y="13584"/>
                  <a:pt x="19454" y="16092"/>
                  <a:pt x="17593" y="17878"/>
                </a:cubicBezTo>
                <a:moveTo>
                  <a:pt x="10800" y="20618"/>
                </a:moveTo>
                <a:cubicBezTo>
                  <a:pt x="8489" y="20618"/>
                  <a:pt x="6370" y="19815"/>
                  <a:pt x="4693" y="18480"/>
                </a:cubicBezTo>
                <a:cubicBezTo>
                  <a:pt x="5360" y="17604"/>
                  <a:pt x="6693" y="16652"/>
                  <a:pt x="7869" y="16268"/>
                </a:cubicBezTo>
                <a:cubicBezTo>
                  <a:pt x="8578" y="16037"/>
                  <a:pt x="8988" y="15688"/>
                  <a:pt x="9087" y="15232"/>
                </a:cubicBezTo>
                <a:cubicBezTo>
                  <a:pt x="9214" y="14656"/>
                  <a:pt x="8775" y="14230"/>
                  <a:pt x="8725" y="14183"/>
                </a:cubicBezTo>
                <a:cubicBezTo>
                  <a:pt x="8597" y="14065"/>
                  <a:pt x="8412" y="14025"/>
                  <a:pt x="8246" y="14075"/>
                </a:cubicBezTo>
                <a:cubicBezTo>
                  <a:pt x="8208" y="14086"/>
                  <a:pt x="7406" y="14309"/>
                  <a:pt x="6089" y="13714"/>
                </a:cubicBezTo>
                <a:cubicBezTo>
                  <a:pt x="6486" y="13026"/>
                  <a:pt x="6826" y="11618"/>
                  <a:pt x="6826" y="8806"/>
                </a:cubicBezTo>
                <a:cubicBezTo>
                  <a:pt x="6826" y="4301"/>
                  <a:pt x="8829" y="3928"/>
                  <a:pt x="11061" y="3928"/>
                </a:cubicBezTo>
                <a:cubicBezTo>
                  <a:pt x="12615" y="3928"/>
                  <a:pt x="14681" y="4458"/>
                  <a:pt x="14681" y="9051"/>
                </a:cubicBezTo>
                <a:cubicBezTo>
                  <a:pt x="14681" y="11662"/>
                  <a:pt x="15092" y="12966"/>
                  <a:pt x="15499" y="13617"/>
                </a:cubicBezTo>
                <a:cubicBezTo>
                  <a:pt x="14943" y="13829"/>
                  <a:pt x="14058" y="14076"/>
                  <a:pt x="13097" y="13993"/>
                </a:cubicBezTo>
                <a:cubicBezTo>
                  <a:pt x="12883" y="13971"/>
                  <a:pt x="12690" y="14092"/>
                  <a:pt x="12605" y="14285"/>
                </a:cubicBezTo>
                <a:cubicBezTo>
                  <a:pt x="12420" y="14704"/>
                  <a:pt x="12408" y="15649"/>
                  <a:pt x="13683" y="16219"/>
                </a:cubicBezTo>
                <a:cubicBezTo>
                  <a:pt x="14677" y="16664"/>
                  <a:pt x="15893" y="17331"/>
                  <a:pt x="16850" y="18522"/>
                </a:cubicBezTo>
                <a:cubicBezTo>
                  <a:pt x="15182" y="19831"/>
                  <a:pt x="13085" y="20618"/>
                  <a:pt x="10800" y="20618"/>
                </a:cubicBezTo>
                <a:moveTo>
                  <a:pt x="10800" y="0"/>
                </a:moveTo>
                <a:cubicBezTo>
                  <a:pt x="4835" y="0"/>
                  <a:pt x="0" y="4836"/>
                  <a:pt x="0" y="10800"/>
                </a:cubicBezTo>
                <a:cubicBezTo>
                  <a:pt x="0" y="16765"/>
                  <a:pt x="4835" y="21600"/>
                  <a:pt x="10800" y="21600"/>
                </a:cubicBezTo>
                <a:cubicBezTo>
                  <a:pt x="16764" y="21600"/>
                  <a:pt x="21600" y="16765"/>
                  <a:pt x="21600" y="10800"/>
                </a:cubicBezTo>
                <a:cubicBezTo>
                  <a:pt x="21600" y="4836"/>
                  <a:pt x="16764" y="0"/>
                  <a:pt x="108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4" name="Shape 2616">
            <a:extLst>
              <a:ext uri="{FF2B5EF4-FFF2-40B4-BE49-F238E27FC236}">
                <a16:creationId xmlns:a16="http://schemas.microsoft.com/office/drawing/2014/main" id="{95FF4E87-565E-592E-16E5-207B17FF0835}"/>
              </a:ext>
            </a:extLst>
          </p:cNvPr>
          <p:cNvSpPr/>
          <p:nvPr/>
        </p:nvSpPr>
        <p:spPr>
          <a:xfrm>
            <a:off x="6808384" y="3657583"/>
            <a:ext cx="279328" cy="253997"/>
          </a:xfrm>
          <a:custGeom>
            <a:avLst/>
            <a:gdLst/>
            <a:ahLst/>
            <a:cxnLst>
              <a:cxn ang="0">
                <a:pos x="wd2" y="hd2"/>
              </a:cxn>
              <a:cxn ang="5400000">
                <a:pos x="wd2" y="hd2"/>
              </a:cxn>
              <a:cxn ang="10800000">
                <a:pos x="wd2" y="hd2"/>
              </a:cxn>
              <a:cxn ang="16200000">
                <a:pos x="wd2" y="hd2"/>
              </a:cxn>
            </a:cxnLst>
            <a:rect l="0" t="0" r="r" b="b"/>
            <a:pathLst>
              <a:path w="21600" h="21600" extrusionOk="0">
                <a:moveTo>
                  <a:pt x="1016" y="20520"/>
                </a:moveTo>
                <a:cubicBezTo>
                  <a:pt x="1258" y="18675"/>
                  <a:pt x="2752" y="17923"/>
                  <a:pt x="4191" y="17361"/>
                </a:cubicBezTo>
                <a:cubicBezTo>
                  <a:pt x="5156" y="17087"/>
                  <a:pt x="6884" y="15971"/>
                  <a:pt x="6884" y="13567"/>
                </a:cubicBezTo>
                <a:cubicBezTo>
                  <a:pt x="6884" y="11510"/>
                  <a:pt x="6113" y="10507"/>
                  <a:pt x="5698" y="9969"/>
                </a:cubicBezTo>
                <a:cubicBezTo>
                  <a:pt x="5646" y="9902"/>
                  <a:pt x="5599" y="9842"/>
                  <a:pt x="5562" y="9786"/>
                </a:cubicBezTo>
                <a:cubicBezTo>
                  <a:pt x="5550" y="9769"/>
                  <a:pt x="5538" y="9752"/>
                  <a:pt x="5526" y="9735"/>
                </a:cubicBezTo>
                <a:cubicBezTo>
                  <a:pt x="5491" y="9662"/>
                  <a:pt x="5297" y="9177"/>
                  <a:pt x="5553" y="8011"/>
                </a:cubicBezTo>
                <a:cubicBezTo>
                  <a:pt x="5604" y="7777"/>
                  <a:pt x="5583" y="7531"/>
                  <a:pt x="5493" y="7312"/>
                </a:cubicBezTo>
                <a:cubicBezTo>
                  <a:pt x="5249" y="6721"/>
                  <a:pt x="4603" y="5151"/>
                  <a:pt x="5035" y="3988"/>
                </a:cubicBezTo>
                <a:cubicBezTo>
                  <a:pt x="5619" y="2411"/>
                  <a:pt x="6140" y="2099"/>
                  <a:pt x="7085" y="1642"/>
                </a:cubicBezTo>
                <a:cubicBezTo>
                  <a:pt x="7132" y="1619"/>
                  <a:pt x="7177" y="1592"/>
                  <a:pt x="7220" y="1562"/>
                </a:cubicBezTo>
                <a:cubicBezTo>
                  <a:pt x="7458" y="1393"/>
                  <a:pt x="8233" y="1080"/>
                  <a:pt x="9029" y="1080"/>
                </a:cubicBezTo>
                <a:cubicBezTo>
                  <a:pt x="9467" y="1080"/>
                  <a:pt x="9840" y="1172"/>
                  <a:pt x="10137" y="1353"/>
                </a:cubicBezTo>
                <a:cubicBezTo>
                  <a:pt x="10491" y="1569"/>
                  <a:pt x="10825" y="1968"/>
                  <a:pt x="11308" y="3213"/>
                </a:cubicBezTo>
                <a:cubicBezTo>
                  <a:pt x="11991" y="4974"/>
                  <a:pt x="11820" y="6477"/>
                  <a:pt x="11347" y="7186"/>
                </a:cubicBezTo>
                <a:cubicBezTo>
                  <a:pt x="11175" y="7442"/>
                  <a:pt x="11116" y="7769"/>
                  <a:pt x="11184" y="8078"/>
                </a:cubicBezTo>
                <a:cubicBezTo>
                  <a:pt x="11422" y="9164"/>
                  <a:pt x="11247" y="9602"/>
                  <a:pt x="11210" y="9679"/>
                </a:cubicBezTo>
                <a:cubicBezTo>
                  <a:pt x="11181" y="9712"/>
                  <a:pt x="11153" y="9748"/>
                  <a:pt x="11129" y="9786"/>
                </a:cubicBezTo>
                <a:cubicBezTo>
                  <a:pt x="11091" y="9842"/>
                  <a:pt x="11044" y="9902"/>
                  <a:pt x="10992" y="9969"/>
                </a:cubicBezTo>
                <a:cubicBezTo>
                  <a:pt x="10578" y="10507"/>
                  <a:pt x="9806" y="11510"/>
                  <a:pt x="9806" y="13567"/>
                </a:cubicBezTo>
                <a:cubicBezTo>
                  <a:pt x="9806" y="15972"/>
                  <a:pt x="11535" y="17087"/>
                  <a:pt x="12500" y="17361"/>
                </a:cubicBezTo>
                <a:cubicBezTo>
                  <a:pt x="13925" y="17916"/>
                  <a:pt x="15432" y="18665"/>
                  <a:pt x="15675" y="20520"/>
                </a:cubicBezTo>
                <a:cubicBezTo>
                  <a:pt x="15675" y="20520"/>
                  <a:pt x="1016" y="20520"/>
                  <a:pt x="1016" y="20520"/>
                </a:cubicBezTo>
                <a:close/>
                <a:moveTo>
                  <a:pt x="12782" y="16326"/>
                </a:moveTo>
                <a:cubicBezTo>
                  <a:pt x="12782" y="16326"/>
                  <a:pt x="10788" y="15813"/>
                  <a:pt x="10788" y="13567"/>
                </a:cubicBezTo>
                <a:cubicBezTo>
                  <a:pt x="10788" y="11595"/>
                  <a:pt x="11607" y="10900"/>
                  <a:pt x="11923" y="10420"/>
                </a:cubicBezTo>
                <a:cubicBezTo>
                  <a:pt x="11923" y="10420"/>
                  <a:pt x="12573" y="9806"/>
                  <a:pt x="12138" y="7825"/>
                </a:cubicBezTo>
                <a:cubicBezTo>
                  <a:pt x="12863" y="6740"/>
                  <a:pt x="12999" y="4821"/>
                  <a:pt x="12211" y="2789"/>
                </a:cubicBezTo>
                <a:cubicBezTo>
                  <a:pt x="11716" y="1514"/>
                  <a:pt x="11279" y="815"/>
                  <a:pt x="10613" y="409"/>
                </a:cubicBezTo>
                <a:cubicBezTo>
                  <a:pt x="10124" y="111"/>
                  <a:pt x="9569" y="0"/>
                  <a:pt x="9029" y="0"/>
                </a:cubicBezTo>
                <a:cubicBezTo>
                  <a:pt x="8023" y="0"/>
                  <a:pt x="7070" y="384"/>
                  <a:pt x="6690" y="653"/>
                </a:cubicBezTo>
                <a:cubicBezTo>
                  <a:pt x="5576" y="1192"/>
                  <a:pt x="4828" y="1688"/>
                  <a:pt x="4126" y="3579"/>
                </a:cubicBezTo>
                <a:cubicBezTo>
                  <a:pt x="3556" y="5114"/>
                  <a:pt x="4241" y="6891"/>
                  <a:pt x="4598" y="7757"/>
                </a:cubicBezTo>
                <a:cubicBezTo>
                  <a:pt x="4163" y="9739"/>
                  <a:pt x="4767" y="10420"/>
                  <a:pt x="4767" y="10420"/>
                </a:cubicBezTo>
                <a:cubicBezTo>
                  <a:pt x="5083" y="10900"/>
                  <a:pt x="5903" y="11595"/>
                  <a:pt x="5903" y="13567"/>
                </a:cubicBezTo>
                <a:cubicBezTo>
                  <a:pt x="5903" y="15813"/>
                  <a:pt x="3909" y="16326"/>
                  <a:pt x="3909" y="16326"/>
                </a:cubicBezTo>
                <a:cubicBezTo>
                  <a:pt x="2642" y="16817"/>
                  <a:pt x="0" y="17821"/>
                  <a:pt x="0" y="21060"/>
                </a:cubicBezTo>
                <a:cubicBezTo>
                  <a:pt x="0" y="21060"/>
                  <a:pt x="0" y="21600"/>
                  <a:pt x="491" y="21600"/>
                </a:cubicBezTo>
                <a:lnTo>
                  <a:pt x="16200" y="21600"/>
                </a:lnTo>
                <a:cubicBezTo>
                  <a:pt x="16691" y="21600"/>
                  <a:pt x="16691" y="21060"/>
                  <a:pt x="16691" y="21060"/>
                </a:cubicBezTo>
                <a:cubicBezTo>
                  <a:pt x="16691" y="17821"/>
                  <a:pt x="14048" y="16817"/>
                  <a:pt x="12782" y="16326"/>
                </a:cubicBezTo>
                <a:moveTo>
                  <a:pt x="18035" y="15774"/>
                </a:moveTo>
                <a:cubicBezTo>
                  <a:pt x="18035" y="15774"/>
                  <a:pt x="16217" y="15312"/>
                  <a:pt x="16217" y="13291"/>
                </a:cubicBezTo>
                <a:cubicBezTo>
                  <a:pt x="16217" y="11515"/>
                  <a:pt x="17087" y="10890"/>
                  <a:pt x="17376" y="10458"/>
                </a:cubicBezTo>
                <a:cubicBezTo>
                  <a:pt x="17376" y="10458"/>
                  <a:pt x="17968" y="9906"/>
                  <a:pt x="17572" y="8122"/>
                </a:cubicBezTo>
                <a:cubicBezTo>
                  <a:pt x="18232" y="7146"/>
                  <a:pt x="18387" y="5419"/>
                  <a:pt x="17669" y="3590"/>
                </a:cubicBezTo>
                <a:cubicBezTo>
                  <a:pt x="17218" y="2442"/>
                  <a:pt x="16666" y="1814"/>
                  <a:pt x="16059" y="1449"/>
                </a:cubicBezTo>
                <a:cubicBezTo>
                  <a:pt x="15612" y="1180"/>
                  <a:pt x="15107" y="1081"/>
                  <a:pt x="14614" y="1081"/>
                </a:cubicBezTo>
                <a:cubicBezTo>
                  <a:pt x="13880" y="1081"/>
                  <a:pt x="13182" y="1301"/>
                  <a:pt x="12753" y="1514"/>
                </a:cubicBezTo>
                <a:cubicBezTo>
                  <a:pt x="12878" y="1781"/>
                  <a:pt x="12997" y="2064"/>
                  <a:pt x="13115" y="2366"/>
                </a:cubicBezTo>
                <a:cubicBezTo>
                  <a:pt x="13131" y="2409"/>
                  <a:pt x="13143" y="2453"/>
                  <a:pt x="13159" y="2496"/>
                </a:cubicBezTo>
                <a:cubicBezTo>
                  <a:pt x="13436" y="2360"/>
                  <a:pt x="13994" y="2160"/>
                  <a:pt x="14614" y="2160"/>
                </a:cubicBezTo>
                <a:cubicBezTo>
                  <a:pt x="15001" y="2160"/>
                  <a:pt x="15328" y="2239"/>
                  <a:pt x="15588" y="2396"/>
                </a:cubicBezTo>
                <a:cubicBezTo>
                  <a:pt x="15893" y="2579"/>
                  <a:pt x="16347" y="2947"/>
                  <a:pt x="16767" y="4019"/>
                </a:cubicBezTo>
                <a:cubicBezTo>
                  <a:pt x="17366" y="5541"/>
                  <a:pt x="17207" y="6853"/>
                  <a:pt x="16784" y="7478"/>
                </a:cubicBezTo>
                <a:cubicBezTo>
                  <a:pt x="16610" y="7736"/>
                  <a:pt x="16549" y="8067"/>
                  <a:pt x="16618" y="8379"/>
                </a:cubicBezTo>
                <a:cubicBezTo>
                  <a:pt x="16817" y="9273"/>
                  <a:pt x="16689" y="9648"/>
                  <a:pt x="16656" y="9723"/>
                </a:cubicBezTo>
                <a:cubicBezTo>
                  <a:pt x="16631" y="9754"/>
                  <a:pt x="16607" y="9786"/>
                  <a:pt x="16584" y="9820"/>
                </a:cubicBezTo>
                <a:cubicBezTo>
                  <a:pt x="16565" y="9848"/>
                  <a:pt x="16497" y="9929"/>
                  <a:pt x="16447" y="9988"/>
                </a:cubicBezTo>
                <a:cubicBezTo>
                  <a:pt x="16023" y="10488"/>
                  <a:pt x="15236" y="11419"/>
                  <a:pt x="15236" y="13291"/>
                </a:cubicBezTo>
                <a:cubicBezTo>
                  <a:pt x="15236" y="15520"/>
                  <a:pt x="16851" y="16555"/>
                  <a:pt x="17757" y="16810"/>
                </a:cubicBezTo>
                <a:cubicBezTo>
                  <a:pt x="19050" y="17307"/>
                  <a:pt x="20311" y="17926"/>
                  <a:pt x="20570" y="19440"/>
                </a:cubicBezTo>
                <a:lnTo>
                  <a:pt x="17464" y="19440"/>
                </a:lnTo>
                <a:cubicBezTo>
                  <a:pt x="17553" y="19773"/>
                  <a:pt x="17615" y="20132"/>
                  <a:pt x="17645" y="20520"/>
                </a:cubicBezTo>
                <a:lnTo>
                  <a:pt x="21152" y="20520"/>
                </a:lnTo>
                <a:cubicBezTo>
                  <a:pt x="21600" y="20520"/>
                  <a:pt x="21600" y="20034"/>
                  <a:pt x="21600" y="20034"/>
                </a:cubicBezTo>
                <a:cubicBezTo>
                  <a:pt x="21600" y="17119"/>
                  <a:pt x="19191" y="16215"/>
                  <a:pt x="18035" y="15774"/>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5" name="Shape 2617">
            <a:extLst>
              <a:ext uri="{FF2B5EF4-FFF2-40B4-BE49-F238E27FC236}">
                <a16:creationId xmlns:a16="http://schemas.microsoft.com/office/drawing/2014/main" id="{8217FBA2-347A-3303-9510-A02F62C4E8C9}"/>
              </a:ext>
            </a:extLst>
          </p:cNvPr>
          <p:cNvSpPr/>
          <p:nvPr/>
        </p:nvSpPr>
        <p:spPr>
          <a:xfrm>
            <a:off x="7341645" y="3670280"/>
            <a:ext cx="279328" cy="228566"/>
          </a:xfrm>
          <a:custGeom>
            <a:avLst/>
            <a:gdLst/>
            <a:ahLst/>
            <a:cxnLst>
              <a:cxn ang="0">
                <a:pos x="wd2" y="hd2"/>
              </a:cxn>
              <a:cxn ang="5400000">
                <a:pos x="wd2" y="hd2"/>
              </a:cxn>
              <a:cxn ang="10800000">
                <a:pos x="wd2" y="hd2"/>
              </a:cxn>
              <a:cxn ang="16200000">
                <a:pos x="wd2" y="hd2"/>
              </a:cxn>
            </a:cxnLst>
            <a:rect l="0" t="0" r="r" b="b"/>
            <a:pathLst>
              <a:path w="21600" h="21600" extrusionOk="0">
                <a:moveTo>
                  <a:pt x="4457" y="20400"/>
                </a:moveTo>
                <a:cubicBezTo>
                  <a:pt x="4686" y="18711"/>
                  <a:pt x="5897" y="18036"/>
                  <a:pt x="7134" y="17493"/>
                </a:cubicBezTo>
                <a:lnTo>
                  <a:pt x="7173" y="17477"/>
                </a:lnTo>
                <a:cubicBezTo>
                  <a:pt x="8055" y="17190"/>
                  <a:pt x="9626" y="16039"/>
                  <a:pt x="9626" y="13569"/>
                </a:cubicBezTo>
                <a:cubicBezTo>
                  <a:pt x="9626" y="11474"/>
                  <a:pt x="8932" y="10452"/>
                  <a:pt x="8558" y="9902"/>
                </a:cubicBezTo>
                <a:cubicBezTo>
                  <a:pt x="8484" y="9791"/>
                  <a:pt x="8394" y="9649"/>
                  <a:pt x="8414" y="9680"/>
                </a:cubicBezTo>
                <a:cubicBezTo>
                  <a:pt x="8384" y="9599"/>
                  <a:pt x="8237" y="9129"/>
                  <a:pt x="8449" y="8035"/>
                </a:cubicBezTo>
                <a:cubicBezTo>
                  <a:pt x="8549" y="7522"/>
                  <a:pt x="8380" y="7241"/>
                  <a:pt x="8380" y="7241"/>
                </a:cubicBezTo>
                <a:cubicBezTo>
                  <a:pt x="8112" y="6505"/>
                  <a:pt x="7614" y="5133"/>
                  <a:pt x="7988" y="4025"/>
                </a:cubicBezTo>
                <a:cubicBezTo>
                  <a:pt x="8490" y="2492"/>
                  <a:pt x="8935" y="2190"/>
                  <a:pt x="9741" y="1747"/>
                </a:cubicBezTo>
                <a:cubicBezTo>
                  <a:pt x="9788" y="1721"/>
                  <a:pt x="9834" y="1691"/>
                  <a:pt x="9877" y="1657"/>
                </a:cubicBezTo>
                <a:cubicBezTo>
                  <a:pt x="10029" y="1535"/>
                  <a:pt x="10674" y="1200"/>
                  <a:pt x="11403" y="1200"/>
                </a:cubicBezTo>
                <a:cubicBezTo>
                  <a:pt x="11768" y="1200"/>
                  <a:pt x="12075" y="1285"/>
                  <a:pt x="12318" y="1454"/>
                </a:cubicBezTo>
                <a:cubicBezTo>
                  <a:pt x="12610" y="1655"/>
                  <a:pt x="12890" y="2039"/>
                  <a:pt x="13313" y="3271"/>
                </a:cubicBezTo>
                <a:cubicBezTo>
                  <a:pt x="14101" y="5469"/>
                  <a:pt x="13602" y="6698"/>
                  <a:pt x="13350" y="7124"/>
                </a:cubicBezTo>
                <a:cubicBezTo>
                  <a:pt x="13183" y="7407"/>
                  <a:pt x="13126" y="7764"/>
                  <a:pt x="13191" y="8102"/>
                </a:cubicBezTo>
                <a:cubicBezTo>
                  <a:pt x="13386" y="9109"/>
                  <a:pt x="13260" y="9534"/>
                  <a:pt x="13227" y="9619"/>
                </a:cubicBezTo>
                <a:cubicBezTo>
                  <a:pt x="13219" y="9631"/>
                  <a:pt x="13101" y="9814"/>
                  <a:pt x="13041" y="9902"/>
                </a:cubicBezTo>
                <a:cubicBezTo>
                  <a:pt x="12668" y="10452"/>
                  <a:pt x="11973" y="11474"/>
                  <a:pt x="11973" y="13569"/>
                </a:cubicBezTo>
                <a:cubicBezTo>
                  <a:pt x="11973" y="16039"/>
                  <a:pt x="13545" y="17190"/>
                  <a:pt x="14427" y="17477"/>
                </a:cubicBezTo>
                <a:lnTo>
                  <a:pt x="14466" y="17493"/>
                </a:lnTo>
                <a:cubicBezTo>
                  <a:pt x="15703" y="18036"/>
                  <a:pt x="16914" y="18711"/>
                  <a:pt x="17143" y="20400"/>
                </a:cubicBezTo>
                <a:cubicBezTo>
                  <a:pt x="17143" y="20400"/>
                  <a:pt x="4457" y="20400"/>
                  <a:pt x="4457" y="20400"/>
                </a:cubicBezTo>
                <a:close/>
                <a:moveTo>
                  <a:pt x="14715" y="16328"/>
                </a:moveTo>
                <a:cubicBezTo>
                  <a:pt x="14715" y="16328"/>
                  <a:pt x="12955" y="15815"/>
                  <a:pt x="12955" y="13569"/>
                </a:cubicBezTo>
                <a:cubicBezTo>
                  <a:pt x="12955" y="11596"/>
                  <a:pt x="13678" y="10901"/>
                  <a:pt x="13957" y="10421"/>
                </a:cubicBezTo>
                <a:cubicBezTo>
                  <a:pt x="13957" y="10421"/>
                  <a:pt x="14531" y="9807"/>
                  <a:pt x="14146" y="7826"/>
                </a:cubicBezTo>
                <a:cubicBezTo>
                  <a:pt x="14787" y="6740"/>
                  <a:pt x="14995" y="4972"/>
                  <a:pt x="14211" y="2789"/>
                </a:cubicBezTo>
                <a:cubicBezTo>
                  <a:pt x="13774" y="1514"/>
                  <a:pt x="13389" y="815"/>
                  <a:pt x="12801" y="409"/>
                </a:cubicBezTo>
                <a:cubicBezTo>
                  <a:pt x="12370" y="110"/>
                  <a:pt x="11880" y="0"/>
                  <a:pt x="11403" y="0"/>
                </a:cubicBezTo>
                <a:cubicBezTo>
                  <a:pt x="10516" y="0"/>
                  <a:pt x="9675" y="384"/>
                  <a:pt x="9339" y="653"/>
                </a:cubicBezTo>
                <a:cubicBezTo>
                  <a:pt x="8357" y="1192"/>
                  <a:pt x="7697" y="1688"/>
                  <a:pt x="7077" y="3579"/>
                </a:cubicBezTo>
                <a:cubicBezTo>
                  <a:pt x="6540" y="5168"/>
                  <a:pt x="7179" y="6892"/>
                  <a:pt x="7494" y="7758"/>
                </a:cubicBezTo>
                <a:cubicBezTo>
                  <a:pt x="7110" y="9740"/>
                  <a:pt x="7642" y="10421"/>
                  <a:pt x="7642" y="10421"/>
                </a:cubicBezTo>
                <a:cubicBezTo>
                  <a:pt x="7922" y="10901"/>
                  <a:pt x="8644" y="11596"/>
                  <a:pt x="8644" y="13569"/>
                </a:cubicBezTo>
                <a:cubicBezTo>
                  <a:pt x="8644" y="15815"/>
                  <a:pt x="6885" y="16328"/>
                  <a:pt x="6885" y="16328"/>
                </a:cubicBezTo>
                <a:cubicBezTo>
                  <a:pt x="5768" y="16819"/>
                  <a:pt x="3436" y="17760"/>
                  <a:pt x="3436" y="21000"/>
                </a:cubicBezTo>
                <a:cubicBezTo>
                  <a:pt x="3436" y="21000"/>
                  <a:pt x="3436" y="21600"/>
                  <a:pt x="3927" y="21600"/>
                </a:cubicBezTo>
                <a:lnTo>
                  <a:pt x="17673" y="21600"/>
                </a:lnTo>
                <a:cubicBezTo>
                  <a:pt x="18164" y="21600"/>
                  <a:pt x="18164" y="21000"/>
                  <a:pt x="18164" y="21000"/>
                </a:cubicBezTo>
                <a:cubicBezTo>
                  <a:pt x="18164" y="17760"/>
                  <a:pt x="15832" y="16819"/>
                  <a:pt x="14715" y="16328"/>
                </a:cubicBezTo>
                <a:moveTo>
                  <a:pt x="19516" y="15006"/>
                </a:moveTo>
                <a:cubicBezTo>
                  <a:pt x="19516" y="15006"/>
                  <a:pt x="18416" y="14701"/>
                  <a:pt x="18416" y="12954"/>
                </a:cubicBezTo>
                <a:cubicBezTo>
                  <a:pt x="18416" y="11419"/>
                  <a:pt x="18794" y="10879"/>
                  <a:pt x="19017" y="10506"/>
                </a:cubicBezTo>
                <a:cubicBezTo>
                  <a:pt x="19017" y="10506"/>
                  <a:pt x="19443" y="9975"/>
                  <a:pt x="19136" y="8435"/>
                </a:cubicBezTo>
                <a:cubicBezTo>
                  <a:pt x="19388" y="7760"/>
                  <a:pt x="19900" y="6419"/>
                  <a:pt x="19470" y="5184"/>
                </a:cubicBezTo>
                <a:cubicBezTo>
                  <a:pt x="18974" y="3714"/>
                  <a:pt x="18645" y="3327"/>
                  <a:pt x="17860" y="2908"/>
                </a:cubicBezTo>
                <a:cubicBezTo>
                  <a:pt x="17591" y="2699"/>
                  <a:pt x="16918" y="2400"/>
                  <a:pt x="16208" y="2400"/>
                </a:cubicBezTo>
                <a:cubicBezTo>
                  <a:pt x="15873" y="2400"/>
                  <a:pt x="15531" y="2473"/>
                  <a:pt x="15218" y="2647"/>
                </a:cubicBezTo>
                <a:cubicBezTo>
                  <a:pt x="15343" y="3035"/>
                  <a:pt x="15449" y="3420"/>
                  <a:pt x="15525" y="3799"/>
                </a:cubicBezTo>
                <a:cubicBezTo>
                  <a:pt x="15537" y="3790"/>
                  <a:pt x="15550" y="3779"/>
                  <a:pt x="15563" y="3770"/>
                </a:cubicBezTo>
                <a:cubicBezTo>
                  <a:pt x="15730" y="3657"/>
                  <a:pt x="15948" y="3600"/>
                  <a:pt x="16208" y="3600"/>
                </a:cubicBezTo>
                <a:cubicBezTo>
                  <a:pt x="16716" y="3600"/>
                  <a:pt x="17211" y="3825"/>
                  <a:pt x="17332" y="3919"/>
                </a:cubicBezTo>
                <a:cubicBezTo>
                  <a:pt x="17375" y="3953"/>
                  <a:pt x="17421" y="3983"/>
                  <a:pt x="17467" y="4008"/>
                </a:cubicBezTo>
                <a:cubicBezTo>
                  <a:pt x="17950" y="4265"/>
                  <a:pt x="18131" y="4362"/>
                  <a:pt x="18562" y="5641"/>
                </a:cubicBezTo>
                <a:cubicBezTo>
                  <a:pt x="18822" y="6387"/>
                  <a:pt x="18452" y="7378"/>
                  <a:pt x="18253" y="7911"/>
                </a:cubicBezTo>
                <a:cubicBezTo>
                  <a:pt x="18161" y="8156"/>
                  <a:pt x="18130" y="8457"/>
                  <a:pt x="18182" y="8718"/>
                </a:cubicBezTo>
                <a:cubicBezTo>
                  <a:pt x="18316" y="9392"/>
                  <a:pt x="18254" y="9706"/>
                  <a:pt x="18232" y="9784"/>
                </a:cubicBezTo>
                <a:cubicBezTo>
                  <a:pt x="18230" y="9788"/>
                  <a:pt x="18227" y="9793"/>
                  <a:pt x="18224" y="9798"/>
                </a:cubicBezTo>
                <a:lnTo>
                  <a:pt x="18191" y="9853"/>
                </a:lnTo>
                <a:cubicBezTo>
                  <a:pt x="17926" y="10290"/>
                  <a:pt x="17434" y="11106"/>
                  <a:pt x="17434" y="12954"/>
                </a:cubicBezTo>
                <a:cubicBezTo>
                  <a:pt x="17434" y="15019"/>
                  <a:pt x="18570" y="15933"/>
                  <a:pt x="19229" y="16155"/>
                </a:cubicBezTo>
                <a:cubicBezTo>
                  <a:pt x="19856" y="16429"/>
                  <a:pt x="20435" y="16859"/>
                  <a:pt x="20582" y="17999"/>
                </a:cubicBezTo>
                <a:lnTo>
                  <a:pt x="18459" y="18000"/>
                </a:lnTo>
                <a:cubicBezTo>
                  <a:pt x="18647" y="18353"/>
                  <a:pt x="18802" y="18755"/>
                  <a:pt x="18920" y="19200"/>
                </a:cubicBezTo>
                <a:lnTo>
                  <a:pt x="21109" y="19199"/>
                </a:lnTo>
                <a:cubicBezTo>
                  <a:pt x="21600" y="19199"/>
                  <a:pt x="21600" y="18599"/>
                  <a:pt x="21600" y="18599"/>
                </a:cubicBezTo>
                <a:cubicBezTo>
                  <a:pt x="21600" y="16199"/>
                  <a:pt x="20410" y="15388"/>
                  <a:pt x="19516" y="15006"/>
                </a:cubicBezTo>
                <a:moveTo>
                  <a:pt x="2371" y="16155"/>
                </a:moveTo>
                <a:cubicBezTo>
                  <a:pt x="3030" y="15933"/>
                  <a:pt x="4166" y="15019"/>
                  <a:pt x="4166" y="12954"/>
                </a:cubicBezTo>
                <a:cubicBezTo>
                  <a:pt x="4166" y="11106"/>
                  <a:pt x="3673" y="10290"/>
                  <a:pt x="3409" y="9853"/>
                </a:cubicBezTo>
                <a:lnTo>
                  <a:pt x="3376" y="9798"/>
                </a:lnTo>
                <a:cubicBezTo>
                  <a:pt x="3373" y="9793"/>
                  <a:pt x="3370" y="9788"/>
                  <a:pt x="3367" y="9784"/>
                </a:cubicBezTo>
                <a:cubicBezTo>
                  <a:pt x="3346" y="9706"/>
                  <a:pt x="3283" y="9392"/>
                  <a:pt x="3418" y="8718"/>
                </a:cubicBezTo>
                <a:cubicBezTo>
                  <a:pt x="3470" y="8457"/>
                  <a:pt x="3439" y="8156"/>
                  <a:pt x="3347" y="7911"/>
                </a:cubicBezTo>
                <a:cubicBezTo>
                  <a:pt x="3148" y="7378"/>
                  <a:pt x="2778" y="6387"/>
                  <a:pt x="3038" y="5641"/>
                </a:cubicBezTo>
                <a:cubicBezTo>
                  <a:pt x="3469" y="4362"/>
                  <a:pt x="3649" y="4265"/>
                  <a:pt x="4133" y="4008"/>
                </a:cubicBezTo>
                <a:cubicBezTo>
                  <a:pt x="4180" y="3983"/>
                  <a:pt x="4225" y="3953"/>
                  <a:pt x="4268" y="3919"/>
                </a:cubicBezTo>
                <a:cubicBezTo>
                  <a:pt x="4389" y="3825"/>
                  <a:pt x="4884" y="3600"/>
                  <a:pt x="5392" y="3600"/>
                </a:cubicBezTo>
                <a:cubicBezTo>
                  <a:pt x="5636" y="3600"/>
                  <a:pt x="5839" y="3655"/>
                  <a:pt x="6002" y="3755"/>
                </a:cubicBezTo>
                <a:cubicBezTo>
                  <a:pt x="6045" y="3548"/>
                  <a:pt x="6096" y="3341"/>
                  <a:pt x="6165" y="3134"/>
                </a:cubicBezTo>
                <a:cubicBezTo>
                  <a:pt x="6225" y="2950"/>
                  <a:pt x="6289" y="2793"/>
                  <a:pt x="6351" y="2630"/>
                </a:cubicBezTo>
                <a:cubicBezTo>
                  <a:pt x="6046" y="2468"/>
                  <a:pt x="5716" y="2400"/>
                  <a:pt x="5392" y="2400"/>
                </a:cubicBezTo>
                <a:cubicBezTo>
                  <a:pt x="4682" y="2400"/>
                  <a:pt x="4009" y="2699"/>
                  <a:pt x="3740" y="2908"/>
                </a:cubicBezTo>
                <a:cubicBezTo>
                  <a:pt x="2955" y="3327"/>
                  <a:pt x="2625" y="3714"/>
                  <a:pt x="2130" y="5184"/>
                </a:cubicBezTo>
                <a:cubicBezTo>
                  <a:pt x="1700" y="6419"/>
                  <a:pt x="2212" y="7760"/>
                  <a:pt x="2464" y="8435"/>
                </a:cubicBezTo>
                <a:cubicBezTo>
                  <a:pt x="2156" y="9975"/>
                  <a:pt x="2583" y="10506"/>
                  <a:pt x="2583" y="10506"/>
                </a:cubicBezTo>
                <a:cubicBezTo>
                  <a:pt x="2806" y="10879"/>
                  <a:pt x="3185" y="11419"/>
                  <a:pt x="3185" y="12954"/>
                </a:cubicBezTo>
                <a:cubicBezTo>
                  <a:pt x="3185" y="14701"/>
                  <a:pt x="2084" y="15006"/>
                  <a:pt x="2084" y="15006"/>
                </a:cubicBezTo>
                <a:cubicBezTo>
                  <a:pt x="1191" y="15388"/>
                  <a:pt x="0" y="16199"/>
                  <a:pt x="0" y="18599"/>
                </a:cubicBezTo>
                <a:cubicBezTo>
                  <a:pt x="0" y="18599"/>
                  <a:pt x="0" y="19199"/>
                  <a:pt x="491" y="19199"/>
                </a:cubicBezTo>
                <a:lnTo>
                  <a:pt x="2680" y="19200"/>
                </a:lnTo>
                <a:cubicBezTo>
                  <a:pt x="2798" y="18755"/>
                  <a:pt x="2952" y="18353"/>
                  <a:pt x="3141" y="18000"/>
                </a:cubicBezTo>
                <a:lnTo>
                  <a:pt x="1018" y="17999"/>
                </a:lnTo>
                <a:cubicBezTo>
                  <a:pt x="1165" y="16859"/>
                  <a:pt x="1744" y="16429"/>
                  <a:pt x="2371" y="16155"/>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6" name="Shape 2618">
            <a:extLst>
              <a:ext uri="{FF2B5EF4-FFF2-40B4-BE49-F238E27FC236}">
                <a16:creationId xmlns:a16="http://schemas.microsoft.com/office/drawing/2014/main" id="{C78B2938-1070-9EAD-E6F5-2AB53E19FFB7}"/>
              </a:ext>
            </a:extLst>
          </p:cNvPr>
          <p:cNvSpPr/>
          <p:nvPr/>
        </p:nvSpPr>
        <p:spPr>
          <a:xfrm>
            <a:off x="7874906" y="3644887"/>
            <a:ext cx="279301" cy="279341"/>
          </a:xfrm>
          <a:custGeom>
            <a:avLst/>
            <a:gdLst/>
            <a:ahLst/>
            <a:cxnLst>
              <a:cxn ang="0">
                <a:pos x="wd2" y="hd2"/>
              </a:cxn>
              <a:cxn ang="5400000">
                <a:pos x="wd2" y="hd2"/>
              </a:cxn>
              <a:cxn ang="10800000">
                <a:pos x="wd2" y="hd2"/>
              </a:cxn>
              <a:cxn ang="16200000">
                <a:pos x="wd2" y="hd2"/>
              </a:cxn>
            </a:cxnLst>
            <a:rect l="0" t="0" r="r" b="b"/>
            <a:pathLst>
              <a:path w="21278" h="21600" extrusionOk="0">
                <a:moveTo>
                  <a:pt x="2560" y="18308"/>
                </a:moveTo>
                <a:cubicBezTo>
                  <a:pt x="2472" y="18397"/>
                  <a:pt x="2418" y="18520"/>
                  <a:pt x="2418" y="18655"/>
                </a:cubicBezTo>
                <a:cubicBezTo>
                  <a:pt x="2418" y="18926"/>
                  <a:pt x="2635" y="19146"/>
                  <a:pt x="2902" y="19146"/>
                </a:cubicBezTo>
                <a:cubicBezTo>
                  <a:pt x="3169" y="19146"/>
                  <a:pt x="3385" y="18926"/>
                  <a:pt x="3385" y="18655"/>
                </a:cubicBezTo>
                <a:cubicBezTo>
                  <a:pt x="3385" y="18384"/>
                  <a:pt x="3169" y="18164"/>
                  <a:pt x="2902" y="18164"/>
                </a:cubicBezTo>
                <a:cubicBezTo>
                  <a:pt x="2768" y="18164"/>
                  <a:pt x="2647" y="18219"/>
                  <a:pt x="2560" y="18308"/>
                </a:cubicBezTo>
                <a:moveTo>
                  <a:pt x="20499" y="4279"/>
                </a:moveTo>
                <a:lnTo>
                  <a:pt x="20091" y="4692"/>
                </a:lnTo>
                <a:lnTo>
                  <a:pt x="20088" y="4688"/>
                </a:lnTo>
                <a:lnTo>
                  <a:pt x="17670" y="7143"/>
                </a:lnTo>
                <a:lnTo>
                  <a:pt x="17664" y="7137"/>
                </a:lnTo>
                <a:cubicBezTo>
                  <a:pt x="17227" y="7580"/>
                  <a:pt x="16624" y="7853"/>
                  <a:pt x="15958" y="7853"/>
                </a:cubicBezTo>
                <a:cubicBezTo>
                  <a:pt x="14624" y="7853"/>
                  <a:pt x="13543" y="6755"/>
                  <a:pt x="13543" y="5401"/>
                </a:cubicBezTo>
                <a:cubicBezTo>
                  <a:pt x="13543" y="4725"/>
                  <a:pt x="13813" y="4113"/>
                  <a:pt x="14248" y="3670"/>
                </a:cubicBezTo>
                <a:lnTo>
                  <a:pt x="13563" y="2975"/>
                </a:lnTo>
                <a:cubicBezTo>
                  <a:pt x="12951" y="3596"/>
                  <a:pt x="12571" y="4452"/>
                  <a:pt x="12571" y="5401"/>
                </a:cubicBezTo>
                <a:cubicBezTo>
                  <a:pt x="12571" y="7300"/>
                  <a:pt x="14087" y="8840"/>
                  <a:pt x="15958" y="8840"/>
                </a:cubicBezTo>
                <a:cubicBezTo>
                  <a:pt x="16893" y="8840"/>
                  <a:pt x="17737" y="8454"/>
                  <a:pt x="18348" y="7832"/>
                </a:cubicBezTo>
                <a:lnTo>
                  <a:pt x="18353" y="7837"/>
                </a:lnTo>
                <a:lnTo>
                  <a:pt x="20152" y="6011"/>
                </a:lnTo>
                <a:cubicBezTo>
                  <a:pt x="20516" y="7368"/>
                  <a:pt x="20343" y="8670"/>
                  <a:pt x="19540" y="9505"/>
                </a:cubicBezTo>
                <a:lnTo>
                  <a:pt x="16947" y="12198"/>
                </a:lnTo>
                <a:cubicBezTo>
                  <a:pt x="16605" y="12553"/>
                  <a:pt x="16104" y="12766"/>
                  <a:pt x="15610" y="12766"/>
                </a:cubicBezTo>
                <a:cubicBezTo>
                  <a:pt x="15590" y="12765"/>
                  <a:pt x="13953" y="12652"/>
                  <a:pt x="12318" y="11611"/>
                </a:cubicBezTo>
                <a:lnTo>
                  <a:pt x="12314" y="11620"/>
                </a:lnTo>
                <a:cubicBezTo>
                  <a:pt x="12239" y="11572"/>
                  <a:pt x="12155" y="11537"/>
                  <a:pt x="12060" y="11537"/>
                </a:cubicBezTo>
                <a:cubicBezTo>
                  <a:pt x="11897" y="11537"/>
                  <a:pt x="11759" y="11625"/>
                  <a:pt x="11671" y="11753"/>
                </a:cubicBezTo>
                <a:lnTo>
                  <a:pt x="11654" y="11742"/>
                </a:lnTo>
                <a:lnTo>
                  <a:pt x="4270" y="20043"/>
                </a:lnTo>
                <a:cubicBezTo>
                  <a:pt x="3919" y="20399"/>
                  <a:pt x="3436" y="20618"/>
                  <a:pt x="2902" y="20618"/>
                </a:cubicBezTo>
                <a:cubicBezTo>
                  <a:pt x="1833" y="20618"/>
                  <a:pt x="967" y="19740"/>
                  <a:pt x="967" y="18655"/>
                </a:cubicBezTo>
                <a:cubicBezTo>
                  <a:pt x="967" y="18113"/>
                  <a:pt x="1184" y="17622"/>
                  <a:pt x="1534" y="17267"/>
                </a:cubicBezTo>
                <a:lnTo>
                  <a:pt x="9684" y="9801"/>
                </a:lnTo>
                <a:lnTo>
                  <a:pt x="9671" y="9786"/>
                </a:lnTo>
                <a:cubicBezTo>
                  <a:pt x="9796" y="9698"/>
                  <a:pt x="9884" y="9557"/>
                  <a:pt x="9884" y="9389"/>
                </a:cubicBezTo>
                <a:cubicBezTo>
                  <a:pt x="9884" y="9283"/>
                  <a:pt x="9844" y="9190"/>
                  <a:pt x="9787" y="9110"/>
                </a:cubicBezTo>
                <a:lnTo>
                  <a:pt x="9790" y="9107"/>
                </a:lnTo>
                <a:cubicBezTo>
                  <a:pt x="8390" y="7219"/>
                  <a:pt x="8340" y="5816"/>
                  <a:pt x="9546" y="4488"/>
                </a:cubicBezTo>
                <a:lnTo>
                  <a:pt x="12130" y="1805"/>
                </a:lnTo>
                <a:cubicBezTo>
                  <a:pt x="12785" y="1125"/>
                  <a:pt x="13641" y="982"/>
                  <a:pt x="14244" y="982"/>
                </a:cubicBezTo>
                <a:lnTo>
                  <a:pt x="14246" y="982"/>
                </a:lnTo>
                <a:cubicBezTo>
                  <a:pt x="14611" y="982"/>
                  <a:pt x="14988" y="1037"/>
                  <a:pt x="15366" y="1136"/>
                </a:cubicBezTo>
                <a:lnTo>
                  <a:pt x="13559" y="2970"/>
                </a:lnTo>
                <a:lnTo>
                  <a:pt x="14243" y="3664"/>
                </a:lnTo>
                <a:lnTo>
                  <a:pt x="16661" y="1210"/>
                </a:lnTo>
                <a:lnTo>
                  <a:pt x="16657" y="1206"/>
                </a:lnTo>
                <a:lnTo>
                  <a:pt x="17082" y="775"/>
                </a:lnTo>
                <a:cubicBezTo>
                  <a:pt x="16139" y="269"/>
                  <a:pt x="15160" y="0"/>
                  <a:pt x="14246" y="0"/>
                </a:cubicBezTo>
                <a:lnTo>
                  <a:pt x="14244" y="0"/>
                </a:lnTo>
                <a:cubicBezTo>
                  <a:pt x="13167" y="0"/>
                  <a:pt x="12182" y="361"/>
                  <a:pt x="11460" y="1111"/>
                </a:cubicBezTo>
                <a:lnTo>
                  <a:pt x="8867" y="3804"/>
                </a:lnTo>
                <a:cubicBezTo>
                  <a:pt x="7163" y="5672"/>
                  <a:pt x="7613" y="7584"/>
                  <a:pt x="8769" y="9315"/>
                </a:cubicBezTo>
                <a:lnTo>
                  <a:pt x="850" y="16572"/>
                </a:lnTo>
                <a:cubicBezTo>
                  <a:pt x="325" y="17106"/>
                  <a:pt x="0" y="17842"/>
                  <a:pt x="0" y="18655"/>
                </a:cubicBezTo>
                <a:cubicBezTo>
                  <a:pt x="0" y="20282"/>
                  <a:pt x="1299" y="21600"/>
                  <a:pt x="2902" y="21600"/>
                </a:cubicBezTo>
                <a:cubicBezTo>
                  <a:pt x="3703" y="21600"/>
                  <a:pt x="4429" y="21271"/>
                  <a:pt x="4954" y="20738"/>
                </a:cubicBezTo>
                <a:lnTo>
                  <a:pt x="12160" y="12652"/>
                </a:lnTo>
                <a:cubicBezTo>
                  <a:pt x="13800" y="13590"/>
                  <a:pt x="15363" y="13747"/>
                  <a:pt x="15606" y="13747"/>
                </a:cubicBezTo>
                <a:cubicBezTo>
                  <a:pt x="16313" y="13747"/>
                  <a:pt x="17067" y="13463"/>
                  <a:pt x="17617" y="12892"/>
                </a:cubicBezTo>
                <a:lnTo>
                  <a:pt x="20209" y="10198"/>
                </a:lnTo>
                <a:cubicBezTo>
                  <a:pt x="21560" y="8795"/>
                  <a:pt x="21600" y="6433"/>
                  <a:pt x="20499" y="427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7" name="Shape 2619">
            <a:extLst>
              <a:ext uri="{FF2B5EF4-FFF2-40B4-BE49-F238E27FC236}">
                <a16:creationId xmlns:a16="http://schemas.microsoft.com/office/drawing/2014/main" id="{0B5C1BF4-79A8-7C7E-B880-90A83448E31A}"/>
              </a:ext>
            </a:extLst>
          </p:cNvPr>
          <p:cNvSpPr/>
          <p:nvPr/>
        </p:nvSpPr>
        <p:spPr>
          <a:xfrm>
            <a:off x="8408167" y="3644887"/>
            <a:ext cx="279328" cy="279326"/>
          </a:xfrm>
          <a:custGeom>
            <a:avLst/>
            <a:gdLst/>
            <a:ahLst/>
            <a:cxnLst>
              <a:cxn ang="0">
                <a:pos x="wd2" y="hd2"/>
              </a:cxn>
              <a:cxn ang="5400000">
                <a:pos x="wd2" y="hd2"/>
              </a:cxn>
              <a:cxn ang="10800000">
                <a:pos x="wd2" y="hd2"/>
              </a:cxn>
              <a:cxn ang="16200000">
                <a:pos x="wd2" y="hd2"/>
              </a:cxn>
            </a:cxnLst>
            <a:rect l="0" t="0" r="r" b="b"/>
            <a:pathLst>
              <a:path w="21600" h="21583" extrusionOk="0">
                <a:moveTo>
                  <a:pt x="12364" y="11941"/>
                </a:moveTo>
                <a:lnTo>
                  <a:pt x="13062" y="14033"/>
                </a:lnTo>
                <a:lnTo>
                  <a:pt x="11365" y="12790"/>
                </a:lnTo>
                <a:lnTo>
                  <a:pt x="10785" y="12365"/>
                </a:lnTo>
                <a:lnTo>
                  <a:pt x="10205" y="12790"/>
                </a:lnTo>
                <a:lnTo>
                  <a:pt x="8508" y="14033"/>
                </a:lnTo>
                <a:lnTo>
                  <a:pt x="9206" y="11941"/>
                </a:lnTo>
                <a:lnTo>
                  <a:pt x="9426" y="11282"/>
                </a:lnTo>
                <a:lnTo>
                  <a:pt x="8877" y="10856"/>
                </a:lnTo>
                <a:lnTo>
                  <a:pt x="7511" y="9794"/>
                </a:lnTo>
                <a:lnTo>
                  <a:pt x="9790" y="9794"/>
                </a:lnTo>
                <a:lnTo>
                  <a:pt x="10030" y="9160"/>
                </a:lnTo>
                <a:lnTo>
                  <a:pt x="10785" y="7162"/>
                </a:lnTo>
                <a:lnTo>
                  <a:pt x="11540" y="9160"/>
                </a:lnTo>
                <a:lnTo>
                  <a:pt x="11779" y="9794"/>
                </a:lnTo>
                <a:lnTo>
                  <a:pt x="14059" y="9794"/>
                </a:lnTo>
                <a:lnTo>
                  <a:pt x="12692" y="10856"/>
                </a:lnTo>
                <a:lnTo>
                  <a:pt x="12144" y="11282"/>
                </a:lnTo>
                <a:cubicBezTo>
                  <a:pt x="12144" y="11282"/>
                  <a:pt x="12364" y="11941"/>
                  <a:pt x="12364" y="11941"/>
                </a:cubicBezTo>
                <a:close/>
                <a:moveTo>
                  <a:pt x="12458" y="8813"/>
                </a:moveTo>
                <a:lnTo>
                  <a:pt x="10785" y="4384"/>
                </a:lnTo>
                <a:lnTo>
                  <a:pt x="9111" y="8813"/>
                </a:lnTo>
                <a:lnTo>
                  <a:pt x="4649" y="8813"/>
                </a:lnTo>
                <a:lnTo>
                  <a:pt x="8275" y="11631"/>
                </a:lnTo>
                <a:lnTo>
                  <a:pt x="6601" y="16647"/>
                </a:lnTo>
                <a:lnTo>
                  <a:pt x="10785" y="13582"/>
                </a:lnTo>
                <a:lnTo>
                  <a:pt x="14969" y="16647"/>
                </a:lnTo>
                <a:lnTo>
                  <a:pt x="13295" y="11631"/>
                </a:lnTo>
                <a:lnTo>
                  <a:pt x="16921" y="8813"/>
                </a:lnTo>
                <a:cubicBezTo>
                  <a:pt x="16921" y="8813"/>
                  <a:pt x="12458" y="8813"/>
                  <a:pt x="12458" y="8813"/>
                </a:cubicBezTo>
                <a:close/>
                <a:moveTo>
                  <a:pt x="10800" y="20592"/>
                </a:moveTo>
                <a:cubicBezTo>
                  <a:pt x="9796" y="20381"/>
                  <a:pt x="982" y="17399"/>
                  <a:pt x="982" y="12263"/>
                </a:cubicBezTo>
                <a:cubicBezTo>
                  <a:pt x="982" y="7469"/>
                  <a:pt x="2322" y="2919"/>
                  <a:pt x="2778" y="1179"/>
                </a:cubicBezTo>
                <a:cubicBezTo>
                  <a:pt x="4022" y="1719"/>
                  <a:pt x="7232" y="2943"/>
                  <a:pt x="10800" y="2943"/>
                </a:cubicBezTo>
                <a:cubicBezTo>
                  <a:pt x="14368" y="2943"/>
                  <a:pt x="17579" y="1719"/>
                  <a:pt x="18823" y="1179"/>
                </a:cubicBezTo>
                <a:cubicBezTo>
                  <a:pt x="19278" y="2918"/>
                  <a:pt x="20618" y="7466"/>
                  <a:pt x="20618" y="12263"/>
                </a:cubicBezTo>
                <a:cubicBezTo>
                  <a:pt x="20618" y="17393"/>
                  <a:pt x="11803" y="20381"/>
                  <a:pt x="10800" y="20592"/>
                </a:cubicBezTo>
                <a:moveTo>
                  <a:pt x="19618" y="356"/>
                </a:moveTo>
                <a:cubicBezTo>
                  <a:pt x="19577" y="216"/>
                  <a:pt x="19477" y="101"/>
                  <a:pt x="19343" y="42"/>
                </a:cubicBezTo>
                <a:cubicBezTo>
                  <a:pt x="19210" y="-17"/>
                  <a:pt x="19057" y="-13"/>
                  <a:pt x="18926" y="52"/>
                </a:cubicBezTo>
                <a:cubicBezTo>
                  <a:pt x="18888" y="71"/>
                  <a:pt x="15053" y="1962"/>
                  <a:pt x="10800" y="1962"/>
                </a:cubicBezTo>
                <a:cubicBezTo>
                  <a:pt x="6556" y="1962"/>
                  <a:pt x="2712" y="71"/>
                  <a:pt x="2674" y="52"/>
                </a:cubicBezTo>
                <a:cubicBezTo>
                  <a:pt x="2543" y="-13"/>
                  <a:pt x="2391" y="-17"/>
                  <a:pt x="2257" y="42"/>
                </a:cubicBezTo>
                <a:cubicBezTo>
                  <a:pt x="2124" y="101"/>
                  <a:pt x="2023" y="216"/>
                  <a:pt x="1983" y="356"/>
                </a:cubicBezTo>
                <a:cubicBezTo>
                  <a:pt x="1963" y="426"/>
                  <a:pt x="0" y="6376"/>
                  <a:pt x="0" y="12263"/>
                </a:cubicBezTo>
                <a:cubicBezTo>
                  <a:pt x="0" y="18484"/>
                  <a:pt x="10271" y="21491"/>
                  <a:pt x="10708" y="21575"/>
                </a:cubicBezTo>
                <a:cubicBezTo>
                  <a:pt x="10739" y="21580"/>
                  <a:pt x="10770" y="21583"/>
                  <a:pt x="10800" y="21583"/>
                </a:cubicBezTo>
                <a:cubicBezTo>
                  <a:pt x="10831" y="21583"/>
                  <a:pt x="10862" y="21580"/>
                  <a:pt x="10892" y="21575"/>
                </a:cubicBezTo>
                <a:cubicBezTo>
                  <a:pt x="11329" y="21491"/>
                  <a:pt x="21600" y="18484"/>
                  <a:pt x="21600" y="12263"/>
                </a:cubicBezTo>
                <a:cubicBezTo>
                  <a:pt x="21600" y="6376"/>
                  <a:pt x="19637" y="426"/>
                  <a:pt x="19618" y="356"/>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8" name="Shape 2620">
            <a:extLst>
              <a:ext uri="{FF2B5EF4-FFF2-40B4-BE49-F238E27FC236}">
                <a16:creationId xmlns:a16="http://schemas.microsoft.com/office/drawing/2014/main" id="{6974805D-A2AF-7540-A499-D162B26DFB11}"/>
              </a:ext>
            </a:extLst>
          </p:cNvPr>
          <p:cNvSpPr/>
          <p:nvPr/>
        </p:nvSpPr>
        <p:spPr>
          <a:xfrm>
            <a:off x="8941428" y="3657583"/>
            <a:ext cx="279328" cy="254031"/>
          </a:xfrm>
          <a:custGeom>
            <a:avLst/>
            <a:gdLst/>
            <a:ahLst/>
            <a:cxnLst>
              <a:cxn ang="0">
                <a:pos x="wd2" y="hd2"/>
              </a:cxn>
              <a:cxn ang="5400000">
                <a:pos x="wd2" y="hd2"/>
              </a:cxn>
              <a:cxn ang="10800000">
                <a:pos x="wd2" y="hd2"/>
              </a:cxn>
              <a:cxn ang="16200000">
                <a:pos x="wd2" y="hd2"/>
              </a:cxn>
            </a:cxnLst>
            <a:rect l="0" t="0" r="r" b="b"/>
            <a:pathLst>
              <a:path w="21600" h="21144" extrusionOk="0">
                <a:moveTo>
                  <a:pt x="20618" y="7406"/>
                </a:moveTo>
                <a:lnTo>
                  <a:pt x="13580" y="7406"/>
                </a:lnTo>
                <a:cubicBezTo>
                  <a:pt x="13156" y="6803"/>
                  <a:pt x="12718" y="6095"/>
                  <a:pt x="12319" y="5293"/>
                </a:cubicBezTo>
                <a:lnTo>
                  <a:pt x="20618" y="5293"/>
                </a:lnTo>
                <a:cubicBezTo>
                  <a:pt x="20618" y="5293"/>
                  <a:pt x="20618" y="7406"/>
                  <a:pt x="20618" y="7406"/>
                </a:cubicBezTo>
                <a:close/>
                <a:moveTo>
                  <a:pt x="19636" y="13747"/>
                </a:moveTo>
                <a:lnTo>
                  <a:pt x="11291" y="13747"/>
                </a:lnTo>
                <a:lnTo>
                  <a:pt x="11291" y="8463"/>
                </a:lnTo>
                <a:lnTo>
                  <a:pt x="13090" y="8463"/>
                </a:lnTo>
                <a:cubicBezTo>
                  <a:pt x="14022" y="9712"/>
                  <a:pt x="14815" y="10437"/>
                  <a:pt x="14882" y="10497"/>
                </a:cubicBezTo>
                <a:cubicBezTo>
                  <a:pt x="15009" y="10610"/>
                  <a:pt x="15174" y="10644"/>
                  <a:pt x="15323" y="10601"/>
                </a:cubicBezTo>
                <a:cubicBezTo>
                  <a:pt x="15418" y="10574"/>
                  <a:pt x="15505" y="10516"/>
                  <a:pt x="15573" y="10429"/>
                </a:cubicBezTo>
                <a:cubicBezTo>
                  <a:pt x="15746" y="10205"/>
                  <a:pt x="15718" y="9871"/>
                  <a:pt x="15510" y="9684"/>
                </a:cubicBezTo>
                <a:cubicBezTo>
                  <a:pt x="15498" y="9674"/>
                  <a:pt x="15023" y="9238"/>
                  <a:pt x="14383" y="8463"/>
                </a:cubicBezTo>
                <a:lnTo>
                  <a:pt x="19636" y="8463"/>
                </a:lnTo>
                <a:cubicBezTo>
                  <a:pt x="19636" y="8463"/>
                  <a:pt x="19636" y="13747"/>
                  <a:pt x="19636" y="13747"/>
                </a:cubicBezTo>
                <a:close/>
                <a:moveTo>
                  <a:pt x="19636" y="20087"/>
                </a:moveTo>
                <a:lnTo>
                  <a:pt x="11291" y="20087"/>
                </a:lnTo>
                <a:lnTo>
                  <a:pt x="11291" y="14803"/>
                </a:lnTo>
                <a:lnTo>
                  <a:pt x="19636" y="14803"/>
                </a:lnTo>
                <a:cubicBezTo>
                  <a:pt x="19636" y="14803"/>
                  <a:pt x="19636" y="20087"/>
                  <a:pt x="19636" y="20087"/>
                </a:cubicBezTo>
                <a:close/>
                <a:moveTo>
                  <a:pt x="11291" y="5461"/>
                </a:moveTo>
                <a:cubicBezTo>
                  <a:pt x="11626" y="6178"/>
                  <a:pt x="11991" y="6828"/>
                  <a:pt x="12360" y="7406"/>
                </a:cubicBezTo>
                <a:lnTo>
                  <a:pt x="11291" y="7406"/>
                </a:lnTo>
                <a:cubicBezTo>
                  <a:pt x="11291" y="7406"/>
                  <a:pt x="11291" y="5461"/>
                  <a:pt x="11291" y="5461"/>
                </a:cubicBezTo>
                <a:close/>
                <a:moveTo>
                  <a:pt x="12871" y="1481"/>
                </a:moveTo>
                <a:cubicBezTo>
                  <a:pt x="14045" y="751"/>
                  <a:pt x="15436" y="979"/>
                  <a:pt x="15979" y="1990"/>
                </a:cubicBezTo>
                <a:cubicBezTo>
                  <a:pt x="16343" y="2668"/>
                  <a:pt x="16223" y="3523"/>
                  <a:pt x="15755" y="4236"/>
                </a:cubicBezTo>
                <a:lnTo>
                  <a:pt x="11845" y="4236"/>
                </a:lnTo>
                <a:cubicBezTo>
                  <a:pt x="11740" y="3975"/>
                  <a:pt x="11641" y="3708"/>
                  <a:pt x="11550" y="3432"/>
                </a:cubicBezTo>
                <a:cubicBezTo>
                  <a:pt x="11653" y="2691"/>
                  <a:pt x="12120" y="1947"/>
                  <a:pt x="12871" y="1481"/>
                </a:cubicBezTo>
                <a:moveTo>
                  <a:pt x="10309" y="7406"/>
                </a:moveTo>
                <a:lnTo>
                  <a:pt x="9224" y="7406"/>
                </a:lnTo>
                <a:cubicBezTo>
                  <a:pt x="9600" y="6819"/>
                  <a:pt x="9970" y="6158"/>
                  <a:pt x="10309" y="5429"/>
                </a:cubicBezTo>
                <a:cubicBezTo>
                  <a:pt x="10309" y="5429"/>
                  <a:pt x="10309" y="7406"/>
                  <a:pt x="10309" y="7406"/>
                </a:cubicBezTo>
                <a:close/>
                <a:moveTo>
                  <a:pt x="10309" y="13747"/>
                </a:moveTo>
                <a:lnTo>
                  <a:pt x="1964" y="13747"/>
                </a:lnTo>
                <a:lnTo>
                  <a:pt x="1964" y="8463"/>
                </a:lnTo>
                <a:lnTo>
                  <a:pt x="7202" y="8463"/>
                </a:lnTo>
                <a:cubicBezTo>
                  <a:pt x="6563" y="9238"/>
                  <a:pt x="6087" y="9674"/>
                  <a:pt x="6075" y="9684"/>
                </a:cubicBezTo>
                <a:cubicBezTo>
                  <a:pt x="5867" y="9871"/>
                  <a:pt x="5839" y="10205"/>
                  <a:pt x="6012" y="10429"/>
                </a:cubicBezTo>
                <a:cubicBezTo>
                  <a:pt x="6080" y="10516"/>
                  <a:pt x="6167" y="10574"/>
                  <a:pt x="6261" y="10601"/>
                </a:cubicBezTo>
                <a:cubicBezTo>
                  <a:pt x="6411" y="10644"/>
                  <a:pt x="6575" y="10610"/>
                  <a:pt x="6703" y="10497"/>
                </a:cubicBezTo>
                <a:cubicBezTo>
                  <a:pt x="6770" y="10437"/>
                  <a:pt x="7563" y="9712"/>
                  <a:pt x="8495" y="8463"/>
                </a:cubicBezTo>
                <a:lnTo>
                  <a:pt x="10309" y="8463"/>
                </a:lnTo>
                <a:cubicBezTo>
                  <a:pt x="10309" y="8463"/>
                  <a:pt x="10309" y="13747"/>
                  <a:pt x="10309" y="13747"/>
                </a:cubicBezTo>
                <a:close/>
                <a:moveTo>
                  <a:pt x="10309" y="20087"/>
                </a:moveTo>
                <a:lnTo>
                  <a:pt x="1964" y="20087"/>
                </a:lnTo>
                <a:lnTo>
                  <a:pt x="1964" y="14803"/>
                </a:lnTo>
                <a:lnTo>
                  <a:pt x="10309" y="14803"/>
                </a:lnTo>
                <a:cubicBezTo>
                  <a:pt x="10309" y="14803"/>
                  <a:pt x="10309" y="20087"/>
                  <a:pt x="10309" y="20087"/>
                </a:cubicBezTo>
                <a:close/>
                <a:moveTo>
                  <a:pt x="982" y="7406"/>
                </a:moveTo>
                <a:lnTo>
                  <a:pt x="982" y="5293"/>
                </a:lnTo>
                <a:lnTo>
                  <a:pt x="9266" y="5293"/>
                </a:lnTo>
                <a:cubicBezTo>
                  <a:pt x="8867" y="6095"/>
                  <a:pt x="8429" y="6803"/>
                  <a:pt x="8005" y="7406"/>
                </a:cubicBezTo>
                <a:cubicBezTo>
                  <a:pt x="8005" y="7406"/>
                  <a:pt x="982" y="7406"/>
                  <a:pt x="982" y="7406"/>
                </a:cubicBezTo>
                <a:close/>
                <a:moveTo>
                  <a:pt x="5606" y="1990"/>
                </a:moveTo>
                <a:cubicBezTo>
                  <a:pt x="6148" y="980"/>
                  <a:pt x="7540" y="751"/>
                  <a:pt x="8714" y="1481"/>
                </a:cubicBezTo>
                <a:cubicBezTo>
                  <a:pt x="9465" y="1948"/>
                  <a:pt x="9931" y="2692"/>
                  <a:pt x="10035" y="3433"/>
                </a:cubicBezTo>
                <a:cubicBezTo>
                  <a:pt x="9944" y="3708"/>
                  <a:pt x="9845" y="3975"/>
                  <a:pt x="9740" y="4236"/>
                </a:cubicBezTo>
                <a:lnTo>
                  <a:pt x="5830" y="4236"/>
                </a:lnTo>
                <a:cubicBezTo>
                  <a:pt x="5362" y="3523"/>
                  <a:pt x="5242" y="2668"/>
                  <a:pt x="5606" y="1990"/>
                </a:cubicBezTo>
                <a:moveTo>
                  <a:pt x="20618" y="4236"/>
                </a:moveTo>
                <a:lnTo>
                  <a:pt x="16874" y="4236"/>
                </a:lnTo>
                <a:cubicBezTo>
                  <a:pt x="17259" y="3325"/>
                  <a:pt x="17284" y="2310"/>
                  <a:pt x="16829" y="1461"/>
                </a:cubicBezTo>
                <a:cubicBezTo>
                  <a:pt x="16015" y="-54"/>
                  <a:pt x="14024" y="-456"/>
                  <a:pt x="12380" y="565"/>
                </a:cubicBezTo>
                <a:cubicBezTo>
                  <a:pt x="11747" y="959"/>
                  <a:pt x="11277" y="1511"/>
                  <a:pt x="10965" y="2122"/>
                </a:cubicBezTo>
                <a:cubicBezTo>
                  <a:pt x="10949" y="2115"/>
                  <a:pt x="10937" y="2103"/>
                  <a:pt x="10920" y="2098"/>
                </a:cubicBezTo>
                <a:cubicBezTo>
                  <a:pt x="10909" y="2095"/>
                  <a:pt x="10899" y="2097"/>
                  <a:pt x="10888" y="2095"/>
                </a:cubicBezTo>
                <a:cubicBezTo>
                  <a:pt x="10861" y="2089"/>
                  <a:pt x="10834" y="2089"/>
                  <a:pt x="10806" y="2088"/>
                </a:cubicBezTo>
                <a:cubicBezTo>
                  <a:pt x="10782" y="2089"/>
                  <a:pt x="10759" y="2089"/>
                  <a:pt x="10735" y="2093"/>
                </a:cubicBezTo>
                <a:cubicBezTo>
                  <a:pt x="10712" y="2096"/>
                  <a:pt x="10689" y="2090"/>
                  <a:pt x="10665" y="2098"/>
                </a:cubicBezTo>
                <a:cubicBezTo>
                  <a:pt x="10648" y="2103"/>
                  <a:pt x="10636" y="2115"/>
                  <a:pt x="10620" y="2122"/>
                </a:cubicBezTo>
                <a:cubicBezTo>
                  <a:pt x="10307" y="1511"/>
                  <a:pt x="9837" y="959"/>
                  <a:pt x="9205" y="566"/>
                </a:cubicBezTo>
                <a:cubicBezTo>
                  <a:pt x="7561" y="-456"/>
                  <a:pt x="5569" y="-54"/>
                  <a:pt x="4755" y="1461"/>
                </a:cubicBezTo>
                <a:cubicBezTo>
                  <a:pt x="4301" y="2310"/>
                  <a:pt x="4325" y="3325"/>
                  <a:pt x="4711" y="4236"/>
                </a:cubicBezTo>
                <a:lnTo>
                  <a:pt x="982" y="4236"/>
                </a:lnTo>
                <a:cubicBezTo>
                  <a:pt x="440" y="4236"/>
                  <a:pt x="0" y="4709"/>
                  <a:pt x="0" y="5293"/>
                </a:cubicBezTo>
                <a:lnTo>
                  <a:pt x="0" y="7406"/>
                </a:lnTo>
                <a:cubicBezTo>
                  <a:pt x="0" y="7990"/>
                  <a:pt x="440" y="8463"/>
                  <a:pt x="982" y="8463"/>
                </a:cubicBezTo>
                <a:lnTo>
                  <a:pt x="982" y="20087"/>
                </a:lnTo>
                <a:cubicBezTo>
                  <a:pt x="982" y="20671"/>
                  <a:pt x="1422" y="21144"/>
                  <a:pt x="1964" y="21144"/>
                </a:cubicBezTo>
                <a:lnTo>
                  <a:pt x="19636" y="21144"/>
                </a:lnTo>
                <a:cubicBezTo>
                  <a:pt x="20178" y="21144"/>
                  <a:pt x="20618" y="20671"/>
                  <a:pt x="20618" y="20087"/>
                </a:cubicBezTo>
                <a:lnTo>
                  <a:pt x="20618" y="8463"/>
                </a:lnTo>
                <a:cubicBezTo>
                  <a:pt x="21160" y="8463"/>
                  <a:pt x="21600" y="7990"/>
                  <a:pt x="21600" y="7406"/>
                </a:cubicBezTo>
                <a:lnTo>
                  <a:pt x="21600" y="5293"/>
                </a:lnTo>
                <a:cubicBezTo>
                  <a:pt x="21600" y="4709"/>
                  <a:pt x="21160" y="4236"/>
                  <a:pt x="20618" y="4236"/>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9" name="Shape 2621">
            <a:extLst>
              <a:ext uri="{FF2B5EF4-FFF2-40B4-BE49-F238E27FC236}">
                <a16:creationId xmlns:a16="http://schemas.microsoft.com/office/drawing/2014/main" id="{64939940-22D7-641F-E234-601FE564A955}"/>
              </a:ext>
            </a:extLst>
          </p:cNvPr>
          <p:cNvSpPr/>
          <p:nvPr/>
        </p:nvSpPr>
        <p:spPr>
          <a:xfrm>
            <a:off x="9474689" y="3695673"/>
            <a:ext cx="279328" cy="177754"/>
          </a:xfrm>
          <a:custGeom>
            <a:avLst/>
            <a:gdLst/>
            <a:ahLst/>
            <a:cxnLst>
              <a:cxn ang="0">
                <a:pos x="wd2" y="hd2"/>
              </a:cxn>
              <a:cxn ang="5400000">
                <a:pos x="wd2" y="hd2"/>
              </a:cxn>
              <a:cxn ang="10800000">
                <a:pos x="wd2" y="hd2"/>
              </a:cxn>
              <a:cxn ang="16200000">
                <a:pos x="wd2" y="hd2"/>
              </a:cxn>
            </a:cxnLst>
            <a:rect l="0" t="0" r="r" b="b"/>
            <a:pathLst>
              <a:path w="21600" h="21600" extrusionOk="0">
                <a:moveTo>
                  <a:pt x="10800" y="20057"/>
                </a:moveTo>
                <a:cubicBezTo>
                  <a:pt x="5378" y="20057"/>
                  <a:pt x="982" y="13445"/>
                  <a:pt x="982" y="10800"/>
                </a:cubicBezTo>
                <a:cubicBezTo>
                  <a:pt x="982" y="8155"/>
                  <a:pt x="5378" y="1543"/>
                  <a:pt x="10800" y="1543"/>
                </a:cubicBezTo>
                <a:cubicBezTo>
                  <a:pt x="16223" y="1543"/>
                  <a:pt x="20618" y="8155"/>
                  <a:pt x="20618" y="10800"/>
                </a:cubicBezTo>
                <a:cubicBezTo>
                  <a:pt x="20618" y="13445"/>
                  <a:pt x="16223" y="20057"/>
                  <a:pt x="10800" y="20057"/>
                </a:cubicBezTo>
                <a:moveTo>
                  <a:pt x="10800" y="0"/>
                </a:moveTo>
                <a:cubicBezTo>
                  <a:pt x="4835" y="0"/>
                  <a:pt x="0" y="7714"/>
                  <a:pt x="0" y="10800"/>
                </a:cubicBezTo>
                <a:cubicBezTo>
                  <a:pt x="0" y="13886"/>
                  <a:pt x="4835" y="21600"/>
                  <a:pt x="10800" y="21600"/>
                </a:cubicBezTo>
                <a:cubicBezTo>
                  <a:pt x="16765" y="21600"/>
                  <a:pt x="21600" y="13886"/>
                  <a:pt x="21600" y="10800"/>
                </a:cubicBezTo>
                <a:cubicBezTo>
                  <a:pt x="21600" y="7714"/>
                  <a:pt x="16765" y="0"/>
                  <a:pt x="10800" y="0"/>
                </a:cubicBezTo>
                <a:moveTo>
                  <a:pt x="10800" y="16971"/>
                </a:moveTo>
                <a:cubicBezTo>
                  <a:pt x="8631" y="16971"/>
                  <a:pt x="6873" y="14209"/>
                  <a:pt x="6873" y="10800"/>
                </a:cubicBezTo>
                <a:cubicBezTo>
                  <a:pt x="6873" y="7392"/>
                  <a:pt x="8631" y="4629"/>
                  <a:pt x="10800" y="4629"/>
                </a:cubicBezTo>
                <a:cubicBezTo>
                  <a:pt x="12969" y="4629"/>
                  <a:pt x="14727" y="7392"/>
                  <a:pt x="14727" y="10800"/>
                </a:cubicBezTo>
                <a:cubicBezTo>
                  <a:pt x="14727" y="14209"/>
                  <a:pt x="12969" y="16971"/>
                  <a:pt x="10800" y="16971"/>
                </a:cubicBezTo>
                <a:moveTo>
                  <a:pt x="10800" y="3087"/>
                </a:moveTo>
                <a:cubicBezTo>
                  <a:pt x="8088" y="3087"/>
                  <a:pt x="5891" y="6540"/>
                  <a:pt x="5891" y="10800"/>
                </a:cubicBezTo>
                <a:cubicBezTo>
                  <a:pt x="5891" y="15061"/>
                  <a:pt x="8088" y="18514"/>
                  <a:pt x="10800" y="18514"/>
                </a:cubicBezTo>
                <a:cubicBezTo>
                  <a:pt x="13512" y="18514"/>
                  <a:pt x="15709" y="15061"/>
                  <a:pt x="15709" y="10800"/>
                </a:cubicBezTo>
                <a:cubicBezTo>
                  <a:pt x="15709" y="6540"/>
                  <a:pt x="13512" y="3087"/>
                  <a:pt x="10800" y="3087"/>
                </a:cubicBezTo>
                <a:moveTo>
                  <a:pt x="10800" y="8486"/>
                </a:moveTo>
                <a:cubicBezTo>
                  <a:pt x="9987" y="8486"/>
                  <a:pt x="9327" y="9523"/>
                  <a:pt x="9327" y="10800"/>
                </a:cubicBezTo>
                <a:cubicBezTo>
                  <a:pt x="9327" y="12078"/>
                  <a:pt x="9987" y="13114"/>
                  <a:pt x="10800" y="13114"/>
                </a:cubicBezTo>
                <a:cubicBezTo>
                  <a:pt x="11613" y="13114"/>
                  <a:pt x="12273" y="12078"/>
                  <a:pt x="12273" y="10800"/>
                </a:cubicBezTo>
                <a:cubicBezTo>
                  <a:pt x="12273" y="9523"/>
                  <a:pt x="11613" y="8486"/>
                  <a:pt x="10800" y="8486"/>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00" name="Shape 2622">
            <a:extLst>
              <a:ext uri="{FF2B5EF4-FFF2-40B4-BE49-F238E27FC236}">
                <a16:creationId xmlns:a16="http://schemas.microsoft.com/office/drawing/2014/main" id="{D83320BB-2991-832A-6520-C55837A375C5}"/>
              </a:ext>
            </a:extLst>
          </p:cNvPr>
          <p:cNvSpPr/>
          <p:nvPr/>
        </p:nvSpPr>
        <p:spPr>
          <a:xfrm>
            <a:off x="10007950" y="3644887"/>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9579" y="17044"/>
                </a:moveTo>
                <a:cubicBezTo>
                  <a:pt x="9428" y="17174"/>
                  <a:pt x="9252" y="17274"/>
                  <a:pt x="9050" y="17344"/>
                </a:cubicBezTo>
                <a:cubicBezTo>
                  <a:pt x="8849" y="17415"/>
                  <a:pt x="8636" y="17450"/>
                  <a:pt x="8413" y="17450"/>
                </a:cubicBezTo>
                <a:cubicBezTo>
                  <a:pt x="7887" y="17450"/>
                  <a:pt x="7488" y="17288"/>
                  <a:pt x="7214" y="16966"/>
                </a:cubicBezTo>
                <a:cubicBezTo>
                  <a:pt x="6941" y="16644"/>
                  <a:pt x="6797" y="16226"/>
                  <a:pt x="6782" y="15715"/>
                </a:cubicBezTo>
                <a:lnTo>
                  <a:pt x="5864" y="15715"/>
                </a:lnTo>
                <a:cubicBezTo>
                  <a:pt x="5857" y="16122"/>
                  <a:pt x="5913" y="16486"/>
                  <a:pt x="6032" y="16805"/>
                </a:cubicBezTo>
                <a:cubicBezTo>
                  <a:pt x="6151" y="17123"/>
                  <a:pt x="6321" y="17393"/>
                  <a:pt x="6545" y="17611"/>
                </a:cubicBezTo>
                <a:cubicBezTo>
                  <a:pt x="6767" y="17830"/>
                  <a:pt x="7038" y="17995"/>
                  <a:pt x="7355" y="18106"/>
                </a:cubicBezTo>
                <a:cubicBezTo>
                  <a:pt x="7671" y="18218"/>
                  <a:pt x="8024" y="18273"/>
                  <a:pt x="8413" y="18273"/>
                </a:cubicBezTo>
                <a:cubicBezTo>
                  <a:pt x="8773" y="18273"/>
                  <a:pt x="9113" y="18223"/>
                  <a:pt x="9434" y="18123"/>
                </a:cubicBezTo>
                <a:cubicBezTo>
                  <a:pt x="9754" y="18023"/>
                  <a:pt x="10033" y="17873"/>
                  <a:pt x="10271" y="17672"/>
                </a:cubicBezTo>
                <a:cubicBezTo>
                  <a:pt x="10509" y="17472"/>
                  <a:pt x="10697" y="17222"/>
                  <a:pt x="10837" y="16922"/>
                </a:cubicBezTo>
                <a:cubicBezTo>
                  <a:pt x="10978" y="16621"/>
                  <a:pt x="11048" y="16275"/>
                  <a:pt x="11048" y="15881"/>
                </a:cubicBezTo>
                <a:cubicBezTo>
                  <a:pt x="11048" y="15407"/>
                  <a:pt x="10935" y="14995"/>
                  <a:pt x="10708" y="14646"/>
                </a:cubicBezTo>
                <a:cubicBezTo>
                  <a:pt x="10481" y="14298"/>
                  <a:pt x="10134" y="14072"/>
                  <a:pt x="9666" y="13968"/>
                </a:cubicBezTo>
                <a:lnTo>
                  <a:pt x="9666" y="13946"/>
                </a:lnTo>
                <a:cubicBezTo>
                  <a:pt x="9968" y="13805"/>
                  <a:pt x="10220" y="13597"/>
                  <a:pt x="10422" y="13323"/>
                </a:cubicBezTo>
                <a:cubicBezTo>
                  <a:pt x="10624" y="13048"/>
                  <a:pt x="10724" y="12734"/>
                  <a:pt x="10724" y="12377"/>
                </a:cubicBezTo>
                <a:cubicBezTo>
                  <a:pt x="10724" y="12014"/>
                  <a:pt x="10665" y="11698"/>
                  <a:pt x="10546" y="11432"/>
                </a:cubicBezTo>
                <a:cubicBezTo>
                  <a:pt x="10427" y="11165"/>
                  <a:pt x="10263" y="10946"/>
                  <a:pt x="10055" y="10776"/>
                </a:cubicBezTo>
                <a:cubicBezTo>
                  <a:pt x="9846" y="10605"/>
                  <a:pt x="9599" y="10477"/>
                  <a:pt x="9315" y="10392"/>
                </a:cubicBezTo>
                <a:cubicBezTo>
                  <a:pt x="9030" y="10306"/>
                  <a:pt x="8722" y="10264"/>
                  <a:pt x="8391" y="10264"/>
                </a:cubicBezTo>
                <a:cubicBezTo>
                  <a:pt x="8010" y="10264"/>
                  <a:pt x="7673" y="10326"/>
                  <a:pt x="7382" y="10453"/>
                </a:cubicBezTo>
                <a:cubicBezTo>
                  <a:pt x="7090" y="10579"/>
                  <a:pt x="6847" y="10753"/>
                  <a:pt x="6653" y="10976"/>
                </a:cubicBezTo>
                <a:cubicBezTo>
                  <a:pt x="6459" y="11198"/>
                  <a:pt x="6309" y="11466"/>
                  <a:pt x="6204" y="11777"/>
                </a:cubicBezTo>
                <a:cubicBezTo>
                  <a:pt x="6100" y="12088"/>
                  <a:pt x="6040" y="12433"/>
                  <a:pt x="6026" y="12811"/>
                </a:cubicBezTo>
                <a:lnTo>
                  <a:pt x="6944" y="12811"/>
                </a:lnTo>
                <a:cubicBezTo>
                  <a:pt x="6944" y="12581"/>
                  <a:pt x="6972" y="12363"/>
                  <a:pt x="7031" y="12155"/>
                </a:cubicBezTo>
                <a:cubicBezTo>
                  <a:pt x="7088" y="11947"/>
                  <a:pt x="7177" y="11766"/>
                  <a:pt x="7296" y="11610"/>
                </a:cubicBezTo>
                <a:cubicBezTo>
                  <a:pt x="7414" y="11454"/>
                  <a:pt x="7565" y="11330"/>
                  <a:pt x="7749" y="11237"/>
                </a:cubicBezTo>
                <a:cubicBezTo>
                  <a:pt x="7932" y="11144"/>
                  <a:pt x="8147" y="11098"/>
                  <a:pt x="8391" y="11098"/>
                </a:cubicBezTo>
                <a:cubicBezTo>
                  <a:pt x="8780" y="11098"/>
                  <a:pt x="9104" y="11204"/>
                  <a:pt x="9364" y="11415"/>
                </a:cubicBezTo>
                <a:cubicBezTo>
                  <a:pt x="9623" y="11627"/>
                  <a:pt x="9752" y="11943"/>
                  <a:pt x="9752" y="12366"/>
                </a:cubicBezTo>
                <a:cubicBezTo>
                  <a:pt x="9752" y="12574"/>
                  <a:pt x="9713" y="12759"/>
                  <a:pt x="9634" y="12922"/>
                </a:cubicBezTo>
                <a:cubicBezTo>
                  <a:pt x="9554" y="13086"/>
                  <a:pt x="9448" y="13221"/>
                  <a:pt x="9315" y="13329"/>
                </a:cubicBezTo>
                <a:cubicBezTo>
                  <a:pt x="9182" y="13436"/>
                  <a:pt x="9027" y="13517"/>
                  <a:pt x="8851" y="13574"/>
                </a:cubicBezTo>
                <a:cubicBezTo>
                  <a:pt x="8674" y="13629"/>
                  <a:pt x="8488" y="13657"/>
                  <a:pt x="8294" y="13657"/>
                </a:cubicBezTo>
                <a:lnTo>
                  <a:pt x="7992" y="13657"/>
                </a:lnTo>
                <a:cubicBezTo>
                  <a:pt x="7963" y="13657"/>
                  <a:pt x="7930" y="13653"/>
                  <a:pt x="7895" y="13645"/>
                </a:cubicBezTo>
                <a:lnTo>
                  <a:pt x="7895" y="14447"/>
                </a:lnTo>
                <a:cubicBezTo>
                  <a:pt x="8067" y="14424"/>
                  <a:pt x="8251" y="14413"/>
                  <a:pt x="8445" y="14413"/>
                </a:cubicBezTo>
                <a:cubicBezTo>
                  <a:pt x="8676" y="14413"/>
                  <a:pt x="8890" y="14444"/>
                  <a:pt x="9088" y="14507"/>
                </a:cubicBezTo>
                <a:cubicBezTo>
                  <a:pt x="9286" y="14571"/>
                  <a:pt x="9457" y="14667"/>
                  <a:pt x="9601" y="14797"/>
                </a:cubicBezTo>
                <a:cubicBezTo>
                  <a:pt x="9745" y="14927"/>
                  <a:pt x="9860" y="15086"/>
                  <a:pt x="9947" y="15275"/>
                </a:cubicBezTo>
                <a:cubicBezTo>
                  <a:pt x="10033" y="15464"/>
                  <a:pt x="10076" y="15682"/>
                  <a:pt x="10076" y="15926"/>
                </a:cubicBezTo>
                <a:cubicBezTo>
                  <a:pt x="10076" y="16163"/>
                  <a:pt x="10031" y="16377"/>
                  <a:pt x="9941" y="16565"/>
                </a:cubicBezTo>
                <a:cubicBezTo>
                  <a:pt x="9851" y="16754"/>
                  <a:pt x="9731" y="16914"/>
                  <a:pt x="9579" y="17044"/>
                </a:cubicBezTo>
                <a:moveTo>
                  <a:pt x="14257" y="18151"/>
                </a:moveTo>
                <a:lnTo>
                  <a:pt x="15175" y="18151"/>
                </a:lnTo>
                <a:lnTo>
                  <a:pt x="15175" y="10264"/>
                </a:lnTo>
                <a:lnTo>
                  <a:pt x="14473" y="10264"/>
                </a:lnTo>
                <a:cubicBezTo>
                  <a:pt x="14422" y="10561"/>
                  <a:pt x="14329" y="10805"/>
                  <a:pt x="14192" y="10998"/>
                </a:cubicBezTo>
                <a:cubicBezTo>
                  <a:pt x="14055" y="11191"/>
                  <a:pt x="13888" y="11343"/>
                  <a:pt x="13690" y="11454"/>
                </a:cubicBezTo>
                <a:cubicBezTo>
                  <a:pt x="13492" y="11565"/>
                  <a:pt x="13271" y="11641"/>
                  <a:pt x="13026" y="11682"/>
                </a:cubicBezTo>
                <a:cubicBezTo>
                  <a:pt x="12781" y="11723"/>
                  <a:pt x="12529" y="11743"/>
                  <a:pt x="12270" y="11743"/>
                </a:cubicBezTo>
                <a:lnTo>
                  <a:pt x="12270" y="12499"/>
                </a:lnTo>
                <a:lnTo>
                  <a:pt x="14257" y="12499"/>
                </a:lnTo>
                <a:cubicBezTo>
                  <a:pt x="14257" y="12499"/>
                  <a:pt x="14257" y="18151"/>
                  <a:pt x="14257" y="18151"/>
                </a:cubicBezTo>
                <a:close/>
                <a:moveTo>
                  <a:pt x="20618" y="6873"/>
                </a:moveTo>
                <a:lnTo>
                  <a:pt x="982" y="6873"/>
                </a:lnTo>
                <a:lnTo>
                  <a:pt x="982" y="3928"/>
                </a:lnTo>
                <a:cubicBezTo>
                  <a:pt x="982" y="3385"/>
                  <a:pt x="1421" y="2945"/>
                  <a:pt x="1964" y="2945"/>
                </a:cubicBezTo>
                <a:lnTo>
                  <a:pt x="3927" y="2945"/>
                </a:lnTo>
                <a:lnTo>
                  <a:pt x="3927" y="4418"/>
                </a:lnTo>
                <a:cubicBezTo>
                  <a:pt x="3927" y="4690"/>
                  <a:pt x="4147" y="4909"/>
                  <a:pt x="4418" y="4909"/>
                </a:cubicBezTo>
                <a:cubicBezTo>
                  <a:pt x="4690" y="4909"/>
                  <a:pt x="4909" y="4690"/>
                  <a:pt x="4909" y="4418"/>
                </a:cubicBezTo>
                <a:lnTo>
                  <a:pt x="4909" y="2945"/>
                </a:lnTo>
                <a:lnTo>
                  <a:pt x="16691" y="2945"/>
                </a:lnTo>
                <a:lnTo>
                  <a:pt x="16691" y="4418"/>
                </a:lnTo>
                <a:cubicBezTo>
                  <a:pt x="16691" y="4690"/>
                  <a:pt x="16910" y="4909"/>
                  <a:pt x="17182" y="4909"/>
                </a:cubicBezTo>
                <a:cubicBezTo>
                  <a:pt x="17453" y="4909"/>
                  <a:pt x="17673" y="4690"/>
                  <a:pt x="17673" y="4418"/>
                </a:cubicBezTo>
                <a:lnTo>
                  <a:pt x="17673" y="2945"/>
                </a:lnTo>
                <a:lnTo>
                  <a:pt x="19636" y="2945"/>
                </a:lnTo>
                <a:cubicBezTo>
                  <a:pt x="20179" y="2945"/>
                  <a:pt x="20618" y="3385"/>
                  <a:pt x="20618" y="3928"/>
                </a:cubicBezTo>
                <a:cubicBezTo>
                  <a:pt x="20618" y="3928"/>
                  <a:pt x="20618" y="6873"/>
                  <a:pt x="20618" y="6873"/>
                </a:cubicBezTo>
                <a:close/>
                <a:moveTo>
                  <a:pt x="20618" y="19636"/>
                </a:moveTo>
                <a:cubicBezTo>
                  <a:pt x="20618" y="20179"/>
                  <a:pt x="20179" y="20618"/>
                  <a:pt x="19636" y="20618"/>
                </a:cubicBezTo>
                <a:lnTo>
                  <a:pt x="1964" y="20618"/>
                </a:lnTo>
                <a:cubicBezTo>
                  <a:pt x="1421" y="20618"/>
                  <a:pt x="982" y="20179"/>
                  <a:pt x="982" y="19636"/>
                </a:cubicBezTo>
                <a:lnTo>
                  <a:pt x="982" y="7855"/>
                </a:lnTo>
                <a:lnTo>
                  <a:pt x="20618" y="7855"/>
                </a:lnTo>
                <a:cubicBezTo>
                  <a:pt x="20618" y="7855"/>
                  <a:pt x="20618" y="19636"/>
                  <a:pt x="20618" y="19636"/>
                </a:cubicBezTo>
                <a:close/>
                <a:moveTo>
                  <a:pt x="19636" y="1964"/>
                </a:moveTo>
                <a:lnTo>
                  <a:pt x="17673" y="1964"/>
                </a:lnTo>
                <a:lnTo>
                  <a:pt x="17673" y="491"/>
                </a:lnTo>
                <a:cubicBezTo>
                  <a:pt x="17673" y="220"/>
                  <a:pt x="17453" y="0"/>
                  <a:pt x="17182" y="0"/>
                </a:cubicBezTo>
                <a:cubicBezTo>
                  <a:pt x="16910" y="0"/>
                  <a:pt x="16691" y="220"/>
                  <a:pt x="16691" y="491"/>
                </a:cubicBezTo>
                <a:lnTo>
                  <a:pt x="16691" y="1964"/>
                </a:lnTo>
                <a:lnTo>
                  <a:pt x="4909" y="1964"/>
                </a:lnTo>
                <a:lnTo>
                  <a:pt x="4909" y="491"/>
                </a:lnTo>
                <a:cubicBezTo>
                  <a:pt x="4909" y="220"/>
                  <a:pt x="4690" y="0"/>
                  <a:pt x="4418" y="0"/>
                </a:cubicBezTo>
                <a:cubicBezTo>
                  <a:pt x="4147" y="0"/>
                  <a:pt x="3927" y="220"/>
                  <a:pt x="3927" y="491"/>
                </a:cubicBezTo>
                <a:lnTo>
                  <a:pt x="3927" y="1964"/>
                </a:lnTo>
                <a:lnTo>
                  <a:pt x="1964" y="1964"/>
                </a:lnTo>
                <a:cubicBezTo>
                  <a:pt x="879" y="1964"/>
                  <a:pt x="0" y="2843"/>
                  <a:pt x="0" y="3928"/>
                </a:cubicBezTo>
                <a:lnTo>
                  <a:pt x="0" y="19636"/>
                </a:lnTo>
                <a:cubicBezTo>
                  <a:pt x="0" y="20721"/>
                  <a:pt x="879" y="21600"/>
                  <a:pt x="1964" y="21600"/>
                </a:cubicBezTo>
                <a:lnTo>
                  <a:pt x="19636" y="21600"/>
                </a:lnTo>
                <a:cubicBezTo>
                  <a:pt x="20721" y="21600"/>
                  <a:pt x="21600" y="20721"/>
                  <a:pt x="21600" y="19636"/>
                </a:cubicBezTo>
                <a:lnTo>
                  <a:pt x="21600" y="3928"/>
                </a:lnTo>
                <a:cubicBezTo>
                  <a:pt x="21600" y="2843"/>
                  <a:pt x="20721" y="1964"/>
                  <a:pt x="19636" y="1964"/>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01" name="Shape 2623">
            <a:extLst>
              <a:ext uri="{FF2B5EF4-FFF2-40B4-BE49-F238E27FC236}">
                <a16:creationId xmlns:a16="http://schemas.microsoft.com/office/drawing/2014/main" id="{3289A402-4156-2B13-EC2B-6264F7450765}"/>
              </a:ext>
            </a:extLst>
          </p:cNvPr>
          <p:cNvSpPr/>
          <p:nvPr/>
        </p:nvSpPr>
        <p:spPr>
          <a:xfrm>
            <a:off x="10541211" y="3644887"/>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7364" y="13255"/>
                </a:moveTo>
                <a:lnTo>
                  <a:pt x="5400" y="13255"/>
                </a:lnTo>
                <a:lnTo>
                  <a:pt x="5400" y="15218"/>
                </a:lnTo>
                <a:lnTo>
                  <a:pt x="7364" y="15218"/>
                </a:lnTo>
                <a:cubicBezTo>
                  <a:pt x="7364" y="15218"/>
                  <a:pt x="7364" y="13255"/>
                  <a:pt x="7364" y="13255"/>
                </a:cubicBezTo>
                <a:close/>
                <a:moveTo>
                  <a:pt x="7364" y="16691"/>
                </a:moveTo>
                <a:lnTo>
                  <a:pt x="5400" y="16691"/>
                </a:lnTo>
                <a:lnTo>
                  <a:pt x="5400" y="18655"/>
                </a:lnTo>
                <a:lnTo>
                  <a:pt x="7364" y="18655"/>
                </a:lnTo>
                <a:cubicBezTo>
                  <a:pt x="7364" y="18655"/>
                  <a:pt x="7364" y="16691"/>
                  <a:pt x="7364" y="16691"/>
                </a:cubicBezTo>
                <a:close/>
                <a:moveTo>
                  <a:pt x="7364" y="9818"/>
                </a:moveTo>
                <a:lnTo>
                  <a:pt x="5400" y="9818"/>
                </a:lnTo>
                <a:lnTo>
                  <a:pt x="5400" y="11782"/>
                </a:lnTo>
                <a:lnTo>
                  <a:pt x="7364" y="11782"/>
                </a:lnTo>
                <a:cubicBezTo>
                  <a:pt x="7364" y="11782"/>
                  <a:pt x="7364" y="9818"/>
                  <a:pt x="7364" y="9818"/>
                </a:cubicBezTo>
                <a:close/>
                <a:moveTo>
                  <a:pt x="4418" y="16691"/>
                </a:moveTo>
                <a:lnTo>
                  <a:pt x="2455" y="16691"/>
                </a:lnTo>
                <a:lnTo>
                  <a:pt x="2455" y="18655"/>
                </a:lnTo>
                <a:lnTo>
                  <a:pt x="4418" y="18655"/>
                </a:lnTo>
                <a:cubicBezTo>
                  <a:pt x="4418" y="18655"/>
                  <a:pt x="4418" y="16691"/>
                  <a:pt x="4418" y="16691"/>
                </a:cubicBezTo>
                <a:close/>
                <a:moveTo>
                  <a:pt x="20618" y="6873"/>
                </a:moveTo>
                <a:lnTo>
                  <a:pt x="982" y="6873"/>
                </a:lnTo>
                <a:lnTo>
                  <a:pt x="982" y="3928"/>
                </a:lnTo>
                <a:cubicBezTo>
                  <a:pt x="982" y="3385"/>
                  <a:pt x="1422" y="2945"/>
                  <a:pt x="1964" y="2945"/>
                </a:cubicBezTo>
                <a:lnTo>
                  <a:pt x="3927" y="2945"/>
                </a:lnTo>
                <a:lnTo>
                  <a:pt x="3927" y="4418"/>
                </a:lnTo>
                <a:cubicBezTo>
                  <a:pt x="3927" y="4690"/>
                  <a:pt x="4147" y="4909"/>
                  <a:pt x="4418" y="4909"/>
                </a:cubicBezTo>
                <a:cubicBezTo>
                  <a:pt x="4690" y="4909"/>
                  <a:pt x="4909" y="4690"/>
                  <a:pt x="4909" y="4418"/>
                </a:cubicBezTo>
                <a:lnTo>
                  <a:pt x="4909" y="2945"/>
                </a:lnTo>
                <a:lnTo>
                  <a:pt x="16691" y="2945"/>
                </a:lnTo>
                <a:lnTo>
                  <a:pt x="16691" y="4418"/>
                </a:lnTo>
                <a:cubicBezTo>
                  <a:pt x="16691" y="4690"/>
                  <a:pt x="16910" y="4909"/>
                  <a:pt x="17182" y="4909"/>
                </a:cubicBezTo>
                <a:cubicBezTo>
                  <a:pt x="17453" y="4909"/>
                  <a:pt x="17673" y="4690"/>
                  <a:pt x="17673" y="4418"/>
                </a:cubicBezTo>
                <a:lnTo>
                  <a:pt x="17673" y="2945"/>
                </a:lnTo>
                <a:lnTo>
                  <a:pt x="19636" y="2945"/>
                </a:lnTo>
                <a:cubicBezTo>
                  <a:pt x="20178" y="2945"/>
                  <a:pt x="20618" y="3385"/>
                  <a:pt x="20618" y="3928"/>
                </a:cubicBezTo>
                <a:cubicBezTo>
                  <a:pt x="20618" y="3928"/>
                  <a:pt x="20618" y="6873"/>
                  <a:pt x="20618" y="6873"/>
                </a:cubicBezTo>
                <a:close/>
                <a:moveTo>
                  <a:pt x="20618" y="19636"/>
                </a:moveTo>
                <a:cubicBezTo>
                  <a:pt x="20618" y="20178"/>
                  <a:pt x="20178" y="20618"/>
                  <a:pt x="19636" y="20618"/>
                </a:cubicBezTo>
                <a:lnTo>
                  <a:pt x="1964" y="20618"/>
                </a:lnTo>
                <a:cubicBezTo>
                  <a:pt x="1422" y="20618"/>
                  <a:pt x="982" y="20178"/>
                  <a:pt x="982" y="19636"/>
                </a:cubicBezTo>
                <a:lnTo>
                  <a:pt x="982" y="7855"/>
                </a:lnTo>
                <a:lnTo>
                  <a:pt x="20618" y="7855"/>
                </a:lnTo>
                <a:cubicBezTo>
                  <a:pt x="20618" y="7855"/>
                  <a:pt x="20618" y="19636"/>
                  <a:pt x="20618" y="19636"/>
                </a:cubicBezTo>
                <a:close/>
                <a:moveTo>
                  <a:pt x="19636" y="1964"/>
                </a:moveTo>
                <a:lnTo>
                  <a:pt x="17673" y="1964"/>
                </a:lnTo>
                <a:lnTo>
                  <a:pt x="17673" y="491"/>
                </a:lnTo>
                <a:cubicBezTo>
                  <a:pt x="17673" y="220"/>
                  <a:pt x="17453" y="0"/>
                  <a:pt x="17182" y="0"/>
                </a:cubicBezTo>
                <a:cubicBezTo>
                  <a:pt x="16910" y="0"/>
                  <a:pt x="16691" y="220"/>
                  <a:pt x="16691" y="491"/>
                </a:cubicBezTo>
                <a:lnTo>
                  <a:pt x="16691" y="1964"/>
                </a:lnTo>
                <a:lnTo>
                  <a:pt x="4909" y="1964"/>
                </a:lnTo>
                <a:lnTo>
                  <a:pt x="4909" y="491"/>
                </a:lnTo>
                <a:cubicBezTo>
                  <a:pt x="4909" y="220"/>
                  <a:pt x="4690" y="0"/>
                  <a:pt x="4418" y="0"/>
                </a:cubicBezTo>
                <a:cubicBezTo>
                  <a:pt x="4147" y="0"/>
                  <a:pt x="3927" y="220"/>
                  <a:pt x="3927" y="491"/>
                </a:cubicBezTo>
                <a:lnTo>
                  <a:pt x="3927" y="1964"/>
                </a:lnTo>
                <a:lnTo>
                  <a:pt x="1964" y="1964"/>
                </a:lnTo>
                <a:cubicBezTo>
                  <a:pt x="879" y="1964"/>
                  <a:pt x="0" y="2843"/>
                  <a:pt x="0" y="3928"/>
                </a:cubicBezTo>
                <a:lnTo>
                  <a:pt x="0" y="19636"/>
                </a:lnTo>
                <a:cubicBezTo>
                  <a:pt x="0" y="20721"/>
                  <a:pt x="879" y="21600"/>
                  <a:pt x="1964" y="21600"/>
                </a:cubicBezTo>
                <a:lnTo>
                  <a:pt x="19636" y="21600"/>
                </a:lnTo>
                <a:cubicBezTo>
                  <a:pt x="20721" y="21600"/>
                  <a:pt x="21600" y="20721"/>
                  <a:pt x="21600" y="19636"/>
                </a:cubicBezTo>
                <a:lnTo>
                  <a:pt x="21600" y="3928"/>
                </a:lnTo>
                <a:cubicBezTo>
                  <a:pt x="21600" y="2843"/>
                  <a:pt x="20721" y="1964"/>
                  <a:pt x="19636" y="1964"/>
                </a:cubicBezTo>
                <a:moveTo>
                  <a:pt x="4418" y="9818"/>
                </a:moveTo>
                <a:lnTo>
                  <a:pt x="2455" y="9818"/>
                </a:lnTo>
                <a:lnTo>
                  <a:pt x="2455" y="11782"/>
                </a:lnTo>
                <a:lnTo>
                  <a:pt x="4418" y="11782"/>
                </a:lnTo>
                <a:cubicBezTo>
                  <a:pt x="4418" y="11782"/>
                  <a:pt x="4418" y="9818"/>
                  <a:pt x="4418" y="9818"/>
                </a:cubicBezTo>
                <a:close/>
                <a:moveTo>
                  <a:pt x="4418" y="13255"/>
                </a:moveTo>
                <a:lnTo>
                  <a:pt x="2455" y="13255"/>
                </a:lnTo>
                <a:lnTo>
                  <a:pt x="2455" y="15218"/>
                </a:lnTo>
                <a:lnTo>
                  <a:pt x="4418" y="15218"/>
                </a:lnTo>
                <a:cubicBezTo>
                  <a:pt x="4418" y="15218"/>
                  <a:pt x="4418" y="13255"/>
                  <a:pt x="4418" y="13255"/>
                </a:cubicBezTo>
                <a:close/>
                <a:moveTo>
                  <a:pt x="10309" y="16691"/>
                </a:moveTo>
                <a:lnTo>
                  <a:pt x="8345" y="16691"/>
                </a:lnTo>
                <a:lnTo>
                  <a:pt x="8345" y="18655"/>
                </a:lnTo>
                <a:lnTo>
                  <a:pt x="10309" y="18655"/>
                </a:lnTo>
                <a:cubicBezTo>
                  <a:pt x="10309" y="18655"/>
                  <a:pt x="10309" y="16691"/>
                  <a:pt x="10309" y="16691"/>
                </a:cubicBezTo>
                <a:close/>
                <a:moveTo>
                  <a:pt x="10309" y="9818"/>
                </a:moveTo>
                <a:lnTo>
                  <a:pt x="8345" y="9818"/>
                </a:lnTo>
                <a:lnTo>
                  <a:pt x="8345" y="11782"/>
                </a:lnTo>
                <a:lnTo>
                  <a:pt x="10309" y="11782"/>
                </a:lnTo>
                <a:cubicBezTo>
                  <a:pt x="10309" y="11782"/>
                  <a:pt x="10309" y="9818"/>
                  <a:pt x="10309" y="9818"/>
                </a:cubicBezTo>
                <a:close/>
                <a:moveTo>
                  <a:pt x="10309" y="13255"/>
                </a:moveTo>
                <a:lnTo>
                  <a:pt x="8345" y="13255"/>
                </a:lnTo>
                <a:lnTo>
                  <a:pt x="8345" y="15218"/>
                </a:lnTo>
                <a:lnTo>
                  <a:pt x="10309" y="15218"/>
                </a:lnTo>
                <a:cubicBezTo>
                  <a:pt x="10309" y="15218"/>
                  <a:pt x="10309" y="13255"/>
                  <a:pt x="10309" y="13255"/>
                </a:cubicBezTo>
                <a:close/>
                <a:moveTo>
                  <a:pt x="19145" y="13255"/>
                </a:moveTo>
                <a:lnTo>
                  <a:pt x="17182" y="13255"/>
                </a:lnTo>
                <a:lnTo>
                  <a:pt x="17182" y="15218"/>
                </a:lnTo>
                <a:lnTo>
                  <a:pt x="19145" y="15218"/>
                </a:lnTo>
                <a:cubicBezTo>
                  <a:pt x="19145" y="15218"/>
                  <a:pt x="19145" y="13255"/>
                  <a:pt x="19145" y="13255"/>
                </a:cubicBezTo>
                <a:close/>
                <a:moveTo>
                  <a:pt x="16200" y="13255"/>
                </a:moveTo>
                <a:lnTo>
                  <a:pt x="14236" y="13255"/>
                </a:lnTo>
                <a:lnTo>
                  <a:pt x="14236" y="15218"/>
                </a:lnTo>
                <a:lnTo>
                  <a:pt x="16200" y="15218"/>
                </a:lnTo>
                <a:cubicBezTo>
                  <a:pt x="16200" y="15218"/>
                  <a:pt x="16200" y="13255"/>
                  <a:pt x="16200" y="13255"/>
                </a:cubicBezTo>
                <a:close/>
                <a:moveTo>
                  <a:pt x="19145" y="9818"/>
                </a:moveTo>
                <a:lnTo>
                  <a:pt x="17182" y="9818"/>
                </a:lnTo>
                <a:lnTo>
                  <a:pt x="17182" y="11782"/>
                </a:lnTo>
                <a:lnTo>
                  <a:pt x="19145" y="11782"/>
                </a:lnTo>
                <a:cubicBezTo>
                  <a:pt x="19145" y="11782"/>
                  <a:pt x="19145" y="9818"/>
                  <a:pt x="19145" y="9818"/>
                </a:cubicBezTo>
                <a:close/>
                <a:moveTo>
                  <a:pt x="16200" y="9818"/>
                </a:moveTo>
                <a:lnTo>
                  <a:pt x="14236" y="9818"/>
                </a:lnTo>
                <a:lnTo>
                  <a:pt x="14236" y="11782"/>
                </a:lnTo>
                <a:lnTo>
                  <a:pt x="16200" y="11782"/>
                </a:lnTo>
                <a:cubicBezTo>
                  <a:pt x="16200" y="11782"/>
                  <a:pt x="16200" y="9818"/>
                  <a:pt x="16200" y="9818"/>
                </a:cubicBezTo>
                <a:close/>
                <a:moveTo>
                  <a:pt x="13255" y="16691"/>
                </a:moveTo>
                <a:lnTo>
                  <a:pt x="11291" y="16691"/>
                </a:lnTo>
                <a:lnTo>
                  <a:pt x="11291" y="18655"/>
                </a:lnTo>
                <a:lnTo>
                  <a:pt x="13255" y="18655"/>
                </a:lnTo>
                <a:cubicBezTo>
                  <a:pt x="13255" y="18655"/>
                  <a:pt x="13255" y="16691"/>
                  <a:pt x="13255" y="16691"/>
                </a:cubicBezTo>
                <a:close/>
                <a:moveTo>
                  <a:pt x="13255" y="9818"/>
                </a:moveTo>
                <a:lnTo>
                  <a:pt x="11291" y="9818"/>
                </a:lnTo>
                <a:lnTo>
                  <a:pt x="11291" y="11782"/>
                </a:lnTo>
                <a:lnTo>
                  <a:pt x="13255" y="11782"/>
                </a:lnTo>
                <a:cubicBezTo>
                  <a:pt x="13255" y="11782"/>
                  <a:pt x="13255" y="9818"/>
                  <a:pt x="13255" y="9818"/>
                </a:cubicBezTo>
                <a:close/>
                <a:moveTo>
                  <a:pt x="13255" y="13255"/>
                </a:moveTo>
                <a:lnTo>
                  <a:pt x="11291" y="13255"/>
                </a:lnTo>
                <a:lnTo>
                  <a:pt x="11291" y="15218"/>
                </a:lnTo>
                <a:lnTo>
                  <a:pt x="13255" y="15218"/>
                </a:lnTo>
                <a:cubicBezTo>
                  <a:pt x="13255" y="15218"/>
                  <a:pt x="13255" y="13255"/>
                  <a:pt x="13255" y="13255"/>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02" name="Shape 2624">
            <a:extLst>
              <a:ext uri="{FF2B5EF4-FFF2-40B4-BE49-F238E27FC236}">
                <a16:creationId xmlns:a16="http://schemas.microsoft.com/office/drawing/2014/main" id="{E4BEC08E-16DF-E45F-0125-171B29114697}"/>
              </a:ext>
            </a:extLst>
          </p:cNvPr>
          <p:cNvSpPr/>
          <p:nvPr/>
        </p:nvSpPr>
        <p:spPr>
          <a:xfrm>
            <a:off x="11074472" y="3644887"/>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982" y="6873"/>
                </a:moveTo>
                <a:lnTo>
                  <a:pt x="20618" y="6873"/>
                </a:lnTo>
                <a:lnTo>
                  <a:pt x="20618" y="7855"/>
                </a:lnTo>
                <a:lnTo>
                  <a:pt x="982" y="7855"/>
                </a:lnTo>
                <a:cubicBezTo>
                  <a:pt x="982" y="7855"/>
                  <a:pt x="982" y="6873"/>
                  <a:pt x="982" y="6873"/>
                </a:cubicBezTo>
                <a:close/>
                <a:moveTo>
                  <a:pt x="16691" y="8836"/>
                </a:moveTo>
                <a:lnTo>
                  <a:pt x="18655" y="8836"/>
                </a:lnTo>
                <a:lnTo>
                  <a:pt x="18655" y="17673"/>
                </a:lnTo>
                <a:lnTo>
                  <a:pt x="16691" y="17673"/>
                </a:lnTo>
                <a:cubicBezTo>
                  <a:pt x="16691" y="17673"/>
                  <a:pt x="16691" y="8836"/>
                  <a:pt x="16691" y="8836"/>
                </a:cubicBezTo>
                <a:close/>
                <a:moveTo>
                  <a:pt x="13745" y="8836"/>
                </a:moveTo>
                <a:lnTo>
                  <a:pt x="15709" y="8836"/>
                </a:lnTo>
                <a:lnTo>
                  <a:pt x="15709" y="17673"/>
                </a:lnTo>
                <a:lnTo>
                  <a:pt x="13745" y="17673"/>
                </a:lnTo>
                <a:cubicBezTo>
                  <a:pt x="13745" y="17673"/>
                  <a:pt x="13745" y="8836"/>
                  <a:pt x="13745" y="8836"/>
                </a:cubicBezTo>
                <a:close/>
                <a:moveTo>
                  <a:pt x="8836" y="8836"/>
                </a:moveTo>
                <a:lnTo>
                  <a:pt x="12764" y="8836"/>
                </a:lnTo>
                <a:lnTo>
                  <a:pt x="12764" y="17673"/>
                </a:lnTo>
                <a:lnTo>
                  <a:pt x="8836" y="17673"/>
                </a:lnTo>
                <a:cubicBezTo>
                  <a:pt x="8836" y="17673"/>
                  <a:pt x="8836" y="8836"/>
                  <a:pt x="8836" y="8836"/>
                </a:cubicBezTo>
                <a:close/>
                <a:moveTo>
                  <a:pt x="5891" y="8836"/>
                </a:moveTo>
                <a:lnTo>
                  <a:pt x="7855" y="8836"/>
                </a:lnTo>
                <a:lnTo>
                  <a:pt x="7855" y="17673"/>
                </a:lnTo>
                <a:lnTo>
                  <a:pt x="5891" y="17673"/>
                </a:lnTo>
                <a:cubicBezTo>
                  <a:pt x="5891" y="17673"/>
                  <a:pt x="5891" y="8836"/>
                  <a:pt x="5891" y="8836"/>
                </a:cubicBezTo>
                <a:close/>
                <a:moveTo>
                  <a:pt x="2945" y="8836"/>
                </a:moveTo>
                <a:lnTo>
                  <a:pt x="4909" y="8836"/>
                </a:lnTo>
                <a:lnTo>
                  <a:pt x="4909" y="17673"/>
                </a:lnTo>
                <a:lnTo>
                  <a:pt x="2945" y="17673"/>
                </a:lnTo>
                <a:cubicBezTo>
                  <a:pt x="2945" y="17673"/>
                  <a:pt x="2945" y="8836"/>
                  <a:pt x="2945" y="8836"/>
                </a:cubicBezTo>
                <a:close/>
                <a:moveTo>
                  <a:pt x="19773" y="18655"/>
                </a:moveTo>
                <a:lnTo>
                  <a:pt x="20428" y="20618"/>
                </a:lnTo>
                <a:lnTo>
                  <a:pt x="1172" y="20618"/>
                </a:lnTo>
                <a:lnTo>
                  <a:pt x="1827" y="18655"/>
                </a:lnTo>
                <a:cubicBezTo>
                  <a:pt x="1827" y="18655"/>
                  <a:pt x="19773" y="18655"/>
                  <a:pt x="19773" y="18655"/>
                </a:cubicBezTo>
                <a:close/>
                <a:moveTo>
                  <a:pt x="10800" y="1056"/>
                </a:moveTo>
                <a:lnTo>
                  <a:pt x="19261" y="5891"/>
                </a:lnTo>
                <a:lnTo>
                  <a:pt x="2339" y="5891"/>
                </a:lnTo>
                <a:cubicBezTo>
                  <a:pt x="2339" y="5891"/>
                  <a:pt x="10800" y="1056"/>
                  <a:pt x="10800" y="1056"/>
                </a:cubicBezTo>
                <a:close/>
                <a:moveTo>
                  <a:pt x="21109" y="8836"/>
                </a:moveTo>
                <a:cubicBezTo>
                  <a:pt x="21380" y="8836"/>
                  <a:pt x="21600" y="8617"/>
                  <a:pt x="21600" y="8345"/>
                </a:cubicBezTo>
                <a:lnTo>
                  <a:pt x="21600" y="6382"/>
                </a:lnTo>
                <a:cubicBezTo>
                  <a:pt x="21600" y="6200"/>
                  <a:pt x="21496" y="6047"/>
                  <a:pt x="21349" y="5963"/>
                </a:cubicBezTo>
                <a:lnTo>
                  <a:pt x="21353" y="5956"/>
                </a:lnTo>
                <a:lnTo>
                  <a:pt x="11044" y="65"/>
                </a:lnTo>
                <a:lnTo>
                  <a:pt x="11040" y="72"/>
                </a:lnTo>
                <a:cubicBezTo>
                  <a:pt x="10968" y="30"/>
                  <a:pt x="10889" y="0"/>
                  <a:pt x="10800" y="0"/>
                </a:cubicBezTo>
                <a:cubicBezTo>
                  <a:pt x="10711" y="0"/>
                  <a:pt x="10632" y="30"/>
                  <a:pt x="10560" y="72"/>
                </a:cubicBezTo>
                <a:lnTo>
                  <a:pt x="10556" y="65"/>
                </a:lnTo>
                <a:lnTo>
                  <a:pt x="247" y="5956"/>
                </a:lnTo>
                <a:lnTo>
                  <a:pt x="251" y="5963"/>
                </a:lnTo>
                <a:cubicBezTo>
                  <a:pt x="104" y="6047"/>
                  <a:pt x="0" y="6200"/>
                  <a:pt x="0" y="6382"/>
                </a:cubicBezTo>
                <a:lnTo>
                  <a:pt x="0" y="8345"/>
                </a:lnTo>
                <a:cubicBezTo>
                  <a:pt x="0" y="8617"/>
                  <a:pt x="220" y="8836"/>
                  <a:pt x="491" y="8836"/>
                </a:cubicBezTo>
                <a:lnTo>
                  <a:pt x="1964" y="8836"/>
                </a:lnTo>
                <a:lnTo>
                  <a:pt x="1964" y="17673"/>
                </a:lnTo>
                <a:lnTo>
                  <a:pt x="1473" y="17673"/>
                </a:lnTo>
                <a:cubicBezTo>
                  <a:pt x="1256" y="17673"/>
                  <a:pt x="1078" y="17816"/>
                  <a:pt x="1013" y="18010"/>
                </a:cubicBezTo>
                <a:lnTo>
                  <a:pt x="1007" y="18009"/>
                </a:lnTo>
                <a:lnTo>
                  <a:pt x="25" y="20954"/>
                </a:lnTo>
                <a:lnTo>
                  <a:pt x="31" y="20955"/>
                </a:lnTo>
                <a:cubicBezTo>
                  <a:pt x="14" y="21005"/>
                  <a:pt x="0" y="21055"/>
                  <a:pt x="0" y="21109"/>
                </a:cubicBezTo>
                <a:cubicBezTo>
                  <a:pt x="0" y="21381"/>
                  <a:pt x="220" y="21600"/>
                  <a:pt x="491" y="21600"/>
                </a:cubicBezTo>
                <a:lnTo>
                  <a:pt x="21109" y="21600"/>
                </a:lnTo>
                <a:cubicBezTo>
                  <a:pt x="21380" y="21600"/>
                  <a:pt x="21600" y="21381"/>
                  <a:pt x="21600" y="21109"/>
                </a:cubicBezTo>
                <a:cubicBezTo>
                  <a:pt x="21600" y="21055"/>
                  <a:pt x="21586" y="21005"/>
                  <a:pt x="21569" y="20955"/>
                </a:cubicBezTo>
                <a:lnTo>
                  <a:pt x="21575" y="20954"/>
                </a:lnTo>
                <a:lnTo>
                  <a:pt x="20593" y="18009"/>
                </a:lnTo>
                <a:lnTo>
                  <a:pt x="20587" y="18010"/>
                </a:lnTo>
                <a:cubicBezTo>
                  <a:pt x="20522" y="17816"/>
                  <a:pt x="20344" y="17673"/>
                  <a:pt x="20127" y="17673"/>
                </a:cubicBezTo>
                <a:lnTo>
                  <a:pt x="19636" y="17673"/>
                </a:lnTo>
                <a:lnTo>
                  <a:pt x="19636" y="8836"/>
                </a:lnTo>
                <a:cubicBezTo>
                  <a:pt x="19636" y="8836"/>
                  <a:pt x="21109" y="8836"/>
                  <a:pt x="21109" y="8836"/>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03" name="Shape 2625">
            <a:extLst>
              <a:ext uri="{FF2B5EF4-FFF2-40B4-BE49-F238E27FC236}">
                <a16:creationId xmlns:a16="http://schemas.microsoft.com/office/drawing/2014/main" id="{773569A5-0679-79A9-4FA7-B5D4BC5FB374}"/>
              </a:ext>
            </a:extLst>
          </p:cNvPr>
          <p:cNvSpPr/>
          <p:nvPr/>
        </p:nvSpPr>
        <p:spPr>
          <a:xfrm>
            <a:off x="6275123" y="4203541"/>
            <a:ext cx="279328" cy="228541"/>
          </a:xfrm>
          <a:custGeom>
            <a:avLst/>
            <a:gdLst/>
            <a:ahLst/>
            <a:cxnLst>
              <a:cxn ang="0">
                <a:pos x="wd2" y="hd2"/>
              </a:cxn>
              <a:cxn ang="5400000">
                <a:pos x="wd2" y="hd2"/>
              </a:cxn>
              <a:cxn ang="10800000">
                <a:pos x="wd2" y="hd2"/>
              </a:cxn>
              <a:cxn ang="16200000">
                <a:pos x="wd2" y="hd2"/>
              </a:cxn>
            </a:cxnLst>
            <a:rect l="0" t="0" r="r" b="b"/>
            <a:pathLst>
              <a:path w="21600" h="21600" extrusionOk="0">
                <a:moveTo>
                  <a:pt x="19636" y="20400"/>
                </a:moveTo>
                <a:lnTo>
                  <a:pt x="1964" y="20400"/>
                </a:lnTo>
                <a:cubicBezTo>
                  <a:pt x="1422" y="20400"/>
                  <a:pt x="982" y="19862"/>
                  <a:pt x="982" y="19200"/>
                </a:cubicBezTo>
                <a:cubicBezTo>
                  <a:pt x="982" y="18949"/>
                  <a:pt x="1025" y="18796"/>
                  <a:pt x="1048" y="18734"/>
                </a:cubicBezTo>
                <a:cubicBezTo>
                  <a:pt x="1065" y="18712"/>
                  <a:pt x="1048" y="18729"/>
                  <a:pt x="1078" y="18673"/>
                </a:cubicBezTo>
                <a:lnTo>
                  <a:pt x="9914" y="1873"/>
                </a:lnTo>
                <a:cubicBezTo>
                  <a:pt x="9930" y="1843"/>
                  <a:pt x="9944" y="1813"/>
                  <a:pt x="9957" y="1783"/>
                </a:cubicBezTo>
                <a:cubicBezTo>
                  <a:pt x="9960" y="1778"/>
                  <a:pt x="10234" y="1200"/>
                  <a:pt x="10800" y="1200"/>
                </a:cubicBezTo>
                <a:cubicBezTo>
                  <a:pt x="11366" y="1200"/>
                  <a:pt x="11588" y="1654"/>
                  <a:pt x="11617" y="1719"/>
                </a:cubicBezTo>
                <a:cubicBezTo>
                  <a:pt x="11641" y="1792"/>
                  <a:pt x="11650" y="1806"/>
                  <a:pt x="11686" y="1873"/>
                </a:cubicBezTo>
                <a:lnTo>
                  <a:pt x="20522" y="18673"/>
                </a:lnTo>
                <a:cubicBezTo>
                  <a:pt x="20535" y="18697"/>
                  <a:pt x="20548" y="18720"/>
                  <a:pt x="20562" y="18744"/>
                </a:cubicBezTo>
                <a:cubicBezTo>
                  <a:pt x="20576" y="18785"/>
                  <a:pt x="20618" y="18928"/>
                  <a:pt x="20618" y="19200"/>
                </a:cubicBezTo>
                <a:cubicBezTo>
                  <a:pt x="20618" y="19862"/>
                  <a:pt x="20177" y="20400"/>
                  <a:pt x="19636" y="20400"/>
                </a:cubicBezTo>
                <a:moveTo>
                  <a:pt x="21348" y="18023"/>
                </a:moveTo>
                <a:lnTo>
                  <a:pt x="12511" y="1223"/>
                </a:lnTo>
                <a:cubicBezTo>
                  <a:pt x="12511" y="1223"/>
                  <a:pt x="12058" y="0"/>
                  <a:pt x="10800" y="0"/>
                </a:cubicBezTo>
                <a:cubicBezTo>
                  <a:pt x="9616" y="0"/>
                  <a:pt x="9089" y="1223"/>
                  <a:pt x="9089" y="1223"/>
                </a:cubicBezTo>
                <a:lnTo>
                  <a:pt x="252" y="18023"/>
                </a:lnTo>
                <a:cubicBezTo>
                  <a:pt x="252" y="18023"/>
                  <a:pt x="0" y="18421"/>
                  <a:pt x="0" y="19200"/>
                </a:cubicBezTo>
                <a:cubicBezTo>
                  <a:pt x="0" y="20526"/>
                  <a:pt x="879" y="21600"/>
                  <a:pt x="1964" y="21600"/>
                </a:cubicBezTo>
                <a:lnTo>
                  <a:pt x="19636" y="21600"/>
                </a:lnTo>
                <a:cubicBezTo>
                  <a:pt x="20721" y="21600"/>
                  <a:pt x="21600" y="20526"/>
                  <a:pt x="21600" y="19200"/>
                </a:cubicBezTo>
                <a:cubicBezTo>
                  <a:pt x="21600" y="18362"/>
                  <a:pt x="21348" y="18023"/>
                  <a:pt x="21348" y="18023"/>
                </a:cubicBezTo>
                <a:moveTo>
                  <a:pt x="10800" y="15600"/>
                </a:moveTo>
                <a:cubicBezTo>
                  <a:pt x="10258" y="15600"/>
                  <a:pt x="9818" y="16138"/>
                  <a:pt x="9818" y="16800"/>
                </a:cubicBezTo>
                <a:cubicBezTo>
                  <a:pt x="9818" y="17462"/>
                  <a:pt x="10258" y="18000"/>
                  <a:pt x="10800" y="18000"/>
                </a:cubicBezTo>
                <a:cubicBezTo>
                  <a:pt x="11342" y="18000"/>
                  <a:pt x="11782" y="17462"/>
                  <a:pt x="11782" y="16800"/>
                </a:cubicBezTo>
                <a:cubicBezTo>
                  <a:pt x="11782" y="16138"/>
                  <a:pt x="11342" y="15600"/>
                  <a:pt x="10800" y="15600"/>
                </a:cubicBezTo>
                <a:moveTo>
                  <a:pt x="10800" y="6000"/>
                </a:moveTo>
                <a:cubicBezTo>
                  <a:pt x="10258" y="6000"/>
                  <a:pt x="9818" y="6538"/>
                  <a:pt x="9818" y="7200"/>
                </a:cubicBezTo>
                <a:lnTo>
                  <a:pt x="10309" y="13800"/>
                </a:lnTo>
                <a:cubicBezTo>
                  <a:pt x="10309" y="14132"/>
                  <a:pt x="10529" y="14400"/>
                  <a:pt x="10800" y="14400"/>
                </a:cubicBezTo>
                <a:cubicBezTo>
                  <a:pt x="11071" y="14400"/>
                  <a:pt x="11291" y="14132"/>
                  <a:pt x="11291" y="13800"/>
                </a:cubicBezTo>
                <a:lnTo>
                  <a:pt x="11782" y="7200"/>
                </a:lnTo>
                <a:cubicBezTo>
                  <a:pt x="11782" y="6538"/>
                  <a:pt x="11342" y="6000"/>
                  <a:pt x="10800" y="60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04" name="Shape 2626">
            <a:extLst>
              <a:ext uri="{FF2B5EF4-FFF2-40B4-BE49-F238E27FC236}">
                <a16:creationId xmlns:a16="http://schemas.microsoft.com/office/drawing/2014/main" id="{45403FA0-9D37-791C-D61A-2A4657C6030A}"/>
              </a:ext>
            </a:extLst>
          </p:cNvPr>
          <p:cNvSpPr/>
          <p:nvPr/>
        </p:nvSpPr>
        <p:spPr>
          <a:xfrm>
            <a:off x="6833777" y="4178148"/>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7222" y="18655"/>
                </a:moveTo>
                <a:cubicBezTo>
                  <a:pt x="7553" y="18644"/>
                  <a:pt x="7811" y="18417"/>
                  <a:pt x="7799" y="18146"/>
                </a:cubicBezTo>
                <a:lnTo>
                  <a:pt x="6916" y="6377"/>
                </a:lnTo>
                <a:cubicBezTo>
                  <a:pt x="6904" y="6106"/>
                  <a:pt x="6626" y="5895"/>
                  <a:pt x="6295" y="5904"/>
                </a:cubicBezTo>
                <a:cubicBezTo>
                  <a:pt x="5963" y="5915"/>
                  <a:pt x="5705" y="6142"/>
                  <a:pt x="5717" y="6413"/>
                </a:cubicBezTo>
                <a:lnTo>
                  <a:pt x="6601" y="18182"/>
                </a:lnTo>
                <a:cubicBezTo>
                  <a:pt x="6613" y="18453"/>
                  <a:pt x="6891" y="18664"/>
                  <a:pt x="7222" y="18655"/>
                </a:cubicBezTo>
                <a:moveTo>
                  <a:pt x="17400" y="19636"/>
                </a:moveTo>
                <a:cubicBezTo>
                  <a:pt x="17319" y="20154"/>
                  <a:pt x="16862" y="20618"/>
                  <a:pt x="16200" y="20618"/>
                </a:cubicBezTo>
                <a:lnTo>
                  <a:pt x="5400" y="20618"/>
                </a:lnTo>
                <a:cubicBezTo>
                  <a:pt x="4737" y="20618"/>
                  <a:pt x="4291" y="20160"/>
                  <a:pt x="4200" y="19636"/>
                </a:cubicBezTo>
                <a:lnTo>
                  <a:pt x="3000" y="3927"/>
                </a:lnTo>
                <a:lnTo>
                  <a:pt x="18600" y="3927"/>
                </a:lnTo>
                <a:cubicBezTo>
                  <a:pt x="18600" y="3927"/>
                  <a:pt x="17400" y="19636"/>
                  <a:pt x="17400" y="19636"/>
                </a:cubicBezTo>
                <a:close/>
                <a:moveTo>
                  <a:pt x="7800" y="983"/>
                </a:moveTo>
                <a:lnTo>
                  <a:pt x="13800" y="983"/>
                </a:lnTo>
                <a:lnTo>
                  <a:pt x="13800" y="2945"/>
                </a:lnTo>
                <a:lnTo>
                  <a:pt x="7800" y="2945"/>
                </a:lnTo>
                <a:cubicBezTo>
                  <a:pt x="7800" y="2945"/>
                  <a:pt x="7800" y="983"/>
                  <a:pt x="7800" y="983"/>
                </a:cubicBezTo>
                <a:close/>
                <a:moveTo>
                  <a:pt x="21000" y="2945"/>
                </a:moveTo>
                <a:lnTo>
                  <a:pt x="15000" y="2945"/>
                </a:lnTo>
                <a:lnTo>
                  <a:pt x="15000" y="983"/>
                </a:lnTo>
                <a:cubicBezTo>
                  <a:pt x="15000" y="440"/>
                  <a:pt x="14462" y="0"/>
                  <a:pt x="13800" y="0"/>
                </a:cubicBezTo>
                <a:lnTo>
                  <a:pt x="7800" y="0"/>
                </a:lnTo>
                <a:cubicBezTo>
                  <a:pt x="7137" y="0"/>
                  <a:pt x="6600" y="440"/>
                  <a:pt x="6600" y="983"/>
                </a:cubicBezTo>
                <a:lnTo>
                  <a:pt x="6600" y="2945"/>
                </a:lnTo>
                <a:lnTo>
                  <a:pt x="600" y="2945"/>
                </a:lnTo>
                <a:cubicBezTo>
                  <a:pt x="269" y="2945"/>
                  <a:pt x="0" y="3166"/>
                  <a:pt x="0" y="3437"/>
                </a:cubicBezTo>
                <a:cubicBezTo>
                  <a:pt x="0" y="3708"/>
                  <a:pt x="269" y="3927"/>
                  <a:pt x="600" y="3927"/>
                </a:cubicBezTo>
                <a:lnTo>
                  <a:pt x="1800" y="3927"/>
                </a:lnTo>
                <a:lnTo>
                  <a:pt x="3000" y="19636"/>
                </a:lnTo>
                <a:cubicBezTo>
                  <a:pt x="3193" y="20711"/>
                  <a:pt x="4075" y="21600"/>
                  <a:pt x="5400" y="21600"/>
                </a:cubicBezTo>
                <a:lnTo>
                  <a:pt x="16200" y="21600"/>
                </a:lnTo>
                <a:cubicBezTo>
                  <a:pt x="17525" y="21600"/>
                  <a:pt x="18374" y="20700"/>
                  <a:pt x="18600" y="19636"/>
                </a:cubicBezTo>
                <a:lnTo>
                  <a:pt x="19800" y="3927"/>
                </a:lnTo>
                <a:lnTo>
                  <a:pt x="21000" y="3927"/>
                </a:lnTo>
                <a:cubicBezTo>
                  <a:pt x="21331" y="3927"/>
                  <a:pt x="21600" y="3708"/>
                  <a:pt x="21600" y="3437"/>
                </a:cubicBezTo>
                <a:cubicBezTo>
                  <a:pt x="21600" y="3166"/>
                  <a:pt x="21331" y="2945"/>
                  <a:pt x="21000" y="2945"/>
                </a:cubicBezTo>
                <a:moveTo>
                  <a:pt x="14380" y="18654"/>
                </a:moveTo>
                <a:cubicBezTo>
                  <a:pt x="14711" y="18664"/>
                  <a:pt x="14989" y="18452"/>
                  <a:pt x="15001" y="18181"/>
                </a:cubicBezTo>
                <a:lnTo>
                  <a:pt x="15871" y="6413"/>
                </a:lnTo>
                <a:cubicBezTo>
                  <a:pt x="15883" y="6142"/>
                  <a:pt x="15625" y="5914"/>
                  <a:pt x="15294" y="5904"/>
                </a:cubicBezTo>
                <a:cubicBezTo>
                  <a:pt x="14962" y="5895"/>
                  <a:pt x="14684" y="6106"/>
                  <a:pt x="14672" y="6377"/>
                </a:cubicBezTo>
                <a:lnTo>
                  <a:pt x="13802" y="18146"/>
                </a:lnTo>
                <a:cubicBezTo>
                  <a:pt x="13790" y="18417"/>
                  <a:pt x="14049" y="18644"/>
                  <a:pt x="14380" y="18654"/>
                </a:cubicBezTo>
                <a:moveTo>
                  <a:pt x="10800" y="18655"/>
                </a:moveTo>
                <a:cubicBezTo>
                  <a:pt x="11131" y="18655"/>
                  <a:pt x="11400" y="18435"/>
                  <a:pt x="11400" y="18164"/>
                </a:cubicBezTo>
                <a:lnTo>
                  <a:pt x="11400" y="6382"/>
                </a:lnTo>
                <a:cubicBezTo>
                  <a:pt x="11400" y="6110"/>
                  <a:pt x="11131" y="5891"/>
                  <a:pt x="10800" y="5891"/>
                </a:cubicBezTo>
                <a:cubicBezTo>
                  <a:pt x="10469" y="5891"/>
                  <a:pt x="10200" y="6110"/>
                  <a:pt x="10200" y="6382"/>
                </a:cubicBezTo>
                <a:lnTo>
                  <a:pt x="10200" y="18164"/>
                </a:lnTo>
                <a:cubicBezTo>
                  <a:pt x="10200" y="18435"/>
                  <a:pt x="10469" y="18655"/>
                  <a:pt x="10800" y="18655"/>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05" name="Shape 2627">
            <a:extLst>
              <a:ext uri="{FF2B5EF4-FFF2-40B4-BE49-F238E27FC236}">
                <a16:creationId xmlns:a16="http://schemas.microsoft.com/office/drawing/2014/main" id="{AB44571D-61C8-99C4-973A-9FF7098EE21B}"/>
              </a:ext>
            </a:extLst>
          </p:cNvPr>
          <p:cNvSpPr/>
          <p:nvPr/>
        </p:nvSpPr>
        <p:spPr>
          <a:xfrm>
            <a:off x="7386083" y="4178148"/>
            <a:ext cx="190451" cy="279328"/>
          </a:xfrm>
          <a:custGeom>
            <a:avLst/>
            <a:gdLst/>
            <a:ahLst/>
            <a:cxnLst>
              <a:cxn ang="0">
                <a:pos x="wd2" y="hd2"/>
              </a:cxn>
              <a:cxn ang="5400000">
                <a:pos x="wd2" y="hd2"/>
              </a:cxn>
              <a:cxn ang="10800000">
                <a:pos x="wd2" y="hd2"/>
              </a:cxn>
              <a:cxn ang="16200000">
                <a:pos x="wd2" y="hd2"/>
              </a:cxn>
            </a:cxnLst>
            <a:rect l="0" t="0" r="r" b="b"/>
            <a:pathLst>
              <a:path w="21600" h="21600" extrusionOk="0">
                <a:moveTo>
                  <a:pt x="18720" y="19636"/>
                </a:moveTo>
                <a:cubicBezTo>
                  <a:pt x="18623" y="20154"/>
                  <a:pt x="18075" y="20618"/>
                  <a:pt x="17280" y="20618"/>
                </a:cubicBezTo>
                <a:lnTo>
                  <a:pt x="4320" y="20618"/>
                </a:lnTo>
                <a:cubicBezTo>
                  <a:pt x="3525" y="20618"/>
                  <a:pt x="2989" y="20160"/>
                  <a:pt x="2880" y="19636"/>
                </a:cubicBezTo>
                <a:lnTo>
                  <a:pt x="1483" y="3927"/>
                </a:lnTo>
                <a:lnTo>
                  <a:pt x="20117" y="3927"/>
                </a:lnTo>
                <a:cubicBezTo>
                  <a:pt x="20117" y="3927"/>
                  <a:pt x="18720" y="19636"/>
                  <a:pt x="18720" y="19636"/>
                </a:cubicBezTo>
                <a:close/>
                <a:moveTo>
                  <a:pt x="4529" y="2227"/>
                </a:moveTo>
                <a:cubicBezTo>
                  <a:pt x="4971" y="2122"/>
                  <a:pt x="5311" y="1878"/>
                  <a:pt x="5440" y="1571"/>
                </a:cubicBezTo>
                <a:cubicBezTo>
                  <a:pt x="5563" y="1278"/>
                  <a:pt x="6084" y="982"/>
                  <a:pt x="6840" y="982"/>
                </a:cubicBezTo>
                <a:cubicBezTo>
                  <a:pt x="7596" y="982"/>
                  <a:pt x="8117" y="1094"/>
                  <a:pt x="8240" y="1387"/>
                </a:cubicBezTo>
                <a:cubicBezTo>
                  <a:pt x="8286" y="1495"/>
                  <a:pt x="8358" y="1598"/>
                  <a:pt x="8454" y="1688"/>
                </a:cubicBezTo>
                <a:cubicBezTo>
                  <a:pt x="8957" y="2167"/>
                  <a:pt x="9732" y="2442"/>
                  <a:pt x="10577" y="2442"/>
                </a:cubicBezTo>
                <a:cubicBezTo>
                  <a:pt x="11235" y="2442"/>
                  <a:pt x="11854" y="2268"/>
                  <a:pt x="12300" y="1947"/>
                </a:cubicBezTo>
                <a:cubicBezTo>
                  <a:pt x="12697" y="1647"/>
                  <a:pt x="13446" y="1473"/>
                  <a:pt x="14760" y="1473"/>
                </a:cubicBezTo>
                <a:cubicBezTo>
                  <a:pt x="16059" y="1473"/>
                  <a:pt x="16752" y="1940"/>
                  <a:pt x="16920" y="2209"/>
                </a:cubicBezTo>
                <a:cubicBezTo>
                  <a:pt x="17107" y="2509"/>
                  <a:pt x="17391" y="2750"/>
                  <a:pt x="17688" y="2945"/>
                </a:cubicBezTo>
                <a:lnTo>
                  <a:pt x="2830" y="2945"/>
                </a:lnTo>
                <a:cubicBezTo>
                  <a:pt x="3170" y="2668"/>
                  <a:pt x="3770" y="2408"/>
                  <a:pt x="4529" y="2227"/>
                </a:cubicBezTo>
                <a:moveTo>
                  <a:pt x="20880" y="2945"/>
                </a:moveTo>
                <a:lnTo>
                  <a:pt x="19676" y="2945"/>
                </a:lnTo>
                <a:cubicBezTo>
                  <a:pt x="19217" y="2693"/>
                  <a:pt x="18780" y="2403"/>
                  <a:pt x="18405" y="1964"/>
                </a:cubicBezTo>
                <a:cubicBezTo>
                  <a:pt x="17787" y="1241"/>
                  <a:pt x="16749" y="491"/>
                  <a:pt x="14760" y="491"/>
                </a:cubicBezTo>
                <a:cubicBezTo>
                  <a:pt x="13012" y="491"/>
                  <a:pt x="11880" y="798"/>
                  <a:pt x="11231" y="1289"/>
                </a:cubicBezTo>
                <a:cubicBezTo>
                  <a:pt x="11081" y="1397"/>
                  <a:pt x="10839" y="1461"/>
                  <a:pt x="10577" y="1461"/>
                </a:cubicBezTo>
                <a:cubicBezTo>
                  <a:pt x="10245" y="1461"/>
                  <a:pt x="9879" y="1359"/>
                  <a:pt x="9624" y="1116"/>
                </a:cubicBezTo>
                <a:cubicBezTo>
                  <a:pt x="9310" y="370"/>
                  <a:pt x="8188" y="0"/>
                  <a:pt x="6840" y="0"/>
                </a:cubicBezTo>
                <a:cubicBezTo>
                  <a:pt x="5492" y="0"/>
                  <a:pt x="4370" y="554"/>
                  <a:pt x="4056" y="1300"/>
                </a:cubicBezTo>
                <a:cubicBezTo>
                  <a:pt x="2613" y="1643"/>
                  <a:pt x="1555" y="2238"/>
                  <a:pt x="1211" y="2945"/>
                </a:cubicBezTo>
                <a:lnTo>
                  <a:pt x="720" y="2945"/>
                </a:lnTo>
                <a:cubicBezTo>
                  <a:pt x="323" y="2945"/>
                  <a:pt x="0" y="3165"/>
                  <a:pt x="0" y="3436"/>
                </a:cubicBezTo>
                <a:lnTo>
                  <a:pt x="0" y="3437"/>
                </a:lnTo>
                <a:lnTo>
                  <a:pt x="1440" y="19636"/>
                </a:lnTo>
                <a:cubicBezTo>
                  <a:pt x="1672" y="20711"/>
                  <a:pt x="2730" y="21600"/>
                  <a:pt x="4320" y="21600"/>
                </a:cubicBezTo>
                <a:lnTo>
                  <a:pt x="17280" y="21600"/>
                </a:lnTo>
                <a:cubicBezTo>
                  <a:pt x="18870" y="21600"/>
                  <a:pt x="19890" y="20700"/>
                  <a:pt x="20160" y="19636"/>
                </a:cubicBezTo>
                <a:lnTo>
                  <a:pt x="21600" y="3437"/>
                </a:lnTo>
                <a:lnTo>
                  <a:pt x="21600" y="3436"/>
                </a:lnTo>
                <a:cubicBezTo>
                  <a:pt x="21600" y="3165"/>
                  <a:pt x="21277" y="2945"/>
                  <a:pt x="20880" y="2945"/>
                </a:cubicBezTo>
                <a:moveTo>
                  <a:pt x="6507" y="18655"/>
                </a:moveTo>
                <a:cubicBezTo>
                  <a:pt x="6904" y="18644"/>
                  <a:pt x="7214" y="18417"/>
                  <a:pt x="7200" y="18146"/>
                </a:cubicBezTo>
                <a:lnTo>
                  <a:pt x="6139" y="6377"/>
                </a:lnTo>
                <a:cubicBezTo>
                  <a:pt x="6125" y="6106"/>
                  <a:pt x="5791" y="5895"/>
                  <a:pt x="5394" y="5904"/>
                </a:cubicBezTo>
                <a:cubicBezTo>
                  <a:pt x="4996" y="5915"/>
                  <a:pt x="4686" y="6142"/>
                  <a:pt x="4700" y="6413"/>
                </a:cubicBezTo>
                <a:lnTo>
                  <a:pt x="5761" y="18182"/>
                </a:lnTo>
                <a:cubicBezTo>
                  <a:pt x="5775" y="18453"/>
                  <a:pt x="6109" y="18664"/>
                  <a:pt x="6507" y="18655"/>
                </a:cubicBezTo>
                <a:moveTo>
                  <a:pt x="10800" y="18655"/>
                </a:moveTo>
                <a:cubicBezTo>
                  <a:pt x="11197" y="18655"/>
                  <a:pt x="11520" y="18435"/>
                  <a:pt x="11520" y="18164"/>
                </a:cubicBezTo>
                <a:lnTo>
                  <a:pt x="11520" y="6382"/>
                </a:lnTo>
                <a:cubicBezTo>
                  <a:pt x="11520" y="6110"/>
                  <a:pt x="11197" y="5891"/>
                  <a:pt x="10800" y="5891"/>
                </a:cubicBezTo>
                <a:cubicBezTo>
                  <a:pt x="10403" y="5891"/>
                  <a:pt x="10080" y="6110"/>
                  <a:pt x="10080" y="6382"/>
                </a:cubicBezTo>
                <a:lnTo>
                  <a:pt x="10080" y="18164"/>
                </a:lnTo>
                <a:cubicBezTo>
                  <a:pt x="10080" y="18435"/>
                  <a:pt x="10403" y="18655"/>
                  <a:pt x="10800" y="18655"/>
                </a:cubicBezTo>
                <a:moveTo>
                  <a:pt x="15095" y="18654"/>
                </a:moveTo>
                <a:cubicBezTo>
                  <a:pt x="15494" y="18664"/>
                  <a:pt x="15827" y="18452"/>
                  <a:pt x="15841" y="18181"/>
                </a:cubicBezTo>
                <a:lnTo>
                  <a:pt x="16886" y="6413"/>
                </a:lnTo>
                <a:cubicBezTo>
                  <a:pt x="16900" y="6142"/>
                  <a:pt x="16590" y="5914"/>
                  <a:pt x="16192" y="5904"/>
                </a:cubicBezTo>
                <a:cubicBezTo>
                  <a:pt x="15795" y="5895"/>
                  <a:pt x="15461" y="6106"/>
                  <a:pt x="15447" y="6377"/>
                </a:cubicBezTo>
                <a:lnTo>
                  <a:pt x="14402" y="18146"/>
                </a:lnTo>
                <a:cubicBezTo>
                  <a:pt x="14388" y="18417"/>
                  <a:pt x="14699" y="18644"/>
                  <a:pt x="15095" y="18654"/>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06" name="Shape 2628">
            <a:extLst>
              <a:ext uri="{FF2B5EF4-FFF2-40B4-BE49-F238E27FC236}">
                <a16:creationId xmlns:a16="http://schemas.microsoft.com/office/drawing/2014/main" id="{8581E1A1-1556-3040-083F-EEEFCE75B31E}"/>
              </a:ext>
            </a:extLst>
          </p:cNvPr>
          <p:cNvSpPr/>
          <p:nvPr/>
        </p:nvSpPr>
        <p:spPr>
          <a:xfrm>
            <a:off x="7874906" y="4178148"/>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6445" y="20618"/>
                </a:moveTo>
                <a:cubicBezTo>
                  <a:pt x="15830" y="20618"/>
                  <a:pt x="15230" y="20482"/>
                  <a:pt x="14664" y="20214"/>
                </a:cubicBezTo>
                <a:cubicBezTo>
                  <a:pt x="14611" y="20189"/>
                  <a:pt x="14556" y="20170"/>
                  <a:pt x="14501" y="20155"/>
                </a:cubicBezTo>
                <a:cubicBezTo>
                  <a:pt x="8920" y="17308"/>
                  <a:pt x="4296" y="12685"/>
                  <a:pt x="1448" y="7105"/>
                </a:cubicBezTo>
                <a:cubicBezTo>
                  <a:pt x="1432" y="7048"/>
                  <a:pt x="1412" y="6991"/>
                  <a:pt x="1386" y="6936"/>
                </a:cubicBezTo>
                <a:cubicBezTo>
                  <a:pt x="1118" y="6369"/>
                  <a:pt x="982" y="5770"/>
                  <a:pt x="982" y="5155"/>
                </a:cubicBezTo>
                <a:cubicBezTo>
                  <a:pt x="982" y="2774"/>
                  <a:pt x="3067" y="982"/>
                  <a:pt x="4418" y="982"/>
                </a:cubicBezTo>
                <a:cubicBezTo>
                  <a:pt x="4595" y="982"/>
                  <a:pt x="4712" y="1072"/>
                  <a:pt x="4765" y="1126"/>
                </a:cubicBezTo>
                <a:cubicBezTo>
                  <a:pt x="4777" y="1139"/>
                  <a:pt x="4800" y="1164"/>
                  <a:pt x="4832" y="1216"/>
                </a:cubicBezTo>
                <a:cubicBezTo>
                  <a:pt x="4849" y="1244"/>
                  <a:pt x="4868" y="1271"/>
                  <a:pt x="4888" y="1297"/>
                </a:cubicBezTo>
                <a:lnTo>
                  <a:pt x="8121" y="5453"/>
                </a:lnTo>
                <a:cubicBezTo>
                  <a:pt x="8146" y="5485"/>
                  <a:pt x="8173" y="5515"/>
                  <a:pt x="8202" y="5544"/>
                </a:cubicBezTo>
                <a:cubicBezTo>
                  <a:pt x="8255" y="5598"/>
                  <a:pt x="8345" y="5715"/>
                  <a:pt x="8345" y="5891"/>
                </a:cubicBezTo>
                <a:cubicBezTo>
                  <a:pt x="8345" y="5978"/>
                  <a:pt x="8321" y="6060"/>
                  <a:pt x="8274" y="6135"/>
                </a:cubicBezTo>
                <a:lnTo>
                  <a:pt x="7180" y="7221"/>
                </a:lnTo>
                <a:cubicBezTo>
                  <a:pt x="7175" y="7226"/>
                  <a:pt x="7170" y="7231"/>
                  <a:pt x="7165" y="7236"/>
                </a:cubicBezTo>
                <a:cubicBezTo>
                  <a:pt x="6769" y="7609"/>
                  <a:pt x="6543" y="8126"/>
                  <a:pt x="6543" y="8668"/>
                </a:cubicBezTo>
                <a:cubicBezTo>
                  <a:pt x="6543" y="9175"/>
                  <a:pt x="6740" y="9658"/>
                  <a:pt x="7082" y="10020"/>
                </a:cubicBezTo>
                <a:cubicBezTo>
                  <a:pt x="7094" y="10040"/>
                  <a:pt x="7107" y="10059"/>
                  <a:pt x="7121" y="10078"/>
                </a:cubicBezTo>
                <a:cubicBezTo>
                  <a:pt x="8327" y="11745"/>
                  <a:pt x="9810" y="13222"/>
                  <a:pt x="11528" y="14469"/>
                </a:cubicBezTo>
                <a:cubicBezTo>
                  <a:pt x="11541" y="14478"/>
                  <a:pt x="11555" y="14487"/>
                  <a:pt x="11568" y="14496"/>
                </a:cubicBezTo>
                <a:cubicBezTo>
                  <a:pt x="11931" y="14844"/>
                  <a:pt x="12418" y="15045"/>
                  <a:pt x="12928" y="15045"/>
                </a:cubicBezTo>
                <a:cubicBezTo>
                  <a:pt x="13440" y="15045"/>
                  <a:pt x="13934" y="14840"/>
                  <a:pt x="14301" y="14479"/>
                </a:cubicBezTo>
                <a:cubicBezTo>
                  <a:pt x="14320" y="14463"/>
                  <a:pt x="14338" y="14446"/>
                  <a:pt x="14356" y="14427"/>
                </a:cubicBezTo>
                <a:lnTo>
                  <a:pt x="15456" y="13320"/>
                </a:lnTo>
                <a:cubicBezTo>
                  <a:pt x="15533" y="13271"/>
                  <a:pt x="15615" y="13247"/>
                  <a:pt x="15701" y="13247"/>
                </a:cubicBezTo>
                <a:cubicBezTo>
                  <a:pt x="15878" y="13247"/>
                  <a:pt x="15995" y="13337"/>
                  <a:pt x="16048" y="13391"/>
                </a:cubicBezTo>
                <a:cubicBezTo>
                  <a:pt x="16077" y="13420"/>
                  <a:pt x="16108" y="13447"/>
                  <a:pt x="16140" y="13472"/>
                </a:cubicBezTo>
                <a:lnTo>
                  <a:pt x="20296" y="16704"/>
                </a:lnTo>
                <a:cubicBezTo>
                  <a:pt x="20323" y="16725"/>
                  <a:pt x="20351" y="16744"/>
                  <a:pt x="20379" y="16762"/>
                </a:cubicBezTo>
                <a:cubicBezTo>
                  <a:pt x="20431" y="16795"/>
                  <a:pt x="20455" y="16816"/>
                  <a:pt x="20466" y="16827"/>
                </a:cubicBezTo>
                <a:cubicBezTo>
                  <a:pt x="20520" y="16881"/>
                  <a:pt x="20610" y="16997"/>
                  <a:pt x="20610" y="17174"/>
                </a:cubicBezTo>
                <a:cubicBezTo>
                  <a:pt x="20610" y="17207"/>
                  <a:pt x="20612" y="17240"/>
                  <a:pt x="20616" y="17273"/>
                </a:cubicBezTo>
                <a:cubicBezTo>
                  <a:pt x="20539" y="18625"/>
                  <a:pt x="18774" y="20618"/>
                  <a:pt x="16445" y="20618"/>
                </a:cubicBezTo>
                <a:moveTo>
                  <a:pt x="21600" y="17174"/>
                </a:moveTo>
                <a:lnTo>
                  <a:pt x="21592" y="17174"/>
                </a:lnTo>
                <a:cubicBezTo>
                  <a:pt x="21592" y="16768"/>
                  <a:pt x="21427" y="16399"/>
                  <a:pt x="21161" y="16133"/>
                </a:cubicBezTo>
                <a:cubicBezTo>
                  <a:pt x="21082" y="16054"/>
                  <a:pt x="20994" y="15988"/>
                  <a:pt x="20899" y="15929"/>
                </a:cubicBezTo>
                <a:lnTo>
                  <a:pt x="16743" y="12697"/>
                </a:lnTo>
                <a:cubicBezTo>
                  <a:pt x="16476" y="12430"/>
                  <a:pt x="16108" y="12265"/>
                  <a:pt x="15701" y="12265"/>
                </a:cubicBezTo>
                <a:cubicBezTo>
                  <a:pt x="15368" y="12265"/>
                  <a:pt x="15065" y="12380"/>
                  <a:pt x="14819" y="12567"/>
                </a:cubicBezTo>
                <a:lnTo>
                  <a:pt x="13659" y="13736"/>
                </a:lnTo>
                <a:lnTo>
                  <a:pt x="13656" y="13733"/>
                </a:lnTo>
                <a:cubicBezTo>
                  <a:pt x="13477" y="13934"/>
                  <a:pt x="13218" y="14063"/>
                  <a:pt x="12928" y="14063"/>
                </a:cubicBezTo>
                <a:cubicBezTo>
                  <a:pt x="12595" y="14063"/>
                  <a:pt x="12303" y="13897"/>
                  <a:pt x="12125" y="13645"/>
                </a:cubicBezTo>
                <a:cubicBezTo>
                  <a:pt x="12119" y="13654"/>
                  <a:pt x="12111" y="13663"/>
                  <a:pt x="12104" y="13674"/>
                </a:cubicBezTo>
                <a:cubicBezTo>
                  <a:pt x="10500" y="12510"/>
                  <a:pt x="9078" y="11108"/>
                  <a:pt x="7916" y="9502"/>
                </a:cubicBezTo>
                <a:cubicBezTo>
                  <a:pt x="7927" y="9495"/>
                  <a:pt x="7937" y="9486"/>
                  <a:pt x="7949" y="9479"/>
                </a:cubicBezTo>
                <a:cubicBezTo>
                  <a:pt x="7693" y="9299"/>
                  <a:pt x="7525" y="9004"/>
                  <a:pt x="7525" y="8668"/>
                </a:cubicBezTo>
                <a:cubicBezTo>
                  <a:pt x="7525" y="8367"/>
                  <a:pt x="7662" y="8101"/>
                  <a:pt x="7873" y="7920"/>
                </a:cubicBezTo>
                <a:lnTo>
                  <a:pt x="7872" y="7918"/>
                </a:lnTo>
                <a:lnTo>
                  <a:pt x="9026" y="6773"/>
                </a:lnTo>
                <a:cubicBezTo>
                  <a:pt x="9213" y="6528"/>
                  <a:pt x="9327" y="6224"/>
                  <a:pt x="9327" y="5891"/>
                </a:cubicBezTo>
                <a:cubicBezTo>
                  <a:pt x="9327" y="5485"/>
                  <a:pt x="9162" y="5116"/>
                  <a:pt x="8896" y="4850"/>
                </a:cubicBezTo>
                <a:lnTo>
                  <a:pt x="5663" y="693"/>
                </a:lnTo>
                <a:cubicBezTo>
                  <a:pt x="5604" y="599"/>
                  <a:pt x="5538" y="510"/>
                  <a:pt x="5459" y="432"/>
                </a:cubicBezTo>
                <a:cubicBezTo>
                  <a:pt x="5193" y="165"/>
                  <a:pt x="4825" y="0"/>
                  <a:pt x="4418" y="0"/>
                </a:cubicBezTo>
                <a:cubicBezTo>
                  <a:pt x="2455" y="0"/>
                  <a:pt x="0" y="2308"/>
                  <a:pt x="0" y="5155"/>
                </a:cubicBezTo>
                <a:cubicBezTo>
                  <a:pt x="0" y="5943"/>
                  <a:pt x="183" y="6688"/>
                  <a:pt x="499" y="7356"/>
                </a:cubicBezTo>
                <a:lnTo>
                  <a:pt x="483" y="7373"/>
                </a:lnTo>
                <a:cubicBezTo>
                  <a:pt x="3436" y="13255"/>
                  <a:pt x="8345" y="18164"/>
                  <a:pt x="14228" y="21117"/>
                </a:cubicBezTo>
                <a:lnTo>
                  <a:pt x="14244" y="21101"/>
                </a:lnTo>
                <a:cubicBezTo>
                  <a:pt x="14912" y="21418"/>
                  <a:pt x="15657" y="21600"/>
                  <a:pt x="16445" y="21600"/>
                </a:cubicBezTo>
                <a:cubicBezTo>
                  <a:pt x="19292" y="21600"/>
                  <a:pt x="21600" y="19145"/>
                  <a:pt x="21600" y="17182"/>
                </a:cubicBezTo>
                <a:cubicBezTo>
                  <a:pt x="21600" y="17179"/>
                  <a:pt x="21600" y="17177"/>
                  <a:pt x="21600" y="17174"/>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07" name="Shape 2629">
            <a:extLst>
              <a:ext uri="{FF2B5EF4-FFF2-40B4-BE49-F238E27FC236}">
                <a16:creationId xmlns:a16="http://schemas.microsoft.com/office/drawing/2014/main" id="{E5632BCE-1AAE-6B05-9D79-6E0BF821D0A9}"/>
              </a:ext>
            </a:extLst>
          </p:cNvPr>
          <p:cNvSpPr/>
          <p:nvPr/>
        </p:nvSpPr>
        <p:spPr>
          <a:xfrm>
            <a:off x="8408167" y="4178148"/>
            <a:ext cx="279405" cy="279328"/>
          </a:xfrm>
          <a:custGeom>
            <a:avLst/>
            <a:gdLst/>
            <a:ahLst/>
            <a:cxnLst>
              <a:cxn ang="0">
                <a:pos x="wd2" y="hd2"/>
              </a:cxn>
              <a:cxn ang="5400000">
                <a:pos x="wd2" y="hd2"/>
              </a:cxn>
              <a:cxn ang="10800000">
                <a:pos x="wd2" y="hd2"/>
              </a:cxn>
              <a:cxn ang="16200000">
                <a:pos x="wd2" y="hd2"/>
              </a:cxn>
            </a:cxnLst>
            <a:rect l="0" t="0" r="r" b="b"/>
            <a:pathLst>
              <a:path w="21600" h="21600" extrusionOk="0">
                <a:moveTo>
                  <a:pt x="16441" y="20618"/>
                </a:moveTo>
                <a:cubicBezTo>
                  <a:pt x="15826" y="20618"/>
                  <a:pt x="15226" y="20482"/>
                  <a:pt x="14660" y="20214"/>
                </a:cubicBezTo>
                <a:cubicBezTo>
                  <a:pt x="14607" y="20189"/>
                  <a:pt x="14552" y="20170"/>
                  <a:pt x="14497" y="20155"/>
                </a:cubicBezTo>
                <a:cubicBezTo>
                  <a:pt x="8918" y="17308"/>
                  <a:pt x="4295" y="12685"/>
                  <a:pt x="1448" y="7105"/>
                </a:cubicBezTo>
                <a:cubicBezTo>
                  <a:pt x="1432" y="7048"/>
                  <a:pt x="1412" y="6991"/>
                  <a:pt x="1386" y="6936"/>
                </a:cubicBezTo>
                <a:cubicBezTo>
                  <a:pt x="1117" y="6369"/>
                  <a:pt x="982" y="5770"/>
                  <a:pt x="982" y="5155"/>
                </a:cubicBezTo>
                <a:cubicBezTo>
                  <a:pt x="982" y="2774"/>
                  <a:pt x="3066" y="982"/>
                  <a:pt x="4417" y="982"/>
                </a:cubicBezTo>
                <a:cubicBezTo>
                  <a:pt x="4594" y="982"/>
                  <a:pt x="4711" y="1072"/>
                  <a:pt x="4764" y="1126"/>
                </a:cubicBezTo>
                <a:cubicBezTo>
                  <a:pt x="4776" y="1139"/>
                  <a:pt x="4798" y="1164"/>
                  <a:pt x="4831" y="1216"/>
                </a:cubicBezTo>
                <a:cubicBezTo>
                  <a:pt x="4848" y="1244"/>
                  <a:pt x="4867" y="1271"/>
                  <a:pt x="4887" y="1297"/>
                </a:cubicBezTo>
                <a:lnTo>
                  <a:pt x="8118" y="5453"/>
                </a:lnTo>
                <a:cubicBezTo>
                  <a:pt x="8143" y="5485"/>
                  <a:pt x="8170" y="5515"/>
                  <a:pt x="8199" y="5544"/>
                </a:cubicBezTo>
                <a:cubicBezTo>
                  <a:pt x="8253" y="5598"/>
                  <a:pt x="8343" y="5715"/>
                  <a:pt x="8343" y="5891"/>
                </a:cubicBezTo>
                <a:cubicBezTo>
                  <a:pt x="8343" y="5978"/>
                  <a:pt x="8319" y="6060"/>
                  <a:pt x="8272" y="6135"/>
                </a:cubicBezTo>
                <a:lnTo>
                  <a:pt x="7178" y="7221"/>
                </a:lnTo>
                <a:cubicBezTo>
                  <a:pt x="7173" y="7226"/>
                  <a:pt x="7168" y="7231"/>
                  <a:pt x="7163" y="7236"/>
                </a:cubicBezTo>
                <a:cubicBezTo>
                  <a:pt x="6767" y="7609"/>
                  <a:pt x="6541" y="8126"/>
                  <a:pt x="6541" y="8668"/>
                </a:cubicBezTo>
                <a:cubicBezTo>
                  <a:pt x="6541" y="9175"/>
                  <a:pt x="6738" y="9658"/>
                  <a:pt x="7080" y="10020"/>
                </a:cubicBezTo>
                <a:cubicBezTo>
                  <a:pt x="7092" y="10040"/>
                  <a:pt x="7105" y="10059"/>
                  <a:pt x="7119" y="10078"/>
                </a:cubicBezTo>
                <a:cubicBezTo>
                  <a:pt x="8325" y="11745"/>
                  <a:pt x="9807" y="13222"/>
                  <a:pt x="11525" y="14469"/>
                </a:cubicBezTo>
                <a:cubicBezTo>
                  <a:pt x="11538" y="14478"/>
                  <a:pt x="11551" y="14487"/>
                  <a:pt x="11565" y="14496"/>
                </a:cubicBezTo>
                <a:cubicBezTo>
                  <a:pt x="11928" y="14844"/>
                  <a:pt x="12414" y="15045"/>
                  <a:pt x="12924" y="15045"/>
                </a:cubicBezTo>
                <a:cubicBezTo>
                  <a:pt x="13436" y="15045"/>
                  <a:pt x="13930" y="14840"/>
                  <a:pt x="14297" y="14479"/>
                </a:cubicBezTo>
                <a:cubicBezTo>
                  <a:pt x="14316" y="14463"/>
                  <a:pt x="14335" y="14446"/>
                  <a:pt x="14352" y="14427"/>
                </a:cubicBezTo>
                <a:lnTo>
                  <a:pt x="15451" y="13320"/>
                </a:lnTo>
                <a:cubicBezTo>
                  <a:pt x="15529" y="13271"/>
                  <a:pt x="15611" y="13247"/>
                  <a:pt x="15697" y="13247"/>
                </a:cubicBezTo>
                <a:cubicBezTo>
                  <a:pt x="15874" y="13247"/>
                  <a:pt x="15990" y="13337"/>
                  <a:pt x="16044" y="13391"/>
                </a:cubicBezTo>
                <a:cubicBezTo>
                  <a:pt x="16073" y="13420"/>
                  <a:pt x="16103" y="13447"/>
                  <a:pt x="16135" y="13472"/>
                </a:cubicBezTo>
                <a:lnTo>
                  <a:pt x="20291" y="16704"/>
                </a:lnTo>
                <a:cubicBezTo>
                  <a:pt x="20317" y="16725"/>
                  <a:pt x="20345" y="16744"/>
                  <a:pt x="20374" y="16762"/>
                </a:cubicBezTo>
                <a:cubicBezTo>
                  <a:pt x="20426" y="16795"/>
                  <a:pt x="20449" y="16816"/>
                  <a:pt x="20461" y="16827"/>
                </a:cubicBezTo>
                <a:cubicBezTo>
                  <a:pt x="20515" y="16881"/>
                  <a:pt x="20605" y="16997"/>
                  <a:pt x="20605" y="17174"/>
                </a:cubicBezTo>
                <a:cubicBezTo>
                  <a:pt x="20605" y="17207"/>
                  <a:pt x="20606" y="17240"/>
                  <a:pt x="20610" y="17273"/>
                </a:cubicBezTo>
                <a:cubicBezTo>
                  <a:pt x="20533" y="18625"/>
                  <a:pt x="18769" y="20618"/>
                  <a:pt x="16441" y="20618"/>
                </a:cubicBezTo>
                <a:moveTo>
                  <a:pt x="21586" y="17174"/>
                </a:moveTo>
                <a:cubicBezTo>
                  <a:pt x="21586" y="16768"/>
                  <a:pt x="21421" y="16399"/>
                  <a:pt x="21155" y="16133"/>
                </a:cubicBezTo>
                <a:cubicBezTo>
                  <a:pt x="21077" y="16054"/>
                  <a:pt x="20988" y="15988"/>
                  <a:pt x="20893" y="15929"/>
                </a:cubicBezTo>
                <a:lnTo>
                  <a:pt x="16738" y="12697"/>
                </a:lnTo>
                <a:cubicBezTo>
                  <a:pt x="16471" y="12430"/>
                  <a:pt x="16104" y="12265"/>
                  <a:pt x="15697" y="12265"/>
                </a:cubicBezTo>
                <a:cubicBezTo>
                  <a:pt x="15364" y="12265"/>
                  <a:pt x="15060" y="12380"/>
                  <a:pt x="14815" y="12567"/>
                </a:cubicBezTo>
                <a:lnTo>
                  <a:pt x="13655" y="13736"/>
                </a:lnTo>
                <a:lnTo>
                  <a:pt x="13652" y="13733"/>
                </a:lnTo>
                <a:cubicBezTo>
                  <a:pt x="13473" y="13934"/>
                  <a:pt x="13214" y="14063"/>
                  <a:pt x="12924" y="14063"/>
                </a:cubicBezTo>
                <a:cubicBezTo>
                  <a:pt x="12592" y="14063"/>
                  <a:pt x="12300" y="13897"/>
                  <a:pt x="12122" y="13645"/>
                </a:cubicBezTo>
                <a:cubicBezTo>
                  <a:pt x="12116" y="13654"/>
                  <a:pt x="12107" y="13663"/>
                  <a:pt x="12101" y="13674"/>
                </a:cubicBezTo>
                <a:cubicBezTo>
                  <a:pt x="10497" y="12510"/>
                  <a:pt x="9076" y="11108"/>
                  <a:pt x="7914" y="9502"/>
                </a:cubicBezTo>
                <a:cubicBezTo>
                  <a:pt x="7925" y="9495"/>
                  <a:pt x="7935" y="9486"/>
                  <a:pt x="7947" y="9479"/>
                </a:cubicBezTo>
                <a:cubicBezTo>
                  <a:pt x="7691" y="9299"/>
                  <a:pt x="7523" y="9004"/>
                  <a:pt x="7523" y="8668"/>
                </a:cubicBezTo>
                <a:cubicBezTo>
                  <a:pt x="7523" y="8367"/>
                  <a:pt x="7659" y="8101"/>
                  <a:pt x="7871" y="7920"/>
                </a:cubicBezTo>
                <a:lnTo>
                  <a:pt x="7870" y="7918"/>
                </a:lnTo>
                <a:lnTo>
                  <a:pt x="9023" y="6773"/>
                </a:lnTo>
                <a:cubicBezTo>
                  <a:pt x="9211" y="6528"/>
                  <a:pt x="9325" y="6224"/>
                  <a:pt x="9325" y="5891"/>
                </a:cubicBezTo>
                <a:cubicBezTo>
                  <a:pt x="9325" y="5485"/>
                  <a:pt x="9160" y="5116"/>
                  <a:pt x="8893" y="4850"/>
                </a:cubicBezTo>
                <a:lnTo>
                  <a:pt x="5662" y="693"/>
                </a:lnTo>
                <a:cubicBezTo>
                  <a:pt x="5603" y="599"/>
                  <a:pt x="5537" y="510"/>
                  <a:pt x="5458" y="432"/>
                </a:cubicBezTo>
                <a:cubicBezTo>
                  <a:pt x="5191" y="165"/>
                  <a:pt x="4823" y="0"/>
                  <a:pt x="4417" y="0"/>
                </a:cubicBezTo>
                <a:cubicBezTo>
                  <a:pt x="2454" y="0"/>
                  <a:pt x="0" y="2308"/>
                  <a:pt x="0" y="5155"/>
                </a:cubicBezTo>
                <a:cubicBezTo>
                  <a:pt x="0" y="5943"/>
                  <a:pt x="183" y="6688"/>
                  <a:pt x="499" y="7356"/>
                </a:cubicBezTo>
                <a:lnTo>
                  <a:pt x="482" y="7373"/>
                </a:lnTo>
                <a:cubicBezTo>
                  <a:pt x="3435" y="13255"/>
                  <a:pt x="8343" y="18164"/>
                  <a:pt x="14224" y="21117"/>
                </a:cubicBezTo>
                <a:lnTo>
                  <a:pt x="14240" y="21101"/>
                </a:lnTo>
                <a:cubicBezTo>
                  <a:pt x="14908" y="21418"/>
                  <a:pt x="15652" y="21600"/>
                  <a:pt x="16441" y="21600"/>
                </a:cubicBezTo>
                <a:cubicBezTo>
                  <a:pt x="19287" y="21600"/>
                  <a:pt x="21594" y="19145"/>
                  <a:pt x="21594" y="17182"/>
                </a:cubicBezTo>
                <a:cubicBezTo>
                  <a:pt x="21594" y="17179"/>
                  <a:pt x="21594" y="17177"/>
                  <a:pt x="21594" y="17174"/>
                </a:cubicBezTo>
                <a:cubicBezTo>
                  <a:pt x="21594" y="17174"/>
                  <a:pt x="21586" y="17174"/>
                  <a:pt x="21586" y="17174"/>
                </a:cubicBezTo>
                <a:close/>
                <a:moveTo>
                  <a:pt x="11785" y="10800"/>
                </a:moveTo>
                <a:cubicBezTo>
                  <a:pt x="12326" y="10800"/>
                  <a:pt x="12766" y="10360"/>
                  <a:pt x="12766" y="9819"/>
                </a:cubicBezTo>
                <a:cubicBezTo>
                  <a:pt x="12766" y="9276"/>
                  <a:pt x="12326" y="8836"/>
                  <a:pt x="11785" y="8836"/>
                </a:cubicBezTo>
                <a:cubicBezTo>
                  <a:pt x="11242" y="8836"/>
                  <a:pt x="10803" y="9276"/>
                  <a:pt x="10803" y="9819"/>
                </a:cubicBezTo>
                <a:cubicBezTo>
                  <a:pt x="10803" y="10360"/>
                  <a:pt x="11242" y="10800"/>
                  <a:pt x="11785" y="10800"/>
                </a:cubicBezTo>
                <a:moveTo>
                  <a:pt x="11785" y="5891"/>
                </a:moveTo>
                <a:cubicBezTo>
                  <a:pt x="13953" y="5891"/>
                  <a:pt x="15711" y="7649"/>
                  <a:pt x="15711" y="9819"/>
                </a:cubicBezTo>
                <a:cubicBezTo>
                  <a:pt x="15711" y="10090"/>
                  <a:pt x="15930" y="10309"/>
                  <a:pt x="16201" y="10309"/>
                </a:cubicBezTo>
                <a:cubicBezTo>
                  <a:pt x="16472" y="10309"/>
                  <a:pt x="16692" y="10090"/>
                  <a:pt x="16692" y="9819"/>
                </a:cubicBezTo>
                <a:cubicBezTo>
                  <a:pt x="16692" y="7107"/>
                  <a:pt x="14495" y="4909"/>
                  <a:pt x="11785" y="4909"/>
                </a:cubicBezTo>
                <a:cubicBezTo>
                  <a:pt x="11513" y="4909"/>
                  <a:pt x="11294" y="5129"/>
                  <a:pt x="11294" y="5400"/>
                </a:cubicBezTo>
                <a:cubicBezTo>
                  <a:pt x="11294" y="5672"/>
                  <a:pt x="11513" y="5891"/>
                  <a:pt x="11785" y="5891"/>
                </a:cubicBezTo>
                <a:moveTo>
                  <a:pt x="11785" y="982"/>
                </a:moveTo>
                <a:cubicBezTo>
                  <a:pt x="16663" y="982"/>
                  <a:pt x="20618" y="4939"/>
                  <a:pt x="20618" y="9819"/>
                </a:cubicBezTo>
                <a:cubicBezTo>
                  <a:pt x="20618" y="10090"/>
                  <a:pt x="20838" y="10309"/>
                  <a:pt x="21109" y="10309"/>
                </a:cubicBezTo>
                <a:cubicBezTo>
                  <a:pt x="21380" y="10309"/>
                  <a:pt x="21600" y="10090"/>
                  <a:pt x="21600" y="9819"/>
                </a:cubicBezTo>
                <a:cubicBezTo>
                  <a:pt x="21600" y="4396"/>
                  <a:pt x="17206" y="0"/>
                  <a:pt x="11785" y="0"/>
                </a:cubicBezTo>
                <a:cubicBezTo>
                  <a:pt x="11513" y="0"/>
                  <a:pt x="11294" y="220"/>
                  <a:pt x="11294" y="491"/>
                </a:cubicBezTo>
                <a:cubicBezTo>
                  <a:pt x="11294" y="762"/>
                  <a:pt x="11513" y="982"/>
                  <a:pt x="11785" y="982"/>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08" name="Shape 2630">
            <a:extLst>
              <a:ext uri="{FF2B5EF4-FFF2-40B4-BE49-F238E27FC236}">
                <a16:creationId xmlns:a16="http://schemas.microsoft.com/office/drawing/2014/main" id="{C65EEC72-61F7-31C8-5DEF-712DCA473542}"/>
              </a:ext>
            </a:extLst>
          </p:cNvPr>
          <p:cNvSpPr/>
          <p:nvPr/>
        </p:nvSpPr>
        <p:spPr>
          <a:xfrm>
            <a:off x="9004911" y="4178148"/>
            <a:ext cx="152368" cy="279328"/>
          </a:xfrm>
          <a:custGeom>
            <a:avLst/>
            <a:gdLst/>
            <a:ahLst/>
            <a:cxnLst>
              <a:cxn ang="0">
                <a:pos x="wd2" y="hd2"/>
              </a:cxn>
              <a:cxn ang="5400000">
                <a:pos x="wd2" y="hd2"/>
              </a:cxn>
              <a:cxn ang="10800000">
                <a:pos x="wd2" y="hd2"/>
              </a:cxn>
              <a:cxn ang="16200000">
                <a:pos x="wd2" y="hd2"/>
              </a:cxn>
            </a:cxnLst>
            <a:rect l="0" t="0" r="r" b="b"/>
            <a:pathLst>
              <a:path w="21600" h="21600" extrusionOk="0">
                <a:moveTo>
                  <a:pt x="9507" y="18651"/>
                </a:moveTo>
                <a:lnTo>
                  <a:pt x="10795" y="12327"/>
                </a:lnTo>
                <a:lnTo>
                  <a:pt x="10781" y="12326"/>
                </a:lnTo>
                <a:cubicBezTo>
                  <a:pt x="10785" y="12307"/>
                  <a:pt x="10800" y="12292"/>
                  <a:pt x="10800" y="12273"/>
                </a:cubicBezTo>
                <a:cubicBezTo>
                  <a:pt x="10800" y="12001"/>
                  <a:pt x="10398" y="11782"/>
                  <a:pt x="9900" y="11782"/>
                </a:cubicBezTo>
                <a:lnTo>
                  <a:pt x="2149" y="11782"/>
                </a:lnTo>
                <a:lnTo>
                  <a:pt x="8749" y="982"/>
                </a:lnTo>
                <a:lnTo>
                  <a:pt x="15850" y="982"/>
                </a:lnTo>
                <a:lnTo>
                  <a:pt x="11436" y="8190"/>
                </a:lnTo>
                <a:lnTo>
                  <a:pt x="11447" y="8192"/>
                </a:lnTo>
                <a:cubicBezTo>
                  <a:pt x="11417" y="8241"/>
                  <a:pt x="11391" y="8291"/>
                  <a:pt x="11391" y="8345"/>
                </a:cubicBezTo>
                <a:cubicBezTo>
                  <a:pt x="11391" y="8617"/>
                  <a:pt x="11794" y="8836"/>
                  <a:pt x="12291" y="8836"/>
                </a:cubicBezTo>
                <a:lnTo>
                  <a:pt x="19195" y="8836"/>
                </a:lnTo>
                <a:cubicBezTo>
                  <a:pt x="19195" y="8836"/>
                  <a:pt x="9507" y="18651"/>
                  <a:pt x="9507" y="18651"/>
                </a:cubicBezTo>
                <a:close/>
                <a:moveTo>
                  <a:pt x="21600" y="8345"/>
                </a:moveTo>
                <a:cubicBezTo>
                  <a:pt x="21600" y="8074"/>
                  <a:pt x="21197" y="7855"/>
                  <a:pt x="20700" y="7855"/>
                </a:cubicBezTo>
                <a:lnTo>
                  <a:pt x="13541" y="7855"/>
                </a:lnTo>
                <a:lnTo>
                  <a:pt x="17954" y="646"/>
                </a:lnTo>
                <a:lnTo>
                  <a:pt x="17944" y="644"/>
                </a:lnTo>
                <a:cubicBezTo>
                  <a:pt x="17974" y="595"/>
                  <a:pt x="18000" y="545"/>
                  <a:pt x="18000" y="491"/>
                </a:cubicBezTo>
                <a:cubicBezTo>
                  <a:pt x="18000" y="220"/>
                  <a:pt x="17598" y="0"/>
                  <a:pt x="17100" y="0"/>
                </a:cubicBezTo>
                <a:lnTo>
                  <a:pt x="8101" y="0"/>
                </a:lnTo>
                <a:cubicBezTo>
                  <a:pt x="7703" y="0"/>
                  <a:pt x="7376" y="143"/>
                  <a:pt x="7257" y="337"/>
                </a:cubicBezTo>
                <a:lnTo>
                  <a:pt x="7246" y="335"/>
                </a:lnTo>
                <a:lnTo>
                  <a:pt x="47" y="12117"/>
                </a:lnTo>
                <a:lnTo>
                  <a:pt x="57" y="12120"/>
                </a:lnTo>
                <a:cubicBezTo>
                  <a:pt x="27" y="12168"/>
                  <a:pt x="0" y="12218"/>
                  <a:pt x="0" y="12273"/>
                </a:cubicBezTo>
                <a:cubicBezTo>
                  <a:pt x="0" y="12544"/>
                  <a:pt x="403" y="12764"/>
                  <a:pt x="900" y="12764"/>
                </a:cubicBezTo>
                <a:lnTo>
                  <a:pt x="8895" y="12764"/>
                </a:lnTo>
                <a:lnTo>
                  <a:pt x="7206" y="21055"/>
                </a:lnTo>
                <a:lnTo>
                  <a:pt x="7220" y="21056"/>
                </a:lnTo>
                <a:cubicBezTo>
                  <a:pt x="7216" y="21074"/>
                  <a:pt x="7200" y="21090"/>
                  <a:pt x="7200" y="21109"/>
                </a:cubicBezTo>
                <a:cubicBezTo>
                  <a:pt x="7200" y="21380"/>
                  <a:pt x="7603" y="21600"/>
                  <a:pt x="8101" y="21600"/>
                </a:cubicBezTo>
                <a:cubicBezTo>
                  <a:pt x="8464" y="21600"/>
                  <a:pt x="8761" y="21480"/>
                  <a:pt x="8900" y="21310"/>
                </a:cubicBezTo>
                <a:lnTo>
                  <a:pt x="8918" y="21315"/>
                </a:lnTo>
                <a:lnTo>
                  <a:pt x="21517" y="8551"/>
                </a:lnTo>
                <a:lnTo>
                  <a:pt x="21513" y="8550"/>
                </a:lnTo>
                <a:cubicBezTo>
                  <a:pt x="21567" y="8487"/>
                  <a:pt x="21600" y="8419"/>
                  <a:pt x="21600" y="8345"/>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09" name="Shape 2631">
            <a:extLst>
              <a:ext uri="{FF2B5EF4-FFF2-40B4-BE49-F238E27FC236}">
                <a16:creationId xmlns:a16="http://schemas.microsoft.com/office/drawing/2014/main" id="{8D3BF9A4-E2FD-EFDB-1B00-88833B8DEF62}"/>
              </a:ext>
            </a:extLst>
          </p:cNvPr>
          <p:cNvSpPr/>
          <p:nvPr/>
        </p:nvSpPr>
        <p:spPr>
          <a:xfrm>
            <a:off x="9474689" y="4203541"/>
            <a:ext cx="279328" cy="228541"/>
          </a:xfrm>
          <a:custGeom>
            <a:avLst/>
            <a:gdLst/>
            <a:ahLst/>
            <a:cxnLst>
              <a:cxn ang="0">
                <a:pos x="wd2" y="hd2"/>
              </a:cxn>
              <a:cxn ang="5400000">
                <a:pos x="wd2" y="hd2"/>
              </a:cxn>
              <a:cxn ang="10800000">
                <a:pos x="wd2" y="hd2"/>
              </a:cxn>
              <a:cxn ang="16200000">
                <a:pos x="wd2" y="hd2"/>
              </a:cxn>
            </a:cxnLst>
            <a:rect l="0" t="0" r="r" b="b"/>
            <a:pathLst>
              <a:path w="21600" h="21600" extrusionOk="0">
                <a:moveTo>
                  <a:pt x="19636" y="3600"/>
                </a:moveTo>
                <a:lnTo>
                  <a:pt x="1964" y="3600"/>
                </a:lnTo>
                <a:lnTo>
                  <a:pt x="1964" y="1200"/>
                </a:lnTo>
                <a:lnTo>
                  <a:pt x="19636" y="1200"/>
                </a:lnTo>
                <a:cubicBezTo>
                  <a:pt x="19636" y="1200"/>
                  <a:pt x="19636" y="3600"/>
                  <a:pt x="19636" y="3600"/>
                </a:cubicBezTo>
                <a:close/>
                <a:moveTo>
                  <a:pt x="17182" y="6000"/>
                </a:moveTo>
                <a:lnTo>
                  <a:pt x="17182" y="4800"/>
                </a:lnTo>
                <a:lnTo>
                  <a:pt x="19145" y="4800"/>
                </a:lnTo>
                <a:lnTo>
                  <a:pt x="19145" y="6000"/>
                </a:lnTo>
                <a:cubicBezTo>
                  <a:pt x="19145" y="6662"/>
                  <a:pt x="18705" y="7200"/>
                  <a:pt x="18164" y="7200"/>
                </a:cubicBezTo>
                <a:cubicBezTo>
                  <a:pt x="17621" y="7200"/>
                  <a:pt x="17182" y="6662"/>
                  <a:pt x="17182" y="6000"/>
                </a:cubicBezTo>
                <a:moveTo>
                  <a:pt x="14236" y="6000"/>
                </a:moveTo>
                <a:lnTo>
                  <a:pt x="14236" y="4800"/>
                </a:lnTo>
                <a:lnTo>
                  <a:pt x="16200" y="4800"/>
                </a:lnTo>
                <a:lnTo>
                  <a:pt x="16200" y="6000"/>
                </a:lnTo>
                <a:cubicBezTo>
                  <a:pt x="16200" y="6662"/>
                  <a:pt x="15760" y="7200"/>
                  <a:pt x="15218" y="7200"/>
                </a:cubicBezTo>
                <a:cubicBezTo>
                  <a:pt x="14675" y="7200"/>
                  <a:pt x="14236" y="6662"/>
                  <a:pt x="14236" y="6000"/>
                </a:cubicBezTo>
                <a:moveTo>
                  <a:pt x="11291" y="6000"/>
                </a:moveTo>
                <a:lnTo>
                  <a:pt x="11291" y="4800"/>
                </a:lnTo>
                <a:lnTo>
                  <a:pt x="13255" y="4800"/>
                </a:lnTo>
                <a:lnTo>
                  <a:pt x="13255" y="6000"/>
                </a:lnTo>
                <a:cubicBezTo>
                  <a:pt x="13255" y="6662"/>
                  <a:pt x="12814" y="7200"/>
                  <a:pt x="12273" y="7200"/>
                </a:cubicBezTo>
                <a:cubicBezTo>
                  <a:pt x="11730" y="7200"/>
                  <a:pt x="11291" y="6662"/>
                  <a:pt x="11291" y="6000"/>
                </a:cubicBezTo>
                <a:moveTo>
                  <a:pt x="8345" y="6000"/>
                </a:moveTo>
                <a:lnTo>
                  <a:pt x="8345" y="4800"/>
                </a:lnTo>
                <a:lnTo>
                  <a:pt x="10309" y="4800"/>
                </a:lnTo>
                <a:lnTo>
                  <a:pt x="10309" y="6000"/>
                </a:lnTo>
                <a:cubicBezTo>
                  <a:pt x="10309" y="6662"/>
                  <a:pt x="9869" y="7200"/>
                  <a:pt x="9327" y="7200"/>
                </a:cubicBezTo>
                <a:cubicBezTo>
                  <a:pt x="8785" y="7200"/>
                  <a:pt x="8345" y="6662"/>
                  <a:pt x="8345" y="6000"/>
                </a:cubicBezTo>
                <a:moveTo>
                  <a:pt x="5400" y="6000"/>
                </a:moveTo>
                <a:lnTo>
                  <a:pt x="5400" y="4800"/>
                </a:lnTo>
                <a:lnTo>
                  <a:pt x="7364" y="4800"/>
                </a:lnTo>
                <a:lnTo>
                  <a:pt x="7364" y="6000"/>
                </a:lnTo>
                <a:cubicBezTo>
                  <a:pt x="7364" y="6662"/>
                  <a:pt x="6924" y="7200"/>
                  <a:pt x="6382" y="7200"/>
                </a:cubicBezTo>
                <a:cubicBezTo>
                  <a:pt x="5839" y="7200"/>
                  <a:pt x="5400" y="6662"/>
                  <a:pt x="5400" y="6000"/>
                </a:cubicBezTo>
                <a:moveTo>
                  <a:pt x="2455" y="6000"/>
                </a:moveTo>
                <a:lnTo>
                  <a:pt x="2455" y="4800"/>
                </a:lnTo>
                <a:lnTo>
                  <a:pt x="4418" y="4800"/>
                </a:lnTo>
                <a:lnTo>
                  <a:pt x="4418" y="6000"/>
                </a:lnTo>
                <a:cubicBezTo>
                  <a:pt x="4418" y="6662"/>
                  <a:pt x="3978" y="7200"/>
                  <a:pt x="3436" y="7200"/>
                </a:cubicBezTo>
                <a:cubicBezTo>
                  <a:pt x="2894" y="7200"/>
                  <a:pt x="2455" y="6662"/>
                  <a:pt x="2455" y="6000"/>
                </a:cubicBezTo>
                <a:moveTo>
                  <a:pt x="19636" y="20400"/>
                </a:moveTo>
                <a:lnTo>
                  <a:pt x="12764" y="20400"/>
                </a:lnTo>
                <a:lnTo>
                  <a:pt x="12764" y="13800"/>
                </a:lnTo>
                <a:cubicBezTo>
                  <a:pt x="12764" y="13469"/>
                  <a:pt x="12544" y="13200"/>
                  <a:pt x="12273" y="13200"/>
                </a:cubicBezTo>
                <a:lnTo>
                  <a:pt x="9327" y="13200"/>
                </a:lnTo>
                <a:cubicBezTo>
                  <a:pt x="9056" y="13200"/>
                  <a:pt x="8836" y="13469"/>
                  <a:pt x="8836" y="13800"/>
                </a:cubicBezTo>
                <a:lnTo>
                  <a:pt x="8836" y="20400"/>
                </a:lnTo>
                <a:lnTo>
                  <a:pt x="1964" y="20400"/>
                </a:lnTo>
                <a:lnTo>
                  <a:pt x="1964" y="7573"/>
                </a:lnTo>
                <a:cubicBezTo>
                  <a:pt x="2324" y="8076"/>
                  <a:pt x="2847" y="8400"/>
                  <a:pt x="3436" y="8400"/>
                </a:cubicBezTo>
                <a:cubicBezTo>
                  <a:pt x="4026" y="8400"/>
                  <a:pt x="4549" y="8076"/>
                  <a:pt x="4909" y="7573"/>
                </a:cubicBezTo>
                <a:cubicBezTo>
                  <a:pt x="5269" y="8076"/>
                  <a:pt x="5792" y="8400"/>
                  <a:pt x="6382" y="8400"/>
                </a:cubicBezTo>
                <a:cubicBezTo>
                  <a:pt x="6971" y="8400"/>
                  <a:pt x="7495" y="8076"/>
                  <a:pt x="7855" y="7573"/>
                </a:cubicBezTo>
                <a:cubicBezTo>
                  <a:pt x="8215" y="8076"/>
                  <a:pt x="8738" y="8400"/>
                  <a:pt x="9327" y="8400"/>
                </a:cubicBezTo>
                <a:cubicBezTo>
                  <a:pt x="9917" y="8400"/>
                  <a:pt x="10440" y="8076"/>
                  <a:pt x="10800" y="7573"/>
                </a:cubicBezTo>
                <a:cubicBezTo>
                  <a:pt x="11160" y="8076"/>
                  <a:pt x="11683" y="8400"/>
                  <a:pt x="12273" y="8400"/>
                </a:cubicBezTo>
                <a:cubicBezTo>
                  <a:pt x="12862" y="8400"/>
                  <a:pt x="13385" y="8076"/>
                  <a:pt x="13745" y="7573"/>
                </a:cubicBezTo>
                <a:cubicBezTo>
                  <a:pt x="14105" y="8076"/>
                  <a:pt x="14629" y="8400"/>
                  <a:pt x="15218" y="8400"/>
                </a:cubicBezTo>
                <a:cubicBezTo>
                  <a:pt x="15808" y="8400"/>
                  <a:pt x="16331" y="8076"/>
                  <a:pt x="16691" y="7573"/>
                </a:cubicBezTo>
                <a:cubicBezTo>
                  <a:pt x="17051" y="8076"/>
                  <a:pt x="17574" y="8400"/>
                  <a:pt x="18164" y="8400"/>
                </a:cubicBezTo>
                <a:cubicBezTo>
                  <a:pt x="18753" y="8400"/>
                  <a:pt x="19276" y="8076"/>
                  <a:pt x="19636" y="7573"/>
                </a:cubicBezTo>
                <a:cubicBezTo>
                  <a:pt x="19636" y="7573"/>
                  <a:pt x="19636" y="20400"/>
                  <a:pt x="19636" y="20400"/>
                </a:cubicBezTo>
                <a:close/>
                <a:moveTo>
                  <a:pt x="11782" y="20400"/>
                </a:moveTo>
                <a:lnTo>
                  <a:pt x="9818" y="20400"/>
                </a:lnTo>
                <a:lnTo>
                  <a:pt x="9818" y="14400"/>
                </a:lnTo>
                <a:lnTo>
                  <a:pt x="11782" y="14400"/>
                </a:lnTo>
                <a:cubicBezTo>
                  <a:pt x="11782" y="14400"/>
                  <a:pt x="11782" y="20400"/>
                  <a:pt x="11782" y="20400"/>
                </a:cubicBezTo>
                <a:close/>
                <a:moveTo>
                  <a:pt x="21109" y="20400"/>
                </a:moveTo>
                <a:lnTo>
                  <a:pt x="20618" y="20400"/>
                </a:lnTo>
                <a:lnTo>
                  <a:pt x="20618" y="4800"/>
                </a:lnTo>
                <a:lnTo>
                  <a:pt x="21109" y="4800"/>
                </a:lnTo>
                <a:cubicBezTo>
                  <a:pt x="21380" y="4800"/>
                  <a:pt x="21600" y="4532"/>
                  <a:pt x="21600" y="4200"/>
                </a:cubicBezTo>
                <a:cubicBezTo>
                  <a:pt x="21600" y="3868"/>
                  <a:pt x="21380" y="3600"/>
                  <a:pt x="21109" y="3600"/>
                </a:cubicBezTo>
                <a:lnTo>
                  <a:pt x="20618" y="3600"/>
                </a:lnTo>
                <a:lnTo>
                  <a:pt x="20618" y="1200"/>
                </a:lnTo>
                <a:cubicBezTo>
                  <a:pt x="20618" y="538"/>
                  <a:pt x="20178" y="0"/>
                  <a:pt x="19636" y="0"/>
                </a:cubicBezTo>
                <a:lnTo>
                  <a:pt x="1964" y="0"/>
                </a:lnTo>
                <a:cubicBezTo>
                  <a:pt x="1421" y="0"/>
                  <a:pt x="982" y="538"/>
                  <a:pt x="982" y="1200"/>
                </a:cubicBezTo>
                <a:lnTo>
                  <a:pt x="982" y="3600"/>
                </a:lnTo>
                <a:lnTo>
                  <a:pt x="491" y="3600"/>
                </a:lnTo>
                <a:cubicBezTo>
                  <a:pt x="220" y="3600"/>
                  <a:pt x="0" y="3868"/>
                  <a:pt x="0" y="4200"/>
                </a:cubicBezTo>
                <a:cubicBezTo>
                  <a:pt x="0" y="4532"/>
                  <a:pt x="220" y="4800"/>
                  <a:pt x="491" y="4800"/>
                </a:cubicBezTo>
                <a:lnTo>
                  <a:pt x="982" y="4800"/>
                </a:lnTo>
                <a:lnTo>
                  <a:pt x="982" y="20400"/>
                </a:lnTo>
                <a:lnTo>
                  <a:pt x="491" y="20400"/>
                </a:lnTo>
                <a:cubicBezTo>
                  <a:pt x="220" y="20400"/>
                  <a:pt x="0" y="20669"/>
                  <a:pt x="0" y="21000"/>
                </a:cubicBezTo>
                <a:cubicBezTo>
                  <a:pt x="0" y="21332"/>
                  <a:pt x="220" y="21600"/>
                  <a:pt x="491" y="21600"/>
                </a:cubicBezTo>
                <a:lnTo>
                  <a:pt x="21109" y="21600"/>
                </a:lnTo>
                <a:cubicBezTo>
                  <a:pt x="21380" y="21600"/>
                  <a:pt x="21600" y="21332"/>
                  <a:pt x="21600" y="21000"/>
                </a:cubicBezTo>
                <a:cubicBezTo>
                  <a:pt x="21600" y="20669"/>
                  <a:pt x="21380" y="20400"/>
                  <a:pt x="21109" y="20400"/>
                </a:cubicBezTo>
                <a:moveTo>
                  <a:pt x="16691" y="16800"/>
                </a:moveTo>
                <a:lnTo>
                  <a:pt x="14727" y="16800"/>
                </a:lnTo>
                <a:lnTo>
                  <a:pt x="14727" y="14400"/>
                </a:lnTo>
                <a:lnTo>
                  <a:pt x="16691" y="14400"/>
                </a:lnTo>
                <a:cubicBezTo>
                  <a:pt x="16691" y="14400"/>
                  <a:pt x="16691" y="16800"/>
                  <a:pt x="16691" y="16800"/>
                </a:cubicBezTo>
                <a:close/>
                <a:moveTo>
                  <a:pt x="17182" y="13200"/>
                </a:moveTo>
                <a:lnTo>
                  <a:pt x="14236" y="13200"/>
                </a:lnTo>
                <a:cubicBezTo>
                  <a:pt x="13965" y="13200"/>
                  <a:pt x="13745" y="13469"/>
                  <a:pt x="13745" y="13800"/>
                </a:cubicBezTo>
                <a:lnTo>
                  <a:pt x="13745" y="17400"/>
                </a:lnTo>
                <a:cubicBezTo>
                  <a:pt x="13745" y="17732"/>
                  <a:pt x="13965" y="18000"/>
                  <a:pt x="14236" y="18000"/>
                </a:cubicBezTo>
                <a:lnTo>
                  <a:pt x="17182" y="18000"/>
                </a:lnTo>
                <a:cubicBezTo>
                  <a:pt x="17453" y="18000"/>
                  <a:pt x="17673" y="17732"/>
                  <a:pt x="17673" y="17400"/>
                </a:cubicBezTo>
                <a:lnTo>
                  <a:pt x="17673" y="13800"/>
                </a:lnTo>
                <a:cubicBezTo>
                  <a:pt x="17673" y="13469"/>
                  <a:pt x="17453" y="13200"/>
                  <a:pt x="17182" y="13200"/>
                </a:cubicBezTo>
                <a:moveTo>
                  <a:pt x="6873" y="16800"/>
                </a:moveTo>
                <a:lnTo>
                  <a:pt x="4909" y="16800"/>
                </a:lnTo>
                <a:lnTo>
                  <a:pt x="4909" y="14400"/>
                </a:lnTo>
                <a:lnTo>
                  <a:pt x="6873" y="14400"/>
                </a:lnTo>
                <a:cubicBezTo>
                  <a:pt x="6873" y="14400"/>
                  <a:pt x="6873" y="16800"/>
                  <a:pt x="6873" y="16800"/>
                </a:cubicBezTo>
                <a:close/>
                <a:moveTo>
                  <a:pt x="7364" y="13200"/>
                </a:moveTo>
                <a:lnTo>
                  <a:pt x="4418" y="13200"/>
                </a:lnTo>
                <a:cubicBezTo>
                  <a:pt x="4147" y="13200"/>
                  <a:pt x="3927" y="13469"/>
                  <a:pt x="3927" y="13800"/>
                </a:cubicBezTo>
                <a:lnTo>
                  <a:pt x="3927" y="17400"/>
                </a:lnTo>
                <a:cubicBezTo>
                  <a:pt x="3927" y="17732"/>
                  <a:pt x="4147" y="18000"/>
                  <a:pt x="4418" y="18000"/>
                </a:cubicBezTo>
                <a:lnTo>
                  <a:pt x="7364" y="18000"/>
                </a:lnTo>
                <a:cubicBezTo>
                  <a:pt x="7635" y="18000"/>
                  <a:pt x="7855" y="17732"/>
                  <a:pt x="7855" y="17400"/>
                </a:cubicBezTo>
                <a:lnTo>
                  <a:pt x="7855" y="13800"/>
                </a:lnTo>
                <a:cubicBezTo>
                  <a:pt x="7855" y="13469"/>
                  <a:pt x="7635" y="13200"/>
                  <a:pt x="7364" y="132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10" name="Shape 2632">
            <a:extLst>
              <a:ext uri="{FF2B5EF4-FFF2-40B4-BE49-F238E27FC236}">
                <a16:creationId xmlns:a16="http://schemas.microsoft.com/office/drawing/2014/main" id="{45512767-4C2D-C5BD-0225-D3043BE23D89}"/>
              </a:ext>
            </a:extLst>
          </p:cNvPr>
          <p:cNvSpPr/>
          <p:nvPr/>
        </p:nvSpPr>
        <p:spPr>
          <a:xfrm>
            <a:off x="10033344" y="4178148"/>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17673"/>
                </a:moveTo>
                <a:cubicBezTo>
                  <a:pt x="4588" y="17673"/>
                  <a:pt x="1200" y="16051"/>
                  <a:pt x="1200" y="15218"/>
                </a:cubicBezTo>
                <a:cubicBezTo>
                  <a:pt x="1200" y="14690"/>
                  <a:pt x="1355" y="14275"/>
                  <a:pt x="1611" y="13896"/>
                </a:cubicBezTo>
                <a:cubicBezTo>
                  <a:pt x="3255" y="14967"/>
                  <a:pt x="6746" y="15709"/>
                  <a:pt x="10800" y="15709"/>
                </a:cubicBezTo>
                <a:cubicBezTo>
                  <a:pt x="14856" y="15709"/>
                  <a:pt x="18345" y="14966"/>
                  <a:pt x="19987" y="13894"/>
                </a:cubicBezTo>
                <a:cubicBezTo>
                  <a:pt x="20244" y="14273"/>
                  <a:pt x="20400" y="14689"/>
                  <a:pt x="20400" y="15218"/>
                </a:cubicBezTo>
                <a:cubicBezTo>
                  <a:pt x="20400" y="16051"/>
                  <a:pt x="17011" y="17673"/>
                  <a:pt x="10800" y="17673"/>
                </a:cubicBezTo>
                <a:moveTo>
                  <a:pt x="10800" y="20618"/>
                </a:moveTo>
                <a:cubicBezTo>
                  <a:pt x="9475" y="20618"/>
                  <a:pt x="8400" y="19739"/>
                  <a:pt x="8400" y="18655"/>
                </a:cubicBezTo>
                <a:cubicBezTo>
                  <a:pt x="8400" y="18625"/>
                  <a:pt x="8408" y="18597"/>
                  <a:pt x="8409" y="18567"/>
                </a:cubicBezTo>
                <a:cubicBezTo>
                  <a:pt x="9179" y="18623"/>
                  <a:pt x="9977" y="18655"/>
                  <a:pt x="10800" y="18655"/>
                </a:cubicBezTo>
                <a:cubicBezTo>
                  <a:pt x="11623" y="18655"/>
                  <a:pt x="12421" y="18623"/>
                  <a:pt x="13191" y="18567"/>
                </a:cubicBezTo>
                <a:cubicBezTo>
                  <a:pt x="13192" y="18597"/>
                  <a:pt x="13200" y="18625"/>
                  <a:pt x="13200" y="18655"/>
                </a:cubicBezTo>
                <a:cubicBezTo>
                  <a:pt x="13200" y="19739"/>
                  <a:pt x="12125" y="20618"/>
                  <a:pt x="10800" y="20618"/>
                </a:cubicBezTo>
                <a:moveTo>
                  <a:pt x="2948" y="12551"/>
                </a:moveTo>
                <a:cubicBezTo>
                  <a:pt x="4308" y="11388"/>
                  <a:pt x="6000" y="9939"/>
                  <a:pt x="6000" y="6873"/>
                </a:cubicBezTo>
                <a:cubicBezTo>
                  <a:pt x="6000" y="5232"/>
                  <a:pt x="7238" y="3825"/>
                  <a:pt x="8988" y="3239"/>
                </a:cubicBezTo>
                <a:cubicBezTo>
                  <a:pt x="9428" y="3657"/>
                  <a:pt x="10072" y="3927"/>
                  <a:pt x="10800" y="3927"/>
                </a:cubicBezTo>
                <a:cubicBezTo>
                  <a:pt x="11528" y="3927"/>
                  <a:pt x="12172" y="3657"/>
                  <a:pt x="12611" y="3239"/>
                </a:cubicBezTo>
                <a:cubicBezTo>
                  <a:pt x="14362" y="3825"/>
                  <a:pt x="15600" y="5232"/>
                  <a:pt x="15600" y="6873"/>
                </a:cubicBezTo>
                <a:cubicBezTo>
                  <a:pt x="15600" y="9939"/>
                  <a:pt x="17292" y="11388"/>
                  <a:pt x="18652" y="12551"/>
                </a:cubicBezTo>
                <a:cubicBezTo>
                  <a:pt x="18911" y="12773"/>
                  <a:pt x="19152" y="12979"/>
                  <a:pt x="19366" y="13183"/>
                </a:cubicBezTo>
                <a:cubicBezTo>
                  <a:pt x="18217" y="14077"/>
                  <a:pt x="14825" y="14727"/>
                  <a:pt x="10800" y="14727"/>
                </a:cubicBezTo>
                <a:cubicBezTo>
                  <a:pt x="6779" y="14727"/>
                  <a:pt x="3383" y="14079"/>
                  <a:pt x="2230" y="13186"/>
                </a:cubicBezTo>
                <a:cubicBezTo>
                  <a:pt x="2446" y="12981"/>
                  <a:pt x="2687" y="12774"/>
                  <a:pt x="2948" y="12551"/>
                </a:cubicBezTo>
                <a:moveTo>
                  <a:pt x="10800" y="982"/>
                </a:moveTo>
                <a:cubicBezTo>
                  <a:pt x="11462" y="982"/>
                  <a:pt x="12000" y="1422"/>
                  <a:pt x="12000" y="1964"/>
                </a:cubicBezTo>
                <a:cubicBezTo>
                  <a:pt x="12000" y="2506"/>
                  <a:pt x="11462" y="2945"/>
                  <a:pt x="10800" y="2945"/>
                </a:cubicBezTo>
                <a:cubicBezTo>
                  <a:pt x="10138" y="2945"/>
                  <a:pt x="9600" y="2506"/>
                  <a:pt x="9600" y="1964"/>
                </a:cubicBezTo>
                <a:cubicBezTo>
                  <a:pt x="9600" y="1422"/>
                  <a:pt x="10138" y="982"/>
                  <a:pt x="10800" y="982"/>
                </a:cubicBezTo>
                <a:moveTo>
                  <a:pt x="21600" y="15218"/>
                </a:moveTo>
                <a:cubicBezTo>
                  <a:pt x="21600" y="11782"/>
                  <a:pt x="16800" y="11782"/>
                  <a:pt x="16800" y="6873"/>
                </a:cubicBezTo>
                <a:cubicBezTo>
                  <a:pt x="16800" y="4845"/>
                  <a:pt x="15296" y="3105"/>
                  <a:pt x="13152" y="2356"/>
                </a:cubicBezTo>
                <a:cubicBezTo>
                  <a:pt x="13183" y="2229"/>
                  <a:pt x="13200" y="2098"/>
                  <a:pt x="13200" y="1964"/>
                </a:cubicBezTo>
                <a:cubicBezTo>
                  <a:pt x="13200" y="879"/>
                  <a:pt x="12125" y="0"/>
                  <a:pt x="10800" y="0"/>
                </a:cubicBezTo>
                <a:cubicBezTo>
                  <a:pt x="9475" y="0"/>
                  <a:pt x="8400" y="879"/>
                  <a:pt x="8400" y="1964"/>
                </a:cubicBezTo>
                <a:cubicBezTo>
                  <a:pt x="8400" y="2098"/>
                  <a:pt x="8417" y="2229"/>
                  <a:pt x="8448" y="2356"/>
                </a:cubicBezTo>
                <a:cubicBezTo>
                  <a:pt x="6304" y="3105"/>
                  <a:pt x="4800" y="4845"/>
                  <a:pt x="4800" y="6873"/>
                </a:cubicBezTo>
                <a:cubicBezTo>
                  <a:pt x="4800" y="11782"/>
                  <a:pt x="0" y="11782"/>
                  <a:pt x="0" y="15218"/>
                </a:cubicBezTo>
                <a:cubicBezTo>
                  <a:pt x="0" y="16716"/>
                  <a:pt x="3016" y="17986"/>
                  <a:pt x="7217" y="18457"/>
                </a:cubicBezTo>
                <a:cubicBezTo>
                  <a:pt x="7211" y="18523"/>
                  <a:pt x="7200" y="18587"/>
                  <a:pt x="7200" y="18655"/>
                </a:cubicBezTo>
                <a:cubicBezTo>
                  <a:pt x="7200" y="20282"/>
                  <a:pt x="8812" y="21600"/>
                  <a:pt x="10800" y="21600"/>
                </a:cubicBezTo>
                <a:cubicBezTo>
                  <a:pt x="12788" y="21600"/>
                  <a:pt x="14400" y="20282"/>
                  <a:pt x="14400" y="18655"/>
                </a:cubicBezTo>
                <a:cubicBezTo>
                  <a:pt x="14400" y="18587"/>
                  <a:pt x="14389" y="18523"/>
                  <a:pt x="14383" y="18457"/>
                </a:cubicBezTo>
                <a:cubicBezTo>
                  <a:pt x="18584" y="17986"/>
                  <a:pt x="21600" y="16716"/>
                  <a:pt x="21600" y="15218"/>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11" name="Shape 2633">
            <a:extLst>
              <a:ext uri="{FF2B5EF4-FFF2-40B4-BE49-F238E27FC236}">
                <a16:creationId xmlns:a16="http://schemas.microsoft.com/office/drawing/2014/main" id="{E8F90FDA-6AAB-C409-CBBC-E879339608D6}"/>
              </a:ext>
            </a:extLst>
          </p:cNvPr>
          <p:cNvSpPr/>
          <p:nvPr/>
        </p:nvSpPr>
        <p:spPr>
          <a:xfrm>
            <a:off x="10541211" y="4178148"/>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2144" y="18334"/>
                </a:moveTo>
                <a:lnTo>
                  <a:pt x="15583" y="6873"/>
                </a:lnTo>
                <a:lnTo>
                  <a:pt x="20168" y="6873"/>
                </a:lnTo>
                <a:cubicBezTo>
                  <a:pt x="20168" y="6873"/>
                  <a:pt x="12144" y="18334"/>
                  <a:pt x="12144" y="18334"/>
                </a:cubicBezTo>
                <a:close/>
                <a:moveTo>
                  <a:pt x="10800" y="19403"/>
                </a:moveTo>
                <a:lnTo>
                  <a:pt x="7041" y="6873"/>
                </a:lnTo>
                <a:lnTo>
                  <a:pt x="14559" y="6873"/>
                </a:lnTo>
                <a:cubicBezTo>
                  <a:pt x="14559" y="6873"/>
                  <a:pt x="10800" y="19403"/>
                  <a:pt x="10800" y="19403"/>
                </a:cubicBezTo>
                <a:close/>
                <a:moveTo>
                  <a:pt x="1432" y="6873"/>
                </a:moveTo>
                <a:lnTo>
                  <a:pt x="6017" y="6873"/>
                </a:lnTo>
                <a:lnTo>
                  <a:pt x="9456" y="18334"/>
                </a:lnTo>
                <a:cubicBezTo>
                  <a:pt x="9456" y="18334"/>
                  <a:pt x="1432" y="6873"/>
                  <a:pt x="1432" y="6873"/>
                </a:cubicBezTo>
                <a:close/>
                <a:moveTo>
                  <a:pt x="6578" y="982"/>
                </a:moveTo>
                <a:lnTo>
                  <a:pt x="8536" y="982"/>
                </a:lnTo>
                <a:lnTo>
                  <a:pt x="6082" y="5891"/>
                </a:lnTo>
                <a:lnTo>
                  <a:pt x="1669" y="5891"/>
                </a:lnTo>
                <a:cubicBezTo>
                  <a:pt x="1669" y="5891"/>
                  <a:pt x="6578" y="982"/>
                  <a:pt x="6578" y="982"/>
                </a:cubicBezTo>
                <a:close/>
                <a:moveTo>
                  <a:pt x="11973" y="982"/>
                </a:moveTo>
                <a:lnTo>
                  <a:pt x="14427" y="5891"/>
                </a:lnTo>
                <a:lnTo>
                  <a:pt x="7173" y="5891"/>
                </a:lnTo>
                <a:lnTo>
                  <a:pt x="9627" y="982"/>
                </a:lnTo>
                <a:cubicBezTo>
                  <a:pt x="9627" y="982"/>
                  <a:pt x="11973" y="982"/>
                  <a:pt x="11973" y="982"/>
                </a:cubicBezTo>
                <a:close/>
                <a:moveTo>
                  <a:pt x="15022" y="982"/>
                </a:moveTo>
                <a:lnTo>
                  <a:pt x="19931" y="5891"/>
                </a:lnTo>
                <a:lnTo>
                  <a:pt x="15518" y="5891"/>
                </a:lnTo>
                <a:lnTo>
                  <a:pt x="13064" y="982"/>
                </a:lnTo>
                <a:cubicBezTo>
                  <a:pt x="13064" y="982"/>
                  <a:pt x="15022" y="982"/>
                  <a:pt x="15022" y="982"/>
                </a:cubicBezTo>
                <a:close/>
                <a:moveTo>
                  <a:pt x="21600" y="6382"/>
                </a:moveTo>
                <a:cubicBezTo>
                  <a:pt x="21600" y="6272"/>
                  <a:pt x="21557" y="6175"/>
                  <a:pt x="21495" y="6093"/>
                </a:cubicBezTo>
                <a:lnTo>
                  <a:pt x="21502" y="6088"/>
                </a:lnTo>
                <a:lnTo>
                  <a:pt x="21471" y="6057"/>
                </a:lnTo>
                <a:cubicBezTo>
                  <a:pt x="21459" y="6044"/>
                  <a:pt x="21448" y="6032"/>
                  <a:pt x="21434" y="6020"/>
                </a:cubicBezTo>
                <a:lnTo>
                  <a:pt x="15611" y="197"/>
                </a:lnTo>
                <a:lnTo>
                  <a:pt x="15604" y="201"/>
                </a:lnTo>
                <a:cubicBezTo>
                  <a:pt x="15514" y="82"/>
                  <a:pt x="15379" y="0"/>
                  <a:pt x="15218" y="0"/>
                </a:cubicBezTo>
                <a:lnTo>
                  <a:pt x="6382" y="0"/>
                </a:lnTo>
                <a:cubicBezTo>
                  <a:pt x="6221" y="0"/>
                  <a:pt x="6086" y="82"/>
                  <a:pt x="5996" y="201"/>
                </a:cubicBezTo>
                <a:lnTo>
                  <a:pt x="5989" y="197"/>
                </a:lnTo>
                <a:lnTo>
                  <a:pt x="166" y="6020"/>
                </a:lnTo>
                <a:cubicBezTo>
                  <a:pt x="152" y="6032"/>
                  <a:pt x="141" y="6044"/>
                  <a:pt x="129" y="6057"/>
                </a:cubicBezTo>
                <a:lnTo>
                  <a:pt x="98" y="6088"/>
                </a:lnTo>
                <a:lnTo>
                  <a:pt x="105" y="6093"/>
                </a:lnTo>
                <a:cubicBezTo>
                  <a:pt x="43" y="6175"/>
                  <a:pt x="0" y="6272"/>
                  <a:pt x="0" y="6382"/>
                </a:cubicBezTo>
                <a:cubicBezTo>
                  <a:pt x="0" y="6499"/>
                  <a:pt x="46" y="6602"/>
                  <a:pt x="115" y="6686"/>
                </a:cubicBezTo>
                <a:lnTo>
                  <a:pt x="109" y="6690"/>
                </a:lnTo>
                <a:lnTo>
                  <a:pt x="10418" y="21418"/>
                </a:lnTo>
                <a:lnTo>
                  <a:pt x="10424" y="21413"/>
                </a:lnTo>
                <a:cubicBezTo>
                  <a:pt x="10514" y="21525"/>
                  <a:pt x="10646" y="21600"/>
                  <a:pt x="10800" y="21600"/>
                </a:cubicBezTo>
                <a:cubicBezTo>
                  <a:pt x="10954" y="21600"/>
                  <a:pt x="11086" y="21525"/>
                  <a:pt x="11176" y="21413"/>
                </a:cubicBezTo>
                <a:lnTo>
                  <a:pt x="11182" y="21418"/>
                </a:lnTo>
                <a:lnTo>
                  <a:pt x="21491" y="6690"/>
                </a:lnTo>
                <a:lnTo>
                  <a:pt x="21485" y="6686"/>
                </a:lnTo>
                <a:cubicBezTo>
                  <a:pt x="21553" y="6602"/>
                  <a:pt x="21600" y="6499"/>
                  <a:pt x="21600" y="6382"/>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12" name="Shape 2634">
            <a:extLst>
              <a:ext uri="{FF2B5EF4-FFF2-40B4-BE49-F238E27FC236}">
                <a16:creationId xmlns:a16="http://schemas.microsoft.com/office/drawing/2014/main" id="{558ACC10-5955-A70F-3DE2-36E46F771E40}"/>
              </a:ext>
            </a:extLst>
          </p:cNvPr>
          <p:cNvSpPr/>
          <p:nvPr/>
        </p:nvSpPr>
        <p:spPr>
          <a:xfrm>
            <a:off x="11074472" y="4178148"/>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579" y="7008"/>
                </a:moveTo>
                <a:cubicBezTo>
                  <a:pt x="20006" y="12260"/>
                  <a:pt x="12624" y="19436"/>
                  <a:pt x="10800" y="20538"/>
                </a:cubicBezTo>
                <a:cubicBezTo>
                  <a:pt x="8976" y="19436"/>
                  <a:pt x="1594" y="12260"/>
                  <a:pt x="1021" y="7001"/>
                </a:cubicBezTo>
                <a:cubicBezTo>
                  <a:pt x="1021" y="7001"/>
                  <a:pt x="982" y="6718"/>
                  <a:pt x="982" y="6382"/>
                </a:cubicBezTo>
                <a:cubicBezTo>
                  <a:pt x="982" y="3404"/>
                  <a:pt x="3404" y="982"/>
                  <a:pt x="6382" y="982"/>
                </a:cubicBezTo>
                <a:cubicBezTo>
                  <a:pt x="7780" y="982"/>
                  <a:pt x="9107" y="1518"/>
                  <a:pt x="10120" y="2491"/>
                </a:cubicBezTo>
                <a:lnTo>
                  <a:pt x="10800" y="3145"/>
                </a:lnTo>
                <a:lnTo>
                  <a:pt x="11480" y="2491"/>
                </a:lnTo>
                <a:cubicBezTo>
                  <a:pt x="12493" y="1518"/>
                  <a:pt x="13820" y="982"/>
                  <a:pt x="15218" y="982"/>
                </a:cubicBezTo>
                <a:cubicBezTo>
                  <a:pt x="18196" y="982"/>
                  <a:pt x="20618" y="3404"/>
                  <a:pt x="20618" y="6382"/>
                </a:cubicBezTo>
                <a:cubicBezTo>
                  <a:pt x="20618" y="6725"/>
                  <a:pt x="20579" y="7008"/>
                  <a:pt x="20579" y="7008"/>
                </a:cubicBezTo>
                <a:moveTo>
                  <a:pt x="21600" y="6382"/>
                </a:moveTo>
                <a:cubicBezTo>
                  <a:pt x="21600" y="2857"/>
                  <a:pt x="18743" y="0"/>
                  <a:pt x="15218" y="0"/>
                </a:cubicBezTo>
                <a:cubicBezTo>
                  <a:pt x="13502" y="0"/>
                  <a:pt x="11947" y="681"/>
                  <a:pt x="10800" y="1784"/>
                </a:cubicBezTo>
                <a:cubicBezTo>
                  <a:pt x="9653" y="681"/>
                  <a:pt x="8098" y="0"/>
                  <a:pt x="6382" y="0"/>
                </a:cubicBezTo>
                <a:cubicBezTo>
                  <a:pt x="2857" y="0"/>
                  <a:pt x="0" y="2857"/>
                  <a:pt x="0" y="6382"/>
                </a:cubicBezTo>
                <a:cubicBezTo>
                  <a:pt x="0" y="6792"/>
                  <a:pt x="65" y="7282"/>
                  <a:pt x="45" y="7115"/>
                </a:cubicBezTo>
                <a:cubicBezTo>
                  <a:pt x="733" y="13419"/>
                  <a:pt x="9855" y="21600"/>
                  <a:pt x="10800" y="21600"/>
                </a:cubicBezTo>
                <a:cubicBezTo>
                  <a:pt x="11745" y="21600"/>
                  <a:pt x="20867" y="13419"/>
                  <a:pt x="21555" y="7115"/>
                </a:cubicBezTo>
                <a:cubicBezTo>
                  <a:pt x="21536" y="7282"/>
                  <a:pt x="21600" y="6792"/>
                  <a:pt x="21600" y="6382"/>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 name="Slide Number Placeholder 1">
            <a:extLst>
              <a:ext uri="{FF2B5EF4-FFF2-40B4-BE49-F238E27FC236}">
                <a16:creationId xmlns:a16="http://schemas.microsoft.com/office/drawing/2014/main" id="{40D2D3A2-FD27-3D43-1D22-B8128702009C}"/>
              </a:ext>
            </a:extLst>
          </p:cNvPr>
          <p:cNvSpPr>
            <a:spLocks noGrp="1"/>
          </p:cNvSpPr>
          <p:nvPr>
            <p:ph type="sldNum" sz="quarter" idx="12"/>
          </p:nvPr>
        </p:nvSpPr>
        <p:spPr/>
        <p:txBody>
          <a:bodyPr/>
          <a:lstStyle/>
          <a:p>
            <a:fld id="{7737D3DD-0AB3-4F16-99FA-6262B2B4036D}" type="slidenum">
              <a:rPr lang="en-MY" smtClean="0"/>
              <a:t>30</a:t>
            </a:fld>
            <a:endParaRPr lang="en-MY"/>
          </a:p>
        </p:txBody>
      </p:sp>
    </p:spTree>
    <p:extLst>
      <p:ext uri="{BB962C8B-B14F-4D97-AF65-F5344CB8AC3E}">
        <p14:creationId xmlns:p14="http://schemas.microsoft.com/office/powerpoint/2010/main" val="40821845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2893">
            <a:extLst>
              <a:ext uri="{FF2B5EF4-FFF2-40B4-BE49-F238E27FC236}">
                <a16:creationId xmlns:a16="http://schemas.microsoft.com/office/drawing/2014/main" id="{4075BF1E-20D9-E30D-6B12-946E28A428EE}"/>
              </a:ext>
            </a:extLst>
          </p:cNvPr>
          <p:cNvSpPr/>
          <p:nvPr/>
        </p:nvSpPr>
        <p:spPr>
          <a:xfrm>
            <a:off x="923467" y="2183263"/>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2907" y="14380"/>
                </a:moveTo>
                <a:cubicBezTo>
                  <a:pt x="12819" y="14469"/>
                  <a:pt x="12764" y="14592"/>
                  <a:pt x="12764" y="14727"/>
                </a:cubicBezTo>
                <a:cubicBezTo>
                  <a:pt x="12764" y="14999"/>
                  <a:pt x="12984" y="15218"/>
                  <a:pt x="13255" y="15218"/>
                </a:cubicBezTo>
                <a:cubicBezTo>
                  <a:pt x="13390" y="15218"/>
                  <a:pt x="13513" y="15164"/>
                  <a:pt x="13602" y="15074"/>
                </a:cubicBezTo>
                <a:lnTo>
                  <a:pt x="17529" y="11147"/>
                </a:lnTo>
                <a:cubicBezTo>
                  <a:pt x="17618" y="11058"/>
                  <a:pt x="17673" y="10936"/>
                  <a:pt x="17673" y="10800"/>
                </a:cubicBezTo>
                <a:cubicBezTo>
                  <a:pt x="17673" y="10665"/>
                  <a:pt x="17618" y="10542"/>
                  <a:pt x="17529" y="10453"/>
                </a:cubicBezTo>
                <a:lnTo>
                  <a:pt x="13602" y="6526"/>
                </a:lnTo>
                <a:cubicBezTo>
                  <a:pt x="13513" y="6437"/>
                  <a:pt x="13390" y="6382"/>
                  <a:pt x="13255" y="6382"/>
                </a:cubicBezTo>
                <a:cubicBezTo>
                  <a:pt x="12984" y="6382"/>
                  <a:pt x="12764" y="6601"/>
                  <a:pt x="12764" y="6873"/>
                </a:cubicBezTo>
                <a:cubicBezTo>
                  <a:pt x="12764" y="7008"/>
                  <a:pt x="12819" y="7131"/>
                  <a:pt x="12907" y="7220"/>
                </a:cubicBezTo>
                <a:lnTo>
                  <a:pt x="15997" y="10309"/>
                </a:lnTo>
                <a:lnTo>
                  <a:pt x="491" y="10309"/>
                </a:lnTo>
                <a:cubicBezTo>
                  <a:pt x="220" y="10309"/>
                  <a:pt x="0" y="10529"/>
                  <a:pt x="0" y="10800"/>
                </a:cubicBezTo>
                <a:cubicBezTo>
                  <a:pt x="0" y="11071"/>
                  <a:pt x="220" y="11291"/>
                  <a:pt x="491" y="11291"/>
                </a:cubicBezTo>
                <a:lnTo>
                  <a:pt x="15997" y="11291"/>
                </a:lnTo>
                <a:cubicBezTo>
                  <a:pt x="15997" y="11291"/>
                  <a:pt x="12907" y="14380"/>
                  <a:pt x="12907" y="14380"/>
                </a:cubicBezTo>
                <a:close/>
                <a:moveTo>
                  <a:pt x="21109" y="0"/>
                </a:moveTo>
                <a:lnTo>
                  <a:pt x="3436" y="0"/>
                </a:lnTo>
                <a:cubicBezTo>
                  <a:pt x="3166" y="0"/>
                  <a:pt x="2945" y="220"/>
                  <a:pt x="2945" y="491"/>
                </a:cubicBezTo>
                <a:lnTo>
                  <a:pt x="2945" y="7855"/>
                </a:lnTo>
                <a:cubicBezTo>
                  <a:pt x="2945" y="8126"/>
                  <a:pt x="3166" y="8345"/>
                  <a:pt x="3436" y="8345"/>
                </a:cubicBezTo>
                <a:cubicBezTo>
                  <a:pt x="3707" y="8345"/>
                  <a:pt x="3927" y="8126"/>
                  <a:pt x="3927" y="7855"/>
                </a:cubicBezTo>
                <a:lnTo>
                  <a:pt x="3927" y="982"/>
                </a:lnTo>
                <a:lnTo>
                  <a:pt x="20618" y="982"/>
                </a:lnTo>
                <a:lnTo>
                  <a:pt x="20618" y="20618"/>
                </a:lnTo>
                <a:lnTo>
                  <a:pt x="3927" y="20618"/>
                </a:lnTo>
                <a:lnTo>
                  <a:pt x="3927" y="13745"/>
                </a:lnTo>
                <a:cubicBezTo>
                  <a:pt x="3927" y="13475"/>
                  <a:pt x="3707" y="13255"/>
                  <a:pt x="3436" y="13255"/>
                </a:cubicBezTo>
                <a:cubicBezTo>
                  <a:pt x="3166" y="13255"/>
                  <a:pt x="2945" y="13475"/>
                  <a:pt x="2945" y="13745"/>
                </a:cubicBezTo>
                <a:lnTo>
                  <a:pt x="2945" y="21109"/>
                </a:lnTo>
                <a:cubicBezTo>
                  <a:pt x="2945" y="21380"/>
                  <a:pt x="3166" y="21600"/>
                  <a:pt x="3436" y="21600"/>
                </a:cubicBezTo>
                <a:lnTo>
                  <a:pt x="21109" y="21600"/>
                </a:lnTo>
                <a:cubicBezTo>
                  <a:pt x="21380" y="21600"/>
                  <a:pt x="21600" y="21380"/>
                  <a:pt x="21600" y="21109"/>
                </a:cubicBezTo>
                <a:lnTo>
                  <a:pt x="21600" y="491"/>
                </a:lnTo>
                <a:cubicBezTo>
                  <a:pt x="21600" y="220"/>
                  <a:pt x="21380" y="0"/>
                  <a:pt x="21109"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 name="Shape 2894">
            <a:extLst>
              <a:ext uri="{FF2B5EF4-FFF2-40B4-BE49-F238E27FC236}">
                <a16:creationId xmlns:a16="http://schemas.microsoft.com/office/drawing/2014/main" id="{D71F859E-6FDB-DE46-ECF6-2E6008033CB7}"/>
              </a:ext>
            </a:extLst>
          </p:cNvPr>
          <p:cNvSpPr/>
          <p:nvPr/>
        </p:nvSpPr>
        <p:spPr>
          <a:xfrm>
            <a:off x="1456728" y="2183263"/>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1109" y="10309"/>
                </a:moveTo>
                <a:lnTo>
                  <a:pt x="5604" y="10309"/>
                </a:lnTo>
                <a:lnTo>
                  <a:pt x="8693" y="7220"/>
                </a:lnTo>
                <a:cubicBezTo>
                  <a:pt x="8781" y="7131"/>
                  <a:pt x="8836" y="7008"/>
                  <a:pt x="8836" y="6873"/>
                </a:cubicBezTo>
                <a:cubicBezTo>
                  <a:pt x="8836" y="6601"/>
                  <a:pt x="8616" y="6382"/>
                  <a:pt x="8345" y="6382"/>
                </a:cubicBezTo>
                <a:cubicBezTo>
                  <a:pt x="8210" y="6382"/>
                  <a:pt x="8087" y="6437"/>
                  <a:pt x="7998" y="6526"/>
                </a:cubicBezTo>
                <a:lnTo>
                  <a:pt x="4071" y="10453"/>
                </a:lnTo>
                <a:cubicBezTo>
                  <a:pt x="3982" y="10542"/>
                  <a:pt x="3927" y="10665"/>
                  <a:pt x="3927" y="10800"/>
                </a:cubicBezTo>
                <a:cubicBezTo>
                  <a:pt x="3927" y="10936"/>
                  <a:pt x="3982" y="11058"/>
                  <a:pt x="4071" y="11147"/>
                </a:cubicBezTo>
                <a:lnTo>
                  <a:pt x="7998" y="15074"/>
                </a:lnTo>
                <a:cubicBezTo>
                  <a:pt x="8087" y="15164"/>
                  <a:pt x="8210" y="15218"/>
                  <a:pt x="8345" y="15218"/>
                </a:cubicBezTo>
                <a:cubicBezTo>
                  <a:pt x="8616" y="15218"/>
                  <a:pt x="8836" y="14999"/>
                  <a:pt x="8836" y="14727"/>
                </a:cubicBezTo>
                <a:cubicBezTo>
                  <a:pt x="8836" y="14592"/>
                  <a:pt x="8781" y="14469"/>
                  <a:pt x="8693" y="14380"/>
                </a:cubicBezTo>
                <a:lnTo>
                  <a:pt x="5604" y="11291"/>
                </a:lnTo>
                <a:lnTo>
                  <a:pt x="21109" y="11291"/>
                </a:lnTo>
                <a:cubicBezTo>
                  <a:pt x="21380" y="11291"/>
                  <a:pt x="21600" y="11071"/>
                  <a:pt x="21600" y="10800"/>
                </a:cubicBezTo>
                <a:cubicBezTo>
                  <a:pt x="21600" y="10529"/>
                  <a:pt x="21380" y="10309"/>
                  <a:pt x="21109" y="10309"/>
                </a:cubicBezTo>
                <a:moveTo>
                  <a:pt x="18164" y="13255"/>
                </a:moveTo>
                <a:cubicBezTo>
                  <a:pt x="17893" y="13255"/>
                  <a:pt x="17673" y="13475"/>
                  <a:pt x="17673" y="13745"/>
                </a:cubicBezTo>
                <a:lnTo>
                  <a:pt x="17673" y="20618"/>
                </a:lnTo>
                <a:lnTo>
                  <a:pt x="982" y="20618"/>
                </a:lnTo>
                <a:lnTo>
                  <a:pt x="982" y="982"/>
                </a:lnTo>
                <a:lnTo>
                  <a:pt x="17673" y="982"/>
                </a:lnTo>
                <a:lnTo>
                  <a:pt x="17673" y="7855"/>
                </a:lnTo>
                <a:cubicBezTo>
                  <a:pt x="17673" y="8126"/>
                  <a:pt x="17893" y="8345"/>
                  <a:pt x="18164" y="8345"/>
                </a:cubicBezTo>
                <a:cubicBezTo>
                  <a:pt x="18434" y="8345"/>
                  <a:pt x="18655" y="8126"/>
                  <a:pt x="18655" y="7855"/>
                </a:cubicBezTo>
                <a:lnTo>
                  <a:pt x="18655" y="491"/>
                </a:lnTo>
                <a:cubicBezTo>
                  <a:pt x="18655" y="220"/>
                  <a:pt x="18434" y="0"/>
                  <a:pt x="18164" y="0"/>
                </a:cubicBezTo>
                <a:lnTo>
                  <a:pt x="491" y="0"/>
                </a:lnTo>
                <a:cubicBezTo>
                  <a:pt x="220" y="0"/>
                  <a:pt x="0" y="220"/>
                  <a:pt x="0" y="491"/>
                </a:cubicBezTo>
                <a:lnTo>
                  <a:pt x="0" y="21109"/>
                </a:lnTo>
                <a:cubicBezTo>
                  <a:pt x="0" y="21380"/>
                  <a:pt x="220" y="21600"/>
                  <a:pt x="491" y="21600"/>
                </a:cubicBezTo>
                <a:lnTo>
                  <a:pt x="18164" y="21600"/>
                </a:lnTo>
                <a:cubicBezTo>
                  <a:pt x="18434" y="21600"/>
                  <a:pt x="18655" y="21380"/>
                  <a:pt x="18655" y="21109"/>
                </a:cubicBezTo>
                <a:lnTo>
                  <a:pt x="18655" y="13745"/>
                </a:lnTo>
                <a:cubicBezTo>
                  <a:pt x="18655" y="13475"/>
                  <a:pt x="18434" y="13255"/>
                  <a:pt x="18164" y="13255"/>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 name="Shape 2895">
            <a:extLst>
              <a:ext uri="{FF2B5EF4-FFF2-40B4-BE49-F238E27FC236}">
                <a16:creationId xmlns:a16="http://schemas.microsoft.com/office/drawing/2014/main" id="{61BC8060-D48B-A150-BEBE-8D0185C5270E}"/>
              </a:ext>
            </a:extLst>
          </p:cNvPr>
          <p:cNvSpPr/>
          <p:nvPr/>
        </p:nvSpPr>
        <p:spPr>
          <a:xfrm>
            <a:off x="2059821" y="2183263"/>
            <a:ext cx="139664" cy="279328"/>
          </a:xfrm>
          <a:custGeom>
            <a:avLst/>
            <a:gdLst/>
            <a:ahLst/>
            <a:cxnLst>
              <a:cxn ang="0">
                <a:pos x="wd2" y="hd2"/>
              </a:cxn>
              <a:cxn ang="5400000">
                <a:pos x="wd2" y="hd2"/>
              </a:cxn>
              <a:cxn ang="10800000">
                <a:pos x="wd2" y="hd2"/>
              </a:cxn>
              <a:cxn ang="16200000">
                <a:pos x="wd2" y="hd2"/>
              </a:cxn>
            </a:cxnLst>
            <a:rect l="0" t="0" r="r" b="b"/>
            <a:pathLst>
              <a:path w="21600" h="21600" extrusionOk="0">
                <a:moveTo>
                  <a:pt x="20618" y="15709"/>
                </a:moveTo>
                <a:cubicBezTo>
                  <a:pt x="20347" y="15709"/>
                  <a:pt x="20102" y="15764"/>
                  <a:pt x="19924" y="15853"/>
                </a:cubicBezTo>
                <a:lnTo>
                  <a:pt x="11782" y="19924"/>
                </a:lnTo>
                <a:lnTo>
                  <a:pt x="11782" y="491"/>
                </a:lnTo>
                <a:cubicBezTo>
                  <a:pt x="11782" y="220"/>
                  <a:pt x="11342" y="0"/>
                  <a:pt x="10800" y="0"/>
                </a:cubicBezTo>
                <a:cubicBezTo>
                  <a:pt x="10258" y="0"/>
                  <a:pt x="9818" y="220"/>
                  <a:pt x="9818" y="491"/>
                </a:cubicBezTo>
                <a:lnTo>
                  <a:pt x="9818" y="19924"/>
                </a:lnTo>
                <a:lnTo>
                  <a:pt x="1676" y="15853"/>
                </a:lnTo>
                <a:cubicBezTo>
                  <a:pt x="1498" y="15764"/>
                  <a:pt x="1253" y="15709"/>
                  <a:pt x="982" y="15709"/>
                </a:cubicBezTo>
                <a:cubicBezTo>
                  <a:pt x="440" y="15709"/>
                  <a:pt x="0" y="15929"/>
                  <a:pt x="0" y="16200"/>
                </a:cubicBezTo>
                <a:cubicBezTo>
                  <a:pt x="0" y="16336"/>
                  <a:pt x="110" y="16458"/>
                  <a:pt x="288" y="16547"/>
                </a:cubicBezTo>
                <a:lnTo>
                  <a:pt x="10106" y="21456"/>
                </a:lnTo>
                <a:cubicBezTo>
                  <a:pt x="10284" y="21545"/>
                  <a:pt x="10529" y="21600"/>
                  <a:pt x="10800" y="21600"/>
                </a:cubicBezTo>
                <a:cubicBezTo>
                  <a:pt x="11071" y="21600"/>
                  <a:pt x="11316" y="21545"/>
                  <a:pt x="11494" y="21456"/>
                </a:cubicBezTo>
                <a:lnTo>
                  <a:pt x="21312" y="16547"/>
                </a:lnTo>
                <a:cubicBezTo>
                  <a:pt x="21490" y="16458"/>
                  <a:pt x="21600" y="16336"/>
                  <a:pt x="21600" y="16200"/>
                </a:cubicBezTo>
                <a:cubicBezTo>
                  <a:pt x="21600" y="15929"/>
                  <a:pt x="21160" y="15709"/>
                  <a:pt x="20618" y="1570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 name="Shape 2896">
            <a:extLst>
              <a:ext uri="{FF2B5EF4-FFF2-40B4-BE49-F238E27FC236}">
                <a16:creationId xmlns:a16="http://schemas.microsoft.com/office/drawing/2014/main" id="{91E4DC05-F3C3-F287-00E8-CFC8A3888957}"/>
              </a:ext>
            </a:extLst>
          </p:cNvPr>
          <p:cNvSpPr/>
          <p:nvPr/>
        </p:nvSpPr>
        <p:spPr>
          <a:xfrm>
            <a:off x="2593082" y="2183263"/>
            <a:ext cx="139664" cy="279328"/>
          </a:xfrm>
          <a:custGeom>
            <a:avLst/>
            <a:gdLst/>
            <a:ahLst/>
            <a:cxnLst>
              <a:cxn ang="0">
                <a:pos x="wd2" y="hd2"/>
              </a:cxn>
              <a:cxn ang="5400000">
                <a:pos x="wd2" y="hd2"/>
              </a:cxn>
              <a:cxn ang="10800000">
                <a:pos x="wd2" y="hd2"/>
              </a:cxn>
              <a:cxn ang="16200000">
                <a:pos x="wd2" y="hd2"/>
              </a:cxn>
            </a:cxnLst>
            <a:rect l="0" t="0" r="r" b="b"/>
            <a:pathLst>
              <a:path w="21600" h="21600" extrusionOk="0">
                <a:moveTo>
                  <a:pt x="21312" y="5053"/>
                </a:moveTo>
                <a:lnTo>
                  <a:pt x="11494" y="144"/>
                </a:lnTo>
                <a:cubicBezTo>
                  <a:pt x="11316" y="55"/>
                  <a:pt x="11071" y="0"/>
                  <a:pt x="10800" y="0"/>
                </a:cubicBezTo>
                <a:cubicBezTo>
                  <a:pt x="10529" y="0"/>
                  <a:pt x="10284" y="55"/>
                  <a:pt x="10106" y="144"/>
                </a:cubicBezTo>
                <a:lnTo>
                  <a:pt x="288" y="5053"/>
                </a:lnTo>
                <a:cubicBezTo>
                  <a:pt x="110" y="5142"/>
                  <a:pt x="0" y="5264"/>
                  <a:pt x="0" y="5400"/>
                </a:cubicBezTo>
                <a:cubicBezTo>
                  <a:pt x="0" y="5671"/>
                  <a:pt x="440" y="5891"/>
                  <a:pt x="982" y="5891"/>
                </a:cubicBezTo>
                <a:cubicBezTo>
                  <a:pt x="1253" y="5891"/>
                  <a:pt x="1498" y="5836"/>
                  <a:pt x="1676" y="5747"/>
                </a:cubicBezTo>
                <a:lnTo>
                  <a:pt x="9818" y="1676"/>
                </a:lnTo>
                <a:lnTo>
                  <a:pt x="9818" y="21109"/>
                </a:lnTo>
                <a:cubicBezTo>
                  <a:pt x="9818" y="21380"/>
                  <a:pt x="10258" y="21600"/>
                  <a:pt x="10800" y="21600"/>
                </a:cubicBezTo>
                <a:cubicBezTo>
                  <a:pt x="11342" y="21600"/>
                  <a:pt x="11782" y="21380"/>
                  <a:pt x="11782" y="21109"/>
                </a:cubicBezTo>
                <a:lnTo>
                  <a:pt x="11782" y="1676"/>
                </a:lnTo>
                <a:lnTo>
                  <a:pt x="19924" y="5747"/>
                </a:lnTo>
                <a:cubicBezTo>
                  <a:pt x="20102" y="5836"/>
                  <a:pt x="20347" y="5891"/>
                  <a:pt x="20618" y="5891"/>
                </a:cubicBezTo>
                <a:cubicBezTo>
                  <a:pt x="21160" y="5891"/>
                  <a:pt x="21600" y="5671"/>
                  <a:pt x="21600" y="5400"/>
                </a:cubicBezTo>
                <a:cubicBezTo>
                  <a:pt x="21600" y="5264"/>
                  <a:pt x="21490" y="5142"/>
                  <a:pt x="21312" y="505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 name="Shape 2897">
            <a:extLst>
              <a:ext uri="{FF2B5EF4-FFF2-40B4-BE49-F238E27FC236}">
                <a16:creationId xmlns:a16="http://schemas.microsoft.com/office/drawing/2014/main" id="{EFFEB848-75A8-5DE2-4DB5-5634387A659D}"/>
              </a:ext>
            </a:extLst>
          </p:cNvPr>
          <p:cNvSpPr/>
          <p:nvPr/>
        </p:nvSpPr>
        <p:spPr>
          <a:xfrm>
            <a:off x="3056511" y="2253095"/>
            <a:ext cx="279328" cy="139664"/>
          </a:xfrm>
          <a:custGeom>
            <a:avLst/>
            <a:gdLst/>
            <a:ahLst/>
            <a:cxnLst>
              <a:cxn ang="0">
                <a:pos x="wd2" y="hd2"/>
              </a:cxn>
              <a:cxn ang="5400000">
                <a:pos x="wd2" y="hd2"/>
              </a:cxn>
              <a:cxn ang="10800000">
                <a:pos x="wd2" y="hd2"/>
              </a:cxn>
              <a:cxn ang="16200000">
                <a:pos x="wd2" y="hd2"/>
              </a:cxn>
            </a:cxnLst>
            <a:rect l="0" t="0" r="r" b="b"/>
            <a:pathLst>
              <a:path w="21600" h="21600" extrusionOk="0">
                <a:moveTo>
                  <a:pt x="21109" y="9818"/>
                </a:moveTo>
                <a:lnTo>
                  <a:pt x="1676" y="9818"/>
                </a:lnTo>
                <a:lnTo>
                  <a:pt x="5747" y="1676"/>
                </a:lnTo>
                <a:cubicBezTo>
                  <a:pt x="5836" y="1499"/>
                  <a:pt x="5891" y="1253"/>
                  <a:pt x="5891" y="982"/>
                </a:cubicBezTo>
                <a:cubicBezTo>
                  <a:pt x="5891" y="439"/>
                  <a:pt x="5671" y="0"/>
                  <a:pt x="5400" y="0"/>
                </a:cubicBezTo>
                <a:cubicBezTo>
                  <a:pt x="5265" y="0"/>
                  <a:pt x="5142" y="110"/>
                  <a:pt x="5053" y="288"/>
                </a:cubicBezTo>
                <a:lnTo>
                  <a:pt x="144" y="10106"/>
                </a:lnTo>
                <a:cubicBezTo>
                  <a:pt x="55" y="10284"/>
                  <a:pt x="0" y="10530"/>
                  <a:pt x="0" y="10800"/>
                </a:cubicBezTo>
                <a:cubicBezTo>
                  <a:pt x="0" y="11071"/>
                  <a:pt x="55" y="11317"/>
                  <a:pt x="144" y="11494"/>
                </a:cubicBezTo>
                <a:lnTo>
                  <a:pt x="5053" y="21312"/>
                </a:lnTo>
                <a:cubicBezTo>
                  <a:pt x="5142" y="21491"/>
                  <a:pt x="5265" y="21600"/>
                  <a:pt x="5400" y="21600"/>
                </a:cubicBezTo>
                <a:cubicBezTo>
                  <a:pt x="5671" y="21600"/>
                  <a:pt x="5891" y="21161"/>
                  <a:pt x="5891" y="20618"/>
                </a:cubicBezTo>
                <a:cubicBezTo>
                  <a:pt x="5891" y="20348"/>
                  <a:pt x="5836" y="20102"/>
                  <a:pt x="5747" y="19924"/>
                </a:cubicBezTo>
                <a:lnTo>
                  <a:pt x="1676" y="11782"/>
                </a:lnTo>
                <a:lnTo>
                  <a:pt x="21109" y="11782"/>
                </a:lnTo>
                <a:cubicBezTo>
                  <a:pt x="21380" y="11782"/>
                  <a:pt x="21600" y="11343"/>
                  <a:pt x="21600" y="10800"/>
                </a:cubicBezTo>
                <a:cubicBezTo>
                  <a:pt x="21600" y="10257"/>
                  <a:pt x="21380" y="9818"/>
                  <a:pt x="21109" y="9818"/>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 name="Shape 2898">
            <a:extLst>
              <a:ext uri="{FF2B5EF4-FFF2-40B4-BE49-F238E27FC236}">
                <a16:creationId xmlns:a16="http://schemas.microsoft.com/office/drawing/2014/main" id="{3B9FAA08-6DCA-D526-4489-069CF0438078}"/>
              </a:ext>
            </a:extLst>
          </p:cNvPr>
          <p:cNvSpPr/>
          <p:nvPr/>
        </p:nvSpPr>
        <p:spPr>
          <a:xfrm>
            <a:off x="3589772" y="2253095"/>
            <a:ext cx="279328" cy="139664"/>
          </a:xfrm>
          <a:custGeom>
            <a:avLst/>
            <a:gdLst/>
            <a:ahLst/>
            <a:cxnLst>
              <a:cxn ang="0">
                <a:pos x="wd2" y="hd2"/>
              </a:cxn>
              <a:cxn ang="5400000">
                <a:pos x="wd2" y="hd2"/>
              </a:cxn>
              <a:cxn ang="10800000">
                <a:pos x="wd2" y="hd2"/>
              </a:cxn>
              <a:cxn ang="16200000">
                <a:pos x="wd2" y="hd2"/>
              </a:cxn>
            </a:cxnLst>
            <a:rect l="0" t="0" r="r" b="b"/>
            <a:pathLst>
              <a:path w="21600" h="21600" extrusionOk="0">
                <a:moveTo>
                  <a:pt x="21456" y="10106"/>
                </a:moveTo>
                <a:lnTo>
                  <a:pt x="16547" y="288"/>
                </a:lnTo>
                <a:cubicBezTo>
                  <a:pt x="16458" y="110"/>
                  <a:pt x="16336" y="0"/>
                  <a:pt x="16200" y="0"/>
                </a:cubicBezTo>
                <a:cubicBezTo>
                  <a:pt x="15929" y="0"/>
                  <a:pt x="15709" y="439"/>
                  <a:pt x="15709" y="982"/>
                </a:cubicBezTo>
                <a:cubicBezTo>
                  <a:pt x="15709" y="1253"/>
                  <a:pt x="15764" y="1499"/>
                  <a:pt x="15853" y="1676"/>
                </a:cubicBezTo>
                <a:lnTo>
                  <a:pt x="19924" y="9818"/>
                </a:lnTo>
                <a:lnTo>
                  <a:pt x="491" y="9818"/>
                </a:lnTo>
                <a:cubicBezTo>
                  <a:pt x="220" y="9818"/>
                  <a:pt x="0" y="10257"/>
                  <a:pt x="0" y="10800"/>
                </a:cubicBezTo>
                <a:cubicBezTo>
                  <a:pt x="0" y="11343"/>
                  <a:pt x="220" y="11782"/>
                  <a:pt x="491" y="11782"/>
                </a:cubicBezTo>
                <a:lnTo>
                  <a:pt x="19924" y="11782"/>
                </a:lnTo>
                <a:lnTo>
                  <a:pt x="15853" y="19924"/>
                </a:lnTo>
                <a:cubicBezTo>
                  <a:pt x="15764" y="20102"/>
                  <a:pt x="15709" y="20347"/>
                  <a:pt x="15709" y="20618"/>
                </a:cubicBezTo>
                <a:cubicBezTo>
                  <a:pt x="15709" y="21161"/>
                  <a:pt x="15929" y="21600"/>
                  <a:pt x="16200" y="21600"/>
                </a:cubicBezTo>
                <a:cubicBezTo>
                  <a:pt x="16336" y="21600"/>
                  <a:pt x="16458" y="21491"/>
                  <a:pt x="16547" y="21312"/>
                </a:cubicBezTo>
                <a:lnTo>
                  <a:pt x="21456" y="11494"/>
                </a:lnTo>
                <a:cubicBezTo>
                  <a:pt x="21545" y="11317"/>
                  <a:pt x="21600" y="11071"/>
                  <a:pt x="21600" y="10800"/>
                </a:cubicBezTo>
                <a:cubicBezTo>
                  <a:pt x="21600" y="10529"/>
                  <a:pt x="21545" y="10284"/>
                  <a:pt x="21456" y="10106"/>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 name="Shape 2899">
            <a:extLst>
              <a:ext uri="{FF2B5EF4-FFF2-40B4-BE49-F238E27FC236}">
                <a16:creationId xmlns:a16="http://schemas.microsoft.com/office/drawing/2014/main" id="{1FC0E9BD-9231-5907-1D1F-D61DD2B4D3B9}"/>
              </a:ext>
            </a:extLst>
          </p:cNvPr>
          <p:cNvSpPr/>
          <p:nvPr/>
        </p:nvSpPr>
        <p:spPr>
          <a:xfrm>
            <a:off x="4135730" y="2259443"/>
            <a:ext cx="253935" cy="126968"/>
          </a:xfrm>
          <a:custGeom>
            <a:avLst/>
            <a:gdLst/>
            <a:ahLst/>
            <a:cxnLst>
              <a:cxn ang="0">
                <a:pos x="wd2" y="hd2"/>
              </a:cxn>
              <a:cxn ang="5400000">
                <a:pos x="wd2" y="hd2"/>
              </a:cxn>
              <a:cxn ang="10800000">
                <a:pos x="wd2" y="hd2"/>
              </a:cxn>
              <a:cxn ang="16200000">
                <a:pos x="wd2" y="hd2"/>
              </a:cxn>
            </a:cxnLst>
            <a:rect l="0" t="0" r="r" b="b"/>
            <a:pathLst>
              <a:path w="21600" h="21600" extrusionOk="0">
                <a:moveTo>
                  <a:pt x="21060" y="0"/>
                </a:moveTo>
                <a:cubicBezTo>
                  <a:pt x="20911" y="0"/>
                  <a:pt x="20776" y="121"/>
                  <a:pt x="20678" y="316"/>
                </a:cubicBezTo>
                <a:lnTo>
                  <a:pt x="10800" y="19033"/>
                </a:lnTo>
                <a:lnTo>
                  <a:pt x="922" y="316"/>
                </a:lnTo>
                <a:cubicBezTo>
                  <a:pt x="824" y="121"/>
                  <a:pt x="689" y="0"/>
                  <a:pt x="540" y="0"/>
                </a:cubicBezTo>
                <a:cubicBezTo>
                  <a:pt x="242" y="0"/>
                  <a:pt x="0" y="483"/>
                  <a:pt x="0" y="1080"/>
                </a:cubicBezTo>
                <a:cubicBezTo>
                  <a:pt x="0" y="1378"/>
                  <a:pt x="60" y="1648"/>
                  <a:pt x="158" y="1844"/>
                </a:cubicBezTo>
                <a:lnTo>
                  <a:pt x="10418" y="21284"/>
                </a:lnTo>
                <a:cubicBezTo>
                  <a:pt x="10516" y="21480"/>
                  <a:pt x="10651" y="21600"/>
                  <a:pt x="10800" y="21600"/>
                </a:cubicBezTo>
                <a:cubicBezTo>
                  <a:pt x="10949" y="21600"/>
                  <a:pt x="11084" y="21480"/>
                  <a:pt x="11182" y="21284"/>
                </a:cubicBezTo>
                <a:lnTo>
                  <a:pt x="21442" y="1844"/>
                </a:lnTo>
                <a:cubicBezTo>
                  <a:pt x="21540" y="1648"/>
                  <a:pt x="21600" y="1378"/>
                  <a:pt x="21600" y="1080"/>
                </a:cubicBezTo>
                <a:cubicBezTo>
                  <a:pt x="21600" y="483"/>
                  <a:pt x="21358" y="0"/>
                  <a:pt x="2106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0" name="Shape 2900">
            <a:extLst>
              <a:ext uri="{FF2B5EF4-FFF2-40B4-BE49-F238E27FC236}">
                <a16:creationId xmlns:a16="http://schemas.microsoft.com/office/drawing/2014/main" id="{337E7B88-6B90-3ADE-E920-07C45051E4E4}"/>
              </a:ext>
            </a:extLst>
          </p:cNvPr>
          <p:cNvSpPr/>
          <p:nvPr/>
        </p:nvSpPr>
        <p:spPr>
          <a:xfrm>
            <a:off x="4668991" y="2259443"/>
            <a:ext cx="253935" cy="126968"/>
          </a:xfrm>
          <a:custGeom>
            <a:avLst/>
            <a:gdLst/>
            <a:ahLst/>
            <a:cxnLst>
              <a:cxn ang="0">
                <a:pos x="wd2" y="hd2"/>
              </a:cxn>
              <a:cxn ang="5400000">
                <a:pos x="wd2" y="hd2"/>
              </a:cxn>
              <a:cxn ang="10800000">
                <a:pos x="wd2" y="hd2"/>
              </a:cxn>
              <a:cxn ang="16200000">
                <a:pos x="wd2" y="hd2"/>
              </a:cxn>
            </a:cxnLst>
            <a:rect l="0" t="0" r="r" b="b"/>
            <a:pathLst>
              <a:path w="21600" h="21600" extrusionOk="0">
                <a:moveTo>
                  <a:pt x="21442" y="19756"/>
                </a:moveTo>
                <a:lnTo>
                  <a:pt x="11182" y="316"/>
                </a:lnTo>
                <a:cubicBezTo>
                  <a:pt x="11084" y="121"/>
                  <a:pt x="10949" y="0"/>
                  <a:pt x="10800" y="0"/>
                </a:cubicBezTo>
                <a:cubicBezTo>
                  <a:pt x="10651" y="0"/>
                  <a:pt x="10516" y="121"/>
                  <a:pt x="10418" y="316"/>
                </a:cubicBezTo>
                <a:lnTo>
                  <a:pt x="158" y="19756"/>
                </a:lnTo>
                <a:cubicBezTo>
                  <a:pt x="60" y="19953"/>
                  <a:pt x="0" y="20222"/>
                  <a:pt x="0" y="20520"/>
                </a:cubicBezTo>
                <a:cubicBezTo>
                  <a:pt x="0" y="21117"/>
                  <a:pt x="242" y="21600"/>
                  <a:pt x="540" y="21600"/>
                </a:cubicBezTo>
                <a:cubicBezTo>
                  <a:pt x="689" y="21600"/>
                  <a:pt x="824" y="21480"/>
                  <a:pt x="922" y="21284"/>
                </a:cubicBezTo>
                <a:lnTo>
                  <a:pt x="10800" y="2567"/>
                </a:lnTo>
                <a:lnTo>
                  <a:pt x="20678" y="21284"/>
                </a:lnTo>
                <a:cubicBezTo>
                  <a:pt x="20776" y="21480"/>
                  <a:pt x="20911" y="21600"/>
                  <a:pt x="21060" y="21600"/>
                </a:cubicBezTo>
                <a:cubicBezTo>
                  <a:pt x="21358" y="21600"/>
                  <a:pt x="21600" y="21117"/>
                  <a:pt x="21600" y="20520"/>
                </a:cubicBezTo>
                <a:cubicBezTo>
                  <a:pt x="21600" y="20222"/>
                  <a:pt x="21540" y="19953"/>
                  <a:pt x="21442" y="19756"/>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1" name="Shape 2901">
            <a:extLst>
              <a:ext uri="{FF2B5EF4-FFF2-40B4-BE49-F238E27FC236}">
                <a16:creationId xmlns:a16="http://schemas.microsoft.com/office/drawing/2014/main" id="{4DE25773-D11E-0529-2BAF-F03C0C6FACA3}"/>
              </a:ext>
            </a:extLst>
          </p:cNvPr>
          <p:cNvSpPr/>
          <p:nvPr/>
        </p:nvSpPr>
        <p:spPr>
          <a:xfrm>
            <a:off x="5265735" y="2195960"/>
            <a:ext cx="126968" cy="253935"/>
          </a:xfrm>
          <a:custGeom>
            <a:avLst/>
            <a:gdLst/>
            <a:ahLst/>
            <a:cxnLst>
              <a:cxn ang="0">
                <a:pos x="wd2" y="hd2"/>
              </a:cxn>
              <a:cxn ang="5400000">
                <a:pos x="wd2" y="hd2"/>
              </a:cxn>
              <a:cxn ang="10800000">
                <a:pos x="wd2" y="hd2"/>
              </a:cxn>
              <a:cxn ang="16200000">
                <a:pos x="wd2" y="hd2"/>
              </a:cxn>
            </a:cxnLst>
            <a:rect l="0" t="0" r="r" b="b"/>
            <a:pathLst>
              <a:path w="21600" h="21600" extrusionOk="0">
                <a:moveTo>
                  <a:pt x="2567" y="10800"/>
                </a:moveTo>
                <a:lnTo>
                  <a:pt x="21284" y="922"/>
                </a:lnTo>
                <a:cubicBezTo>
                  <a:pt x="21480" y="824"/>
                  <a:pt x="21600" y="689"/>
                  <a:pt x="21600" y="540"/>
                </a:cubicBezTo>
                <a:cubicBezTo>
                  <a:pt x="21600" y="242"/>
                  <a:pt x="21117" y="0"/>
                  <a:pt x="20520" y="0"/>
                </a:cubicBezTo>
                <a:cubicBezTo>
                  <a:pt x="20222" y="0"/>
                  <a:pt x="19953" y="61"/>
                  <a:pt x="19756" y="158"/>
                </a:cubicBezTo>
                <a:lnTo>
                  <a:pt x="316" y="10418"/>
                </a:lnTo>
                <a:cubicBezTo>
                  <a:pt x="121" y="10516"/>
                  <a:pt x="0" y="10651"/>
                  <a:pt x="0" y="10800"/>
                </a:cubicBezTo>
                <a:cubicBezTo>
                  <a:pt x="0" y="10949"/>
                  <a:pt x="120" y="11084"/>
                  <a:pt x="316" y="11182"/>
                </a:cubicBezTo>
                <a:lnTo>
                  <a:pt x="19756" y="21442"/>
                </a:lnTo>
                <a:cubicBezTo>
                  <a:pt x="19953" y="21540"/>
                  <a:pt x="20222" y="21600"/>
                  <a:pt x="20520" y="21600"/>
                </a:cubicBezTo>
                <a:cubicBezTo>
                  <a:pt x="21117" y="21600"/>
                  <a:pt x="21600" y="21358"/>
                  <a:pt x="21600" y="21060"/>
                </a:cubicBezTo>
                <a:cubicBezTo>
                  <a:pt x="21600" y="20911"/>
                  <a:pt x="21480" y="20776"/>
                  <a:pt x="21284" y="20678"/>
                </a:cubicBezTo>
                <a:cubicBezTo>
                  <a:pt x="21284" y="20678"/>
                  <a:pt x="2567" y="10800"/>
                  <a:pt x="2567" y="10800"/>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2" name="Shape 2902">
            <a:extLst>
              <a:ext uri="{FF2B5EF4-FFF2-40B4-BE49-F238E27FC236}">
                <a16:creationId xmlns:a16="http://schemas.microsoft.com/office/drawing/2014/main" id="{782D1866-C30B-6DD3-1B11-058AAB8D8B9A}"/>
              </a:ext>
            </a:extLst>
          </p:cNvPr>
          <p:cNvSpPr/>
          <p:nvPr/>
        </p:nvSpPr>
        <p:spPr>
          <a:xfrm>
            <a:off x="5798996" y="2195960"/>
            <a:ext cx="126968" cy="253935"/>
          </a:xfrm>
          <a:custGeom>
            <a:avLst/>
            <a:gdLst/>
            <a:ahLst/>
            <a:cxnLst>
              <a:cxn ang="0">
                <a:pos x="wd2" y="hd2"/>
              </a:cxn>
              <a:cxn ang="5400000">
                <a:pos x="wd2" y="hd2"/>
              </a:cxn>
              <a:cxn ang="10800000">
                <a:pos x="wd2" y="hd2"/>
              </a:cxn>
              <a:cxn ang="16200000">
                <a:pos x="wd2" y="hd2"/>
              </a:cxn>
            </a:cxnLst>
            <a:rect l="0" t="0" r="r" b="b"/>
            <a:pathLst>
              <a:path w="21600" h="21600" extrusionOk="0">
                <a:moveTo>
                  <a:pt x="21284" y="10418"/>
                </a:moveTo>
                <a:lnTo>
                  <a:pt x="1844" y="158"/>
                </a:lnTo>
                <a:cubicBezTo>
                  <a:pt x="1648" y="61"/>
                  <a:pt x="1378" y="0"/>
                  <a:pt x="1080" y="0"/>
                </a:cubicBezTo>
                <a:cubicBezTo>
                  <a:pt x="483" y="0"/>
                  <a:pt x="0" y="242"/>
                  <a:pt x="0" y="540"/>
                </a:cubicBezTo>
                <a:cubicBezTo>
                  <a:pt x="0" y="689"/>
                  <a:pt x="121" y="824"/>
                  <a:pt x="316" y="922"/>
                </a:cubicBezTo>
                <a:lnTo>
                  <a:pt x="19033" y="10800"/>
                </a:lnTo>
                <a:lnTo>
                  <a:pt x="316" y="20678"/>
                </a:lnTo>
                <a:cubicBezTo>
                  <a:pt x="121" y="20776"/>
                  <a:pt x="0" y="20911"/>
                  <a:pt x="0" y="21060"/>
                </a:cubicBezTo>
                <a:cubicBezTo>
                  <a:pt x="0" y="21358"/>
                  <a:pt x="483" y="21600"/>
                  <a:pt x="1080" y="21600"/>
                </a:cubicBezTo>
                <a:cubicBezTo>
                  <a:pt x="1378" y="21600"/>
                  <a:pt x="1648" y="21540"/>
                  <a:pt x="1844" y="21442"/>
                </a:cubicBezTo>
                <a:lnTo>
                  <a:pt x="21284" y="11182"/>
                </a:lnTo>
                <a:cubicBezTo>
                  <a:pt x="21479" y="11084"/>
                  <a:pt x="21600" y="10949"/>
                  <a:pt x="21600" y="10800"/>
                </a:cubicBezTo>
                <a:cubicBezTo>
                  <a:pt x="21600" y="10651"/>
                  <a:pt x="21479" y="10516"/>
                  <a:pt x="21284" y="10418"/>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3" name="Shape 2903">
            <a:extLst>
              <a:ext uri="{FF2B5EF4-FFF2-40B4-BE49-F238E27FC236}">
                <a16:creationId xmlns:a16="http://schemas.microsoft.com/office/drawing/2014/main" id="{47450F38-33B0-836C-13AF-113E51F17086}"/>
              </a:ext>
            </a:extLst>
          </p:cNvPr>
          <p:cNvSpPr/>
          <p:nvPr/>
        </p:nvSpPr>
        <p:spPr>
          <a:xfrm>
            <a:off x="923467" y="271652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7"/>
                  <a:pt x="5377" y="982"/>
                  <a:pt x="10800" y="982"/>
                </a:cubicBezTo>
                <a:cubicBezTo>
                  <a:pt x="16222" y="982"/>
                  <a:pt x="20618" y="5377"/>
                  <a:pt x="20618" y="10800"/>
                </a:cubicBezTo>
                <a:cubicBezTo>
                  <a:pt x="20618" y="16223"/>
                  <a:pt x="16222"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16200" y="8836"/>
                </a:moveTo>
                <a:cubicBezTo>
                  <a:pt x="16065" y="8836"/>
                  <a:pt x="15942" y="8891"/>
                  <a:pt x="15852" y="8980"/>
                </a:cubicBezTo>
                <a:lnTo>
                  <a:pt x="10800" y="13574"/>
                </a:lnTo>
                <a:lnTo>
                  <a:pt x="5747" y="8980"/>
                </a:lnTo>
                <a:cubicBezTo>
                  <a:pt x="5658" y="8891"/>
                  <a:pt x="5535" y="8836"/>
                  <a:pt x="5400" y="8836"/>
                </a:cubicBezTo>
                <a:cubicBezTo>
                  <a:pt x="5129" y="8836"/>
                  <a:pt x="4909" y="9056"/>
                  <a:pt x="4909" y="9327"/>
                </a:cubicBezTo>
                <a:cubicBezTo>
                  <a:pt x="4909" y="9463"/>
                  <a:pt x="4964" y="9586"/>
                  <a:pt x="5053" y="9674"/>
                </a:cubicBezTo>
                <a:lnTo>
                  <a:pt x="10453" y="14583"/>
                </a:lnTo>
                <a:cubicBezTo>
                  <a:pt x="10542" y="14673"/>
                  <a:pt x="10665" y="14727"/>
                  <a:pt x="10800" y="14727"/>
                </a:cubicBezTo>
                <a:cubicBezTo>
                  <a:pt x="10935" y="14727"/>
                  <a:pt x="11058" y="14673"/>
                  <a:pt x="11147" y="14583"/>
                </a:cubicBezTo>
                <a:lnTo>
                  <a:pt x="16547" y="9674"/>
                </a:lnTo>
                <a:cubicBezTo>
                  <a:pt x="16636" y="9586"/>
                  <a:pt x="16691" y="9463"/>
                  <a:pt x="16691" y="9327"/>
                </a:cubicBezTo>
                <a:cubicBezTo>
                  <a:pt x="16691" y="9056"/>
                  <a:pt x="16471" y="8836"/>
                  <a:pt x="16200" y="8836"/>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4" name="Shape 2904">
            <a:extLst>
              <a:ext uri="{FF2B5EF4-FFF2-40B4-BE49-F238E27FC236}">
                <a16:creationId xmlns:a16="http://schemas.microsoft.com/office/drawing/2014/main" id="{066E941D-C73E-C4E0-0DA7-8DFDCA92CEC3}"/>
              </a:ext>
            </a:extLst>
          </p:cNvPr>
          <p:cNvSpPr/>
          <p:nvPr/>
        </p:nvSpPr>
        <p:spPr>
          <a:xfrm>
            <a:off x="1456728" y="271652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1147" y="7017"/>
                </a:moveTo>
                <a:cubicBezTo>
                  <a:pt x="11058" y="6927"/>
                  <a:pt x="10935" y="6873"/>
                  <a:pt x="10800" y="6873"/>
                </a:cubicBezTo>
                <a:cubicBezTo>
                  <a:pt x="10665" y="6873"/>
                  <a:pt x="10542" y="6927"/>
                  <a:pt x="10453" y="7017"/>
                </a:cubicBezTo>
                <a:lnTo>
                  <a:pt x="5053" y="11926"/>
                </a:lnTo>
                <a:cubicBezTo>
                  <a:pt x="4964" y="12015"/>
                  <a:pt x="4909" y="12138"/>
                  <a:pt x="4909" y="12273"/>
                </a:cubicBezTo>
                <a:cubicBezTo>
                  <a:pt x="4909" y="12544"/>
                  <a:pt x="5129" y="12764"/>
                  <a:pt x="5400" y="12764"/>
                </a:cubicBezTo>
                <a:cubicBezTo>
                  <a:pt x="5535" y="12764"/>
                  <a:pt x="5658" y="12709"/>
                  <a:pt x="5747" y="12620"/>
                </a:cubicBezTo>
                <a:lnTo>
                  <a:pt x="10800" y="8026"/>
                </a:lnTo>
                <a:lnTo>
                  <a:pt x="15853" y="12620"/>
                </a:lnTo>
                <a:cubicBezTo>
                  <a:pt x="15942" y="12709"/>
                  <a:pt x="16065" y="12764"/>
                  <a:pt x="16200" y="12764"/>
                </a:cubicBezTo>
                <a:cubicBezTo>
                  <a:pt x="16471" y="12764"/>
                  <a:pt x="16691" y="12544"/>
                  <a:pt x="16691" y="12273"/>
                </a:cubicBezTo>
                <a:cubicBezTo>
                  <a:pt x="16691" y="12138"/>
                  <a:pt x="16636" y="12015"/>
                  <a:pt x="16547" y="11926"/>
                </a:cubicBezTo>
                <a:cubicBezTo>
                  <a:pt x="16547" y="11926"/>
                  <a:pt x="11147" y="7017"/>
                  <a:pt x="11147" y="7017"/>
                </a:cubicBezTo>
                <a:close/>
                <a:moveTo>
                  <a:pt x="10800" y="20618"/>
                </a:moveTo>
                <a:cubicBezTo>
                  <a:pt x="5377" y="20618"/>
                  <a:pt x="982" y="16223"/>
                  <a:pt x="982" y="10800"/>
                </a:cubicBezTo>
                <a:cubicBezTo>
                  <a:pt x="982" y="5377"/>
                  <a:pt x="5377" y="982"/>
                  <a:pt x="10800" y="982"/>
                </a:cubicBezTo>
                <a:cubicBezTo>
                  <a:pt x="16222" y="982"/>
                  <a:pt x="20618" y="5377"/>
                  <a:pt x="20618" y="10800"/>
                </a:cubicBezTo>
                <a:cubicBezTo>
                  <a:pt x="20618" y="16223"/>
                  <a:pt x="16222"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5" name="Shape 2905">
            <a:extLst>
              <a:ext uri="{FF2B5EF4-FFF2-40B4-BE49-F238E27FC236}">
                <a16:creationId xmlns:a16="http://schemas.microsoft.com/office/drawing/2014/main" id="{C3808454-138A-AC1B-199C-95DE8CF1FAD0}"/>
              </a:ext>
            </a:extLst>
          </p:cNvPr>
          <p:cNvSpPr/>
          <p:nvPr/>
        </p:nvSpPr>
        <p:spPr>
          <a:xfrm>
            <a:off x="1989989" y="271652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12764" y="5400"/>
                </a:moveTo>
                <a:cubicBezTo>
                  <a:pt x="12764" y="5129"/>
                  <a:pt x="12544" y="4909"/>
                  <a:pt x="12273" y="4909"/>
                </a:cubicBezTo>
                <a:cubicBezTo>
                  <a:pt x="12137" y="4909"/>
                  <a:pt x="12015" y="4964"/>
                  <a:pt x="11926" y="5053"/>
                </a:cubicBezTo>
                <a:lnTo>
                  <a:pt x="7017" y="10453"/>
                </a:lnTo>
                <a:cubicBezTo>
                  <a:pt x="6928" y="10542"/>
                  <a:pt x="6873" y="10665"/>
                  <a:pt x="6873" y="10800"/>
                </a:cubicBezTo>
                <a:cubicBezTo>
                  <a:pt x="6873" y="10936"/>
                  <a:pt x="6928" y="11058"/>
                  <a:pt x="7017" y="11147"/>
                </a:cubicBezTo>
                <a:lnTo>
                  <a:pt x="11926" y="16547"/>
                </a:lnTo>
                <a:cubicBezTo>
                  <a:pt x="12015" y="16636"/>
                  <a:pt x="12137" y="16691"/>
                  <a:pt x="12273" y="16691"/>
                </a:cubicBezTo>
                <a:cubicBezTo>
                  <a:pt x="12544" y="16691"/>
                  <a:pt x="12764" y="16471"/>
                  <a:pt x="12764" y="16200"/>
                </a:cubicBezTo>
                <a:cubicBezTo>
                  <a:pt x="12764" y="16065"/>
                  <a:pt x="12709" y="15942"/>
                  <a:pt x="12620" y="15853"/>
                </a:cubicBezTo>
                <a:lnTo>
                  <a:pt x="8026" y="10800"/>
                </a:lnTo>
                <a:lnTo>
                  <a:pt x="12620" y="5747"/>
                </a:lnTo>
                <a:cubicBezTo>
                  <a:pt x="12709" y="5658"/>
                  <a:pt x="12764" y="5536"/>
                  <a:pt x="12764" y="54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6" name="Shape 2906">
            <a:extLst>
              <a:ext uri="{FF2B5EF4-FFF2-40B4-BE49-F238E27FC236}">
                <a16:creationId xmlns:a16="http://schemas.microsoft.com/office/drawing/2014/main" id="{9E107717-0025-A17A-133E-136BAE63840D}"/>
              </a:ext>
            </a:extLst>
          </p:cNvPr>
          <p:cNvSpPr/>
          <p:nvPr/>
        </p:nvSpPr>
        <p:spPr>
          <a:xfrm>
            <a:off x="2523250" y="271652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9674" y="5053"/>
                </a:moveTo>
                <a:cubicBezTo>
                  <a:pt x="9585" y="4964"/>
                  <a:pt x="9463" y="4909"/>
                  <a:pt x="9327" y="4909"/>
                </a:cubicBezTo>
                <a:cubicBezTo>
                  <a:pt x="9056" y="4909"/>
                  <a:pt x="8836" y="5129"/>
                  <a:pt x="8836" y="5400"/>
                </a:cubicBezTo>
                <a:cubicBezTo>
                  <a:pt x="8836" y="5536"/>
                  <a:pt x="8891" y="5658"/>
                  <a:pt x="8980" y="5747"/>
                </a:cubicBezTo>
                <a:lnTo>
                  <a:pt x="13574" y="10800"/>
                </a:lnTo>
                <a:lnTo>
                  <a:pt x="8980" y="15853"/>
                </a:lnTo>
                <a:cubicBezTo>
                  <a:pt x="8891" y="15942"/>
                  <a:pt x="8836" y="16065"/>
                  <a:pt x="8836" y="16200"/>
                </a:cubicBezTo>
                <a:cubicBezTo>
                  <a:pt x="8836" y="16471"/>
                  <a:pt x="9056" y="16691"/>
                  <a:pt x="9327" y="16691"/>
                </a:cubicBezTo>
                <a:cubicBezTo>
                  <a:pt x="9463" y="16691"/>
                  <a:pt x="9585" y="16636"/>
                  <a:pt x="9674" y="16547"/>
                </a:cubicBezTo>
                <a:lnTo>
                  <a:pt x="14583" y="11147"/>
                </a:lnTo>
                <a:cubicBezTo>
                  <a:pt x="14672" y="11058"/>
                  <a:pt x="14727" y="10936"/>
                  <a:pt x="14727" y="10800"/>
                </a:cubicBezTo>
                <a:cubicBezTo>
                  <a:pt x="14727" y="10665"/>
                  <a:pt x="14672" y="10542"/>
                  <a:pt x="14583" y="10453"/>
                </a:cubicBezTo>
                <a:cubicBezTo>
                  <a:pt x="14583" y="10453"/>
                  <a:pt x="9674" y="5053"/>
                  <a:pt x="9674" y="5053"/>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7" name="Shape 2907">
            <a:extLst>
              <a:ext uri="{FF2B5EF4-FFF2-40B4-BE49-F238E27FC236}">
                <a16:creationId xmlns:a16="http://schemas.microsoft.com/office/drawing/2014/main" id="{8039743F-1B07-F8D4-38CC-DD16023A341A}"/>
              </a:ext>
            </a:extLst>
          </p:cNvPr>
          <p:cNvSpPr/>
          <p:nvPr/>
        </p:nvSpPr>
        <p:spPr>
          <a:xfrm>
            <a:off x="3056511" y="271652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2973" y="235"/>
                </a:moveTo>
                <a:cubicBezTo>
                  <a:pt x="12909" y="205"/>
                  <a:pt x="12840" y="184"/>
                  <a:pt x="12764" y="184"/>
                </a:cubicBezTo>
                <a:cubicBezTo>
                  <a:pt x="12493" y="184"/>
                  <a:pt x="12273" y="404"/>
                  <a:pt x="12273" y="675"/>
                </a:cubicBezTo>
                <a:cubicBezTo>
                  <a:pt x="12273" y="946"/>
                  <a:pt x="12493" y="1166"/>
                  <a:pt x="12764" y="1166"/>
                </a:cubicBezTo>
                <a:lnTo>
                  <a:pt x="12764" y="1179"/>
                </a:lnTo>
                <a:cubicBezTo>
                  <a:pt x="17245" y="2089"/>
                  <a:pt x="20618" y="6050"/>
                  <a:pt x="20618" y="10800"/>
                </a:cubicBezTo>
                <a:cubicBezTo>
                  <a:pt x="20618" y="16223"/>
                  <a:pt x="16223" y="20618"/>
                  <a:pt x="10800" y="20618"/>
                </a:cubicBezTo>
                <a:cubicBezTo>
                  <a:pt x="5377" y="20618"/>
                  <a:pt x="982" y="16223"/>
                  <a:pt x="982" y="10800"/>
                </a:cubicBezTo>
                <a:cubicBezTo>
                  <a:pt x="982" y="6050"/>
                  <a:pt x="4355" y="2089"/>
                  <a:pt x="8836" y="1179"/>
                </a:cubicBezTo>
                <a:lnTo>
                  <a:pt x="8836" y="1166"/>
                </a:lnTo>
                <a:cubicBezTo>
                  <a:pt x="9107" y="1166"/>
                  <a:pt x="9327" y="946"/>
                  <a:pt x="9327" y="675"/>
                </a:cubicBezTo>
                <a:cubicBezTo>
                  <a:pt x="9327" y="404"/>
                  <a:pt x="9107" y="184"/>
                  <a:pt x="8836" y="184"/>
                </a:cubicBezTo>
                <a:cubicBezTo>
                  <a:pt x="8761" y="184"/>
                  <a:pt x="8691" y="205"/>
                  <a:pt x="8627" y="235"/>
                </a:cubicBezTo>
                <a:cubicBezTo>
                  <a:pt x="3706" y="1243"/>
                  <a:pt x="0" y="5582"/>
                  <a:pt x="0" y="10800"/>
                </a:cubicBezTo>
                <a:cubicBezTo>
                  <a:pt x="0" y="16765"/>
                  <a:pt x="4835" y="21600"/>
                  <a:pt x="10800" y="21600"/>
                </a:cubicBezTo>
                <a:cubicBezTo>
                  <a:pt x="16765" y="21600"/>
                  <a:pt x="21600" y="16765"/>
                  <a:pt x="21600" y="10800"/>
                </a:cubicBezTo>
                <a:cubicBezTo>
                  <a:pt x="21600" y="5582"/>
                  <a:pt x="17893" y="1243"/>
                  <a:pt x="12973" y="235"/>
                </a:cubicBezTo>
                <a:moveTo>
                  <a:pt x="6873" y="9818"/>
                </a:moveTo>
                <a:cubicBezTo>
                  <a:pt x="6602" y="9818"/>
                  <a:pt x="6382" y="10038"/>
                  <a:pt x="6382" y="10309"/>
                </a:cubicBezTo>
                <a:cubicBezTo>
                  <a:pt x="6382" y="10445"/>
                  <a:pt x="6437" y="10567"/>
                  <a:pt x="6526" y="10656"/>
                </a:cubicBezTo>
                <a:lnTo>
                  <a:pt x="10453" y="14583"/>
                </a:lnTo>
                <a:cubicBezTo>
                  <a:pt x="10542" y="14673"/>
                  <a:pt x="10664" y="14727"/>
                  <a:pt x="10800" y="14727"/>
                </a:cubicBezTo>
                <a:cubicBezTo>
                  <a:pt x="10936" y="14727"/>
                  <a:pt x="11059" y="14673"/>
                  <a:pt x="11147" y="14583"/>
                </a:cubicBezTo>
                <a:lnTo>
                  <a:pt x="15074" y="10656"/>
                </a:lnTo>
                <a:cubicBezTo>
                  <a:pt x="15163" y="10567"/>
                  <a:pt x="15218" y="10445"/>
                  <a:pt x="15218" y="10309"/>
                </a:cubicBezTo>
                <a:cubicBezTo>
                  <a:pt x="15218" y="10038"/>
                  <a:pt x="14998" y="9818"/>
                  <a:pt x="14727" y="9818"/>
                </a:cubicBezTo>
                <a:cubicBezTo>
                  <a:pt x="14592" y="9818"/>
                  <a:pt x="14469" y="9873"/>
                  <a:pt x="14380" y="9962"/>
                </a:cubicBezTo>
                <a:lnTo>
                  <a:pt x="11291" y="13051"/>
                </a:lnTo>
                <a:lnTo>
                  <a:pt x="11291" y="491"/>
                </a:lnTo>
                <a:cubicBezTo>
                  <a:pt x="11291" y="220"/>
                  <a:pt x="11071" y="0"/>
                  <a:pt x="10800" y="0"/>
                </a:cubicBezTo>
                <a:cubicBezTo>
                  <a:pt x="10529" y="0"/>
                  <a:pt x="10309" y="220"/>
                  <a:pt x="10309" y="491"/>
                </a:cubicBezTo>
                <a:lnTo>
                  <a:pt x="10309" y="13051"/>
                </a:lnTo>
                <a:lnTo>
                  <a:pt x="7220" y="9962"/>
                </a:lnTo>
                <a:cubicBezTo>
                  <a:pt x="7131" y="9873"/>
                  <a:pt x="7009" y="9818"/>
                  <a:pt x="6873" y="9818"/>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8" name="Shape 2908">
            <a:extLst>
              <a:ext uri="{FF2B5EF4-FFF2-40B4-BE49-F238E27FC236}">
                <a16:creationId xmlns:a16="http://schemas.microsoft.com/office/drawing/2014/main" id="{B2DA3CD5-69BC-FAD9-014A-3B4E2DDFFDAC}"/>
              </a:ext>
            </a:extLst>
          </p:cNvPr>
          <p:cNvSpPr/>
          <p:nvPr/>
        </p:nvSpPr>
        <p:spPr>
          <a:xfrm>
            <a:off x="3589772" y="2780007"/>
            <a:ext cx="279328" cy="152361"/>
          </a:xfrm>
          <a:custGeom>
            <a:avLst/>
            <a:gdLst/>
            <a:ahLst/>
            <a:cxnLst>
              <a:cxn ang="0">
                <a:pos x="wd2" y="hd2"/>
              </a:cxn>
              <a:cxn ang="5400000">
                <a:pos x="wd2" y="hd2"/>
              </a:cxn>
              <a:cxn ang="10800000">
                <a:pos x="wd2" y="hd2"/>
              </a:cxn>
              <a:cxn ang="16200000">
                <a:pos x="wd2" y="hd2"/>
              </a:cxn>
            </a:cxnLst>
            <a:rect l="0" t="0" r="r" b="b"/>
            <a:pathLst>
              <a:path w="21600" h="21600" extrusionOk="0">
                <a:moveTo>
                  <a:pt x="10800" y="19397"/>
                </a:moveTo>
                <a:lnTo>
                  <a:pt x="1638" y="1800"/>
                </a:lnTo>
                <a:lnTo>
                  <a:pt x="19962" y="1800"/>
                </a:lnTo>
                <a:cubicBezTo>
                  <a:pt x="19962" y="1800"/>
                  <a:pt x="10800" y="19397"/>
                  <a:pt x="10800" y="19397"/>
                </a:cubicBezTo>
                <a:close/>
                <a:moveTo>
                  <a:pt x="21600" y="900"/>
                </a:moveTo>
                <a:cubicBezTo>
                  <a:pt x="21600" y="403"/>
                  <a:pt x="21380" y="0"/>
                  <a:pt x="21109" y="0"/>
                </a:cubicBezTo>
                <a:lnTo>
                  <a:pt x="491" y="0"/>
                </a:lnTo>
                <a:cubicBezTo>
                  <a:pt x="220" y="0"/>
                  <a:pt x="0" y="403"/>
                  <a:pt x="0" y="900"/>
                </a:cubicBezTo>
                <a:cubicBezTo>
                  <a:pt x="0" y="1141"/>
                  <a:pt x="53" y="1357"/>
                  <a:pt x="137" y="1519"/>
                </a:cubicBezTo>
                <a:lnTo>
                  <a:pt x="136" y="1521"/>
                </a:lnTo>
                <a:lnTo>
                  <a:pt x="10445" y="21321"/>
                </a:lnTo>
                <a:lnTo>
                  <a:pt x="10446" y="21319"/>
                </a:lnTo>
                <a:cubicBezTo>
                  <a:pt x="10536" y="21491"/>
                  <a:pt x="10660" y="21600"/>
                  <a:pt x="10800" y="21600"/>
                </a:cubicBezTo>
                <a:cubicBezTo>
                  <a:pt x="10940" y="21600"/>
                  <a:pt x="11064" y="21491"/>
                  <a:pt x="11154" y="21319"/>
                </a:cubicBezTo>
                <a:lnTo>
                  <a:pt x="11155" y="21321"/>
                </a:lnTo>
                <a:lnTo>
                  <a:pt x="21464" y="1521"/>
                </a:lnTo>
                <a:lnTo>
                  <a:pt x="21463" y="1519"/>
                </a:lnTo>
                <a:cubicBezTo>
                  <a:pt x="21547" y="1357"/>
                  <a:pt x="21600" y="1141"/>
                  <a:pt x="21600" y="9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9" name="Shape 2909">
            <a:extLst>
              <a:ext uri="{FF2B5EF4-FFF2-40B4-BE49-F238E27FC236}">
                <a16:creationId xmlns:a16="http://schemas.microsoft.com/office/drawing/2014/main" id="{CFFB18FE-D7BC-B8EC-F297-C7D539356F7E}"/>
              </a:ext>
            </a:extLst>
          </p:cNvPr>
          <p:cNvSpPr/>
          <p:nvPr/>
        </p:nvSpPr>
        <p:spPr>
          <a:xfrm>
            <a:off x="4123033" y="2780007"/>
            <a:ext cx="279328" cy="152361"/>
          </a:xfrm>
          <a:custGeom>
            <a:avLst/>
            <a:gdLst/>
            <a:ahLst/>
            <a:cxnLst>
              <a:cxn ang="0">
                <a:pos x="wd2" y="hd2"/>
              </a:cxn>
              <a:cxn ang="5400000">
                <a:pos x="wd2" y="hd2"/>
              </a:cxn>
              <a:cxn ang="10800000">
                <a:pos x="wd2" y="hd2"/>
              </a:cxn>
              <a:cxn ang="16200000">
                <a:pos x="wd2" y="hd2"/>
              </a:cxn>
            </a:cxnLst>
            <a:rect l="0" t="0" r="r" b="b"/>
            <a:pathLst>
              <a:path w="21600" h="21600" extrusionOk="0">
                <a:moveTo>
                  <a:pt x="1638" y="19800"/>
                </a:moveTo>
                <a:lnTo>
                  <a:pt x="10800" y="2203"/>
                </a:lnTo>
                <a:lnTo>
                  <a:pt x="19962" y="19800"/>
                </a:lnTo>
                <a:cubicBezTo>
                  <a:pt x="19962" y="19800"/>
                  <a:pt x="1638" y="19800"/>
                  <a:pt x="1638" y="19800"/>
                </a:cubicBezTo>
                <a:close/>
                <a:moveTo>
                  <a:pt x="21463" y="20081"/>
                </a:moveTo>
                <a:lnTo>
                  <a:pt x="21464" y="20079"/>
                </a:lnTo>
                <a:lnTo>
                  <a:pt x="11155" y="279"/>
                </a:lnTo>
                <a:lnTo>
                  <a:pt x="11154" y="282"/>
                </a:lnTo>
                <a:cubicBezTo>
                  <a:pt x="11064" y="109"/>
                  <a:pt x="10940" y="0"/>
                  <a:pt x="10800" y="0"/>
                </a:cubicBezTo>
                <a:cubicBezTo>
                  <a:pt x="10660" y="0"/>
                  <a:pt x="10536" y="109"/>
                  <a:pt x="10446" y="282"/>
                </a:cubicBezTo>
                <a:lnTo>
                  <a:pt x="10445" y="279"/>
                </a:lnTo>
                <a:lnTo>
                  <a:pt x="136" y="20079"/>
                </a:lnTo>
                <a:lnTo>
                  <a:pt x="137" y="20081"/>
                </a:lnTo>
                <a:cubicBezTo>
                  <a:pt x="54" y="20243"/>
                  <a:pt x="0" y="20459"/>
                  <a:pt x="0" y="20700"/>
                </a:cubicBezTo>
                <a:cubicBezTo>
                  <a:pt x="0" y="21197"/>
                  <a:pt x="220" y="21600"/>
                  <a:pt x="491" y="21600"/>
                </a:cubicBezTo>
                <a:lnTo>
                  <a:pt x="21109" y="21600"/>
                </a:lnTo>
                <a:cubicBezTo>
                  <a:pt x="21380" y="21600"/>
                  <a:pt x="21600" y="21197"/>
                  <a:pt x="21600" y="20700"/>
                </a:cubicBezTo>
                <a:cubicBezTo>
                  <a:pt x="21600" y="20459"/>
                  <a:pt x="21547" y="20243"/>
                  <a:pt x="21463" y="20081"/>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0" name="Shape 2910">
            <a:extLst>
              <a:ext uri="{FF2B5EF4-FFF2-40B4-BE49-F238E27FC236}">
                <a16:creationId xmlns:a16="http://schemas.microsoft.com/office/drawing/2014/main" id="{95B54C21-690B-FAD6-C23A-D03F1EC3DEF7}"/>
              </a:ext>
            </a:extLst>
          </p:cNvPr>
          <p:cNvSpPr/>
          <p:nvPr/>
        </p:nvSpPr>
        <p:spPr>
          <a:xfrm>
            <a:off x="4719777" y="2716524"/>
            <a:ext cx="152361" cy="279328"/>
          </a:xfrm>
          <a:custGeom>
            <a:avLst/>
            <a:gdLst/>
            <a:ahLst/>
            <a:cxnLst>
              <a:cxn ang="0">
                <a:pos x="wd2" y="hd2"/>
              </a:cxn>
              <a:cxn ang="5400000">
                <a:pos x="wd2" y="hd2"/>
              </a:cxn>
              <a:cxn ang="10800000">
                <a:pos x="wd2" y="hd2"/>
              </a:cxn>
              <a:cxn ang="16200000">
                <a:pos x="wd2" y="hd2"/>
              </a:cxn>
            </a:cxnLst>
            <a:rect l="0" t="0" r="r" b="b"/>
            <a:pathLst>
              <a:path w="21600" h="21600" extrusionOk="0">
                <a:moveTo>
                  <a:pt x="19800" y="19962"/>
                </a:moveTo>
                <a:lnTo>
                  <a:pt x="2203" y="10800"/>
                </a:lnTo>
                <a:lnTo>
                  <a:pt x="19800" y="1638"/>
                </a:lnTo>
                <a:cubicBezTo>
                  <a:pt x="19800" y="1638"/>
                  <a:pt x="19800" y="19962"/>
                  <a:pt x="19800" y="19962"/>
                </a:cubicBezTo>
                <a:close/>
                <a:moveTo>
                  <a:pt x="20700" y="0"/>
                </a:moveTo>
                <a:cubicBezTo>
                  <a:pt x="20459" y="0"/>
                  <a:pt x="20243" y="53"/>
                  <a:pt x="20080" y="137"/>
                </a:cubicBezTo>
                <a:lnTo>
                  <a:pt x="20079" y="136"/>
                </a:lnTo>
                <a:lnTo>
                  <a:pt x="279" y="10445"/>
                </a:lnTo>
                <a:lnTo>
                  <a:pt x="281" y="10446"/>
                </a:lnTo>
                <a:cubicBezTo>
                  <a:pt x="109" y="10536"/>
                  <a:pt x="0" y="10660"/>
                  <a:pt x="0" y="10800"/>
                </a:cubicBezTo>
                <a:cubicBezTo>
                  <a:pt x="0" y="10940"/>
                  <a:pt x="109" y="11065"/>
                  <a:pt x="281" y="11154"/>
                </a:cubicBezTo>
                <a:lnTo>
                  <a:pt x="279" y="11155"/>
                </a:lnTo>
                <a:lnTo>
                  <a:pt x="20079" y="21465"/>
                </a:lnTo>
                <a:lnTo>
                  <a:pt x="20080" y="21463"/>
                </a:lnTo>
                <a:cubicBezTo>
                  <a:pt x="20243" y="21547"/>
                  <a:pt x="20459" y="21600"/>
                  <a:pt x="20700" y="21600"/>
                </a:cubicBezTo>
                <a:cubicBezTo>
                  <a:pt x="21197" y="21600"/>
                  <a:pt x="21600" y="21380"/>
                  <a:pt x="21600" y="21109"/>
                </a:cubicBezTo>
                <a:lnTo>
                  <a:pt x="21600" y="491"/>
                </a:lnTo>
                <a:cubicBezTo>
                  <a:pt x="21600" y="220"/>
                  <a:pt x="21197" y="0"/>
                  <a:pt x="207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1" name="Shape 2911">
            <a:extLst>
              <a:ext uri="{FF2B5EF4-FFF2-40B4-BE49-F238E27FC236}">
                <a16:creationId xmlns:a16="http://schemas.microsoft.com/office/drawing/2014/main" id="{173843C4-7481-E477-FE48-6EAD7BC90EFB}"/>
              </a:ext>
            </a:extLst>
          </p:cNvPr>
          <p:cNvSpPr/>
          <p:nvPr/>
        </p:nvSpPr>
        <p:spPr>
          <a:xfrm>
            <a:off x="5253039" y="2716524"/>
            <a:ext cx="152361" cy="279328"/>
          </a:xfrm>
          <a:custGeom>
            <a:avLst/>
            <a:gdLst/>
            <a:ahLst/>
            <a:cxnLst>
              <a:cxn ang="0">
                <a:pos x="wd2" y="hd2"/>
              </a:cxn>
              <a:cxn ang="5400000">
                <a:pos x="wd2" y="hd2"/>
              </a:cxn>
              <a:cxn ang="10800000">
                <a:pos x="wd2" y="hd2"/>
              </a:cxn>
              <a:cxn ang="16200000">
                <a:pos x="wd2" y="hd2"/>
              </a:cxn>
            </a:cxnLst>
            <a:rect l="0" t="0" r="r" b="b"/>
            <a:pathLst>
              <a:path w="21600" h="21600" extrusionOk="0">
                <a:moveTo>
                  <a:pt x="1800" y="19962"/>
                </a:moveTo>
                <a:lnTo>
                  <a:pt x="1800" y="1638"/>
                </a:lnTo>
                <a:lnTo>
                  <a:pt x="19397" y="10800"/>
                </a:lnTo>
                <a:cubicBezTo>
                  <a:pt x="19397" y="10800"/>
                  <a:pt x="1800" y="19962"/>
                  <a:pt x="1800" y="19962"/>
                </a:cubicBezTo>
                <a:close/>
                <a:moveTo>
                  <a:pt x="21600" y="10800"/>
                </a:moveTo>
                <a:cubicBezTo>
                  <a:pt x="21600" y="10660"/>
                  <a:pt x="21491" y="10536"/>
                  <a:pt x="21318" y="10446"/>
                </a:cubicBezTo>
                <a:lnTo>
                  <a:pt x="21321" y="10445"/>
                </a:lnTo>
                <a:lnTo>
                  <a:pt x="1521" y="136"/>
                </a:lnTo>
                <a:lnTo>
                  <a:pt x="1519" y="137"/>
                </a:lnTo>
                <a:cubicBezTo>
                  <a:pt x="1357" y="53"/>
                  <a:pt x="1141" y="0"/>
                  <a:pt x="900" y="0"/>
                </a:cubicBezTo>
                <a:cubicBezTo>
                  <a:pt x="403" y="0"/>
                  <a:pt x="0" y="220"/>
                  <a:pt x="0" y="491"/>
                </a:cubicBezTo>
                <a:lnTo>
                  <a:pt x="0" y="21109"/>
                </a:lnTo>
                <a:cubicBezTo>
                  <a:pt x="0" y="21380"/>
                  <a:pt x="403" y="21600"/>
                  <a:pt x="900" y="21600"/>
                </a:cubicBezTo>
                <a:cubicBezTo>
                  <a:pt x="1141" y="21600"/>
                  <a:pt x="1357" y="21547"/>
                  <a:pt x="1519" y="21463"/>
                </a:cubicBezTo>
                <a:lnTo>
                  <a:pt x="1521" y="21465"/>
                </a:lnTo>
                <a:lnTo>
                  <a:pt x="21321" y="11155"/>
                </a:lnTo>
                <a:lnTo>
                  <a:pt x="21318" y="11154"/>
                </a:lnTo>
                <a:cubicBezTo>
                  <a:pt x="21491" y="11065"/>
                  <a:pt x="21600" y="10940"/>
                  <a:pt x="21600" y="108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2" name="Shape 2912">
            <a:extLst>
              <a:ext uri="{FF2B5EF4-FFF2-40B4-BE49-F238E27FC236}">
                <a16:creationId xmlns:a16="http://schemas.microsoft.com/office/drawing/2014/main" id="{A616C3FF-0728-0F02-5120-C5F522B34599}"/>
              </a:ext>
            </a:extLst>
          </p:cNvPr>
          <p:cNvSpPr/>
          <p:nvPr/>
        </p:nvSpPr>
        <p:spPr>
          <a:xfrm>
            <a:off x="5722816" y="271652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1456" y="10453"/>
                </a:moveTo>
                <a:lnTo>
                  <a:pt x="18511" y="7507"/>
                </a:lnTo>
                <a:cubicBezTo>
                  <a:pt x="18422" y="7419"/>
                  <a:pt x="18299" y="7364"/>
                  <a:pt x="18164" y="7364"/>
                </a:cubicBezTo>
                <a:cubicBezTo>
                  <a:pt x="17892" y="7364"/>
                  <a:pt x="17673" y="7584"/>
                  <a:pt x="17673" y="7855"/>
                </a:cubicBezTo>
                <a:cubicBezTo>
                  <a:pt x="17673" y="7990"/>
                  <a:pt x="17728" y="8113"/>
                  <a:pt x="17817" y="8202"/>
                </a:cubicBezTo>
                <a:lnTo>
                  <a:pt x="19924" y="10309"/>
                </a:lnTo>
                <a:lnTo>
                  <a:pt x="11291" y="10309"/>
                </a:lnTo>
                <a:lnTo>
                  <a:pt x="11291" y="1676"/>
                </a:lnTo>
                <a:lnTo>
                  <a:pt x="13398" y="3783"/>
                </a:lnTo>
                <a:cubicBezTo>
                  <a:pt x="13487" y="3873"/>
                  <a:pt x="13610" y="3927"/>
                  <a:pt x="13745" y="3927"/>
                </a:cubicBezTo>
                <a:cubicBezTo>
                  <a:pt x="14017" y="3927"/>
                  <a:pt x="14236" y="3708"/>
                  <a:pt x="14236" y="3436"/>
                </a:cubicBezTo>
                <a:cubicBezTo>
                  <a:pt x="14236" y="3301"/>
                  <a:pt x="14181" y="3178"/>
                  <a:pt x="14093" y="3089"/>
                </a:cubicBezTo>
                <a:lnTo>
                  <a:pt x="11147" y="144"/>
                </a:lnTo>
                <a:cubicBezTo>
                  <a:pt x="11058" y="55"/>
                  <a:pt x="10936" y="0"/>
                  <a:pt x="10800" y="0"/>
                </a:cubicBezTo>
                <a:cubicBezTo>
                  <a:pt x="10665" y="0"/>
                  <a:pt x="10542" y="55"/>
                  <a:pt x="10453" y="144"/>
                </a:cubicBezTo>
                <a:lnTo>
                  <a:pt x="7507" y="3089"/>
                </a:lnTo>
                <a:cubicBezTo>
                  <a:pt x="7418" y="3178"/>
                  <a:pt x="7364" y="3301"/>
                  <a:pt x="7364" y="3436"/>
                </a:cubicBezTo>
                <a:cubicBezTo>
                  <a:pt x="7364" y="3708"/>
                  <a:pt x="7583" y="3927"/>
                  <a:pt x="7855" y="3927"/>
                </a:cubicBezTo>
                <a:cubicBezTo>
                  <a:pt x="7990" y="3927"/>
                  <a:pt x="8113" y="3873"/>
                  <a:pt x="8202" y="3783"/>
                </a:cubicBezTo>
                <a:lnTo>
                  <a:pt x="10309" y="1676"/>
                </a:lnTo>
                <a:lnTo>
                  <a:pt x="10309" y="10309"/>
                </a:lnTo>
                <a:lnTo>
                  <a:pt x="1676" y="10309"/>
                </a:lnTo>
                <a:lnTo>
                  <a:pt x="3783" y="8202"/>
                </a:lnTo>
                <a:cubicBezTo>
                  <a:pt x="3873" y="8113"/>
                  <a:pt x="3927" y="7990"/>
                  <a:pt x="3927" y="7855"/>
                </a:cubicBezTo>
                <a:cubicBezTo>
                  <a:pt x="3927" y="7584"/>
                  <a:pt x="3708" y="7364"/>
                  <a:pt x="3436" y="7364"/>
                </a:cubicBezTo>
                <a:cubicBezTo>
                  <a:pt x="3301" y="7364"/>
                  <a:pt x="3178" y="7419"/>
                  <a:pt x="3089" y="7507"/>
                </a:cubicBezTo>
                <a:lnTo>
                  <a:pt x="144" y="10453"/>
                </a:lnTo>
                <a:cubicBezTo>
                  <a:pt x="55" y="10542"/>
                  <a:pt x="0" y="10665"/>
                  <a:pt x="0" y="10800"/>
                </a:cubicBezTo>
                <a:cubicBezTo>
                  <a:pt x="0" y="10936"/>
                  <a:pt x="55" y="11058"/>
                  <a:pt x="144" y="11148"/>
                </a:cubicBezTo>
                <a:lnTo>
                  <a:pt x="3089" y="14093"/>
                </a:lnTo>
                <a:cubicBezTo>
                  <a:pt x="3178" y="14182"/>
                  <a:pt x="3301" y="14236"/>
                  <a:pt x="3436" y="14236"/>
                </a:cubicBezTo>
                <a:cubicBezTo>
                  <a:pt x="3708" y="14236"/>
                  <a:pt x="3927" y="14017"/>
                  <a:pt x="3927" y="13745"/>
                </a:cubicBezTo>
                <a:cubicBezTo>
                  <a:pt x="3927" y="13610"/>
                  <a:pt x="3873" y="13488"/>
                  <a:pt x="3783" y="13398"/>
                </a:cubicBezTo>
                <a:lnTo>
                  <a:pt x="1676" y="11291"/>
                </a:lnTo>
                <a:lnTo>
                  <a:pt x="10309" y="11291"/>
                </a:lnTo>
                <a:lnTo>
                  <a:pt x="10309" y="19924"/>
                </a:lnTo>
                <a:lnTo>
                  <a:pt x="8202" y="17817"/>
                </a:lnTo>
                <a:cubicBezTo>
                  <a:pt x="8113" y="17728"/>
                  <a:pt x="7990" y="17673"/>
                  <a:pt x="7855" y="17673"/>
                </a:cubicBezTo>
                <a:cubicBezTo>
                  <a:pt x="7583" y="17673"/>
                  <a:pt x="7364" y="17893"/>
                  <a:pt x="7364" y="18164"/>
                </a:cubicBezTo>
                <a:cubicBezTo>
                  <a:pt x="7364" y="18300"/>
                  <a:pt x="7418" y="18422"/>
                  <a:pt x="7507" y="18511"/>
                </a:cubicBezTo>
                <a:lnTo>
                  <a:pt x="10453" y="21456"/>
                </a:lnTo>
                <a:cubicBezTo>
                  <a:pt x="10542" y="21545"/>
                  <a:pt x="10665" y="21600"/>
                  <a:pt x="10800" y="21600"/>
                </a:cubicBezTo>
                <a:cubicBezTo>
                  <a:pt x="10936" y="21600"/>
                  <a:pt x="11058" y="21545"/>
                  <a:pt x="11147" y="21456"/>
                </a:cubicBezTo>
                <a:lnTo>
                  <a:pt x="14093" y="18511"/>
                </a:lnTo>
                <a:cubicBezTo>
                  <a:pt x="14182" y="18422"/>
                  <a:pt x="14236" y="18300"/>
                  <a:pt x="14236" y="18164"/>
                </a:cubicBezTo>
                <a:cubicBezTo>
                  <a:pt x="14236" y="17893"/>
                  <a:pt x="14017" y="17673"/>
                  <a:pt x="13745" y="17673"/>
                </a:cubicBezTo>
                <a:cubicBezTo>
                  <a:pt x="13610" y="17673"/>
                  <a:pt x="13487" y="17728"/>
                  <a:pt x="13398" y="17817"/>
                </a:cubicBezTo>
                <a:lnTo>
                  <a:pt x="11291" y="19924"/>
                </a:lnTo>
                <a:lnTo>
                  <a:pt x="11291" y="11291"/>
                </a:lnTo>
                <a:lnTo>
                  <a:pt x="19924" y="11291"/>
                </a:lnTo>
                <a:lnTo>
                  <a:pt x="17817" y="13398"/>
                </a:lnTo>
                <a:cubicBezTo>
                  <a:pt x="17728" y="13488"/>
                  <a:pt x="17673" y="13610"/>
                  <a:pt x="17673" y="13745"/>
                </a:cubicBezTo>
                <a:cubicBezTo>
                  <a:pt x="17673" y="14017"/>
                  <a:pt x="17892" y="14236"/>
                  <a:pt x="18164" y="14236"/>
                </a:cubicBezTo>
                <a:cubicBezTo>
                  <a:pt x="18299" y="14236"/>
                  <a:pt x="18422" y="14182"/>
                  <a:pt x="18511" y="14093"/>
                </a:cubicBezTo>
                <a:lnTo>
                  <a:pt x="21456" y="11148"/>
                </a:lnTo>
                <a:cubicBezTo>
                  <a:pt x="21545" y="11058"/>
                  <a:pt x="21600" y="10936"/>
                  <a:pt x="21600" y="10800"/>
                </a:cubicBezTo>
                <a:cubicBezTo>
                  <a:pt x="21600" y="10665"/>
                  <a:pt x="21545" y="10542"/>
                  <a:pt x="21456" y="1045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3" name="Shape 2913">
            <a:extLst>
              <a:ext uri="{FF2B5EF4-FFF2-40B4-BE49-F238E27FC236}">
                <a16:creationId xmlns:a16="http://schemas.microsoft.com/office/drawing/2014/main" id="{A9B94CF8-F4FD-6913-70B5-E5C1D8B5EBB5}"/>
              </a:ext>
            </a:extLst>
          </p:cNvPr>
          <p:cNvSpPr/>
          <p:nvPr/>
        </p:nvSpPr>
        <p:spPr>
          <a:xfrm>
            <a:off x="6256078" y="2183263"/>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618" y="19636"/>
                </a:moveTo>
                <a:cubicBezTo>
                  <a:pt x="20618" y="20178"/>
                  <a:pt x="20178" y="20618"/>
                  <a:pt x="19636" y="20618"/>
                </a:cubicBezTo>
                <a:lnTo>
                  <a:pt x="1964" y="20618"/>
                </a:lnTo>
                <a:cubicBezTo>
                  <a:pt x="1422" y="20618"/>
                  <a:pt x="982" y="20178"/>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6200" y="7855"/>
                </a:moveTo>
                <a:cubicBezTo>
                  <a:pt x="16073" y="7855"/>
                  <a:pt x="15959" y="7905"/>
                  <a:pt x="15873" y="7985"/>
                </a:cubicBezTo>
                <a:lnTo>
                  <a:pt x="15870" y="7982"/>
                </a:lnTo>
                <a:lnTo>
                  <a:pt x="10800" y="12591"/>
                </a:lnTo>
                <a:lnTo>
                  <a:pt x="5730" y="7982"/>
                </a:lnTo>
                <a:lnTo>
                  <a:pt x="5727" y="7985"/>
                </a:lnTo>
                <a:cubicBezTo>
                  <a:pt x="5641" y="7905"/>
                  <a:pt x="5527" y="7855"/>
                  <a:pt x="5400" y="7855"/>
                </a:cubicBezTo>
                <a:cubicBezTo>
                  <a:pt x="5129" y="7855"/>
                  <a:pt x="4909" y="8074"/>
                  <a:pt x="4909" y="8345"/>
                </a:cubicBezTo>
                <a:cubicBezTo>
                  <a:pt x="4909" y="8489"/>
                  <a:pt x="4973" y="8616"/>
                  <a:pt x="5073" y="8706"/>
                </a:cubicBezTo>
                <a:lnTo>
                  <a:pt x="5070" y="8709"/>
                </a:lnTo>
                <a:lnTo>
                  <a:pt x="10470" y="13618"/>
                </a:lnTo>
                <a:lnTo>
                  <a:pt x="10473" y="13615"/>
                </a:lnTo>
                <a:cubicBezTo>
                  <a:pt x="10559" y="13695"/>
                  <a:pt x="10673" y="13745"/>
                  <a:pt x="10800" y="13745"/>
                </a:cubicBezTo>
                <a:cubicBezTo>
                  <a:pt x="10927" y="13745"/>
                  <a:pt x="11041" y="13695"/>
                  <a:pt x="11127" y="13615"/>
                </a:cubicBezTo>
                <a:lnTo>
                  <a:pt x="11130" y="13618"/>
                </a:lnTo>
                <a:lnTo>
                  <a:pt x="16530" y="8709"/>
                </a:lnTo>
                <a:lnTo>
                  <a:pt x="16527" y="8706"/>
                </a:lnTo>
                <a:cubicBezTo>
                  <a:pt x="16627" y="8616"/>
                  <a:pt x="16691" y="8489"/>
                  <a:pt x="16691" y="8345"/>
                </a:cubicBezTo>
                <a:cubicBezTo>
                  <a:pt x="16691" y="8074"/>
                  <a:pt x="16471" y="7855"/>
                  <a:pt x="16200" y="7855"/>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4" name="Shape 2914">
            <a:extLst>
              <a:ext uri="{FF2B5EF4-FFF2-40B4-BE49-F238E27FC236}">
                <a16:creationId xmlns:a16="http://schemas.microsoft.com/office/drawing/2014/main" id="{5184F9EC-5E08-AB32-8ACA-983F3B33D02C}"/>
              </a:ext>
            </a:extLst>
          </p:cNvPr>
          <p:cNvSpPr/>
          <p:nvPr/>
        </p:nvSpPr>
        <p:spPr>
          <a:xfrm>
            <a:off x="6789339" y="2183263"/>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6530" y="12891"/>
                </a:moveTo>
                <a:lnTo>
                  <a:pt x="11130" y="7982"/>
                </a:lnTo>
                <a:lnTo>
                  <a:pt x="11128" y="7985"/>
                </a:lnTo>
                <a:cubicBezTo>
                  <a:pt x="11040" y="7906"/>
                  <a:pt x="10927" y="7855"/>
                  <a:pt x="10800" y="7855"/>
                </a:cubicBezTo>
                <a:cubicBezTo>
                  <a:pt x="10673" y="7855"/>
                  <a:pt x="10559" y="7906"/>
                  <a:pt x="10473" y="7985"/>
                </a:cubicBezTo>
                <a:lnTo>
                  <a:pt x="10469" y="7982"/>
                </a:lnTo>
                <a:lnTo>
                  <a:pt x="5069" y="12891"/>
                </a:lnTo>
                <a:lnTo>
                  <a:pt x="5073" y="12895"/>
                </a:lnTo>
                <a:cubicBezTo>
                  <a:pt x="4973" y="12984"/>
                  <a:pt x="4909" y="13111"/>
                  <a:pt x="4909" y="13255"/>
                </a:cubicBezTo>
                <a:cubicBezTo>
                  <a:pt x="4909" y="13526"/>
                  <a:pt x="5129" y="13745"/>
                  <a:pt x="5400" y="13745"/>
                </a:cubicBezTo>
                <a:cubicBezTo>
                  <a:pt x="5527" y="13745"/>
                  <a:pt x="5640" y="13694"/>
                  <a:pt x="5728" y="13615"/>
                </a:cubicBezTo>
                <a:lnTo>
                  <a:pt x="5730" y="13618"/>
                </a:lnTo>
                <a:lnTo>
                  <a:pt x="10800" y="9009"/>
                </a:lnTo>
                <a:lnTo>
                  <a:pt x="15869" y="13618"/>
                </a:lnTo>
                <a:lnTo>
                  <a:pt x="15873" y="13615"/>
                </a:lnTo>
                <a:cubicBezTo>
                  <a:pt x="15959" y="13694"/>
                  <a:pt x="16073" y="13745"/>
                  <a:pt x="16200" y="13745"/>
                </a:cubicBezTo>
                <a:cubicBezTo>
                  <a:pt x="16471" y="13745"/>
                  <a:pt x="16691" y="13526"/>
                  <a:pt x="16691" y="13255"/>
                </a:cubicBezTo>
                <a:cubicBezTo>
                  <a:pt x="16691" y="13111"/>
                  <a:pt x="16627" y="12984"/>
                  <a:pt x="16527" y="12895"/>
                </a:cubicBezTo>
                <a:cubicBezTo>
                  <a:pt x="16527" y="12895"/>
                  <a:pt x="16530" y="12891"/>
                  <a:pt x="16530" y="12891"/>
                </a:cubicBezTo>
                <a:close/>
                <a:moveTo>
                  <a:pt x="20618" y="19636"/>
                </a:moveTo>
                <a:cubicBezTo>
                  <a:pt x="20618" y="20179"/>
                  <a:pt x="20179" y="20618"/>
                  <a:pt x="19636" y="20618"/>
                </a:cubicBezTo>
                <a:lnTo>
                  <a:pt x="1964" y="20618"/>
                </a:lnTo>
                <a:cubicBezTo>
                  <a:pt x="1422" y="20618"/>
                  <a:pt x="982" y="20179"/>
                  <a:pt x="982" y="19636"/>
                </a:cubicBezTo>
                <a:lnTo>
                  <a:pt x="982" y="1964"/>
                </a:lnTo>
                <a:cubicBezTo>
                  <a:pt x="982" y="1421"/>
                  <a:pt x="1422" y="982"/>
                  <a:pt x="1964" y="982"/>
                </a:cubicBezTo>
                <a:lnTo>
                  <a:pt x="19636" y="982"/>
                </a:lnTo>
                <a:cubicBezTo>
                  <a:pt x="20179" y="982"/>
                  <a:pt x="20618" y="1421"/>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5" name="Shape 2915">
            <a:extLst>
              <a:ext uri="{FF2B5EF4-FFF2-40B4-BE49-F238E27FC236}">
                <a16:creationId xmlns:a16="http://schemas.microsoft.com/office/drawing/2014/main" id="{EEB36514-A36D-F97C-65B7-0548E3C3E9FC}"/>
              </a:ext>
            </a:extLst>
          </p:cNvPr>
          <p:cNvSpPr/>
          <p:nvPr/>
        </p:nvSpPr>
        <p:spPr>
          <a:xfrm>
            <a:off x="7322600" y="2183263"/>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618" y="19636"/>
                </a:moveTo>
                <a:cubicBezTo>
                  <a:pt x="20618" y="20178"/>
                  <a:pt x="20178" y="20618"/>
                  <a:pt x="19636" y="20618"/>
                </a:cubicBezTo>
                <a:lnTo>
                  <a:pt x="1964" y="20618"/>
                </a:lnTo>
                <a:cubicBezTo>
                  <a:pt x="1422" y="20618"/>
                  <a:pt x="982" y="20178"/>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2273" y="4909"/>
                </a:moveTo>
                <a:cubicBezTo>
                  <a:pt x="12128" y="4909"/>
                  <a:pt x="12002" y="4974"/>
                  <a:pt x="11912" y="5073"/>
                </a:cubicBezTo>
                <a:lnTo>
                  <a:pt x="11909" y="5070"/>
                </a:lnTo>
                <a:lnTo>
                  <a:pt x="7000" y="10470"/>
                </a:lnTo>
                <a:lnTo>
                  <a:pt x="7003" y="10473"/>
                </a:lnTo>
                <a:cubicBezTo>
                  <a:pt x="6924" y="10559"/>
                  <a:pt x="6873" y="10673"/>
                  <a:pt x="6873" y="10800"/>
                </a:cubicBezTo>
                <a:cubicBezTo>
                  <a:pt x="6873" y="10927"/>
                  <a:pt x="6924" y="11041"/>
                  <a:pt x="7003" y="11127"/>
                </a:cubicBezTo>
                <a:lnTo>
                  <a:pt x="7000" y="11130"/>
                </a:lnTo>
                <a:lnTo>
                  <a:pt x="11909" y="16530"/>
                </a:lnTo>
                <a:lnTo>
                  <a:pt x="11912" y="16527"/>
                </a:lnTo>
                <a:cubicBezTo>
                  <a:pt x="12002" y="16627"/>
                  <a:pt x="12128" y="16691"/>
                  <a:pt x="12273" y="16691"/>
                </a:cubicBezTo>
                <a:cubicBezTo>
                  <a:pt x="12544" y="16691"/>
                  <a:pt x="12764" y="16471"/>
                  <a:pt x="12764" y="16200"/>
                </a:cubicBezTo>
                <a:cubicBezTo>
                  <a:pt x="12764" y="16073"/>
                  <a:pt x="12713" y="15960"/>
                  <a:pt x="12633" y="15873"/>
                </a:cubicBezTo>
                <a:lnTo>
                  <a:pt x="12636" y="15870"/>
                </a:lnTo>
                <a:lnTo>
                  <a:pt x="8027" y="10800"/>
                </a:lnTo>
                <a:lnTo>
                  <a:pt x="12636" y="5730"/>
                </a:lnTo>
                <a:lnTo>
                  <a:pt x="12633" y="5728"/>
                </a:lnTo>
                <a:cubicBezTo>
                  <a:pt x="12713" y="5641"/>
                  <a:pt x="12764" y="5527"/>
                  <a:pt x="12764" y="5400"/>
                </a:cubicBezTo>
                <a:cubicBezTo>
                  <a:pt x="12764" y="5129"/>
                  <a:pt x="12544" y="4909"/>
                  <a:pt x="12273" y="490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6" name="Shape 2916">
            <a:extLst>
              <a:ext uri="{FF2B5EF4-FFF2-40B4-BE49-F238E27FC236}">
                <a16:creationId xmlns:a16="http://schemas.microsoft.com/office/drawing/2014/main" id="{29546C9B-B320-7465-763C-D302767340C6}"/>
              </a:ext>
            </a:extLst>
          </p:cNvPr>
          <p:cNvSpPr/>
          <p:nvPr/>
        </p:nvSpPr>
        <p:spPr>
          <a:xfrm>
            <a:off x="7855861" y="2183263"/>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618" y="19636"/>
                </a:moveTo>
                <a:cubicBezTo>
                  <a:pt x="20618" y="20178"/>
                  <a:pt x="20178" y="20618"/>
                  <a:pt x="19636" y="20618"/>
                </a:cubicBezTo>
                <a:lnTo>
                  <a:pt x="1964" y="20618"/>
                </a:lnTo>
                <a:cubicBezTo>
                  <a:pt x="1422" y="20618"/>
                  <a:pt x="982" y="20178"/>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4597" y="10473"/>
                </a:moveTo>
                <a:lnTo>
                  <a:pt x="14600" y="10470"/>
                </a:lnTo>
                <a:lnTo>
                  <a:pt x="9691" y="5070"/>
                </a:lnTo>
                <a:lnTo>
                  <a:pt x="9688" y="5073"/>
                </a:lnTo>
                <a:cubicBezTo>
                  <a:pt x="9598" y="4974"/>
                  <a:pt x="9471" y="4909"/>
                  <a:pt x="9327" y="4909"/>
                </a:cubicBezTo>
                <a:cubicBezTo>
                  <a:pt x="9056" y="4909"/>
                  <a:pt x="8836" y="5129"/>
                  <a:pt x="8836" y="5400"/>
                </a:cubicBezTo>
                <a:cubicBezTo>
                  <a:pt x="8836" y="5527"/>
                  <a:pt x="8887" y="5641"/>
                  <a:pt x="8967" y="5728"/>
                </a:cubicBezTo>
                <a:lnTo>
                  <a:pt x="8964" y="5730"/>
                </a:lnTo>
                <a:lnTo>
                  <a:pt x="13573" y="10800"/>
                </a:lnTo>
                <a:lnTo>
                  <a:pt x="8964" y="15870"/>
                </a:lnTo>
                <a:lnTo>
                  <a:pt x="8967" y="15873"/>
                </a:lnTo>
                <a:cubicBezTo>
                  <a:pt x="8887" y="15960"/>
                  <a:pt x="8836" y="16073"/>
                  <a:pt x="8836" y="16200"/>
                </a:cubicBezTo>
                <a:cubicBezTo>
                  <a:pt x="8836" y="16471"/>
                  <a:pt x="9056" y="16691"/>
                  <a:pt x="9327" y="16691"/>
                </a:cubicBezTo>
                <a:cubicBezTo>
                  <a:pt x="9471" y="16691"/>
                  <a:pt x="9598" y="16627"/>
                  <a:pt x="9688" y="16527"/>
                </a:cubicBezTo>
                <a:lnTo>
                  <a:pt x="9691" y="16530"/>
                </a:lnTo>
                <a:lnTo>
                  <a:pt x="14600" y="11130"/>
                </a:lnTo>
                <a:lnTo>
                  <a:pt x="14597" y="11127"/>
                </a:lnTo>
                <a:cubicBezTo>
                  <a:pt x="14676" y="11041"/>
                  <a:pt x="14727" y="10927"/>
                  <a:pt x="14727" y="10800"/>
                </a:cubicBezTo>
                <a:cubicBezTo>
                  <a:pt x="14727" y="10673"/>
                  <a:pt x="14676" y="10559"/>
                  <a:pt x="14597" y="1047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7" name="Shape 2917">
            <a:extLst>
              <a:ext uri="{FF2B5EF4-FFF2-40B4-BE49-F238E27FC236}">
                <a16:creationId xmlns:a16="http://schemas.microsoft.com/office/drawing/2014/main" id="{177D1345-8006-456A-DE40-E64035878017}"/>
              </a:ext>
            </a:extLst>
          </p:cNvPr>
          <p:cNvSpPr/>
          <p:nvPr/>
        </p:nvSpPr>
        <p:spPr>
          <a:xfrm>
            <a:off x="8433560" y="2183263"/>
            <a:ext cx="190451"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415"/>
                </a:moveTo>
                <a:lnTo>
                  <a:pt x="2459" y="14727"/>
                </a:lnTo>
                <a:lnTo>
                  <a:pt x="8640" y="14727"/>
                </a:lnTo>
                <a:lnTo>
                  <a:pt x="8640" y="1964"/>
                </a:lnTo>
                <a:cubicBezTo>
                  <a:pt x="8640" y="1422"/>
                  <a:pt x="9285" y="982"/>
                  <a:pt x="10080" y="982"/>
                </a:cubicBezTo>
                <a:lnTo>
                  <a:pt x="11520" y="982"/>
                </a:lnTo>
                <a:cubicBezTo>
                  <a:pt x="12315" y="982"/>
                  <a:pt x="12960" y="1422"/>
                  <a:pt x="12960" y="1964"/>
                </a:cubicBezTo>
                <a:lnTo>
                  <a:pt x="12960" y="14727"/>
                </a:lnTo>
                <a:lnTo>
                  <a:pt x="19142" y="14727"/>
                </a:lnTo>
                <a:cubicBezTo>
                  <a:pt x="19142" y="14727"/>
                  <a:pt x="10800" y="20415"/>
                  <a:pt x="10800" y="20415"/>
                </a:cubicBezTo>
                <a:close/>
                <a:moveTo>
                  <a:pt x="20880" y="13745"/>
                </a:moveTo>
                <a:lnTo>
                  <a:pt x="14400" y="13745"/>
                </a:lnTo>
                <a:lnTo>
                  <a:pt x="14400" y="1964"/>
                </a:lnTo>
                <a:cubicBezTo>
                  <a:pt x="14400" y="879"/>
                  <a:pt x="13110" y="0"/>
                  <a:pt x="11520" y="0"/>
                </a:cubicBezTo>
                <a:lnTo>
                  <a:pt x="10080" y="0"/>
                </a:lnTo>
                <a:cubicBezTo>
                  <a:pt x="8490" y="0"/>
                  <a:pt x="7200" y="879"/>
                  <a:pt x="7200" y="1964"/>
                </a:cubicBezTo>
                <a:lnTo>
                  <a:pt x="7200" y="13745"/>
                </a:lnTo>
                <a:lnTo>
                  <a:pt x="720" y="13745"/>
                </a:lnTo>
                <a:cubicBezTo>
                  <a:pt x="323" y="13745"/>
                  <a:pt x="0" y="13966"/>
                  <a:pt x="0" y="14236"/>
                </a:cubicBezTo>
                <a:cubicBezTo>
                  <a:pt x="0" y="14373"/>
                  <a:pt x="81" y="14495"/>
                  <a:pt x="212" y="14584"/>
                </a:cubicBezTo>
                <a:lnTo>
                  <a:pt x="10290" y="21456"/>
                </a:lnTo>
                <a:cubicBezTo>
                  <a:pt x="10421" y="21545"/>
                  <a:pt x="10601" y="21600"/>
                  <a:pt x="10800" y="21600"/>
                </a:cubicBezTo>
                <a:cubicBezTo>
                  <a:pt x="10999" y="21600"/>
                  <a:pt x="11179" y="21545"/>
                  <a:pt x="11310" y="21456"/>
                </a:cubicBezTo>
                <a:lnTo>
                  <a:pt x="21388" y="14584"/>
                </a:lnTo>
                <a:cubicBezTo>
                  <a:pt x="21519" y="14495"/>
                  <a:pt x="21600" y="14373"/>
                  <a:pt x="21600" y="14236"/>
                </a:cubicBezTo>
                <a:cubicBezTo>
                  <a:pt x="21600" y="13966"/>
                  <a:pt x="21277" y="13745"/>
                  <a:pt x="20880" y="13745"/>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8" name="Shape 2918">
            <a:extLst>
              <a:ext uri="{FF2B5EF4-FFF2-40B4-BE49-F238E27FC236}">
                <a16:creationId xmlns:a16="http://schemas.microsoft.com/office/drawing/2014/main" id="{43769AFD-C5A0-3810-D50B-E13BBBC120CE}"/>
              </a:ext>
            </a:extLst>
          </p:cNvPr>
          <p:cNvSpPr/>
          <p:nvPr/>
        </p:nvSpPr>
        <p:spPr>
          <a:xfrm>
            <a:off x="8966821" y="2183263"/>
            <a:ext cx="190451" cy="279328"/>
          </a:xfrm>
          <a:custGeom>
            <a:avLst/>
            <a:gdLst/>
            <a:ahLst/>
            <a:cxnLst>
              <a:cxn ang="0">
                <a:pos x="wd2" y="hd2"/>
              </a:cxn>
              <a:cxn ang="5400000">
                <a:pos x="wd2" y="hd2"/>
              </a:cxn>
              <a:cxn ang="10800000">
                <a:pos x="wd2" y="hd2"/>
              </a:cxn>
              <a:cxn ang="16200000">
                <a:pos x="wd2" y="hd2"/>
              </a:cxn>
            </a:cxnLst>
            <a:rect l="0" t="0" r="r" b="b"/>
            <a:pathLst>
              <a:path w="21600" h="21600" extrusionOk="0">
                <a:moveTo>
                  <a:pt x="12960" y="6873"/>
                </a:moveTo>
                <a:lnTo>
                  <a:pt x="12960" y="19636"/>
                </a:lnTo>
                <a:cubicBezTo>
                  <a:pt x="12960" y="20178"/>
                  <a:pt x="12315" y="20618"/>
                  <a:pt x="11520" y="20618"/>
                </a:cubicBezTo>
                <a:lnTo>
                  <a:pt x="10080" y="20618"/>
                </a:lnTo>
                <a:cubicBezTo>
                  <a:pt x="9285" y="20618"/>
                  <a:pt x="8640" y="20178"/>
                  <a:pt x="8640" y="19636"/>
                </a:cubicBezTo>
                <a:lnTo>
                  <a:pt x="8640" y="6873"/>
                </a:lnTo>
                <a:lnTo>
                  <a:pt x="2458" y="6873"/>
                </a:lnTo>
                <a:lnTo>
                  <a:pt x="10800" y="1185"/>
                </a:lnTo>
                <a:lnTo>
                  <a:pt x="19142" y="6873"/>
                </a:lnTo>
                <a:cubicBezTo>
                  <a:pt x="19142" y="6873"/>
                  <a:pt x="12960" y="6873"/>
                  <a:pt x="12960" y="6873"/>
                </a:cubicBezTo>
                <a:close/>
                <a:moveTo>
                  <a:pt x="21389" y="7017"/>
                </a:moveTo>
                <a:lnTo>
                  <a:pt x="11309" y="144"/>
                </a:lnTo>
                <a:cubicBezTo>
                  <a:pt x="11179" y="55"/>
                  <a:pt x="10999" y="0"/>
                  <a:pt x="10800" y="0"/>
                </a:cubicBezTo>
                <a:cubicBezTo>
                  <a:pt x="10601" y="0"/>
                  <a:pt x="10422" y="55"/>
                  <a:pt x="10291" y="144"/>
                </a:cubicBezTo>
                <a:lnTo>
                  <a:pt x="211" y="7017"/>
                </a:lnTo>
                <a:cubicBezTo>
                  <a:pt x="81" y="7106"/>
                  <a:pt x="0" y="7228"/>
                  <a:pt x="0" y="7364"/>
                </a:cubicBezTo>
                <a:cubicBezTo>
                  <a:pt x="0" y="7635"/>
                  <a:pt x="322" y="7855"/>
                  <a:pt x="720" y="7855"/>
                </a:cubicBezTo>
                <a:lnTo>
                  <a:pt x="7200" y="7855"/>
                </a:lnTo>
                <a:lnTo>
                  <a:pt x="7200" y="19636"/>
                </a:lnTo>
                <a:cubicBezTo>
                  <a:pt x="7200" y="20721"/>
                  <a:pt x="8490" y="21600"/>
                  <a:pt x="10080" y="21600"/>
                </a:cubicBezTo>
                <a:lnTo>
                  <a:pt x="11520" y="21600"/>
                </a:lnTo>
                <a:cubicBezTo>
                  <a:pt x="13110" y="21600"/>
                  <a:pt x="14400" y="20721"/>
                  <a:pt x="14400" y="19636"/>
                </a:cubicBezTo>
                <a:lnTo>
                  <a:pt x="14400" y="7855"/>
                </a:lnTo>
                <a:lnTo>
                  <a:pt x="20880" y="7855"/>
                </a:lnTo>
                <a:cubicBezTo>
                  <a:pt x="21278" y="7855"/>
                  <a:pt x="21600" y="7635"/>
                  <a:pt x="21600" y="7364"/>
                </a:cubicBezTo>
                <a:cubicBezTo>
                  <a:pt x="21600" y="7228"/>
                  <a:pt x="21519" y="7106"/>
                  <a:pt x="21389" y="7017"/>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9" name="Shape 2919">
            <a:extLst>
              <a:ext uri="{FF2B5EF4-FFF2-40B4-BE49-F238E27FC236}">
                <a16:creationId xmlns:a16="http://schemas.microsoft.com/office/drawing/2014/main" id="{D4197FFA-99B6-0F3E-EC2D-7DAB0B995E35}"/>
              </a:ext>
            </a:extLst>
          </p:cNvPr>
          <p:cNvSpPr/>
          <p:nvPr/>
        </p:nvSpPr>
        <p:spPr>
          <a:xfrm>
            <a:off x="9455644" y="2227701"/>
            <a:ext cx="279328" cy="190451"/>
          </a:xfrm>
          <a:custGeom>
            <a:avLst/>
            <a:gdLst/>
            <a:ahLst/>
            <a:cxnLst>
              <a:cxn ang="0">
                <a:pos x="wd2" y="hd2"/>
              </a:cxn>
              <a:cxn ang="5400000">
                <a:pos x="wd2" y="hd2"/>
              </a:cxn>
              <a:cxn ang="10800000">
                <a:pos x="wd2" y="hd2"/>
              </a:cxn>
              <a:cxn ang="16200000">
                <a:pos x="wd2" y="hd2"/>
              </a:cxn>
            </a:cxnLst>
            <a:rect l="0" t="0" r="r" b="b"/>
            <a:pathLst>
              <a:path w="21600" h="21600" extrusionOk="0">
                <a:moveTo>
                  <a:pt x="20618" y="11520"/>
                </a:moveTo>
                <a:cubicBezTo>
                  <a:pt x="20618" y="12315"/>
                  <a:pt x="20178" y="12960"/>
                  <a:pt x="19636" y="12960"/>
                </a:cubicBezTo>
                <a:lnTo>
                  <a:pt x="6873" y="12960"/>
                </a:lnTo>
                <a:lnTo>
                  <a:pt x="6873" y="19142"/>
                </a:lnTo>
                <a:lnTo>
                  <a:pt x="1185" y="10800"/>
                </a:lnTo>
                <a:lnTo>
                  <a:pt x="6873" y="2458"/>
                </a:lnTo>
                <a:lnTo>
                  <a:pt x="6873" y="8640"/>
                </a:lnTo>
                <a:lnTo>
                  <a:pt x="19636" y="8640"/>
                </a:lnTo>
                <a:cubicBezTo>
                  <a:pt x="20178" y="8640"/>
                  <a:pt x="20618" y="9285"/>
                  <a:pt x="20618" y="10080"/>
                </a:cubicBezTo>
                <a:cubicBezTo>
                  <a:pt x="20618" y="10080"/>
                  <a:pt x="20618" y="11520"/>
                  <a:pt x="20618" y="11520"/>
                </a:cubicBezTo>
                <a:close/>
                <a:moveTo>
                  <a:pt x="19636" y="7200"/>
                </a:moveTo>
                <a:lnTo>
                  <a:pt x="7855" y="7200"/>
                </a:lnTo>
                <a:lnTo>
                  <a:pt x="7855" y="720"/>
                </a:lnTo>
                <a:cubicBezTo>
                  <a:pt x="7855" y="322"/>
                  <a:pt x="7635" y="0"/>
                  <a:pt x="7364" y="0"/>
                </a:cubicBezTo>
                <a:cubicBezTo>
                  <a:pt x="7228" y="0"/>
                  <a:pt x="7105" y="81"/>
                  <a:pt x="7017" y="212"/>
                </a:cubicBezTo>
                <a:lnTo>
                  <a:pt x="144" y="10291"/>
                </a:lnTo>
                <a:cubicBezTo>
                  <a:pt x="55" y="10422"/>
                  <a:pt x="0" y="10602"/>
                  <a:pt x="0" y="10800"/>
                </a:cubicBezTo>
                <a:cubicBezTo>
                  <a:pt x="0" y="11000"/>
                  <a:pt x="55" y="11180"/>
                  <a:pt x="144" y="11310"/>
                </a:cubicBezTo>
                <a:lnTo>
                  <a:pt x="7017" y="21389"/>
                </a:lnTo>
                <a:cubicBezTo>
                  <a:pt x="7105" y="21520"/>
                  <a:pt x="7228" y="21600"/>
                  <a:pt x="7364" y="21600"/>
                </a:cubicBezTo>
                <a:cubicBezTo>
                  <a:pt x="7635" y="21600"/>
                  <a:pt x="7855" y="21278"/>
                  <a:pt x="7855" y="20880"/>
                </a:cubicBezTo>
                <a:lnTo>
                  <a:pt x="7855" y="14400"/>
                </a:lnTo>
                <a:lnTo>
                  <a:pt x="19636" y="14400"/>
                </a:lnTo>
                <a:cubicBezTo>
                  <a:pt x="20721" y="14400"/>
                  <a:pt x="21600" y="13110"/>
                  <a:pt x="21600" y="11520"/>
                </a:cubicBezTo>
                <a:lnTo>
                  <a:pt x="21600" y="10080"/>
                </a:lnTo>
                <a:cubicBezTo>
                  <a:pt x="21600" y="8490"/>
                  <a:pt x="20721" y="7200"/>
                  <a:pt x="19636" y="72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0" name="Shape 2920">
            <a:extLst>
              <a:ext uri="{FF2B5EF4-FFF2-40B4-BE49-F238E27FC236}">
                <a16:creationId xmlns:a16="http://schemas.microsoft.com/office/drawing/2014/main" id="{55461BB8-D1F2-0975-F6B6-73911CA708F5}"/>
              </a:ext>
            </a:extLst>
          </p:cNvPr>
          <p:cNvSpPr/>
          <p:nvPr/>
        </p:nvSpPr>
        <p:spPr>
          <a:xfrm>
            <a:off x="9988905" y="2227701"/>
            <a:ext cx="279328" cy="190451"/>
          </a:xfrm>
          <a:custGeom>
            <a:avLst/>
            <a:gdLst/>
            <a:ahLst/>
            <a:cxnLst>
              <a:cxn ang="0">
                <a:pos x="wd2" y="hd2"/>
              </a:cxn>
              <a:cxn ang="5400000">
                <a:pos x="wd2" y="hd2"/>
              </a:cxn>
              <a:cxn ang="10800000">
                <a:pos x="wd2" y="hd2"/>
              </a:cxn>
              <a:cxn ang="16200000">
                <a:pos x="wd2" y="hd2"/>
              </a:cxn>
            </a:cxnLst>
            <a:rect l="0" t="0" r="r" b="b"/>
            <a:pathLst>
              <a:path w="21600" h="21600" extrusionOk="0">
                <a:moveTo>
                  <a:pt x="14727" y="19142"/>
                </a:moveTo>
                <a:lnTo>
                  <a:pt x="14727" y="12960"/>
                </a:lnTo>
                <a:lnTo>
                  <a:pt x="1964" y="12960"/>
                </a:lnTo>
                <a:cubicBezTo>
                  <a:pt x="1421" y="12960"/>
                  <a:pt x="982" y="12316"/>
                  <a:pt x="982" y="11520"/>
                </a:cubicBezTo>
                <a:lnTo>
                  <a:pt x="982" y="10080"/>
                </a:lnTo>
                <a:cubicBezTo>
                  <a:pt x="982" y="9285"/>
                  <a:pt x="1421" y="8640"/>
                  <a:pt x="1964" y="8640"/>
                </a:cubicBezTo>
                <a:lnTo>
                  <a:pt x="14727" y="8640"/>
                </a:lnTo>
                <a:lnTo>
                  <a:pt x="14727" y="2458"/>
                </a:lnTo>
                <a:lnTo>
                  <a:pt x="20415" y="10800"/>
                </a:lnTo>
                <a:cubicBezTo>
                  <a:pt x="20415" y="10800"/>
                  <a:pt x="14727" y="19142"/>
                  <a:pt x="14727" y="19142"/>
                </a:cubicBezTo>
                <a:close/>
                <a:moveTo>
                  <a:pt x="21456" y="10291"/>
                </a:moveTo>
                <a:lnTo>
                  <a:pt x="14584" y="212"/>
                </a:lnTo>
                <a:cubicBezTo>
                  <a:pt x="14495" y="81"/>
                  <a:pt x="14372" y="0"/>
                  <a:pt x="14236" y="0"/>
                </a:cubicBezTo>
                <a:cubicBezTo>
                  <a:pt x="13965" y="0"/>
                  <a:pt x="13745" y="322"/>
                  <a:pt x="13745" y="720"/>
                </a:cubicBezTo>
                <a:lnTo>
                  <a:pt x="13745" y="7200"/>
                </a:lnTo>
                <a:lnTo>
                  <a:pt x="1964" y="7200"/>
                </a:lnTo>
                <a:cubicBezTo>
                  <a:pt x="879" y="7200"/>
                  <a:pt x="0" y="8490"/>
                  <a:pt x="0" y="10080"/>
                </a:cubicBezTo>
                <a:lnTo>
                  <a:pt x="0" y="11520"/>
                </a:lnTo>
                <a:cubicBezTo>
                  <a:pt x="0" y="13110"/>
                  <a:pt x="879" y="14400"/>
                  <a:pt x="1964" y="14400"/>
                </a:cubicBezTo>
                <a:lnTo>
                  <a:pt x="13745" y="14400"/>
                </a:lnTo>
                <a:lnTo>
                  <a:pt x="13745" y="20880"/>
                </a:lnTo>
                <a:cubicBezTo>
                  <a:pt x="13745" y="21278"/>
                  <a:pt x="13965" y="21600"/>
                  <a:pt x="14236" y="21600"/>
                </a:cubicBezTo>
                <a:cubicBezTo>
                  <a:pt x="14372" y="21600"/>
                  <a:pt x="14495" y="21520"/>
                  <a:pt x="14583" y="21389"/>
                </a:cubicBezTo>
                <a:lnTo>
                  <a:pt x="21456" y="11310"/>
                </a:lnTo>
                <a:cubicBezTo>
                  <a:pt x="21545" y="11180"/>
                  <a:pt x="21600" y="11000"/>
                  <a:pt x="21600" y="10800"/>
                </a:cubicBezTo>
                <a:cubicBezTo>
                  <a:pt x="21600" y="10601"/>
                  <a:pt x="21545" y="10421"/>
                  <a:pt x="21456" y="10291"/>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1" name="Shape 2921">
            <a:extLst>
              <a:ext uri="{FF2B5EF4-FFF2-40B4-BE49-F238E27FC236}">
                <a16:creationId xmlns:a16="http://schemas.microsoft.com/office/drawing/2014/main" id="{EA28A650-C180-CDF9-AC54-B716C85054C6}"/>
              </a:ext>
            </a:extLst>
          </p:cNvPr>
          <p:cNvSpPr/>
          <p:nvPr/>
        </p:nvSpPr>
        <p:spPr>
          <a:xfrm>
            <a:off x="10560256" y="2183263"/>
            <a:ext cx="203148" cy="279328"/>
          </a:xfrm>
          <a:custGeom>
            <a:avLst/>
            <a:gdLst/>
            <a:ahLst/>
            <a:cxnLst>
              <a:cxn ang="0">
                <a:pos x="wd2" y="hd2"/>
              </a:cxn>
              <a:cxn ang="5400000">
                <a:pos x="wd2" y="hd2"/>
              </a:cxn>
              <a:cxn ang="10800000">
                <a:pos x="wd2" y="hd2"/>
              </a:cxn>
              <a:cxn ang="16200000">
                <a:pos x="wd2" y="hd2"/>
              </a:cxn>
            </a:cxnLst>
            <a:rect l="0" t="0" r="r" b="b"/>
            <a:pathLst>
              <a:path w="21600" h="21600" extrusionOk="0">
                <a:moveTo>
                  <a:pt x="21402" y="5052"/>
                </a:moveTo>
                <a:lnTo>
                  <a:pt x="14652" y="144"/>
                </a:lnTo>
                <a:cubicBezTo>
                  <a:pt x="14530" y="55"/>
                  <a:pt x="14362" y="0"/>
                  <a:pt x="14175" y="0"/>
                </a:cubicBezTo>
                <a:cubicBezTo>
                  <a:pt x="13802" y="0"/>
                  <a:pt x="13500" y="220"/>
                  <a:pt x="13500" y="491"/>
                </a:cubicBezTo>
                <a:cubicBezTo>
                  <a:pt x="13500" y="627"/>
                  <a:pt x="13576" y="749"/>
                  <a:pt x="13698" y="838"/>
                </a:cubicBezTo>
                <a:lnTo>
                  <a:pt x="19296" y="4909"/>
                </a:lnTo>
                <a:lnTo>
                  <a:pt x="675" y="4909"/>
                </a:lnTo>
                <a:cubicBezTo>
                  <a:pt x="302" y="4909"/>
                  <a:pt x="0" y="5129"/>
                  <a:pt x="0" y="5400"/>
                </a:cubicBezTo>
                <a:lnTo>
                  <a:pt x="0" y="21109"/>
                </a:lnTo>
                <a:cubicBezTo>
                  <a:pt x="0" y="21380"/>
                  <a:pt x="302" y="21600"/>
                  <a:pt x="675" y="21600"/>
                </a:cubicBezTo>
                <a:cubicBezTo>
                  <a:pt x="1048" y="21600"/>
                  <a:pt x="1350" y="21380"/>
                  <a:pt x="1350" y="21109"/>
                </a:cubicBezTo>
                <a:lnTo>
                  <a:pt x="1350" y="5891"/>
                </a:lnTo>
                <a:lnTo>
                  <a:pt x="19296" y="5891"/>
                </a:lnTo>
                <a:lnTo>
                  <a:pt x="13698" y="9962"/>
                </a:lnTo>
                <a:cubicBezTo>
                  <a:pt x="13575" y="10051"/>
                  <a:pt x="13500" y="10173"/>
                  <a:pt x="13500" y="10309"/>
                </a:cubicBezTo>
                <a:cubicBezTo>
                  <a:pt x="13500" y="10580"/>
                  <a:pt x="13802" y="10800"/>
                  <a:pt x="14175" y="10800"/>
                </a:cubicBezTo>
                <a:cubicBezTo>
                  <a:pt x="14362" y="10800"/>
                  <a:pt x="14531" y="10745"/>
                  <a:pt x="14653" y="10656"/>
                </a:cubicBezTo>
                <a:lnTo>
                  <a:pt x="21402" y="5747"/>
                </a:lnTo>
                <a:cubicBezTo>
                  <a:pt x="21525" y="5658"/>
                  <a:pt x="21600" y="5536"/>
                  <a:pt x="21600" y="5400"/>
                </a:cubicBezTo>
                <a:cubicBezTo>
                  <a:pt x="21600" y="5264"/>
                  <a:pt x="21524" y="5142"/>
                  <a:pt x="21402" y="5052"/>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2" name="Shape 2922">
            <a:extLst>
              <a:ext uri="{FF2B5EF4-FFF2-40B4-BE49-F238E27FC236}">
                <a16:creationId xmlns:a16="http://schemas.microsoft.com/office/drawing/2014/main" id="{10CC7AE7-68E4-544D-EC9B-4DE803FEDBC0}"/>
              </a:ext>
            </a:extLst>
          </p:cNvPr>
          <p:cNvSpPr/>
          <p:nvPr/>
        </p:nvSpPr>
        <p:spPr>
          <a:xfrm>
            <a:off x="11055427" y="2221353"/>
            <a:ext cx="279328" cy="203148"/>
          </a:xfrm>
          <a:custGeom>
            <a:avLst/>
            <a:gdLst/>
            <a:ahLst/>
            <a:cxnLst>
              <a:cxn ang="0">
                <a:pos x="wd2" y="hd2"/>
              </a:cxn>
              <a:cxn ang="5400000">
                <a:pos x="wd2" y="hd2"/>
              </a:cxn>
              <a:cxn ang="10800000">
                <a:pos x="wd2" y="hd2"/>
              </a:cxn>
              <a:cxn ang="16200000">
                <a:pos x="wd2" y="hd2"/>
              </a:cxn>
            </a:cxnLst>
            <a:rect l="0" t="0" r="r" b="b"/>
            <a:pathLst>
              <a:path w="21600" h="21600" extrusionOk="0">
                <a:moveTo>
                  <a:pt x="16691" y="12546"/>
                </a:moveTo>
                <a:lnTo>
                  <a:pt x="16691" y="2304"/>
                </a:lnTo>
                <a:lnTo>
                  <a:pt x="20415" y="7425"/>
                </a:lnTo>
                <a:cubicBezTo>
                  <a:pt x="20415" y="7425"/>
                  <a:pt x="16691" y="12546"/>
                  <a:pt x="16691" y="12546"/>
                </a:cubicBezTo>
                <a:close/>
                <a:moveTo>
                  <a:pt x="21456" y="6948"/>
                </a:moveTo>
                <a:lnTo>
                  <a:pt x="16548" y="198"/>
                </a:lnTo>
                <a:cubicBezTo>
                  <a:pt x="16458" y="76"/>
                  <a:pt x="16336" y="0"/>
                  <a:pt x="16200" y="0"/>
                </a:cubicBezTo>
                <a:cubicBezTo>
                  <a:pt x="15929" y="0"/>
                  <a:pt x="15709" y="302"/>
                  <a:pt x="15709" y="675"/>
                </a:cubicBezTo>
                <a:lnTo>
                  <a:pt x="15709" y="6750"/>
                </a:lnTo>
                <a:lnTo>
                  <a:pt x="491" y="6750"/>
                </a:lnTo>
                <a:cubicBezTo>
                  <a:pt x="220" y="6750"/>
                  <a:pt x="0" y="7052"/>
                  <a:pt x="0" y="7425"/>
                </a:cubicBezTo>
                <a:lnTo>
                  <a:pt x="0" y="20925"/>
                </a:lnTo>
                <a:cubicBezTo>
                  <a:pt x="0" y="21298"/>
                  <a:pt x="220" y="21600"/>
                  <a:pt x="491" y="21600"/>
                </a:cubicBezTo>
                <a:cubicBezTo>
                  <a:pt x="762" y="21600"/>
                  <a:pt x="982" y="21298"/>
                  <a:pt x="982" y="20925"/>
                </a:cubicBezTo>
                <a:lnTo>
                  <a:pt x="982" y="8100"/>
                </a:lnTo>
                <a:lnTo>
                  <a:pt x="15709" y="8100"/>
                </a:lnTo>
                <a:lnTo>
                  <a:pt x="15709" y="14175"/>
                </a:lnTo>
                <a:cubicBezTo>
                  <a:pt x="15709" y="14548"/>
                  <a:pt x="15929" y="14850"/>
                  <a:pt x="16200" y="14850"/>
                </a:cubicBezTo>
                <a:cubicBezTo>
                  <a:pt x="16336" y="14850"/>
                  <a:pt x="16458" y="14775"/>
                  <a:pt x="16547" y="14652"/>
                </a:cubicBezTo>
                <a:lnTo>
                  <a:pt x="21456" y="7903"/>
                </a:lnTo>
                <a:cubicBezTo>
                  <a:pt x="21545" y="7781"/>
                  <a:pt x="21600" y="7612"/>
                  <a:pt x="21600" y="7425"/>
                </a:cubicBezTo>
                <a:cubicBezTo>
                  <a:pt x="21600" y="7238"/>
                  <a:pt x="21545" y="7070"/>
                  <a:pt x="21456" y="6948"/>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3" name="Shape 2923">
            <a:extLst>
              <a:ext uri="{FF2B5EF4-FFF2-40B4-BE49-F238E27FC236}">
                <a16:creationId xmlns:a16="http://schemas.microsoft.com/office/drawing/2014/main" id="{4B3930EB-C245-1D7E-5EEA-26D1FE5D4F7E}"/>
              </a:ext>
            </a:extLst>
          </p:cNvPr>
          <p:cNvSpPr/>
          <p:nvPr/>
        </p:nvSpPr>
        <p:spPr>
          <a:xfrm>
            <a:off x="6256078" y="271652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1109" y="0"/>
                </a:moveTo>
                <a:lnTo>
                  <a:pt x="14236" y="0"/>
                </a:lnTo>
                <a:cubicBezTo>
                  <a:pt x="13966" y="0"/>
                  <a:pt x="13745" y="220"/>
                  <a:pt x="13745" y="491"/>
                </a:cubicBezTo>
                <a:cubicBezTo>
                  <a:pt x="13745" y="762"/>
                  <a:pt x="13966" y="982"/>
                  <a:pt x="14236" y="982"/>
                </a:cubicBezTo>
                <a:lnTo>
                  <a:pt x="19924" y="982"/>
                </a:lnTo>
                <a:lnTo>
                  <a:pt x="11926" y="8980"/>
                </a:lnTo>
                <a:cubicBezTo>
                  <a:pt x="11837" y="9069"/>
                  <a:pt x="11782" y="9192"/>
                  <a:pt x="11782" y="9327"/>
                </a:cubicBezTo>
                <a:cubicBezTo>
                  <a:pt x="11782" y="9599"/>
                  <a:pt x="12002" y="9818"/>
                  <a:pt x="12273" y="9818"/>
                </a:cubicBezTo>
                <a:cubicBezTo>
                  <a:pt x="12408" y="9818"/>
                  <a:pt x="12531" y="9764"/>
                  <a:pt x="12620" y="9674"/>
                </a:cubicBezTo>
                <a:lnTo>
                  <a:pt x="20618" y="1676"/>
                </a:lnTo>
                <a:lnTo>
                  <a:pt x="20618" y="7364"/>
                </a:lnTo>
                <a:cubicBezTo>
                  <a:pt x="20618" y="7635"/>
                  <a:pt x="20838" y="7855"/>
                  <a:pt x="21109" y="7855"/>
                </a:cubicBezTo>
                <a:cubicBezTo>
                  <a:pt x="21380" y="7855"/>
                  <a:pt x="21600" y="7635"/>
                  <a:pt x="21600" y="7364"/>
                </a:cubicBezTo>
                <a:lnTo>
                  <a:pt x="21600" y="491"/>
                </a:lnTo>
                <a:cubicBezTo>
                  <a:pt x="21600" y="220"/>
                  <a:pt x="21380" y="0"/>
                  <a:pt x="21109" y="0"/>
                </a:cubicBezTo>
                <a:moveTo>
                  <a:pt x="9327" y="11782"/>
                </a:moveTo>
                <a:cubicBezTo>
                  <a:pt x="9192" y="11782"/>
                  <a:pt x="9069" y="11837"/>
                  <a:pt x="8980" y="11926"/>
                </a:cubicBezTo>
                <a:lnTo>
                  <a:pt x="982" y="19924"/>
                </a:lnTo>
                <a:lnTo>
                  <a:pt x="982" y="14236"/>
                </a:lnTo>
                <a:cubicBezTo>
                  <a:pt x="982" y="13966"/>
                  <a:pt x="762" y="13745"/>
                  <a:pt x="491" y="13745"/>
                </a:cubicBezTo>
                <a:cubicBezTo>
                  <a:pt x="220" y="13745"/>
                  <a:pt x="0" y="13966"/>
                  <a:pt x="0" y="14236"/>
                </a:cubicBezTo>
                <a:lnTo>
                  <a:pt x="0" y="21109"/>
                </a:lnTo>
                <a:cubicBezTo>
                  <a:pt x="0" y="21380"/>
                  <a:pt x="220" y="21600"/>
                  <a:pt x="491" y="21600"/>
                </a:cubicBezTo>
                <a:lnTo>
                  <a:pt x="7364" y="21600"/>
                </a:lnTo>
                <a:cubicBezTo>
                  <a:pt x="7634" y="21600"/>
                  <a:pt x="7855" y="21380"/>
                  <a:pt x="7855" y="21109"/>
                </a:cubicBezTo>
                <a:cubicBezTo>
                  <a:pt x="7855" y="20838"/>
                  <a:pt x="7634" y="20618"/>
                  <a:pt x="7364" y="20618"/>
                </a:cubicBezTo>
                <a:lnTo>
                  <a:pt x="1676" y="20618"/>
                </a:lnTo>
                <a:lnTo>
                  <a:pt x="9674" y="12620"/>
                </a:lnTo>
                <a:cubicBezTo>
                  <a:pt x="9763" y="12531"/>
                  <a:pt x="9818" y="12408"/>
                  <a:pt x="9818" y="12273"/>
                </a:cubicBezTo>
                <a:cubicBezTo>
                  <a:pt x="9818" y="12002"/>
                  <a:pt x="9598" y="11782"/>
                  <a:pt x="9327" y="11782"/>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4" name="Shape 2924">
            <a:extLst>
              <a:ext uri="{FF2B5EF4-FFF2-40B4-BE49-F238E27FC236}">
                <a16:creationId xmlns:a16="http://schemas.microsoft.com/office/drawing/2014/main" id="{D3140339-FE57-8AC1-0912-80ACA426DB18}"/>
              </a:ext>
            </a:extLst>
          </p:cNvPr>
          <p:cNvSpPr/>
          <p:nvPr/>
        </p:nvSpPr>
        <p:spPr>
          <a:xfrm>
            <a:off x="6789339" y="271652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1600" y="491"/>
                </a:moveTo>
                <a:cubicBezTo>
                  <a:pt x="21600" y="220"/>
                  <a:pt x="21380" y="0"/>
                  <a:pt x="21109" y="0"/>
                </a:cubicBezTo>
                <a:cubicBezTo>
                  <a:pt x="20974" y="0"/>
                  <a:pt x="20851" y="55"/>
                  <a:pt x="20762" y="144"/>
                </a:cubicBezTo>
                <a:lnTo>
                  <a:pt x="12764" y="8142"/>
                </a:lnTo>
                <a:lnTo>
                  <a:pt x="12764" y="2455"/>
                </a:lnTo>
                <a:cubicBezTo>
                  <a:pt x="12764" y="2184"/>
                  <a:pt x="12544" y="1964"/>
                  <a:pt x="12273" y="1964"/>
                </a:cubicBezTo>
                <a:cubicBezTo>
                  <a:pt x="12002" y="1964"/>
                  <a:pt x="11782" y="2184"/>
                  <a:pt x="11782" y="2455"/>
                </a:cubicBezTo>
                <a:lnTo>
                  <a:pt x="11782" y="9327"/>
                </a:lnTo>
                <a:cubicBezTo>
                  <a:pt x="11782" y="9599"/>
                  <a:pt x="12002" y="9818"/>
                  <a:pt x="12273" y="9818"/>
                </a:cubicBezTo>
                <a:lnTo>
                  <a:pt x="19145" y="9818"/>
                </a:lnTo>
                <a:cubicBezTo>
                  <a:pt x="19416" y="9818"/>
                  <a:pt x="19636" y="9599"/>
                  <a:pt x="19636" y="9327"/>
                </a:cubicBezTo>
                <a:cubicBezTo>
                  <a:pt x="19636" y="9056"/>
                  <a:pt x="19416" y="8836"/>
                  <a:pt x="19145" y="8836"/>
                </a:cubicBezTo>
                <a:lnTo>
                  <a:pt x="13458" y="8836"/>
                </a:lnTo>
                <a:lnTo>
                  <a:pt x="21456" y="838"/>
                </a:lnTo>
                <a:cubicBezTo>
                  <a:pt x="21545" y="750"/>
                  <a:pt x="21600" y="627"/>
                  <a:pt x="21600" y="491"/>
                </a:cubicBezTo>
                <a:moveTo>
                  <a:pt x="9327" y="11782"/>
                </a:moveTo>
                <a:lnTo>
                  <a:pt x="2455" y="11782"/>
                </a:lnTo>
                <a:cubicBezTo>
                  <a:pt x="2184" y="11782"/>
                  <a:pt x="1964" y="12002"/>
                  <a:pt x="1964" y="12273"/>
                </a:cubicBezTo>
                <a:cubicBezTo>
                  <a:pt x="1964" y="12544"/>
                  <a:pt x="2184" y="12764"/>
                  <a:pt x="2455" y="12764"/>
                </a:cubicBezTo>
                <a:lnTo>
                  <a:pt x="8142" y="12764"/>
                </a:lnTo>
                <a:lnTo>
                  <a:pt x="144" y="20762"/>
                </a:lnTo>
                <a:cubicBezTo>
                  <a:pt x="55" y="20851"/>
                  <a:pt x="0" y="20973"/>
                  <a:pt x="0" y="21109"/>
                </a:cubicBezTo>
                <a:cubicBezTo>
                  <a:pt x="0" y="21380"/>
                  <a:pt x="220" y="21600"/>
                  <a:pt x="491" y="21600"/>
                </a:cubicBezTo>
                <a:cubicBezTo>
                  <a:pt x="626" y="21600"/>
                  <a:pt x="749" y="21545"/>
                  <a:pt x="838" y="21456"/>
                </a:cubicBezTo>
                <a:lnTo>
                  <a:pt x="8836" y="13458"/>
                </a:lnTo>
                <a:lnTo>
                  <a:pt x="8836" y="19145"/>
                </a:lnTo>
                <a:cubicBezTo>
                  <a:pt x="8836" y="19417"/>
                  <a:pt x="9056" y="19636"/>
                  <a:pt x="9327" y="19636"/>
                </a:cubicBezTo>
                <a:cubicBezTo>
                  <a:pt x="9598" y="19636"/>
                  <a:pt x="9818" y="19417"/>
                  <a:pt x="9818" y="19145"/>
                </a:cubicBezTo>
                <a:lnTo>
                  <a:pt x="9818" y="12273"/>
                </a:lnTo>
                <a:cubicBezTo>
                  <a:pt x="9818" y="12002"/>
                  <a:pt x="9598" y="11782"/>
                  <a:pt x="9327" y="11782"/>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5" name="Shape 2925">
            <a:extLst>
              <a:ext uri="{FF2B5EF4-FFF2-40B4-BE49-F238E27FC236}">
                <a16:creationId xmlns:a16="http://schemas.microsoft.com/office/drawing/2014/main" id="{75495809-F6F6-34D0-5808-BD54847176BF}"/>
              </a:ext>
            </a:extLst>
          </p:cNvPr>
          <p:cNvSpPr/>
          <p:nvPr/>
        </p:nvSpPr>
        <p:spPr>
          <a:xfrm>
            <a:off x="7322600" y="271652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1109" y="0"/>
                </a:moveTo>
                <a:lnTo>
                  <a:pt x="16200" y="0"/>
                </a:lnTo>
                <a:cubicBezTo>
                  <a:pt x="15929" y="0"/>
                  <a:pt x="15709" y="220"/>
                  <a:pt x="15709" y="491"/>
                </a:cubicBezTo>
                <a:cubicBezTo>
                  <a:pt x="15709" y="762"/>
                  <a:pt x="15929" y="982"/>
                  <a:pt x="16200" y="982"/>
                </a:cubicBezTo>
                <a:lnTo>
                  <a:pt x="19924" y="982"/>
                </a:lnTo>
                <a:lnTo>
                  <a:pt x="6035" y="14871"/>
                </a:lnTo>
                <a:cubicBezTo>
                  <a:pt x="5946" y="14960"/>
                  <a:pt x="5891" y="15083"/>
                  <a:pt x="5891" y="15218"/>
                </a:cubicBezTo>
                <a:cubicBezTo>
                  <a:pt x="5891" y="15489"/>
                  <a:pt x="6111" y="15709"/>
                  <a:pt x="6382" y="15709"/>
                </a:cubicBezTo>
                <a:cubicBezTo>
                  <a:pt x="6517" y="15709"/>
                  <a:pt x="6640" y="15654"/>
                  <a:pt x="6729" y="15565"/>
                </a:cubicBezTo>
                <a:lnTo>
                  <a:pt x="20618" y="1676"/>
                </a:lnTo>
                <a:lnTo>
                  <a:pt x="20618" y="5400"/>
                </a:lnTo>
                <a:cubicBezTo>
                  <a:pt x="20618" y="5671"/>
                  <a:pt x="20838" y="5890"/>
                  <a:pt x="21109" y="5890"/>
                </a:cubicBezTo>
                <a:cubicBezTo>
                  <a:pt x="21380" y="5890"/>
                  <a:pt x="21600" y="5671"/>
                  <a:pt x="21600" y="5400"/>
                </a:cubicBezTo>
                <a:lnTo>
                  <a:pt x="21600" y="491"/>
                </a:lnTo>
                <a:cubicBezTo>
                  <a:pt x="21600" y="220"/>
                  <a:pt x="21380" y="0"/>
                  <a:pt x="21109" y="0"/>
                </a:cubicBezTo>
                <a:moveTo>
                  <a:pt x="17182" y="6873"/>
                </a:moveTo>
                <a:cubicBezTo>
                  <a:pt x="16911" y="6873"/>
                  <a:pt x="16691" y="7092"/>
                  <a:pt x="16691" y="7364"/>
                </a:cubicBezTo>
                <a:lnTo>
                  <a:pt x="16691" y="20618"/>
                </a:lnTo>
                <a:lnTo>
                  <a:pt x="982" y="20618"/>
                </a:lnTo>
                <a:lnTo>
                  <a:pt x="982" y="4909"/>
                </a:lnTo>
                <a:lnTo>
                  <a:pt x="14236" y="4909"/>
                </a:lnTo>
                <a:cubicBezTo>
                  <a:pt x="14507" y="4909"/>
                  <a:pt x="14727" y="4689"/>
                  <a:pt x="14727" y="4418"/>
                </a:cubicBezTo>
                <a:cubicBezTo>
                  <a:pt x="14727" y="4147"/>
                  <a:pt x="14507" y="3927"/>
                  <a:pt x="14236" y="3927"/>
                </a:cubicBezTo>
                <a:lnTo>
                  <a:pt x="491" y="3927"/>
                </a:lnTo>
                <a:cubicBezTo>
                  <a:pt x="220" y="3927"/>
                  <a:pt x="0" y="4147"/>
                  <a:pt x="0" y="4418"/>
                </a:cubicBezTo>
                <a:lnTo>
                  <a:pt x="0" y="21109"/>
                </a:lnTo>
                <a:cubicBezTo>
                  <a:pt x="0" y="21380"/>
                  <a:pt x="220" y="21600"/>
                  <a:pt x="491" y="21600"/>
                </a:cubicBezTo>
                <a:lnTo>
                  <a:pt x="17182" y="21600"/>
                </a:lnTo>
                <a:cubicBezTo>
                  <a:pt x="17453" y="21600"/>
                  <a:pt x="17673" y="21380"/>
                  <a:pt x="17673" y="21109"/>
                </a:cubicBezTo>
                <a:lnTo>
                  <a:pt x="17673" y="7364"/>
                </a:lnTo>
                <a:cubicBezTo>
                  <a:pt x="17673" y="7092"/>
                  <a:pt x="17453" y="6873"/>
                  <a:pt x="17182" y="687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6" name="Shape 2926">
            <a:extLst>
              <a:ext uri="{FF2B5EF4-FFF2-40B4-BE49-F238E27FC236}">
                <a16:creationId xmlns:a16="http://schemas.microsoft.com/office/drawing/2014/main" id="{86464060-4F57-0263-3FD6-964246A53395}"/>
              </a:ext>
            </a:extLst>
          </p:cNvPr>
          <p:cNvSpPr/>
          <p:nvPr/>
        </p:nvSpPr>
        <p:spPr>
          <a:xfrm>
            <a:off x="7855861" y="271652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5709" y="20383"/>
                </a:moveTo>
                <a:lnTo>
                  <a:pt x="11424" y="15709"/>
                </a:lnTo>
                <a:lnTo>
                  <a:pt x="13255" y="15709"/>
                </a:lnTo>
                <a:cubicBezTo>
                  <a:pt x="13525" y="15709"/>
                  <a:pt x="13745" y="15490"/>
                  <a:pt x="13745" y="15218"/>
                </a:cubicBezTo>
                <a:lnTo>
                  <a:pt x="13745" y="14727"/>
                </a:lnTo>
                <a:cubicBezTo>
                  <a:pt x="13635" y="12724"/>
                  <a:pt x="12844" y="5590"/>
                  <a:pt x="7448" y="1949"/>
                </a:cubicBezTo>
                <a:cubicBezTo>
                  <a:pt x="16407" y="4809"/>
                  <a:pt x="17536" y="12588"/>
                  <a:pt x="17673" y="14727"/>
                </a:cubicBezTo>
                <a:lnTo>
                  <a:pt x="17673" y="15218"/>
                </a:lnTo>
                <a:cubicBezTo>
                  <a:pt x="17673" y="15490"/>
                  <a:pt x="17893" y="15709"/>
                  <a:pt x="18164" y="15709"/>
                </a:cubicBezTo>
                <a:lnTo>
                  <a:pt x="19994" y="15709"/>
                </a:lnTo>
                <a:cubicBezTo>
                  <a:pt x="19994" y="15709"/>
                  <a:pt x="15709" y="20383"/>
                  <a:pt x="15709" y="20383"/>
                </a:cubicBezTo>
                <a:close/>
                <a:moveTo>
                  <a:pt x="21109" y="14727"/>
                </a:moveTo>
                <a:lnTo>
                  <a:pt x="18658" y="14727"/>
                </a:lnTo>
                <a:cubicBezTo>
                  <a:pt x="18450" y="12130"/>
                  <a:pt x="16610" y="0"/>
                  <a:pt x="491" y="0"/>
                </a:cubicBezTo>
                <a:cubicBezTo>
                  <a:pt x="219" y="0"/>
                  <a:pt x="0" y="220"/>
                  <a:pt x="0" y="491"/>
                </a:cubicBezTo>
                <a:cubicBezTo>
                  <a:pt x="0" y="762"/>
                  <a:pt x="219" y="982"/>
                  <a:pt x="491" y="982"/>
                </a:cubicBezTo>
                <a:cubicBezTo>
                  <a:pt x="5558" y="982"/>
                  <a:pt x="9160" y="3417"/>
                  <a:pt x="11196" y="8250"/>
                </a:cubicBezTo>
                <a:cubicBezTo>
                  <a:pt x="12394" y="11093"/>
                  <a:pt x="12657" y="13684"/>
                  <a:pt x="12715" y="14727"/>
                </a:cubicBezTo>
                <a:lnTo>
                  <a:pt x="10309" y="14727"/>
                </a:lnTo>
                <a:cubicBezTo>
                  <a:pt x="10038" y="14727"/>
                  <a:pt x="9818" y="14947"/>
                  <a:pt x="9818" y="15218"/>
                </a:cubicBezTo>
                <a:cubicBezTo>
                  <a:pt x="9818" y="15354"/>
                  <a:pt x="9873" y="15477"/>
                  <a:pt x="9962" y="15566"/>
                </a:cubicBezTo>
                <a:lnTo>
                  <a:pt x="15362" y="21456"/>
                </a:lnTo>
                <a:cubicBezTo>
                  <a:pt x="15450" y="21545"/>
                  <a:pt x="15574" y="21600"/>
                  <a:pt x="15709" y="21600"/>
                </a:cubicBezTo>
                <a:cubicBezTo>
                  <a:pt x="15845" y="21600"/>
                  <a:pt x="15967" y="21545"/>
                  <a:pt x="16056" y="21456"/>
                </a:cubicBezTo>
                <a:lnTo>
                  <a:pt x="21456" y="15566"/>
                </a:lnTo>
                <a:cubicBezTo>
                  <a:pt x="21545" y="15477"/>
                  <a:pt x="21600" y="15354"/>
                  <a:pt x="21600" y="15218"/>
                </a:cubicBezTo>
                <a:cubicBezTo>
                  <a:pt x="21600" y="14947"/>
                  <a:pt x="21380" y="14727"/>
                  <a:pt x="21109" y="14727"/>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7" name="Shape 2927">
            <a:extLst>
              <a:ext uri="{FF2B5EF4-FFF2-40B4-BE49-F238E27FC236}">
                <a16:creationId xmlns:a16="http://schemas.microsoft.com/office/drawing/2014/main" id="{5A0CB387-D98A-FB0D-CD63-FE499176A036}"/>
              </a:ext>
            </a:extLst>
          </p:cNvPr>
          <p:cNvSpPr/>
          <p:nvPr/>
        </p:nvSpPr>
        <p:spPr>
          <a:xfrm>
            <a:off x="8389122" y="271652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8164" y="5891"/>
                </a:moveTo>
                <a:cubicBezTo>
                  <a:pt x="17893" y="5891"/>
                  <a:pt x="17673" y="6111"/>
                  <a:pt x="17673" y="6382"/>
                </a:cubicBezTo>
                <a:lnTo>
                  <a:pt x="17673" y="6873"/>
                </a:lnTo>
                <a:cubicBezTo>
                  <a:pt x="17536" y="9012"/>
                  <a:pt x="16407" y="16791"/>
                  <a:pt x="7448" y="19651"/>
                </a:cubicBezTo>
                <a:cubicBezTo>
                  <a:pt x="12844" y="16010"/>
                  <a:pt x="13635" y="8876"/>
                  <a:pt x="13745" y="6873"/>
                </a:cubicBezTo>
                <a:lnTo>
                  <a:pt x="13745" y="6382"/>
                </a:lnTo>
                <a:cubicBezTo>
                  <a:pt x="13745" y="6111"/>
                  <a:pt x="13525" y="5891"/>
                  <a:pt x="13255" y="5891"/>
                </a:cubicBezTo>
                <a:lnTo>
                  <a:pt x="11424" y="5891"/>
                </a:lnTo>
                <a:lnTo>
                  <a:pt x="15709" y="1217"/>
                </a:lnTo>
                <a:lnTo>
                  <a:pt x="19994" y="5891"/>
                </a:lnTo>
                <a:cubicBezTo>
                  <a:pt x="19994" y="5891"/>
                  <a:pt x="18164" y="5891"/>
                  <a:pt x="18164" y="5891"/>
                </a:cubicBezTo>
                <a:close/>
                <a:moveTo>
                  <a:pt x="21456" y="6035"/>
                </a:moveTo>
                <a:lnTo>
                  <a:pt x="16056" y="144"/>
                </a:lnTo>
                <a:cubicBezTo>
                  <a:pt x="15967" y="55"/>
                  <a:pt x="15845" y="0"/>
                  <a:pt x="15709" y="0"/>
                </a:cubicBezTo>
                <a:cubicBezTo>
                  <a:pt x="15573" y="0"/>
                  <a:pt x="15450" y="55"/>
                  <a:pt x="15362" y="144"/>
                </a:cubicBezTo>
                <a:lnTo>
                  <a:pt x="9962" y="6035"/>
                </a:lnTo>
                <a:cubicBezTo>
                  <a:pt x="9873" y="6124"/>
                  <a:pt x="9818" y="6247"/>
                  <a:pt x="9818" y="6382"/>
                </a:cubicBezTo>
                <a:cubicBezTo>
                  <a:pt x="9818" y="6653"/>
                  <a:pt x="10038" y="6873"/>
                  <a:pt x="10309" y="6873"/>
                </a:cubicBezTo>
                <a:lnTo>
                  <a:pt x="12715" y="6873"/>
                </a:lnTo>
                <a:cubicBezTo>
                  <a:pt x="12657" y="7916"/>
                  <a:pt x="12394" y="10507"/>
                  <a:pt x="11196" y="13351"/>
                </a:cubicBezTo>
                <a:cubicBezTo>
                  <a:pt x="9160" y="18184"/>
                  <a:pt x="5558" y="20618"/>
                  <a:pt x="491" y="20618"/>
                </a:cubicBezTo>
                <a:cubicBezTo>
                  <a:pt x="219" y="20618"/>
                  <a:pt x="0" y="20838"/>
                  <a:pt x="0" y="21109"/>
                </a:cubicBezTo>
                <a:cubicBezTo>
                  <a:pt x="0" y="21380"/>
                  <a:pt x="219" y="21600"/>
                  <a:pt x="491" y="21600"/>
                </a:cubicBezTo>
                <a:cubicBezTo>
                  <a:pt x="16610" y="21600"/>
                  <a:pt x="18450" y="9470"/>
                  <a:pt x="18658" y="6873"/>
                </a:cubicBezTo>
                <a:lnTo>
                  <a:pt x="21109" y="6873"/>
                </a:lnTo>
                <a:cubicBezTo>
                  <a:pt x="21380" y="6873"/>
                  <a:pt x="21600" y="6653"/>
                  <a:pt x="21600" y="6382"/>
                </a:cubicBezTo>
                <a:cubicBezTo>
                  <a:pt x="21600" y="6247"/>
                  <a:pt x="21545" y="6124"/>
                  <a:pt x="21456" y="6035"/>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8" name="Shape 2928">
            <a:extLst>
              <a:ext uri="{FF2B5EF4-FFF2-40B4-BE49-F238E27FC236}">
                <a16:creationId xmlns:a16="http://schemas.microsoft.com/office/drawing/2014/main" id="{0715B76F-E2DE-C659-5247-40A219640784}"/>
              </a:ext>
            </a:extLst>
          </p:cNvPr>
          <p:cNvSpPr/>
          <p:nvPr/>
        </p:nvSpPr>
        <p:spPr>
          <a:xfrm>
            <a:off x="8922383" y="271652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6873" y="7855"/>
                </a:moveTo>
                <a:lnTo>
                  <a:pt x="6382" y="7855"/>
                </a:lnTo>
                <a:cubicBezTo>
                  <a:pt x="6110" y="7855"/>
                  <a:pt x="5891" y="8075"/>
                  <a:pt x="5891" y="8345"/>
                </a:cubicBezTo>
                <a:lnTo>
                  <a:pt x="5891" y="10176"/>
                </a:lnTo>
                <a:lnTo>
                  <a:pt x="1216" y="5891"/>
                </a:lnTo>
                <a:lnTo>
                  <a:pt x="5891" y="1606"/>
                </a:lnTo>
                <a:lnTo>
                  <a:pt x="5891" y="3436"/>
                </a:lnTo>
                <a:cubicBezTo>
                  <a:pt x="5891" y="3708"/>
                  <a:pt x="6110" y="3927"/>
                  <a:pt x="6382" y="3927"/>
                </a:cubicBezTo>
                <a:lnTo>
                  <a:pt x="6873" y="3927"/>
                </a:lnTo>
                <a:cubicBezTo>
                  <a:pt x="9012" y="4064"/>
                  <a:pt x="16791" y="5193"/>
                  <a:pt x="19651" y="14152"/>
                </a:cubicBezTo>
                <a:cubicBezTo>
                  <a:pt x="16010" y="8756"/>
                  <a:pt x="8876" y="7965"/>
                  <a:pt x="6873" y="7855"/>
                </a:cubicBezTo>
                <a:moveTo>
                  <a:pt x="6873" y="2942"/>
                </a:moveTo>
                <a:lnTo>
                  <a:pt x="6873" y="491"/>
                </a:lnTo>
                <a:cubicBezTo>
                  <a:pt x="6873" y="220"/>
                  <a:pt x="6653" y="0"/>
                  <a:pt x="6382" y="0"/>
                </a:cubicBezTo>
                <a:cubicBezTo>
                  <a:pt x="6246" y="0"/>
                  <a:pt x="6123" y="55"/>
                  <a:pt x="6035" y="144"/>
                </a:cubicBezTo>
                <a:lnTo>
                  <a:pt x="144" y="5544"/>
                </a:lnTo>
                <a:cubicBezTo>
                  <a:pt x="55" y="5633"/>
                  <a:pt x="0" y="5756"/>
                  <a:pt x="0" y="5891"/>
                </a:cubicBezTo>
                <a:cubicBezTo>
                  <a:pt x="0" y="6027"/>
                  <a:pt x="55" y="6150"/>
                  <a:pt x="144" y="6238"/>
                </a:cubicBezTo>
                <a:lnTo>
                  <a:pt x="6035" y="11638"/>
                </a:lnTo>
                <a:cubicBezTo>
                  <a:pt x="6123" y="11727"/>
                  <a:pt x="6246" y="11782"/>
                  <a:pt x="6382" y="11782"/>
                </a:cubicBezTo>
                <a:cubicBezTo>
                  <a:pt x="6653" y="11782"/>
                  <a:pt x="6873" y="11562"/>
                  <a:pt x="6873" y="11291"/>
                </a:cubicBezTo>
                <a:lnTo>
                  <a:pt x="6873" y="8884"/>
                </a:lnTo>
                <a:cubicBezTo>
                  <a:pt x="7916" y="8943"/>
                  <a:pt x="10507" y="9206"/>
                  <a:pt x="13350" y="10404"/>
                </a:cubicBezTo>
                <a:cubicBezTo>
                  <a:pt x="18183" y="12440"/>
                  <a:pt x="20618" y="16042"/>
                  <a:pt x="20618" y="21109"/>
                </a:cubicBezTo>
                <a:cubicBezTo>
                  <a:pt x="20618" y="21380"/>
                  <a:pt x="20838" y="21600"/>
                  <a:pt x="21109" y="21600"/>
                </a:cubicBezTo>
                <a:cubicBezTo>
                  <a:pt x="21380" y="21600"/>
                  <a:pt x="21600" y="21380"/>
                  <a:pt x="21600" y="21109"/>
                </a:cubicBezTo>
                <a:cubicBezTo>
                  <a:pt x="21600" y="4990"/>
                  <a:pt x="9470" y="3150"/>
                  <a:pt x="6873" y="2942"/>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9" name="Shape 2929">
            <a:extLst>
              <a:ext uri="{FF2B5EF4-FFF2-40B4-BE49-F238E27FC236}">
                <a16:creationId xmlns:a16="http://schemas.microsoft.com/office/drawing/2014/main" id="{D6F2178B-2A27-F322-F42E-A185E4B5A9C3}"/>
              </a:ext>
            </a:extLst>
          </p:cNvPr>
          <p:cNvSpPr/>
          <p:nvPr/>
        </p:nvSpPr>
        <p:spPr>
          <a:xfrm>
            <a:off x="9455644" y="271652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5709" y="10176"/>
                </a:moveTo>
                <a:lnTo>
                  <a:pt x="15709" y="8345"/>
                </a:lnTo>
                <a:cubicBezTo>
                  <a:pt x="15709" y="8075"/>
                  <a:pt x="15490" y="7855"/>
                  <a:pt x="15218" y="7855"/>
                </a:cubicBezTo>
                <a:lnTo>
                  <a:pt x="14727" y="7855"/>
                </a:lnTo>
                <a:cubicBezTo>
                  <a:pt x="12724" y="7965"/>
                  <a:pt x="5590" y="8756"/>
                  <a:pt x="1949" y="14152"/>
                </a:cubicBezTo>
                <a:cubicBezTo>
                  <a:pt x="4809" y="5193"/>
                  <a:pt x="12588" y="4064"/>
                  <a:pt x="14727" y="3927"/>
                </a:cubicBezTo>
                <a:lnTo>
                  <a:pt x="15218" y="3927"/>
                </a:lnTo>
                <a:cubicBezTo>
                  <a:pt x="15490" y="3927"/>
                  <a:pt x="15709" y="3708"/>
                  <a:pt x="15709" y="3436"/>
                </a:cubicBezTo>
                <a:lnTo>
                  <a:pt x="15709" y="1606"/>
                </a:lnTo>
                <a:lnTo>
                  <a:pt x="20383" y="5891"/>
                </a:lnTo>
                <a:cubicBezTo>
                  <a:pt x="20383" y="5891"/>
                  <a:pt x="15709" y="10176"/>
                  <a:pt x="15709" y="10176"/>
                </a:cubicBezTo>
                <a:close/>
                <a:moveTo>
                  <a:pt x="21456" y="5544"/>
                </a:moveTo>
                <a:lnTo>
                  <a:pt x="15565" y="144"/>
                </a:lnTo>
                <a:cubicBezTo>
                  <a:pt x="15477" y="55"/>
                  <a:pt x="15354" y="0"/>
                  <a:pt x="15218" y="0"/>
                </a:cubicBezTo>
                <a:cubicBezTo>
                  <a:pt x="14947" y="0"/>
                  <a:pt x="14727" y="220"/>
                  <a:pt x="14727" y="491"/>
                </a:cubicBezTo>
                <a:lnTo>
                  <a:pt x="14727" y="2942"/>
                </a:lnTo>
                <a:cubicBezTo>
                  <a:pt x="12130" y="3150"/>
                  <a:pt x="0" y="4991"/>
                  <a:pt x="0" y="21109"/>
                </a:cubicBezTo>
                <a:cubicBezTo>
                  <a:pt x="0" y="21380"/>
                  <a:pt x="220" y="21600"/>
                  <a:pt x="491" y="21600"/>
                </a:cubicBezTo>
                <a:cubicBezTo>
                  <a:pt x="762" y="21600"/>
                  <a:pt x="982" y="21380"/>
                  <a:pt x="982" y="21109"/>
                </a:cubicBezTo>
                <a:cubicBezTo>
                  <a:pt x="982" y="16042"/>
                  <a:pt x="3417" y="12440"/>
                  <a:pt x="8250" y="10404"/>
                </a:cubicBezTo>
                <a:cubicBezTo>
                  <a:pt x="11093" y="9206"/>
                  <a:pt x="13684" y="8943"/>
                  <a:pt x="14727" y="8884"/>
                </a:cubicBezTo>
                <a:lnTo>
                  <a:pt x="14727" y="11291"/>
                </a:lnTo>
                <a:cubicBezTo>
                  <a:pt x="14727" y="11562"/>
                  <a:pt x="14947" y="11782"/>
                  <a:pt x="15218" y="11782"/>
                </a:cubicBezTo>
                <a:cubicBezTo>
                  <a:pt x="15354" y="11782"/>
                  <a:pt x="15477" y="11727"/>
                  <a:pt x="15565" y="11638"/>
                </a:cubicBezTo>
                <a:lnTo>
                  <a:pt x="21456" y="6238"/>
                </a:lnTo>
                <a:cubicBezTo>
                  <a:pt x="21545" y="6150"/>
                  <a:pt x="21600" y="6027"/>
                  <a:pt x="21600" y="5891"/>
                </a:cubicBezTo>
                <a:cubicBezTo>
                  <a:pt x="21600" y="5756"/>
                  <a:pt x="21545" y="5633"/>
                  <a:pt x="21456" y="5544"/>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0" name="Shape 2930">
            <a:extLst>
              <a:ext uri="{FF2B5EF4-FFF2-40B4-BE49-F238E27FC236}">
                <a16:creationId xmlns:a16="http://schemas.microsoft.com/office/drawing/2014/main" id="{7DD914B7-9A1C-4176-7E63-109D09F0169F}"/>
              </a:ext>
            </a:extLst>
          </p:cNvPr>
          <p:cNvSpPr/>
          <p:nvPr/>
        </p:nvSpPr>
        <p:spPr>
          <a:xfrm>
            <a:off x="9988905" y="2767311"/>
            <a:ext cx="279328" cy="177754"/>
          </a:xfrm>
          <a:custGeom>
            <a:avLst/>
            <a:gdLst/>
            <a:ahLst/>
            <a:cxnLst>
              <a:cxn ang="0">
                <a:pos x="wd2" y="hd2"/>
              </a:cxn>
              <a:cxn ang="5400000">
                <a:pos x="wd2" y="hd2"/>
              </a:cxn>
              <a:cxn ang="10800000">
                <a:pos x="wd2" y="hd2"/>
              </a:cxn>
              <a:cxn ang="16200000">
                <a:pos x="wd2" y="hd2"/>
              </a:cxn>
            </a:cxnLst>
            <a:rect l="0" t="0" r="r" b="b"/>
            <a:pathLst>
              <a:path w="21600" h="21600" extrusionOk="0">
                <a:moveTo>
                  <a:pt x="15955" y="1543"/>
                </a:moveTo>
                <a:cubicBezTo>
                  <a:pt x="12837" y="1543"/>
                  <a:pt x="10309" y="5515"/>
                  <a:pt x="10309" y="10414"/>
                </a:cubicBezTo>
                <a:lnTo>
                  <a:pt x="10309" y="11186"/>
                </a:lnTo>
                <a:cubicBezTo>
                  <a:pt x="10309" y="15233"/>
                  <a:pt x="8221" y="18514"/>
                  <a:pt x="5645" y="18514"/>
                </a:cubicBezTo>
                <a:cubicBezTo>
                  <a:pt x="3070" y="18514"/>
                  <a:pt x="982" y="15233"/>
                  <a:pt x="982" y="11186"/>
                </a:cubicBezTo>
                <a:lnTo>
                  <a:pt x="982" y="10414"/>
                </a:lnTo>
                <a:cubicBezTo>
                  <a:pt x="982" y="6367"/>
                  <a:pt x="3070" y="3086"/>
                  <a:pt x="5645" y="3086"/>
                </a:cubicBezTo>
                <a:cubicBezTo>
                  <a:pt x="6670" y="3086"/>
                  <a:pt x="7575" y="3630"/>
                  <a:pt x="8321" y="4629"/>
                </a:cubicBezTo>
                <a:lnTo>
                  <a:pt x="6382" y="4629"/>
                </a:lnTo>
                <a:cubicBezTo>
                  <a:pt x="6110" y="4629"/>
                  <a:pt x="5891" y="4974"/>
                  <a:pt x="5891" y="5400"/>
                </a:cubicBezTo>
                <a:cubicBezTo>
                  <a:pt x="5891" y="5826"/>
                  <a:pt x="6110" y="6171"/>
                  <a:pt x="6382" y="6171"/>
                </a:cubicBezTo>
                <a:lnTo>
                  <a:pt x="9327" y="6171"/>
                </a:lnTo>
                <a:cubicBezTo>
                  <a:pt x="9599" y="6171"/>
                  <a:pt x="9818" y="5826"/>
                  <a:pt x="9818" y="5400"/>
                </a:cubicBezTo>
                <a:lnTo>
                  <a:pt x="9818" y="771"/>
                </a:lnTo>
                <a:cubicBezTo>
                  <a:pt x="9818" y="346"/>
                  <a:pt x="9599" y="0"/>
                  <a:pt x="9327" y="0"/>
                </a:cubicBezTo>
                <a:cubicBezTo>
                  <a:pt x="9056" y="0"/>
                  <a:pt x="8836" y="346"/>
                  <a:pt x="8836" y="771"/>
                </a:cubicBezTo>
                <a:lnTo>
                  <a:pt x="8836" y="3321"/>
                </a:lnTo>
                <a:cubicBezTo>
                  <a:pt x="7879" y="2160"/>
                  <a:pt x="6706" y="1543"/>
                  <a:pt x="5645" y="1543"/>
                </a:cubicBezTo>
                <a:cubicBezTo>
                  <a:pt x="2527" y="1543"/>
                  <a:pt x="0" y="5515"/>
                  <a:pt x="0" y="10414"/>
                </a:cubicBezTo>
                <a:lnTo>
                  <a:pt x="0" y="11186"/>
                </a:lnTo>
                <a:cubicBezTo>
                  <a:pt x="0" y="16085"/>
                  <a:pt x="2527" y="20057"/>
                  <a:pt x="5645" y="20057"/>
                </a:cubicBezTo>
                <a:cubicBezTo>
                  <a:pt x="8763" y="20057"/>
                  <a:pt x="11291" y="16085"/>
                  <a:pt x="11291" y="11186"/>
                </a:cubicBezTo>
                <a:lnTo>
                  <a:pt x="11291" y="10414"/>
                </a:lnTo>
                <a:cubicBezTo>
                  <a:pt x="11291" y="6367"/>
                  <a:pt x="13379" y="3086"/>
                  <a:pt x="15955" y="3086"/>
                </a:cubicBezTo>
                <a:cubicBezTo>
                  <a:pt x="18530" y="3086"/>
                  <a:pt x="20618" y="6367"/>
                  <a:pt x="20618" y="10414"/>
                </a:cubicBezTo>
                <a:lnTo>
                  <a:pt x="20618" y="11186"/>
                </a:lnTo>
                <a:cubicBezTo>
                  <a:pt x="20618" y="15233"/>
                  <a:pt x="18530" y="18514"/>
                  <a:pt x="15955" y="18514"/>
                </a:cubicBezTo>
                <a:cubicBezTo>
                  <a:pt x="14930" y="18514"/>
                  <a:pt x="14025" y="17970"/>
                  <a:pt x="13279" y="16971"/>
                </a:cubicBezTo>
                <a:lnTo>
                  <a:pt x="15218" y="16971"/>
                </a:lnTo>
                <a:cubicBezTo>
                  <a:pt x="15490" y="16971"/>
                  <a:pt x="15709" y="16626"/>
                  <a:pt x="15709" y="16200"/>
                </a:cubicBezTo>
                <a:cubicBezTo>
                  <a:pt x="15709" y="15774"/>
                  <a:pt x="15490" y="15429"/>
                  <a:pt x="15218" y="15429"/>
                </a:cubicBezTo>
                <a:lnTo>
                  <a:pt x="12273" y="15429"/>
                </a:lnTo>
                <a:cubicBezTo>
                  <a:pt x="12001" y="15429"/>
                  <a:pt x="11782" y="15774"/>
                  <a:pt x="11782" y="16200"/>
                </a:cubicBezTo>
                <a:lnTo>
                  <a:pt x="11782" y="20829"/>
                </a:lnTo>
                <a:cubicBezTo>
                  <a:pt x="11782" y="21255"/>
                  <a:pt x="12001" y="21600"/>
                  <a:pt x="12273" y="21600"/>
                </a:cubicBezTo>
                <a:cubicBezTo>
                  <a:pt x="12544" y="21600"/>
                  <a:pt x="12764" y="21255"/>
                  <a:pt x="12764" y="20829"/>
                </a:cubicBezTo>
                <a:lnTo>
                  <a:pt x="12764" y="18279"/>
                </a:lnTo>
                <a:cubicBezTo>
                  <a:pt x="13721" y="19441"/>
                  <a:pt x="14894" y="20057"/>
                  <a:pt x="15955" y="20057"/>
                </a:cubicBezTo>
                <a:cubicBezTo>
                  <a:pt x="19073" y="20057"/>
                  <a:pt x="21600" y="16085"/>
                  <a:pt x="21600" y="11186"/>
                </a:cubicBezTo>
                <a:lnTo>
                  <a:pt x="21600" y="10414"/>
                </a:lnTo>
                <a:cubicBezTo>
                  <a:pt x="21600" y="5515"/>
                  <a:pt x="19073" y="1543"/>
                  <a:pt x="15955" y="154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1" name="Shape 2931">
            <a:extLst>
              <a:ext uri="{FF2B5EF4-FFF2-40B4-BE49-F238E27FC236}">
                <a16:creationId xmlns:a16="http://schemas.microsoft.com/office/drawing/2014/main" id="{F1331CF9-FC3D-FE88-CB6B-FC5324AA6BCA}"/>
              </a:ext>
            </a:extLst>
          </p:cNvPr>
          <p:cNvSpPr/>
          <p:nvPr/>
        </p:nvSpPr>
        <p:spPr>
          <a:xfrm>
            <a:off x="10522166" y="2754614"/>
            <a:ext cx="279328" cy="203148"/>
          </a:xfrm>
          <a:custGeom>
            <a:avLst/>
            <a:gdLst/>
            <a:ahLst/>
            <a:cxnLst>
              <a:cxn ang="0">
                <a:pos x="wd2" y="hd2"/>
              </a:cxn>
              <a:cxn ang="5400000">
                <a:pos x="wd2" y="hd2"/>
              </a:cxn>
              <a:cxn ang="10800000">
                <a:pos x="wd2" y="hd2"/>
              </a:cxn>
              <a:cxn ang="16200000">
                <a:pos x="wd2" y="hd2"/>
              </a:cxn>
            </a:cxnLst>
            <a:rect l="0" t="0" r="r" b="b"/>
            <a:pathLst>
              <a:path w="21600" h="21600" extrusionOk="0">
                <a:moveTo>
                  <a:pt x="19924" y="4050"/>
                </a:moveTo>
                <a:lnTo>
                  <a:pt x="18798" y="5598"/>
                </a:lnTo>
                <a:cubicBezTo>
                  <a:pt x="18709" y="5720"/>
                  <a:pt x="18655" y="5889"/>
                  <a:pt x="18655" y="6075"/>
                </a:cubicBezTo>
                <a:cubicBezTo>
                  <a:pt x="18655" y="6448"/>
                  <a:pt x="18874" y="6750"/>
                  <a:pt x="19145" y="6750"/>
                </a:cubicBezTo>
                <a:cubicBezTo>
                  <a:pt x="19281" y="6750"/>
                  <a:pt x="19404" y="6674"/>
                  <a:pt x="19493" y="6552"/>
                </a:cubicBezTo>
                <a:lnTo>
                  <a:pt x="21456" y="3853"/>
                </a:lnTo>
                <a:cubicBezTo>
                  <a:pt x="21545" y="3731"/>
                  <a:pt x="21600" y="3562"/>
                  <a:pt x="21600" y="3375"/>
                </a:cubicBezTo>
                <a:cubicBezTo>
                  <a:pt x="21600" y="3189"/>
                  <a:pt x="21545" y="3020"/>
                  <a:pt x="21456" y="2898"/>
                </a:cubicBezTo>
                <a:lnTo>
                  <a:pt x="19493" y="198"/>
                </a:lnTo>
                <a:cubicBezTo>
                  <a:pt x="19403" y="76"/>
                  <a:pt x="19281" y="0"/>
                  <a:pt x="19145" y="0"/>
                </a:cubicBezTo>
                <a:cubicBezTo>
                  <a:pt x="18874" y="0"/>
                  <a:pt x="18655" y="303"/>
                  <a:pt x="18655" y="675"/>
                </a:cubicBezTo>
                <a:cubicBezTo>
                  <a:pt x="18655" y="862"/>
                  <a:pt x="18709" y="1031"/>
                  <a:pt x="18799" y="1153"/>
                </a:cubicBezTo>
                <a:lnTo>
                  <a:pt x="19924" y="2700"/>
                </a:lnTo>
                <a:lnTo>
                  <a:pt x="15218" y="2700"/>
                </a:lnTo>
                <a:cubicBezTo>
                  <a:pt x="15065" y="2700"/>
                  <a:pt x="14933" y="2803"/>
                  <a:pt x="14843" y="2954"/>
                </a:cubicBezTo>
                <a:lnTo>
                  <a:pt x="14838" y="2948"/>
                </a:lnTo>
                <a:lnTo>
                  <a:pt x="6149" y="17550"/>
                </a:lnTo>
                <a:lnTo>
                  <a:pt x="491" y="17550"/>
                </a:lnTo>
                <a:cubicBezTo>
                  <a:pt x="220" y="17550"/>
                  <a:pt x="0" y="17853"/>
                  <a:pt x="0" y="18225"/>
                </a:cubicBezTo>
                <a:cubicBezTo>
                  <a:pt x="0" y="18598"/>
                  <a:pt x="220" y="18900"/>
                  <a:pt x="491" y="18900"/>
                </a:cubicBezTo>
                <a:lnTo>
                  <a:pt x="6382" y="18900"/>
                </a:lnTo>
                <a:cubicBezTo>
                  <a:pt x="6535" y="18900"/>
                  <a:pt x="6667" y="18798"/>
                  <a:pt x="6757" y="18647"/>
                </a:cubicBezTo>
                <a:lnTo>
                  <a:pt x="6762" y="18652"/>
                </a:lnTo>
                <a:lnTo>
                  <a:pt x="15451" y="4050"/>
                </a:lnTo>
                <a:cubicBezTo>
                  <a:pt x="15451" y="4050"/>
                  <a:pt x="19924" y="4050"/>
                  <a:pt x="19924" y="4050"/>
                </a:cubicBezTo>
                <a:close/>
                <a:moveTo>
                  <a:pt x="19493" y="15048"/>
                </a:moveTo>
                <a:cubicBezTo>
                  <a:pt x="19403" y="14926"/>
                  <a:pt x="19281" y="14850"/>
                  <a:pt x="19145" y="14850"/>
                </a:cubicBezTo>
                <a:cubicBezTo>
                  <a:pt x="18874" y="14850"/>
                  <a:pt x="18655" y="15153"/>
                  <a:pt x="18655" y="15525"/>
                </a:cubicBezTo>
                <a:cubicBezTo>
                  <a:pt x="18655" y="15712"/>
                  <a:pt x="18709" y="15880"/>
                  <a:pt x="18798" y="16002"/>
                </a:cubicBezTo>
                <a:lnTo>
                  <a:pt x="19924" y="17550"/>
                </a:lnTo>
                <a:lnTo>
                  <a:pt x="15451" y="17550"/>
                </a:lnTo>
                <a:lnTo>
                  <a:pt x="12386" y="12399"/>
                </a:lnTo>
                <a:lnTo>
                  <a:pt x="11751" y="13465"/>
                </a:lnTo>
                <a:lnTo>
                  <a:pt x="14838" y="18652"/>
                </a:lnTo>
                <a:lnTo>
                  <a:pt x="14843" y="18647"/>
                </a:lnTo>
                <a:cubicBezTo>
                  <a:pt x="14933" y="18798"/>
                  <a:pt x="15065" y="18900"/>
                  <a:pt x="15218" y="18900"/>
                </a:cubicBezTo>
                <a:lnTo>
                  <a:pt x="19924" y="18900"/>
                </a:lnTo>
                <a:lnTo>
                  <a:pt x="18798" y="20448"/>
                </a:lnTo>
                <a:cubicBezTo>
                  <a:pt x="18709" y="20570"/>
                  <a:pt x="18655" y="20739"/>
                  <a:pt x="18655" y="20925"/>
                </a:cubicBezTo>
                <a:cubicBezTo>
                  <a:pt x="18655" y="21298"/>
                  <a:pt x="18874" y="21600"/>
                  <a:pt x="19145" y="21600"/>
                </a:cubicBezTo>
                <a:cubicBezTo>
                  <a:pt x="19281" y="21600"/>
                  <a:pt x="19403" y="21525"/>
                  <a:pt x="19493" y="21402"/>
                </a:cubicBezTo>
                <a:lnTo>
                  <a:pt x="21456" y="18702"/>
                </a:lnTo>
                <a:cubicBezTo>
                  <a:pt x="21545" y="18580"/>
                  <a:pt x="21600" y="18412"/>
                  <a:pt x="21600" y="18225"/>
                </a:cubicBezTo>
                <a:cubicBezTo>
                  <a:pt x="21600" y="18039"/>
                  <a:pt x="21545" y="17870"/>
                  <a:pt x="21456" y="17748"/>
                </a:cubicBezTo>
                <a:cubicBezTo>
                  <a:pt x="21456" y="17748"/>
                  <a:pt x="19493" y="15048"/>
                  <a:pt x="19493" y="15048"/>
                </a:cubicBezTo>
                <a:close/>
                <a:moveTo>
                  <a:pt x="491" y="4050"/>
                </a:moveTo>
                <a:lnTo>
                  <a:pt x="6148" y="4050"/>
                </a:lnTo>
                <a:lnTo>
                  <a:pt x="9214" y="9201"/>
                </a:lnTo>
                <a:lnTo>
                  <a:pt x="9849" y="8136"/>
                </a:lnTo>
                <a:lnTo>
                  <a:pt x="6762" y="2948"/>
                </a:lnTo>
                <a:lnTo>
                  <a:pt x="6756" y="2954"/>
                </a:lnTo>
                <a:cubicBezTo>
                  <a:pt x="6667" y="2803"/>
                  <a:pt x="6535" y="2700"/>
                  <a:pt x="6382" y="2700"/>
                </a:cubicBezTo>
                <a:lnTo>
                  <a:pt x="491" y="2700"/>
                </a:lnTo>
                <a:cubicBezTo>
                  <a:pt x="220" y="2700"/>
                  <a:pt x="0" y="3003"/>
                  <a:pt x="0" y="3375"/>
                </a:cubicBezTo>
                <a:cubicBezTo>
                  <a:pt x="0" y="3748"/>
                  <a:pt x="220" y="4050"/>
                  <a:pt x="491" y="405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2" name="Shape 2932">
            <a:extLst>
              <a:ext uri="{FF2B5EF4-FFF2-40B4-BE49-F238E27FC236}">
                <a16:creationId xmlns:a16="http://schemas.microsoft.com/office/drawing/2014/main" id="{04236460-3E26-2F14-2696-58FCB1CEB60F}"/>
              </a:ext>
            </a:extLst>
          </p:cNvPr>
          <p:cNvSpPr/>
          <p:nvPr/>
        </p:nvSpPr>
        <p:spPr>
          <a:xfrm>
            <a:off x="11055427" y="2741917"/>
            <a:ext cx="279328" cy="228541"/>
          </a:xfrm>
          <a:custGeom>
            <a:avLst/>
            <a:gdLst/>
            <a:ahLst/>
            <a:cxnLst>
              <a:cxn ang="0">
                <a:pos x="wd2" y="hd2"/>
              </a:cxn>
              <a:cxn ang="5400000">
                <a:pos x="wd2" y="hd2"/>
              </a:cxn>
              <a:cxn ang="10800000">
                <a:pos x="wd2" y="hd2"/>
              </a:cxn>
              <a:cxn ang="16200000">
                <a:pos x="wd2" y="hd2"/>
              </a:cxn>
            </a:cxnLst>
            <a:rect l="0" t="0" r="r" b="b"/>
            <a:pathLst>
              <a:path w="21600" h="21600" extrusionOk="0">
                <a:moveTo>
                  <a:pt x="1964" y="12000"/>
                </a:moveTo>
                <a:cubicBezTo>
                  <a:pt x="1421" y="12000"/>
                  <a:pt x="982" y="11462"/>
                  <a:pt x="982" y="10800"/>
                </a:cubicBezTo>
                <a:cubicBezTo>
                  <a:pt x="982" y="10138"/>
                  <a:pt x="1421" y="9600"/>
                  <a:pt x="1964" y="9600"/>
                </a:cubicBezTo>
                <a:cubicBezTo>
                  <a:pt x="2505" y="9600"/>
                  <a:pt x="2945" y="10138"/>
                  <a:pt x="2945" y="10800"/>
                </a:cubicBezTo>
                <a:cubicBezTo>
                  <a:pt x="2945" y="11462"/>
                  <a:pt x="2505" y="12000"/>
                  <a:pt x="1964" y="12000"/>
                </a:cubicBezTo>
                <a:moveTo>
                  <a:pt x="21456" y="10376"/>
                </a:moveTo>
                <a:lnTo>
                  <a:pt x="18511" y="6776"/>
                </a:lnTo>
                <a:cubicBezTo>
                  <a:pt x="18422" y="6667"/>
                  <a:pt x="18299" y="6600"/>
                  <a:pt x="18164" y="6600"/>
                </a:cubicBezTo>
                <a:cubicBezTo>
                  <a:pt x="17892" y="6600"/>
                  <a:pt x="17673" y="6869"/>
                  <a:pt x="17673" y="7200"/>
                </a:cubicBezTo>
                <a:cubicBezTo>
                  <a:pt x="17673" y="7366"/>
                  <a:pt x="17728" y="7516"/>
                  <a:pt x="17817" y="7624"/>
                </a:cubicBezTo>
                <a:lnTo>
                  <a:pt x="19924" y="10200"/>
                </a:lnTo>
                <a:lnTo>
                  <a:pt x="8058" y="10200"/>
                </a:lnTo>
                <a:lnTo>
                  <a:pt x="14727" y="2048"/>
                </a:lnTo>
                <a:lnTo>
                  <a:pt x="14727" y="5400"/>
                </a:lnTo>
                <a:cubicBezTo>
                  <a:pt x="14727" y="5732"/>
                  <a:pt x="14947" y="6000"/>
                  <a:pt x="15218" y="6000"/>
                </a:cubicBezTo>
                <a:cubicBezTo>
                  <a:pt x="15489" y="6000"/>
                  <a:pt x="15709" y="5732"/>
                  <a:pt x="15709" y="5400"/>
                </a:cubicBezTo>
                <a:lnTo>
                  <a:pt x="15709" y="600"/>
                </a:lnTo>
                <a:cubicBezTo>
                  <a:pt x="15709" y="269"/>
                  <a:pt x="15489" y="0"/>
                  <a:pt x="15218" y="0"/>
                </a:cubicBezTo>
                <a:lnTo>
                  <a:pt x="11291" y="0"/>
                </a:lnTo>
                <a:cubicBezTo>
                  <a:pt x="11020" y="0"/>
                  <a:pt x="10800" y="269"/>
                  <a:pt x="10800" y="600"/>
                </a:cubicBezTo>
                <a:cubicBezTo>
                  <a:pt x="10800" y="932"/>
                  <a:pt x="11020" y="1200"/>
                  <a:pt x="11291" y="1200"/>
                </a:cubicBezTo>
                <a:lnTo>
                  <a:pt x="14033" y="1200"/>
                </a:lnTo>
                <a:lnTo>
                  <a:pt x="6669" y="10200"/>
                </a:lnTo>
                <a:lnTo>
                  <a:pt x="3858" y="10200"/>
                </a:lnTo>
                <a:cubicBezTo>
                  <a:pt x="3639" y="9167"/>
                  <a:pt x="2877" y="8400"/>
                  <a:pt x="1964" y="8400"/>
                </a:cubicBezTo>
                <a:cubicBezTo>
                  <a:pt x="879" y="8400"/>
                  <a:pt x="0" y="9475"/>
                  <a:pt x="0" y="10800"/>
                </a:cubicBezTo>
                <a:cubicBezTo>
                  <a:pt x="0" y="12125"/>
                  <a:pt x="879" y="13200"/>
                  <a:pt x="1964" y="13200"/>
                </a:cubicBezTo>
                <a:cubicBezTo>
                  <a:pt x="2877" y="13200"/>
                  <a:pt x="3639" y="12434"/>
                  <a:pt x="3858" y="11400"/>
                </a:cubicBezTo>
                <a:lnTo>
                  <a:pt x="6669" y="11400"/>
                </a:lnTo>
                <a:lnTo>
                  <a:pt x="14033" y="20400"/>
                </a:lnTo>
                <a:lnTo>
                  <a:pt x="11291" y="20400"/>
                </a:lnTo>
                <a:cubicBezTo>
                  <a:pt x="11020" y="20400"/>
                  <a:pt x="10800" y="20669"/>
                  <a:pt x="10800" y="21000"/>
                </a:cubicBezTo>
                <a:cubicBezTo>
                  <a:pt x="10800" y="21332"/>
                  <a:pt x="11020" y="21600"/>
                  <a:pt x="11291" y="21600"/>
                </a:cubicBezTo>
                <a:lnTo>
                  <a:pt x="15218" y="21600"/>
                </a:lnTo>
                <a:cubicBezTo>
                  <a:pt x="15489" y="21600"/>
                  <a:pt x="15709" y="21332"/>
                  <a:pt x="15709" y="21000"/>
                </a:cubicBezTo>
                <a:lnTo>
                  <a:pt x="15709" y="16200"/>
                </a:lnTo>
                <a:cubicBezTo>
                  <a:pt x="15709" y="15869"/>
                  <a:pt x="15489" y="15600"/>
                  <a:pt x="15218" y="15600"/>
                </a:cubicBezTo>
                <a:cubicBezTo>
                  <a:pt x="14947" y="15600"/>
                  <a:pt x="14727" y="15869"/>
                  <a:pt x="14727" y="16200"/>
                </a:cubicBezTo>
                <a:lnTo>
                  <a:pt x="14727" y="19552"/>
                </a:lnTo>
                <a:lnTo>
                  <a:pt x="8058" y="11400"/>
                </a:lnTo>
                <a:lnTo>
                  <a:pt x="19924" y="11400"/>
                </a:lnTo>
                <a:lnTo>
                  <a:pt x="17817" y="13976"/>
                </a:lnTo>
                <a:cubicBezTo>
                  <a:pt x="17728" y="14085"/>
                  <a:pt x="17673" y="14235"/>
                  <a:pt x="17673" y="14400"/>
                </a:cubicBezTo>
                <a:cubicBezTo>
                  <a:pt x="17673" y="14732"/>
                  <a:pt x="17892" y="15000"/>
                  <a:pt x="18164" y="15000"/>
                </a:cubicBezTo>
                <a:cubicBezTo>
                  <a:pt x="18299" y="15000"/>
                  <a:pt x="18422" y="14933"/>
                  <a:pt x="18511" y="14824"/>
                </a:cubicBezTo>
                <a:lnTo>
                  <a:pt x="21456" y="11224"/>
                </a:lnTo>
                <a:cubicBezTo>
                  <a:pt x="21545" y="11116"/>
                  <a:pt x="21600" y="10966"/>
                  <a:pt x="21600" y="10800"/>
                </a:cubicBezTo>
                <a:cubicBezTo>
                  <a:pt x="21600" y="10635"/>
                  <a:pt x="21545" y="10485"/>
                  <a:pt x="21456" y="10376"/>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3" name="Shape 2831">
            <a:extLst>
              <a:ext uri="{FF2B5EF4-FFF2-40B4-BE49-F238E27FC236}">
                <a16:creationId xmlns:a16="http://schemas.microsoft.com/office/drawing/2014/main" id="{EF1398F4-0FF3-B18A-37B9-30F69DBD4C0B}"/>
              </a:ext>
            </a:extLst>
          </p:cNvPr>
          <p:cNvSpPr/>
          <p:nvPr/>
        </p:nvSpPr>
        <p:spPr>
          <a:xfrm>
            <a:off x="942512" y="3405784"/>
            <a:ext cx="203148" cy="279328"/>
          </a:xfrm>
          <a:custGeom>
            <a:avLst/>
            <a:gdLst/>
            <a:ahLst/>
            <a:cxnLst>
              <a:cxn ang="0">
                <a:pos x="wd2" y="hd2"/>
              </a:cxn>
              <a:cxn ang="5400000">
                <a:pos x="wd2" y="hd2"/>
              </a:cxn>
              <a:cxn ang="10800000">
                <a:pos x="wd2" y="hd2"/>
              </a:cxn>
              <a:cxn ang="16200000">
                <a:pos x="wd2" y="hd2"/>
              </a:cxn>
            </a:cxnLst>
            <a:rect l="0" t="0" r="r" b="b"/>
            <a:pathLst>
              <a:path w="21600" h="21600" extrusionOk="0">
                <a:moveTo>
                  <a:pt x="20925" y="6873"/>
                </a:moveTo>
                <a:lnTo>
                  <a:pt x="13500" y="6873"/>
                </a:lnTo>
                <a:cubicBezTo>
                  <a:pt x="13128" y="6873"/>
                  <a:pt x="12825" y="7093"/>
                  <a:pt x="12825" y="7364"/>
                </a:cubicBezTo>
                <a:cubicBezTo>
                  <a:pt x="12825" y="7635"/>
                  <a:pt x="13128" y="7855"/>
                  <a:pt x="13500" y="7855"/>
                </a:cubicBezTo>
                <a:lnTo>
                  <a:pt x="20250" y="7855"/>
                </a:lnTo>
                <a:lnTo>
                  <a:pt x="20250" y="20618"/>
                </a:lnTo>
                <a:lnTo>
                  <a:pt x="1350" y="20618"/>
                </a:lnTo>
                <a:lnTo>
                  <a:pt x="1350" y="7855"/>
                </a:lnTo>
                <a:lnTo>
                  <a:pt x="8100" y="7855"/>
                </a:lnTo>
                <a:cubicBezTo>
                  <a:pt x="8472" y="7855"/>
                  <a:pt x="8775" y="7635"/>
                  <a:pt x="8775" y="7364"/>
                </a:cubicBezTo>
                <a:cubicBezTo>
                  <a:pt x="8775" y="7093"/>
                  <a:pt x="8472" y="6873"/>
                  <a:pt x="8100" y="6873"/>
                </a:cubicBezTo>
                <a:lnTo>
                  <a:pt x="675" y="6873"/>
                </a:lnTo>
                <a:cubicBezTo>
                  <a:pt x="303" y="6873"/>
                  <a:pt x="0" y="7093"/>
                  <a:pt x="0" y="7364"/>
                </a:cubicBezTo>
                <a:lnTo>
                  <a:pt x="0" y="21109"/>
                </a:lnTo>
                <a:cubicBezTo>
                  <a:pt x="0" y="21381"/>
                  <a:pt x="303" y="21600"/>
                  <a:pt x="675" y="21600"/>
                </a:cubicBezTo>
                <a:lnTo>
                  <a:pt x="20925" y="21600"/>
                </a:lnTo>
                <a:cubicBezTo>
                  <a:pt x="21297" y="21600"/>
                  <a:pt x="21600" y="21381"/>
                  <a:pt x="21600" y="21109"/>
                </a:cubicBezTo>
                <a:lnTo>
                  <a:pt x="21600" y="7364"/>
                </a:lnTo>
                <a:cubicBezTo>
                  <a:pt x="21600" y="7093"/>
                  <a:pt x="21297" y="6873"/>
                  <a:pt x="20925" y="6873"/>
                </a:cubicBezTo>
                <a:moveTo>
                  <a:pt x="5400" y="12764"/>
                </a:moveTo>
                <a:cubicBezTo>
                  <a:pt x="5028" y="12764"/>
                  <a:pt x="4725" y="12983"/>
                  <a:pt x="4725" y="13255"/>
                </a:cubicBezTo>
                <a:cubicBezTo>
                  <a:pt x="4725" y="13390"/>
                  <a:pt x="4800" y="13513"/>
                  <a:pt x="4923" y="13602"/>
                </a:cubicBezTo>
                <a:lnTo>
                  <a:pt x="10323" y="17529"/>
                </a:lnTo>
                <a:cubicBezTo>
                  <a:pt x="10445" y="17618"/>
                  <a:pt x="10614" y="17673"/>
                  <a:pt x="10800" y="17673"/>
                </a:cubicBezTo>
                <a:cubicBezTo>
                  <a:pt x="10986" y="17673"/>
                  <a:pt x="11155" y="17618"/>
                  <a:pt x="11277" y="17529"/>
                </a:cubicBezTo>
                <a:lnTo>
                  <a:pt x="16677" y="13602"/>
                </a:lnTo>
                <a:cubicBezTo>
                  <a:pt x="16800" y="13513"/>
                  <a:pt x="16875" y="13390"/>
                  <a:pt x="16875" y="13255"/>
                </a:cubicBezTo>
                <a:cubicBezTo>
                  <a:pt x="16875" y="12983"/>
                  <a:pt x="16572" y="12764"/>
                  <a:pt x="16200" y="12764"/>
                </a:cubicBezTo>
                <a:cubicBezTo>
                  <a:pt x="16014" y="12764"/>
                  <a:pt x="15845" y="12819"/>
                  <a:pt x="15723" y="12907"/>
                </a:cubicBezTo>
                <a:lnTo>
                  <a:pt x="11475" y="15997"/>
                </a:lnTo>
                <a:lnTo>
                  <a:pt x="11475" y="491"/>
                </a:lnTo>
                <a:cubicBezTo>
                  <a:pt x="11475" y="220"/>
                  <a:pt x="11172" y="0"/>
                  <a:pt x="10800" y="0"/>
                </a:cubicBezTo>
                <a:cubicBezTo>
                  <a:pt x="10428" y="0"/>
                  <a:pt x="10125" y="220"/>
                  <a:pt x="10125" y="491"/>
                </a:cubicBezTo>
                <a:lnTo>
                  <a:pt x="10125" y="15997"/>
                </a:lnTo>
                <a:lnTo>
                  <a:pt x="5877" y="12907"/>
                </a:lnTo>
                <a:cubicBezTo>
                  <a:pt x="5755" y="12819"/>
                  <a:pt x="5586" y="12764"/>
                  <a:pt x="5400" y="12764"/>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4" name="Shape 2832">
            <a:extLst>
              <a:ext uri="{FF2B5EF4-FFF2-40B4-BE49-F238E27FC236}">
                <a16:creationId xmlns:a16="http://schemas.microsoft.com/office/drawing/2014/main" id="{E22CAFB1-A6AA-4E07-BA4B-FF437F9F4E77}"/>
              </a:ext>
            </a:extLst>
          </p:cNvPr>
          <p:cNvSpPr/>
          <p:nvPr/>
        </p:nvSpPr>
        <p:spPr>
          <a:xfrm>
            <a:off x="1475773" y="3405784"/>
            <a:ext cx="203148" cy="279328"/>
          </a:xfrm>
          <a:custGeom>
            <a:avLst/>
            <a:gdLst/>
            <a:ahLst/>
            <a:cxnLst>
              <a:cxn ang="0">
                <a:pos x="wd2" y="hd2"/>
              </a:cxn>
              <a:cxn ang="5400000">
                <a:pos x="wd2" y="hd2"/>
              </a:cxn>
              <a:cxn ang="10800000">
                <a:pos x="wd2" y="hd2"/>
              </a:cxn>
              <a:cxn ang="16200000">
                <a:pos x="wd2" y="hd2"/>
              </a:cxn>
            </a:cxnLst>
            <a:rect l="0" t="0" r="r" b="b"/>
            <a:pathLst>
              <a:path w="21600" h="21600" extrusionOk="0">
                <a:moveTo>
                  <a:pt x="5400" y="4909"/>
                </a:moveTo>
                <a:cubicBezTo>
                  <a:pt x="5586" y="4909"/>
                  <a:pt x="5755" y="4855"/>
                  <a:pt x="5877" y="4765"/>
                </a:cubicBezTo>
                <a:lnTo>
                  <a:pt x="10125" y="1676"/>
                </a:lnTo>
                <a:lnTo>
                  <a:pt x="10125" y="17182"/>
                </a:lnTo>
                <a:cubicBezTo>
                  <a:pt x="10125" y="17453"/>
                  <a:pt x="10428" y="17673"/>
                  <a:pt x="10800" y="17673"/>
                </a:cubicBezTo>
                <a:cubicBezTo>
                  <a:pt x="11172" y="17673"/>
                  <a:pt x="11475" y="17453"/>
                  <a:pt x="11475" y="17182"/>
                </a:cubicBezTo>
                <a:lnTo>
                  <a:pt x="11475" y="1676"/>
                </a:lnTo>
                <a:lnTo>
                  <a:pt x="15723" y="4765"/>
                </a:lnTo>
                <a:cubicBezTo>
                  <a:pt x="15845" y="4855"/>
                  <a:pt x="16014" y="4909"/>
                  <a:pt x="16200" y="4909"/>
                </a:cubicBezTo>
                <a:cubicBezTo>
                  <a:pt x="16572" y="4909"/>
                  <a:pt x="16875" y="4690"/>
                  <a:pt x="16875" y="4418"/>
                </a:cubicBezTo>
                <a:cubicBezTo>
                  <a:pt x="16875" y="4283"/>
                  <a:pt x="16800" y="4161"/>
                  <a:pt x="16677" y="4071"/>
                </a:cubicBezTo>
                <a:lnTo>
                  <a:pt x="11277" y="144"/>
                </a:lnTo>
                <a:cubicBezTo>
                  <a:pt x="11155" y="55"/>
                  <a:pt x="10986" y="0"/>
                  <a:pt x="10800" y="0"/>
                </a:cubicBezTo>
                <a:cubicBezTo>
                  <a:pt x="10614" y="0"/>
                  <a:pt x="10445" y="55"/>
                  <a:pt x="10323" y="144"/>
                </a:cubicBezTo>
                <a:lnTo>
                  <a:pt x="4923" y="4071"/>
                </a:lnTo>
                <a:cubicBezTo>
                  <a:pt x="4800" y="4161"/>
                  <a:pt x="4725" y="4283"/>
                  <a:pt x="4725" y="4418"/>
                </a:cubicBezTo>
                <a:cubicBezTo>
                  <a:pt x="4725" y="4690"/>
                  <a:pt x="5028" y="4909"/>
                  <a:pt x="5400" y="4909"/>
                </a:cubicBezTo>
                <a:moveTo>
                  <a:pt x="20925" y="6873"/>
                </a:moveTo>
                <a:lnTo>
                  <a:pt x="13500" y="6873"/>
                </a:lnTo>
                <a:cubicBezTo>
                  <a:pt x="13128" y="6873"/>
                  <a:pt x="12825" y="7093"/>
                  <a:pt x="12825" y="7364"/>
                </a:cubicBezTo>
                <a:cubicBezTo>
                  <a:pt x="12825" y="7635"/>
                  <a:pt x="13128" y="7855"/>
                  <a:pt x="13500" y="7855"/>
                </a:cubicBezTo>
                <a:lnTo>
                  <a:pt x="20250" y="7855"/>
                </a:lnTo>
                <a:lnTo>
                  <a:pt x="20250" y="20618"/>
                </a:lnTo>
                <a:lnTo>
                  <a:pt x="1350" y="20618"/>
                </a:lnTo>
                <a:lnTo>
                  <a:pt x="1350" y="7855"/>
                </a:lnTo>
                <a:lnTo>
                  <a:pt x="8100" y="7855"/>
                </a:lnTo>
                <a:cubicBezTo>
                  <a:pt x="8472" y="7855"/>
                  <a:pt x="8775" y="7635"/>
                  <a:pt x="8775" y="7364"/>
                </a:cubicBezTo>
                <a:cubicBezTo>
                  <a:pt x="8775" y="7093"/>
                  <a:pt x="8472" y="6873"/>
                  <a:pt x="8100" y="6873"/>
                </a:cubicBezTo>
                <a:lnTo>
                  <a:pt x="675" y="6873"/>
                </a:lnTo>
                <a:cubicBezTo>
                  <a:pt x="303" y="6873"/>
                  <a:pt x="0" y="7093"/>
                  <a:pt x="0" y="7364"/>
                </a:cubicBezTo>
                <a:lnTo>
                  <a:pt x="0" y="21109"/>
                </a:lnTo>
                <a:cubicBezTo>
                  <a:pt x="0" y="21381"/>
                  <a:pt x="303" y="21600"/>
                  <a:pt x="675" y="21600"/>
                </a:cubicBezTo>
                <a:lnTo>
                  <a:pt x="20925" y="21600"/>
                </a:lnTo>
                <a:cubicBezTo>
                  <a:pt x="21297" y="21600"/>
                  <a:pt x="21600" y="21381"/>
                  <a:pt x="21600" y="21109"/>
                </a:cubicBezTo>
                <a:lnTo>
                  <a:pt x="21600" y="7364"/>
                </a:lnTo>
                <a:cubicBezTo>
                  <a:pt x="21600" y="7093"/>
                  <a:pt x="21297" y="6873"/>
                  <a:pt x="20925" y="687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5" name="Shape 2833">
            <a:extLst>
              <a:ext uri="{FF2B5EF4-FFF2-40B4-BE49-F238E27FC236}">
                <a16:creationId xmlns:a16="http://schemas.microsoft.com/office/drawing/2014/main" id="{2D2789A7-913A-51C5-0E54-7A04255651A9}"/>
              </a:ext>
            </a:extLst>
          </p:cNvPr>
          <p:cNvSpPr/>
          <p:nvPr/>
        </p:nvSpPr>
        <p:spPr>
          <a:xfrm>
            <a:off x="1970944" y="340578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6382" y="1964"/>
                </a:moveTo>
                <a:cubicBezTo>
                  <a:pt x="6111" y="1964"/>
                  <a:pt x="5891" y="2184"/>
                  <a:pt x="5891" y="2455"/>
                </a:cubicBezTo>
                <a:cubicBezTo>
                  <a:pt x="5891" y="2726"/>
                  <a:pt x="6111" y="2945"/>
                  <a:pt x="6382" y="2945"/>
                </a:cubicBezTo>
                <a:cubicBezTo>
                  <a:pt x="6653" y="2945"/>
                  <a:pt x="6873" y="2726"/>
                  <a:pt x="6873" y="2455"/>
                </a:cubicBezTo>
                <a:cubicBezTo>
                  <a:pt x="6873" y="2184"/>
                  <a:pt x="6653" y="1964"/>
                  <a:pt x="6382" y="1964"/>
                </a:cubicBezTo>
                <a:moveTo>
                  <a:pt x="4418" y="1964"/>
                </a:moveTo>
                <a:cubicBezTo>
                  <a:pt x="4147" y="1964"/>
                  <a:pt x="3927" y="2184"/>
                  <a:pt x="3927" y="2455"/>
                </a:cubicBezTo>
                <a:cubicBezTo>
                  <a:pt x="3927" y="2726"/>
                  <a:pt x="4147" y="2945"/>
                  <a:pt x="4418" y="2945"/>
                </a:cubicBezTo>
                <a:cubicBezTo>
                  <a:pt x="4689" y="2945"/>
                  <a:pt x="4909" y="2726"/>
                  <a:pt x="4909" y="2455"/>
                </a:cubicBezTo>
                <a:cubicBezTo>
                  <a:pt x="4909" y="2184"/>
                  <a:pt x="4689" y="1964"/>
                  <a:pt x="4418" y="1964"/>
                </a:cubicBezTo>
                <a:moveTo>
                  <a:pt x="19145" y="1964"/>
                </a:moveTo>
                <a:lnTo>
                  <a:pt x="8345" y="1964"/>
                </a:lnTo>
                <a:cubicBezTo>
                  <a:pt x="8075" y="1964"/>
                  <a:pt x="7855" y="2184"/>
                  <a:pt x="7855" y="2455"/>
                </a:cubicBezTo>
                <a:cubicBezTo>
                  <a:pt x="7855" y="2726"/>
                  <a:pt x="8075" y="2945"/>
                  <a:pt x="8345" y="2945"/>
                </a:cubicBezTo>
                <a:lnTo>
                  <a:pt x="19145" y="2945"/>
                </a:lnTo>
                <a:cubicBezTo>
                  <a:pt x="19416" y="2945"/>
                  <a:pt x="19636" y="2726"/>
                  <a:pt x="19636" y="2455"/>
                </a:cubicBezTo>
                <a:cubicBezTo>
                  <a:pt x="19636" y="2184"/>
                  <a:pt x="19416" y="1964"/>
                  <a:pt x="19145" y="1964"/>
                </a:cubicBezTo>
                <a:moveTo>
                  <a:pt x="20618" y="3927"/>
                </a:moveTo>
                <a:lnTo>
                  <a:pt x="982" y="3927"/>
                </a:lnTo>
                <a:lnTo>
                  <a:pt x="982" y="1964"/>
                </a:lnTo>
                <a:cubicBezTo>
                  <a:pt x="982" y="1422"/>
                  <a:pt x="1422" y="982"/>
                  <a:pt x="1964" y="982"/>
                </a:cubicBezTo>
                <a:lnTo>
                  <a:pt x="19636" y="982"/>
                </a:lnTo>
                <a:cubicBezTo>
                  <a:pt x="20178" y="982"/>
                  <a:pt x="20618" y="1422"/>
                  <a:pt x="20618" y="1964"/>
                </a:cubicBezTo>
                <a:cubicBezTo>
                  <a:pt x="20618" y="1964"/>
                  <a:pt x="20618" y="3927"/>
                  <a:pt x="20618" y="3927"/>
                </a:cubicBezTo>
                <a:close/>
                <a:moveTo>
                  <a:pt x="20618" y="19636"/>
                </a:moveTo>
                <a:cubicBezTo>
                  <a:pt x="20618" y="20178"/>
                  <a:pt x="20178" y="20618"/>
                  <a:pt x="19636" y="20618"/>
                </a:cubicBezTo>
                <a:lnTo>
                  <a:pt x="1964" y="20618"/>
                </a:lnTo>
                <a:cubicBezTo>
                  <a:pt x="1422" y="20618"/>
                  <a:pt x="982" y="20178"/>
                  <a:pt x="982" y="19636"/>
                </a:cubicBezTo>
                <a:lnTo>
                  <a:pt x="982" y="4909"/>
                </a:lnTo>
                <a:lnTo>
                  <a:pt x="20618" y="4909"/>
                </a:lnTo>
                <a:cubicBezTo>
                  <a:pt x="20618" y="4909"/>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2455" y="1964"/>
                </a:moveTo>
                <a:cubicBezTo>
                  <a:pt x="2184" y="1964"/>
                  <a:pt x="1964" y="2184"/>
                  <a:pt x="1964" y="2455"/>
                </a:cubicBezTo>
                <a:cubicBezTo>
                  <a:pt x="1964" y="2726"/>
                  <a:pt x="2184" y="2945"/>
                  <a:pt x="2455" y="2945"/>
                </a:cubicBezTo>
                <a:cubicBezTo>
                  <a:pt x="2725" y="2945"/>
                  <a:pt x="2945" y="2726"/>
                  <a:pt x="2945" y="2455"/>
                </a:cubicBezTo>
                <a:cubicBezTo>
                  <a:pt x="2945" y="2184"/>
                  <a:pt x="2725" y="1964"/>
                  <a:pt x="2455" y="1964"/>
                </a:cubicBezTo>
                <a:moveTo>
                  <a:pt x="7140" y="14181"/>
                </a:moveTo>
                <a:cubicBezTo>
                  <a:pt x="6970" y="13741"/>
                  <a:pt x="6873" y="13264"/>
                  <a:pt x="6873" y="12764"/>
                </a:cubicBezTo>
                <a:cubicBezTo>
                  <a:pt x="6873" y="10595"/>
                  <a:pt x="8631" y="8836"/>
                  <a:pt x="10800" y="8836"/>
                </a:cubicBezTo>
                <a:cubicBezTo>
                  <a:pt x="11300" y="8836"/>
                  <a:pt x="11777" y="8934"/>
                  <a:pt x="12217" y="9104"/>
                </a:cubicBezTo>
                <a:lnTo>
                  <a:pt x="13217" y="8494"/>
                </a:lnTo>
                <a:cubicBezTo>
                  <a:pt x="12503" y="8089"/>
                  <a:pt x="11680" y="7855"/>
                  <a:pt x="10800" y="7855"/>
                </a:cubicBezTo>
                <a:cubicBezTo>
                  <a:pt x="8089" y="7855"/>
                  <a:pt x="5891" y="10053"/>
                  <a:pt x="5891" y="12764"/>
                </a:cubicBezTo>
                <a:cubicBezTo>
                  <a:pt x="5891" y="13643"/>
                  <a:pt x="6125" y="14467"/>
                  <a:pt x="6530" y="15181"/>
                </a:cubicBezTo>
                <a:cubicBezTo>
                  <a:pt x="6530" y="15181"/>
                  <a:pt x="7140" y="14181"/>
                  <a:pt x="7140" y="14181"/>
                </a:cubicBezTo>
                <a:close/>
                <a:moveTo>
                  <a:pt x="14460" y="11347"/>
                </a:moveTo>
                <a:cubicBezTo>
                  <a:pt x="14630" y="11787"/>
                  <a:pt x="14727" y="12263"/>
                  <a:pt x="14727" y="12764"/>
                </a:cubicBezTo>
                <a:cubicBezTo>
                  <a:pt x="14727" y="14932"/>
                  <a:pt x="12969" y="16691"/>
                  <a:pt x="10800" y="16691"/>
                </a:cubicBezTo>
                <a:cubicBezTo>
                  <a:pt x="10300" y="16691"/>
                  <a:pt x="9823" y="16594"/>
                  <a:pt x="9383" y="16423"/>
                </a:cubicBezTo>
                <a:lnTo>
                  <a:pt x="8383" y="17034"/>
                </a:lnTo>
                <a:cubicBezTo>
                  <a:pt x="9097" y="17439"/>
                  <a:pt x="9920" y="17673"/>
                  <a:pt x="10800" y="17673"/>
                </a:cubicBezTo>
                <a:cubicBezTo>
                  <a:pt x="13511" y="17673"/>
                  <a:pt x="15709" y="15475"/>
                  <a:pt x="15709" y="12764"/>
                </a:cubicBezTo>
                <a:cubicBezTo>
                  <a:pt x="15709" y="11884"/>
                  <a:pt x="15475" y="11061"/>
                  <a:pt x="15070" y="10346"/>
                </a:cubicBezTo>
                <a:cubicBezTo>
                  <a:pt x="15070" y="10346"/>
                  <a:pt x="14460" y="11347"/>
                  <a:pt x="14460" y="11347"/>
                </a:cubicBezTo>
                <a:close/>
                <a:moveTo>
                  <a:pt x="10453" y="12417"/>
                </a:moveTo>
                <a:cubicBezTo>
                  <a:pt x="10645" y="12225"/>
                  <a:pt x="10955" y="12225"/>
                  <a:pt x="11147" y="12417"/>
                </a:cubicBezTo>
                <a:cubicBezTo>
                  <a:pt x="11339" y="12609"/>
                  <a:pt x="11339" y="12919"/>
                  <a:pt x="11147" y="13111"/>
                </a:cubicBezTo>
                <a:cubicBezTo>
                  <a:pt x="10955" y="13303"/>
                  <a:pt x="10645" y="13303"/>
                  <a:pt x="10453" y="13111"/>
                </a:cubicBezTo>
                <a:cubicBezTo>
                  <a:pt x="10261" y="12919"/>
                  <a:pt x="10261" y="12609"/>
                  <a:pt x="10453" y="12417"/>
                </a:cubicBezTo>
                <a:moveTo>
                  <a:pt x="6144" y="17420"/>
                </a:moveTo>
                <a:lnTo>
                  <a:pt x="11842" y="13805"/>
                </a:lnTo>
                <a:lnTo>
                  <a:pt x="15456" y="8107"/>
                </a:lnTo>
                <a:lnTo>
                  <a:pt x="9759" y="11722"/>
                </a:lnTo>
                <a:cubicBezTo>
                  <a:pt x="9759" y="11722"/>
                  <a:pt x="6144" y="17420"/>
                  <a:pt x="6144" y="17420"/>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6" name="Shape 2834">
            <a:extLst>
              <a:ext uri="{FF2B5EF4-FFF2-40B4-BE49-F238E27FC236}">
                <a16:creationId xmlns:a16="http://schemas.microsoft.com/office/drawing/2014/main" id="{30771F97-881B-1037-5DD8-AF521DA43281}"/>
              </a:ext>
            </a:extLst>
          </p:cNvPr>
          <p:cNvSpPr/>
          <p:nvPr/>
        </p:nvSpPr>
        <p:spPr>
          <a:xfrm>
            <a:off x="2504205" y="340578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9145" y="1964"/>
                </a:moveTo>
                <a:lnTo>
                  <a:pt x="8345" y="1964"/>
                </a:lnTo>
                <a:cubicBezTo>
                  <a:pt x="8075" y="1964"/>
                  <a:pt x="7855" y="2184"/>
                  <a:pt x="7855" y="2455"/>
                </a:cubicBezTo>
                <a:cubicBezTo>
                  <a:pt x="7855" y="2726"/>
                  <a:pt x="8075" y="2945"/>
                  <a:pt x="8345" y="2945"/>
                </a:cubicBezTo>
                <a:lnTo>
                  <a:pt x="19145" y="2945"/>
                </a:lnTo>
                <a:cubicBezTo>
                  <a:pt x="19416" y="2945"/>
                  <a:pt x="19636" y="2726"/>
                  <a:pt x="19636" y="2455"/>
                </a:cubicBezTo>
                <a:cubicBezTo>
                  <a:pt x="19636" y="2184"/>
                  <a:pt x="19416" y="1964"/>
                  <a:pt x="19145" y="1964"/>
                </a:cubicBezTo>
                <a:moveTo>
                  <a:pt x="20618" y="3927"/>
                </a:moveTo>
                <a:lnTo>
                  <a:pt x="982" y="3927"/>
                </a:lnTo>
                <a:lnTo>
                  <a:pt x="982" y="1964"/>
                </a:lnTo>
                <a:cubicBezTo>
                  <a:pt x="982" y="1422"/>
                  <a:pt x="1422" y="982"/>
                  <a:pt x="1964" y="982"/>
                </a:cubicBezTo>
                <a:lnTo>
                  <a:pt x="19636" y="982"/>
                </a:lnTo>
                <a:cubicBezTo>
                  <a:pt x="20178" y="982"/>
                  <a:pt x="20618" y="1422"/>
                  <a:pt x="20618" y="1964"/>
                </a:cubicBezTo>
                <a:cubicBezTo>
                  <a:pt x="20618" y="1964"/>
                  <a:pt x="20618" y="3927"/>
                  <a:pt x="20618" y="3927"/>
                </a:cubicBezTo>
                <a:close/>
                <a:moveTo>
                  <a:pt x="20618" y="19636"/>
                </a:moveTo>
                <a:cubicBezTo>
                  <a:pt x="20618" y="20178"/>
                  <a:pt x="20178" y="20618"/>
                  <a:pt x="19636" y="20618"/>
                </a:cubicBezTo>
                <a:lnTo>
                  <a:pt x="1964" y="20618"/>
                </a:lnTo>
                <a:cubicBezTo>
                  <a:pt x="1422" y="20618"/>
                  <a:pt x="982" y="20178"/>
                  <a:pt x="982" y="19636"/>
                </a:cubicBezTo>
                <a:lnTo>
                  <a:pt x="982" y="4909"/>
                </a:lnTo>
                <a:lnTo>
                  <a:pt x="20618" y="4909"/>
                </a:lnTo>
                <a:cubicBezTo>
                  <a:pt x="20618" y="4909"/>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6382" y="1964"/>
                </a:moveTo>
                <a:cubicBezTo>
                  <a:pt x="6111" y="1964"/>
                  <a:pt x="5891" y="2184"/>
                  <a:pt x="5891" y="2455"/>
                </a:cubicBezTo>
                <a:cubicBezTo>
                  <a:pt x="5891" y="2726"/>
                  <a:pt x="6111" y="2945"/>
                  <a:pt x="6382" y="2945"/>
                </a:cubicBezTo>
                <a:cubicBezTo>
                  <a:pt x="6653" y="2945"/>
                  <a:pt x="6873" y="2726"/>
                  <a:pt x="6873" y="2455"/>
                </a:cubicBezTo>
                <a:cubicBezTo>
                  <a:pt x="6873" y="2184"/>
                  <a:pt x="6653" y="1964"/>
                  <a:pt x="6382" y="1964"/>
                </a:cubicBezTo>
                <a:moveTo>
                  <a:pt x="4418" y="1964"/>
                </a:moveTo>
                <a:cubicBezTo>
                  <a:pt x="4147" y="1964"/>
                  <a:pt x="3927" y="2184"/>
                  <a:pt x="3927" y="2455"/>
                </a:cubicBezTo>
                <a:cubicBezTo>
                  <a:pt x="3927" y="2726"/>
                  <a:pt x="4147" y="2945"/>
                  <a:pt x="4418" y="2945"/>
                </a:cubicBezTo>
                <a:cubicBezTo>
                  <a:pt x="4689" y="2945"/>
                  <a:pt x="4909" y="2726"/>
                  <a:pt x="4909" y="2455"/>
                </a:cubicBezTo>
                <a:cubicBezTo>
                  <a:pt x="4909" y="2184"/>
                  <a:pt x="4689" y="1964"/>
                  <a:pt x="4418" y="1964"/>
                </a:cubicBezTo>
                <a:moveTo>
                  <a:pt x="2455" y="1964"/>
                </a:moveTo>
                <a:cubicBezTo>
                  <a:pt x="2184" y="1964"/>
                  <a:pt x="1964" y="2184"/>
                  <a:pt x="1964" y="2455"/>
                </a:cubicBezTo>
                <a:cubicBezTo>
                  <a:pt x="1964" y="2726"/>
                  <a:pt x="2184" y="2945"/>
                  <a:pt x="2455" y="2945"/>
                </a:cubicBezTo>
                <a:cubicBezTo>
                  <a:pt x="2725" y="2945"/>
                  <a:pt x="2945" y="2726"/>
                  <a:pt x="2945" y="2455"/>
                </a:cubicBezTo>
                <a:cubicBezTo>
                  <a:pt x="2945" y="2184"/>
                  <a:pt x="2725" y="1964"/>
                  <a:pt x="2455" y="1964"/>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7" name="Shape 2835">
            <a:extLst>
              <a:ext uri="{FF2B5EF4-FFF2-40B4-BE49-F238E27FC236}">
                <a16:creationId xmlns:a16="http://schemas.microsoft.com/office/drawing/2014/main" id="{0CCF3EC6-F925-4B75-C4B6-80396E1F429E}"/>
              </a:ext>
            </a:extLst>
          </p:cNvPr>
          <p:cNvSpPr/>
          <p:nvPr/>
        </p:nvSpPr>
        <p:spPr>
          <a:xfrm>
            <a:off x="3037466" y="340578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5218" y="5891"/>
                </a:moveTo>
                <a:lnTo>
                  <a:pt x="8345" y="5891"/>
                </a:lnTo>
                <a:cubicBezTo>
                  <a:pt x="8075" y="5891"/>
                  <a:pt x="7855" y="6111"/>
                  <a:pt x="7855" y="6382"/>
                </a:cubicBezTo>
                <a:cubicBezTo>
                  <a:pt x="7855" y="6653"/>
                  <a:pt x="8075" y="6873"/>
                  <a:pt x="8345" y="6873"/>
                </a:cubicBezTo>
                <a:lnTo>
                  <a:pt x="15218" y="6873"/>
                </a:lnTo>
                <a:cubicBezTo>
                  <a:pt x="15489" y="6873"/>
                  <a:pt x="15709" y="6653"/>
                  <a:pt x="15709" y="6382"/>
                </a:cubicBezTo>
                <a:cubicBezTo>
                  <a:pt x="15709" y="6111"/>
                  <a:pt x="15489" y="5891"/>
                  <a:pt x="15218" y="5891"/>
                </a:cubicBezTo>
                <a:moveTo>
                  <a:pt x="6382" y="5891"/>
                </a:moveTo>
                <a:cubicBezTo>
                  <a:pt x="6111" y="5891"/>
                  <a:pt x="5891" y="6111"/>
                  <a:pt x="5891" y="6382"/>
                </a:cubicBezTo>
                <a:cubicBezTo>
                  <a:pt x="5891" y="6653"/>
                  <a:pt x="6111" y="6873"/>
                  <a:pt x="6382" y="6873"/>
                </a:cubicBezTo>
                <a:cubicBezTo>
                  <a:pt x="6653" y="6873"/>
                  <a:pt x="6873" y="6653"/>
                  <a:pt x="6873" y="6382"/>
                </a:cubicBezTo>
                <a:cubicBezTo>
                  <a:pt x="6873" y="6111"/>
                  <a:pt x="6653" y="5891"/>
                  <a:pt x="6382" y="5891"/>
                </a:cubicBezTo>
                <a:moveTo>
                  <a:pt x="19636" y="0"/>
                </a:moveTo>
                <a:lnTo>
                  <a:pt x="5891" y="0"/>
                </a:lnTo>
                <a:cubicBezTo>
                  <a:pt x="4806" y="0"/>
                  <a:pt x="3927" y="879"/>
                  <a:pt x="3927" y="1964"/>
                </a:cubicBezTo>
                <a:lnTo>
                  <a:pt x="3927" y="2455"/>
                </a:lnTo>
                <a:cubicBezTo>
                  <a:pt x="3927" y="2726"/>
                  <a:pt x="4147" y="2945"/>
                  <a:pt x="4418" y="2945"/>
                </a:cubicBezTo>
                <a:cubicBezTo>
                  <a:pt x="4689" y="2945"/>
                  <a:pt x="4909" y="2726"/>
                  <a:pt x="4909" y="2455"/>
                </a:cubicBezTo>
                <a:lnTo>
                  <a:pt x="4909" y="1964"/>
                </a:lnTo>
                <a:cubicBezTo>
                  <a:pt x="4909" y="1422"/>
                  <a:pt x="5349" y="982"/>
                  <a:pt x="5891" y="982"/>
                </a:cubicBezTo>
                <a:lnTo>
                  <a:pt x="19636" y="982"/>
                </a:lnTo>
                <a:cubicBezTo>
                  <a:pt x="20178" y="982"/>
                  <a:pt x="20618" y="1422"/>
                  <a:pt x="20618" y="1964"/>
                </a:cubicBezTo>
                <a:lnTo>
                  <a:pt x="20618" y="15709"/>
                </a:lnTo>
                <a:cubicBezTo>
                  <a:pt x="20618" y="16252"/>
                  <a:pt x="20178" y="16691"/>
                  <a:pt x="19636" y="16691"/>
                </a:cubicBezTo>
                <a:lnTo>
                  <a:pt x="19145" y="16691"/>
                </a:lnTo>
                <a:cubicBezTo>
                  <a:pt x="18875" y="16691"/>
                  <a:pt x="18655" y="16910"/>
                  <a:pt x="18655" y="17182"/>
                </a:cubicBezTo>
                <a:cubicBezTo>
                  <a:pt x="18655" y="17453"/>
                  <a:pt x="18875" y="17673"/>
                  <a:pt x="19145" y="17673"/>
                </a:cubicBezTo>
                <a:lnTo>
                  <a:pt x="19636" y="17673"/>
                </a:lnTo>
                <a:cubicBezTo>
                  <a:pt x="20721" y="17673"/>
                  <a:pt x="21600" y="16794"/>
                  <a:pt x="21600" y="15709"/>
                </a:cubicBezTo>
                <a:lnTo>
                  <a:pt x="21600" y="1964"/>
                </a:lnTo>
                <a:cubicBezTo>
                  <a:pt x="21600" y="879"/>
                  <a:pt x="20721" y="0"/>
                  <a:pt x="19636" y="0"/>
                </a:cubicBezTo>
                <a:moveTo>
                  <a:pt x="2455" y="5891"/>
                </a:moveTo>
                <a:cubicBezTo>
                  <a:pt x="2184" y="5891"/>
                  <a:pt x="1964" y="6111"/>
                  <a:pt x="1964" y="6382"/>
                </a:cubicBezTo>
                <a:cubicBezTo>
                  <a:pt x="1964" y="6653"/>
                  <a:pt x="2184" y="6873"/>
                  <a:pt x="2455" y="6873"/>
                </a:cubicBezTo>
                <a:cubicBezTo>
                  <a:pt x="2725" y="6873"/>
                  <a:pt x="2945" y="6653"/>
                  <a:pt x="2945" y="6382"/>
                </a:cubicBezTo>
                <a:cubicBezTo>
                  <a:pt x="2945" y="6111"/>
                  <a:pt x="2725" y="5891"/>
                  <a:pt x="2455" y="5891"/>
                </a:cubicBezTo>
                <a:moveTo>
                  <a:pt x="4418" y="5891"/>
                </a:moveTo>
                <a:cubicBezTo>
                  <a:pt x="4147" y="5891"/>
                  <a:pt x="3927" y="6111"/>
                  <a:pt x="3927" y="6382"/>
                </a:cubicBezTo>
                <a:cubicBezTo>
                  <a:pt x="3927" y="6653"/>
                  <a:pt x="4147" y="6873"/>
                  <a:pt x="4418" y="6873"/>
                </a:cubicBezTo>
                <a:cubicBezTo>
                  <a:pt x="4689" y="6873"/>
                  <a:pt x="4909" y="6653"/>
                  <a:pt x="4909" y="6382"/>
                </a:cubicBezTo>
                <a:cubicBezTo>
                  <a:pt x="4909" y="6111"/>
                  <a:pt x="4689" y="5891"/>
                  <a:pt x="4418" y="5891"/>
                </a:cubicBezTo>
                <a:moveTo>
                  <a:pt x="16691" y="7855"/>
                </a:moveTo>
                <a:lnTo>
                  <a:pt x="982" y="7855"/>
                </a:lnTo>
                <a:lnTo>
                  <a:pt x="982" y="5891"/>
                </a:lnTo>
                <a:cubicBezTo>
                  <a:pt x="982" y="5349"/>
                  <a:pt x="1422" y="4909"/>
                  <a:pt x="1964" y="4909"/>
                </a:cubicBezTo>
                <a:lnTo>
                  <a:pt x="15709" y="4909"/>
                </a:lnTo>
                <a:cubicBezTo>
                  <a:pt x="16251" y="4909"/>
                  <a:pt x="16691" y="5349"/>
                  <a:pt x="16691" y="5891"/>
                </a:cubicBezTo>
                <a:cubicBezTo>
                  <a:pt x="16691" y="5891"/>
                  <a:pt x="16691" y="7855"/>
                  <a:pt x="16691" y="7855"/>
                </a:cubicBezTo>
                <a:close/>
                <a:moveTo>
                  <a:pt x="16691" y="19636"/>
                </a:moveTo>
                <a:cubicBezTo>
                  <a:pt x="16691" y="20178"/>
                  <a:pt x="16251" y="20618"/>
                  <a:pt x="15709" y="20618"/>
                </a:cubicBezTo>
                <a:lnTo>
                  <a:pt x="1964" y="20618"/>
                </a:lnTo>
                <a:cubicBezTo>
                  <a:pt x="1422" y="20618"/>
                  <a:pt x="982" y="20178"/>
                  <a:pt x="982" y="19636"/>
                </a:cubicBezTo>
                <a:lnTo>
                  <a:pt x="982" y="8836"/>
                </a:lnTo>
                <a:lnTo>
                  <a:pt x="16691" y="8836"/>
                </a:lnTo>
                <a:cubicBezTo>
                  <a:pt x="16691" y="8836"/>
                  <a:pt x="16691" y="19636"/>
                  <a:pt x="16691" y="19636"/>
                </a:cubicBezTo>
                <a:close/>
                <a:moveTo>
                  <a:pt x="15709" y="3927"/>
                </a:moveTo>
                <a:lnTo>
                  <a:pt x="1964" y="3927"/>
                </a:lnTo>
                <a:cubicBezTo>
                  <a:pt x="879" y="3927"/>
                  <a:pt x="0" y="4806"/>
                  <a:pt x="0" y="5891"/>
                </a:cubicBezTo>
                <a:lnTo>
                  <a:pt x="0" y="19636"/>
                </a:lnTo>
                <a:cubicBezTo>
                  <a:pt x="0" y="20721"/>
                  <a:pt x="879" y="21600"/>
                  <a:pt x="1964" y="21600"/>
                </a:cubicBezTo>
                <a:lnTo>
                  <a:pt x="15709" y="21600"/>
                </a:lnTo>
                <a:cubicBezTo>
                  <a:pt x="16794" y="21600"/>
                  <a:pt x="17673" y="20721"/>
                  <a:pt x="17673" y="19636"/>
                </a:cubicBezTo>
                <a:lnTo>
                  <a:pt x="17673" y="5891"/>
                </a:lnTo>
                <a:cubicBezTo>
                  <a:pt x="17673" y="4806"/>
                  <a:pt x="16794" y="3927"/>
                  <a:pt x="15709" y="3927"/>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8" name="Shape 2836">
            <a:extLst>
              <a:ext uri="{FF2B5EF4-FFF2-40B4-BE49-F238E27FC236}">
                <a16:creationId xmlns:a16="http://schemas.microsoft.com/office/drawing/2014/main" id="{5DF344E3-E633-22C3-FCE3-AEF34D17189E}"/>
              </a:ext>
            </a:extLst>
          </p:cNvPr>
          <p:cNvSpPr/>
          <p:nvPr/>
        </p:nvSpPr>
        <p:spPr>
          <a:xfrm>
            <a:off x="3570727" y="3443874"/>
            <a:ext cx="279328" cy="203148"/>
          </a:xfrm>
          <a:custGeom>
            <a:avLst/>
            <a:gdLst/>
            <a:ahLst/>
            <a:cxnLst>
              <a:cxn ang="0">
                <a:pos x="wd2" y="hd2"/>
              </a:cxn>
              <a:cxn ang="5400000">
                <a:pos x="wd2" y="hd2"/>
              </a:cxn>
              <a:cxn ang="10800000">
                <a:pos x="wd2" y="hd2"/>
              </a:cxn>
              <a:cxn ang="16200000">
                <a:pos x="wd2" y="hd2"/>
              </a:cxn>
            </a:cxnLst>
            <a:rect l="0" t="0" r="r" b="b"/>
            <a:pathLst>
              <a:path w="21600" h="21600" extrusionOk="0">
                <a:moveTo>
                  <a:pt x="20618" y="18900"/>
                </a:moveTo>
                <a:cubicBezTo>
                  <a:pt x="20618" y="18980"/>
                  <a:pt x="20611" y="19058"/>
                  <a:pt x="20601" y="19135"/>
                </a:cubicBezTo>
                <a:lnTo>
                  <a:pt x="14539" y="10800"/>
                </a:lnTo>
                <a:lnTo>
                  <a:pt x="20601" y="2465"/>
                </a:lnTo>
                <a:cubicBezTo>
                  <a:pt x="20611" y="2542"/>
                  <a:pt x="20618" y="2620"/>
                  <a:pt x="20618" y="2700"/>
                </a:cubicBezTo>
                <a:cubicBezTo>
                  <a:pt x="20618" y="2700"/>
                  <a:pt x="20618" y="18900"/>
                  <a:pt x="20618" y="18900"/>
                </a:cubicBezTo>
                <a:close/>
                <a:moveTo>
                  <a:pt x="19636" y="20250"/>
                </a:moveTo>
                <a:lnTo>
                  <a:pt x="1964" y="20250"/>
                </a:lnTo>
                <a:cubicBezTo>
                  <a:pt x="1849" y="20250"/>
                  <a:pt x="1739" y="20218"/>
                  <a:pt x="1637" y="20168"/>
                </a:cubicBezTo>
                <a:lnTo>
                  <a:pt x="7755" y="11754"/>
                </a:lnTo>
                <a:lnTo>
                  <a:pt x="9440" y="14072"/>
                </a:lnTo>
                <a:cubicBezTo>
                  <a:pt x="9816" y="14589"/>
                  <a:pt x="10308" y="14847"/>
                  <a:pt x="10800" y="14847"/>
                </a:cubicBezTo>
                <a:cubicBezTo>
                  <a:pt x="11292" y="14847"/>
                  <a:pt x="11784" y="14589"/>
                  <a:pt x="12159" y="14072"/>
                </a:cubicBezTo>
                <a:lnTo>
                  <a:pt x="13845" y="11754"/>
                </a:lnTo>
                <a:lnTo>
                  <a:pt x="19964" y="20168"/>
                </a:lnTo>
                <a:cubicBezTo>
                  <a:pt x="19861" y="20218"/>
                  <a:pt x="19752" y="20250"/>
                  <a:pt x="19636" y="20250"/>
                </a:cubicBezTo>
                <a:moveTo>
                  <a:pt x="982" y="18900"/>
                </a:moveTo>
                <a:lnTo>
                  <a:pt x="982" y="2700"/>
                </a:lnTo>
                <a:cubicBezTo>
                  <a:pt x="982" y="2620"/>
                  <a:pt x="989" y="2542"/>
                  <a:pt x="999" y="2465"/>
                </a:cubicBezTo>
                <a:lnTo>
                  <a:pt x="7061" y="10800"/>
                </a:lnTo>
                <a:lnTo>
                  <a:pt x="999" y="19135"/>
                </a:lnTo>
                <a:cubicBezTo>
                  <a:pt x="989" y="19058"/>
                  <a:pt x="982" y="18980"/>
                  <a:pt x="982" y="18900"/>
                </a:cubicBezTo>
                <a:moveTo>
                  <a:pt x="1964" y="1350"/>
                </a:moveTo>
                <a:lnTo>
                  <a:pt x="19636" y="1350"/>
                </a:lnTo>
                <a:cubicBezTo>
                  <a:pt x="19752" y="1350"/>
                  <a:pt x="19861" y="1382"/>
                  <a:pt x="19964" y="1433"/>
                </a:cubicBezTo>
                <a:lnTo>
                  <a:pt x="11465" y="13118"/>
                </a:lnTo>
                <a:cubicBezTo>
                  <a:pt x="11288" y="13362"/>
                  <a:pt x="11051" y="13497"/>
                  <a:pt x="10800" y="13497"/>
                </a:cubicBezTo>
                <a:cubicBezTo>
                  <a:pt x="10549" y="13497"/>
                  <a:pt x="10312" y="13362"/>
                  <a:pt x="10134" y="13118"/>
                </a:cubicBezTo>
                <a:lnTo>
                  <a:pt x="1637" y="1433"/>
                </a:lnTo>
                <a:cubicBezTo>
                  <a:pt x="1739" y="1382"/>
                  <a:pt x="1849" y="1350"/>
                  <a:pt x="1964" y="1350"/>
                </a:cubicBezTo>
                <a:moveTo>
                  <a:pt x="19636" y="0"/>
                </a:moveTo>
                <a:lnTo>
                  <a:pt x="1964" y="0"/>
                </a:lnTo>
                <a:cubicBezTo>
                  <a:pt x="879" y="0"/>
                  <a:pt x="0" y="1209"/>
                  <a:pt x="0" y="2700"/>
                </a:cubicBezTo>
                <a:lnTo>
                  <a:pt x="0" y="18900"/>
                </a:lnTo>
                <a:cubicBezTo>
                  <a:pt x="0" y="20391"/>
                  <a:pt x="879" y="21600"/>
                  <a:pt x="1964" y="21600"/>
                </a:cubicBezTo>
                <a:lnTo>
                  <a:pt x="19636" y="21600"/>
                </a:lnTo>
                <a:cubicBezTo>
                  <a:pt x="20721" y="21600"/>
                  <a:pt x="21600" y="20391"/>
                  <a:pt x="21600" y="18900"/>
                </a:cubicBezTo>
                <a:lnTo>
                  <a:pt x="21600" y="2700"/>
                </a:lnTo>
                <a:cubicBezTo>
                  <a:pt x="21600" y="1209"/>
                  <a:pt x="20721" y="0"/>
                  <a:pt x="19636"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9" name="Shape 2837">
            <a:extLst>
              <a:ext uri="{FF2B5EF4-FFF2-40B4-BE49-F238E27FC236}">
                <a16:creationId xmlns:a16="http://schemas.microsoft.com/office/drawing/2014/main" id="{643D8B64-ADCE-ED9A-DC49-15562FC1F002}"/>
              </a:ext>
            </a:extLst>
          </p:cNvPr>
          <p:cNvSpPr/>
          <p:nvPr/>
        </p:nvSpPr>
        <p:spPr>
          <a:xfrm>
            <a:off x="4103988" y="3437526"/>
            <a:ext cx="279328" cy="215845"/>
          </a:xfrm>
          <a:custGeom>
            <a:avLst/>
            <a:gdLst/>
            <a:ahLst/>
            <a:cxnLst>
              <a:cxn ang="0">
                <a:pos x="wd2" y="hd2"/>
              </a:cxn>
              <a:cxn ang="5400000">
                <a:pos x="wd2" y="hd2"/>
              </a:cxn>
              <a:cxn ang="10800000">
                <a:pos x="wd2" y="hd2"/>
              </a:cxn>
              <a:cxn ang="16200000">
                <a:pos x="wd2" y="hd2"/>
              </a:cxn>
            </a:cxnLst>
            <a:rect l="0" t="0" r="r" b="b"/>
            <a:pathLst>
              <a:path w="21600" h="21600" extrusionOk="0">
                <a:moveTo>
                  <a:pt x="16691" y="18667"/>
                </a:moveTo>
                <a:lnTo>
                  <a:pt x="12576" y="13341"/>
                </a:lnTo>
                <a:lnTo>
                  <a:pt x="16691" y="8016"/>
                </a:lnTo>
                <a:cubicBezTo>
                  <a:pt x="16691" y="8016"/>
                  <a:pt x="16691" y="18667"/>
                  <a:pt x="16691" y="18667"/>
                </a:cubicBezTo>
                <a:close/>
                <a:moveTo>
                  <a:pt x="15709" y="20329"/>
                </a:moveTo>
                <a:lnTo>
                  <a:pt x="1964" y="20329"/>
                </a:lnTo>
                <a:cubicBezTo>
                  <a:pt x="1719" y="20329"/>
                  <a:pt x="1498" y="20210"/>
                  <a:pt x="1326" y="20018"/>
                </a:cubicBezTo>
                <a:lnTo>
                  <a:pt x="5791" y="14240"/>
                </a:lnTo>
                <a:lnTo>
                  <a:pt x="7477" y="16421"/>
                </a:lnTo>
                <a:cubicBezTo>
                  <a:pt x="7853" y="16907"/>
                  <a:pt x="8344" y="17150"/>
                  <a:pt x="8836" y="17150"/>
                </a:cubicBezTo>
                <a:cubicBezTo>
                  <a:pt x="9329" y="17150"/>
                  <a:pt x="9821" y="16907"/>
                  <a:pt x="10195" y="16421"/>
                </a:cubicBezTo>
                <a:lnTo>
                  <a:pt x="11882" y="14240"/>
                </a:lnTo>
                <a:lnTo>
                  <a:pt x="16347" y="20018"/>
                </a:lnTo>
                <a:cubicBezTo>
                  <a:pt x="16175" y="20210"/>
                  <a:pt x="15954" y="20329"/>
                  <a:pt x="15709" y="20329"/>
                </a:cubicBezTo>
                <a:moveTo>
                  <a:pt x="982" y="8016"/>
                </a:moveTo>
                <a:lnTo>
                  <a:pt x="5097" y="13341"/>
                </a:lnTo>
                <a:lnTo>
                  <a:pt x="982" y="18667"/>
                </a:lnTo>
                <a:cubicBezTo>
                  <a:pt x="982" y="18667"/>
                  <a:pt x="982" y="8016"/>
                  <a:pt x="982" y="8016"/>
                </a:cubicBezTo>
                <a:close/>
                <a:moveTo>
                  <a:pt x="1964" y="6353"/>
                </a:moveTo>
                <a:lnTo>
                  <a:pt x="15709" y="6353"/>
                </a:lnTo>
                <a:cubicBezTo>
                  <a:pt x="15954" y="6353"/>
                  <a:pt x="16175" y="6474"/>
                  <a:pt x="16347" y="6665"/>
                </a:cubicBezTo>
                <a:lnTo>
                  <a:pt x="9502" y="15523"/>
                </a:lnTo>
                <a:cubicBezTo>
                  <a:pt x="9324" y="15752"/>
                  <a:pt x="9088" y="15880"/>
                  <a:pt x="8836" y="15880"/>
                </a:cubicBezTo>
                <a:cubicBezTo>
                  <a:pt x="8585" y="15880"/>
                  <a:pt x="8349" y="15752"/>
                  <a:pt x="8170" y="15523"/>
                </a:cubicBezTo>
                <a:lnTo>
                  <a:pt x="1326" y="6664"/>
                </a:lnTo>
                <a:cubicBezTo>
                  <a:pt x="1498" y="6474"/>
                  <a:pt x="1719" y="6353"/>
                  <a:pt x="1964" y="6353"/>
                </a:cubicBezTo>
                <a:moveTo>
                  <a:pt x="15709" y="5082"/>
                </a:moveTo>
                <a:lnTo>
                  <a:pt x="1964" y="5082"/>
                </a:lnTo>
                <a:cubicBezTo>
                  <a:pt x="879" y="5082"/>
                  <a:pt x="0" y="6220"/>
                  <a:pt x="0" y="7624"/>
                </a:cubicBezTo>
                <a:lnTo>
                  <a:pt x="0" y="19059"/>
                </a:lnTo>
                <a:cubicBezTo>
                  <a:pt x="0" y="20462"/>
                  <a:pt x="879" y="21600"/>
                  <a:pt x="1964" y="21600"/>
                </a:cubicBezTo>
                <a:lnTo>
                  <a:pt x="15709" y="21600"/>
                </a:lnTo>
                <a:cubicBezTo>
                  <a:pt x="16794" y="21600"/>
                  <a:pt x="17673" y="20462"/>
                  <a:pt x="17673" y="19059"/>
                </a:cubicBezTo>
                <a:lnTo>
                  <a:pt x="17673" y="7624"/>
                </a:lnTo>
                <a:cubicBezTo>
                  <a:pt x="17673" y="6220"/>
                  <a:pt x="16794" y="5082"/>
                  <a:pt x="15709" y="5082"/>
                </a:cubicBezTo>
                <a:moveTo>
                  <a:pt x="19636" y="0"/>
                </a:moveTo>
                <a:lnTo>
                  <a:pt x="5891" y="0"/>
                </a:lnTo>
                <a:cubicBezTo>
                  <a:pt x="4806" y="0"/>
                  <a:pt x="3927" y="1138"/>
                  <a:pt x="3927" y="2541"/>
                </a:cubicBezTo>
                <a:lnTo>
                  <a:pt x="3927" y="3176"/>
                </a:lnTo>
                <a:cubicBezTo>
                  <a:pt x="3927" y="3528"/>
                  <a:pt x="4147" y="3812"/>
                  <a:pt x="4418" y="3812"/>
                </a:cubicBezTo>
                <a:cubicBezTo>
                  <a:pt x="4690" y="3812"/>
                  <a:pt x="4909" y="3528"/>
                  <a:pt x="4909" y="3176"/>
                </a:cubicBezTo>
                <a:lnTo>
                  <a:pt x="4909" y="2541"/>
                </a:lnTo>
                <a:cubicBezTo>
                  <a:pt x="4909" y="1840"/>
                  <a:pt x="5348" y="1271"/>
                  <a:pt x="5891" y="1271"/>
                </a:cubicBezTo>
                <a:lnTo>
                  <a:pt x="19636" y="1271"/>
                </a:lnTo>
                <a:cubicBezTo>
                  <a:pt x="20178" y="1271"/>
                  <a:pt x="20618" y="1840"/>
                  <a:pt x="20618" y="2541"/>
                </a:cubicBezTo>
                <a:lnTo>
                  <a:pt x="20618" y="13976"/>
                </a:lnTo>
                <a:cubicBezTo>
                  <a:pt x="20618" y="14678"/>
                  <a:pt x="20178" y="15247"/>
                  <a:pt x="19636" y="15247"/>
                </a:cubicBezTo>
                <a:lnTo>
                  <a:pt x="19145" y="15247"/>
                </a:lnTo>
                <a:cubicBezTo>
                  <a:pt x="18874" y="15247"/>
                  <a:pt x="18655" y="15532"/>
                  <a:pt x="18655" y="15882"/>
                </a:cubicBezTo>
                <a:cubicBezTo>
                  <a:pt x="18655" y="16234"/>
                  <a:pt x="18874" y="16518"/>
                  <a:pt x="19145" y="16518"/>
                </a:cubicBezTo>
                <a:lnTo>
                  <a:pt x="19636" y="16518"/>
                </a:lnTo>
                <a:cubicBezTo>
                  <a:pt x="20721" y="16518"/>
                  <a:pt x="21600" y="15380"/>
                  <a:pt x="21600" y="13976"/>
                </a:cubicBezTo>
                <a:lnTo>
                  <a:pt x="21600" y="2541"/>
                </a:lnTo>
                <a:cubicBezTo>
                  <a:pt x="21600" y="1138"/>
                  <a:pt x="20721" y="0"/>
                  <a:pt x="19636"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0" name="Shape 2838">
            <a:extLst>
              <a:ext uri="{FF2B5EF4-FFF2-40B4-BE49-F238E27FC236}">
                <a16:creationId xmlns:a16="http://schemas.microsoft.com/office/drawing/2014/main" id="{7E1E7186-9E67-F6C2-4B9F-F1D0929B0EAD}"/>
              </a:ext>
            </a:extLst>
          </p:cNvPr>
          <p:cNvSpPr/>
          <p:nvPr/>
        </p:nvSpPr>
        <p:spPr>
          <a:xfrm>
            <a:off x="4637249" y="3431177"/>
            <a:ext cx="279328" cy="228541"/>
          </a:xfrm>
          <a:custGeom>
            <a:avLst/>
            <a:gdLst/>
            <a:ahLst/>
            <a:cxnLst>
              <a:cxn ang="0">
                <a:pos x="wd2" y="hd2"/>
              </a:cxn>
              <a:cxn ang="5400000">
                <a:pos x="wd2" y="hd2"/>
              </a:cxn>
              <a:cxn ang="10800000">
                <a:pos x="wd2" y="hd2"/>
              </a:cxn>
              <a:cxn ang="16200000">
                <a:pos x="wd2" y="hd2"/>
              </a:cxn>
            </a:cxnLst>
            <a:rect l="0" t="0" r="r" b="b"/>
            <a:pathLst>
              <a:path w="21600" h="21600" extrusionOk="0">
                <a:moveTo>
                  <a:pt x="20618" y="20400"/>
                </a:moveTo>
                <a:lnTo>
                  <a:pt x="982" y="20400"/>
                </a:lnTo>
                <a:lnTo>
                  <a:pt x="982" y="13200"/>
                </a:lnTo>
                <a:lnTo>
                  <a:pt x="6907" y="13200"/>
                </a:lnTo>
                <a:cubicBezTo>
                  <a:pt x="7149" y="15567"/>
                  <a:pt x="8798" y="17400"/>
                  <a:pt x="10800" y="17400"/>
                </a:cubicBezTo>
                <a:cubicBezTo>
                  <a:pt x="12802" y="17400"/>
                  <a:pt x="14451" y="15567"/>
                  <a:pt x="14694" y="13200"/>
                </a:cubicBezTo>
                <a:lnTo>
                  <a:pt x="20618" y="13200"/>
                </a:lnTo>
                <a:cubicBezTo>
                  <a:pt x="20618" y="13200"/>
                  <a:pt x="20618" y="20400"/>
                  <a:pt x="20618" y="20400"/>
                </a:cubicBezTo>
                <a:close/>
                <a:moveTo>
                  <a:pt x="5703" y="1200"/>
                </a:moveTo>
                <a:lnTo>
                  <a:pt x="15897" y="1200"/>
                </a:lnTo>
                <a:lnTo>
                  <a:pt x="20315" y="12000"/>
                </a:lnTo>
                <a:lnTo>
                  <a:pt x="14236" y="12000"/>
                </a:lnTo>
                <a:cubicBezTo>
                  <a:pt x="13965" y="12000"/>
                  <a:pt x="13745" y="12269"/>
                  <a:pt x="13745" y="12600"/>
                </a:cubicBezTo>
                <a:cubicBezTo>
                  <a:pt x="13745" y="14589"/>
                  <a:pt x="12426" y="16200"/>
                  <a:pt x="10800" y="16200"/>
                </a:cubicBezTo>
                <a:cubicBezTo>
                  <a:pt x="9173" y="16200"/>
                  <a:pt x="7855" y="14589"/>
                  <a:pt x="7855" y="12600"/>
                </a:cubicBezTo>
                <a:cubicBezTo>
                  <a:pt x="7855" y="12269"/>
                  <a:pt x="7635" y="12000"/>
                  <a:pt x="7364" y="12000"/>
                </a:cubicBezTo>
                <a:lnTo>
                  <a:pt x="1285" y="12000"/>
                </a:lnTo>
                <a:cubicBezTo>
                  <a:pt x="1285" y="12000"/>
                  <a:pt x="5703" y="1200"/>
                  <a:pt x="5703" y="1200"/>
                </a:cubicBezTo>
                <a:close/>
                <a:moveTo>
                  <a:pt x="21543" y="12335"/>
                </a:moveTo>
                <a:lnTo>
                  <a:pt x="21548" y="12332"/>
                </a:lnTo>
                <a:lnTo>
                  <a:pt x="16639" y="332"/>
                </a:lnTo>
                <a:lnTo>
                  <a:pt x="16634" y="335"/>
                </a:lnTo>
                <a:cubicBezTo>
                  <a:pt x="16554" y="138"/>
                  <a:pt x="16392" y="0"/>
                  <a:pt x="16200" y="0"/>
                </a:cubicBezTo>
                <a:lnTo>
                  <a:pt x="5400" y="0"/>
                </a:lnTo>
                <a:cubicBezTo>
                  <a:pt x="5208" y="0"/>
                  <a:pt x="5046" y="138"/>
                  <a:pt x="4966" y="335"/>
                </a:cubicBezTo>
                <a:lnTo>
                  <a:pt x="4961" y="332"/>
                </a:lnTo>
                <a:lnTo>
                  <a:pt x="52" y="12332"/>
                </a:lnTo>
                <a:lnTo>
                  <a:pt x="57" y="12335"/>
                </a:lnTo>
                <a:cubicBezTo>
                  <a:pt x="23" y="12415"/>
                  <a:pt x="0" y="12503"/>
                  <a:pt x="0" y="12600"/>
                </a:cubicBezTo>
                <a:lnTo>
                  <a:pt x="0" y="21000"/>
                </a:lnTo>
                <a:cubicBezTo>
                  <a:pt x="0" y="21332"/>
                  <a:pt x="220" y="21600"/>
                  <a:pt x="491" y="21600"/>
                </a:cubicBezTo>
                <a:lnTo>
                  <a:pt x="21109" y="21600"/>
                </a:lnTo>
                <a:cubicBezTo>
                  <a:pt x="21380" y="21600"/>
                  <a:pt x="21600" y="21332"/>
                  <a:pt x="21600" y="21000"/>
                </a:cubicBezTo>
                <a:lnTo>
                  <a:pt x="21600" y="12600"/>
                </a:lnTo>
                <a:cubicBezTo>
                  <a:pt x="21600" y="12503"/>
                  <a:pt x="21577" y="12415"/>
                  <a:pt x="21543" y="12335"/>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1" name="Shape 2839">
            <a:extLst>
              <a:ext uri="{FF2B5EF4-FFF2-40B4-BE49-F238E27FC236}">
                <a16:creationId xmlns:a16="http://schemas.microsoft.com/office/drawing/2014/main" id="{745C5AE5-014F-36CD-CA5B-3B490D80DCC0}"/>
              </a:ext>
            </a:extLst>
          </p:cNvPr>
          <p:cNvSpPr/>
          <p:nvPr/>
        </p:nvSpPr>
        <p:spPr>
          <a:xfrm>
            <a:off x="5170510" y="3418481"/>
            <a:ext cx="279328" cy="253935"/>
          </a:xfrm>
          <a:custGeom>
            <a:avLst/>
            <a:gdLst/>
            <a:ahLst/>
            <a:cxnLst>
              <a:cxn ang="0">
                <a:pos x="wd2" y="hd2"/>
              </a:cxn>
              <a:cxn ang="5400000">
                <a:pos x="wd2" y="hd2"/>
              </a:cxn>
              <a:cxn ang="10800000">
                <a:pos x="wd2" y="hd2"/>
              </a:cxn>
              <a:cxn ang="16200000">
                <a:pos x="wd2" y="hd2"/>
              </a:cxn>
            </a:cxnLst>
            <a:rect l="0" t="0" r="r" b="b"/>
            <a:pathLst>
              <a:path w="21600" h="21600" extrusionOk="0">
                <a:moveTo>
                  <a:pt x="20618" y="20520"/>
                </a:moveTo>
                <a:lnTo>
                  <a:pt x="982" y="20520"/>
                </a:lnTo>
                <a:lnTo>
                  <a:pt x="982" y="14040"/>
                </a:lnTo>
                <a:lnTo>
                  <a:pt x="6907" y="14040"/>
                </a:lnTo>
                <a:cubicBezTo>
                  <a:pt x="7149" y="16170"/>
                  <a:pt x="8798" y="17820"/>
                  <a:pt x="10800" y="17820"/>
                </a:cubicBezTo>
                <a:cubicBezTo>
                  <a:pt x="12802" y="17820"/>
                  <a:pt x="14451" y="16170"/>
                  <a:pt x="14694" y="14040"/>
                </a:cubicBezTo>
                <a:lnTo>
                  <a:pt x="20618" y="14040"/>
                </a:lnTo>
                <a:cubicBezTo>
                  <a:pt x="20618" y="14040"/>
                  <a:pt x="20618" y="20520"/>
                  <a:pt x="20618" y="20520"/>
                </a:cubicBezTo>
                <a:close/>
                <a:moveTo>
                  <a:pt x="21543" y="13261"/>
                </a:moveTo>
                <a:lnTo>
                  <a:pt x="21548" y="13259"/>
                </a:lnTo>
                <a:lnTo>
                  <a:pt x="16639" y="2459"/>
                </a:lnTo>
                <a:lnTo>
                  <a:pt x="16634" y="2461"/>
                </a:lnTo>
                <a:cubicBezTo>
                  <a:pt x="16554" y="2284"/>
                  <a:pt x="16392" y="2160"/>
                  <a:pt x="16200" y="2160"/>
                </a:cubicBezTo>
                <a:lnTo>
                  <a:pt x="12764" y="2160"/>
                </a:lnTo>
                <a:cubicBezTo>
                  <a:pt x="12492" y="2160"/>
                  <a:pt x="12273" y="2402"/>
                  <a:pt x="12273" y="2700"/>
                </a:cubicBezTo>
                <a:cubicBezTo>
                  <a:pt x="12273" y="2999"/>
                  <a:pt x="12492" y="3240"/>
                  <a:pt x="12764" y="3240"/>
                </a:cubicBezTo>
                <a:lnTo>
                  <a:pt x="15897" y="3240"/>
                </a:lnTo>
                <a:lnTo>
                  <a:pt x="20315" y="12960"/>
                </a:lnTo>
                <a:lnTo>
                  <a:pt x="14236" y="12960"/>
                </a:lnTo>
                <a:cubicBezTo>
                  <a:pt x="13965" y="12960"/>
                  <a:pt x="13745" y="13202"/>
                  <a:pt x="13745" y="13500"/>
                </a:cubicBezTo>
                <a:cubicBezTo>
                  <a:pt x="13745" y="15290"/>
                  <a:pt x="12426" y="16740"/>
                  <a:pt x="10800" y="16740"/>
                </a:cubicBezTo>
                <a:cubicBezTo>
                  <a:pt x="9173" y="16740"/>
                  <a:pt x="7855" y="15290"/>
                  <a:pt x="7855" y="13500"/>
                </a:cubicBezTo>
                <a:cubicBezTo>
                  <a:pt x="7855" y="13202"/>
                  <a:pt x="7635" y="12960"/>
                  <a:pt x="7364" y="12960"/>
                </a:cubicBezTo>
                <a:lnTo>
                  <a:pt x="1285" y="12960"/>
                </a:lnTo>
                <a:lnTo>
                  <a:pt x="5703" y="3240"/>
                </a:lnTo>
                <a:lnTo>
                  <a:pt x="8836" y="3240"/>
                </a:lnTo>
                <a:cubicBezTo>
                  <a:pt x="9108" y="3240"/>
                  <a:pt x="9327" y="2999"/>
                  <a:pt x="9327" y="2700"/>
                </a:cubicBezTo>
                <a:cubicBezTo>
                  <a:pt x="9327" y="2402"/>
                  <a:pt x="9108" y="2160"/>
                  <a:pt x="8836" y="2160"/>
                </a:cubicBezTo>
                <a:lnTo>
                  <a:pt x="5400" y="2160"/>
                </a:lnTo>
                <a:cubicBezTo>
                  <a:pt x="5208" y="2160"/>
                  <a:pt x="5046" y="2284"/>
                  <a:pt x="4966" y="2461"/>
                </a:cubicBezTo>
                <a:lnTo>
                  <a:pt x="4961" y="2459"/>
                </a:lnTo>
                <a:lnTo>
                  <a:pt x="52" y="13259"/>
                </a:lnTo>
                <a:lnTo>
                  <a:pt x="57" y="13261"/>
                </a:lnTo>
                <a:cubicBezTo>
                  <a:pt x="23" y="13334"/>
                  <a:pt x="0" y="13413"/>
                  <a:pt x="0" y="13500"/>
                </a:cubicBezTo>
                <a:lnTo>
                  <a:pt x="0" y="21060"/>
                </a:lnTo>
                <a:cubicBezTo>
                  <a:pt x="0" y="21359"/>
                  <a:pt x="220" y="21600"/>
                  <a:pt x="491" y="21600"/>
                </a:cubicBezTo>
                <a:lnTo>
                  <a:pt x="21109" y="21600"/>
                </a:lnTo>
                <a:cubicBezTo>
                  <a:pt x="21380" y="21600"/>
                  <a:pt x="21600" y="21359"/>
                  <a:pt x="21600" y="21060"/>
                </a:cubicBezTo>
                <a:lnTo>
                  <a:pt x="21600" y="13500"/>
                </a:lnTo>
                <a:cubicBezTo>
                  <a:pt x="21600" y="13413"/>
                  <a:pt x="21577" y="13334"/>
                  <a:pt x="21543" y="13261"/>
                </a:cubicBezTo>
                <a:moveTo>
                  <a:pt x="7855" y="8640"/>
                </a:moveTo>
                <a:cubicBezTo>
                  <a:pt x="7583" y="8640"/>
                  <a:pt x="7364" y="8882"/>
                  <a:pt x="7364" y="9180"/>
                </a:cubicBezTo>
                <a:cubicBezTo>
                  <a:pt x="7364" y="9329"/>
                  <a:pt x="7418" y="9464"/>
                  <a:pt x="7507" y="9562"/>
                </a:cubicBezTo>
                <a:lnTo>
                  <a:pt x="10453" y="12802"/>
                </a:lnTo>
                <a:cubicBezTo>
                  <a:pt x="10542" y="12900"/>
                  <a:pt x="10665" y="12960"/>
                  <a:pt x="10800" y="12960"/>
                </a:cubicBezTo>
                <a:cubicBezTo>
                  <a:pt x="10936" y="12960"/>
                  <a:pt x="11058" y="12900"/>
                  <a:pt x="11147" y="12802"/>
                </a:cubicBezTo>
                <a:lnTo>
                  <a:pt x="14093" y="9562"/>
                </a:lnTo>
                <a:cubicBezTo>
                  <a:pt x="14182" y="9464"/>
                  <a:pt x="14236" y="9329"/>
                  <a:pt x="14236" y="9180"/>
                </a:cubicBezTo>
                <a:cubicBezTo>
                  <a:pt x="14236" y="8882"/>
                  <a:pt x="14017" y="8640"/>
                  <a:pt x="13745" y="8640"/>
                </a:cubicBezTo>
                <a:cubicBezTo>
                  <a:pt x="13610" y="8640"/>
                  <a:pt x="13487" y="8701"/>
                  <a:pt x="13398" y="8798"/>
                </a:cubicBezTo>
                <a:lnTo>
                  <a:pt x="11291" y="11116"/>
                </a:lnTo>
                <a:lnTo>
                  <a:pt x="11291" y="540"/>
                </a:lnTo>
                <a:cubicBezTo>
                  <a:pt x="11291" y="242"/>
                  <a:pt x="11071" y="0"/>
                  <a:pt x="10800" y="0"/>
                </a:cubicBezTo>
                <a:cubicBezTo>
                  <a:pt x="10529" y="0"/>
                  <a:pt x="10309" y="242"/>
                  <a:pt x="10309" y="540"/>
                </a:cubicBezTo>
                <a:lnTo>
                  <a:pt x="10309" y="11116"/>
                </a:lnTo>
                <a:lnTo>
                  <a:pt x="8202" y="8798"/>
                </a:lnTo>
                <a:cubicBezTo>
                  <a:pt x="8113" y="8701"/>
                  <a:pt x="7990" y="8640"/>
                  <a:pt x="7855" y="864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2" name="Shape 2840">
            <a:extLst>
              <a:ext uri="{FF2B5EF4-FFF2-40B4-BE49-F238E27FC236}">
                <a16:creationId xmlns:a16="http://schemas.microsoft.com/office/drawing/2014/main" id="{0DC382D7-1672-6C5C-4A73-6996505815E4}"/>
              </a:ext>
            </a:extLst>
          </p:cNvPr>
          <p:cNvSpPr/>
          <p:nvPr/>
        </p:nvSpPr>
        <p:spPr>
          <a:xfrm>
            <a:off x="5703771" y="3418481"/>
            <a:ext cx="279328" cy="253935"/>
          </a:xfrm>
          <a:custGeom>
            <a:avLst/>
            <a:gdLst/>
            <a:ahLst/>
            <a:cxnLst>
              <a:cxn ang="0">
                <a:pos x="wd2" y="hd2"/>
              </a:cxn>
              <a:cxn ang="5400000">
                <a:pos x="wd2" y="hd2"/>
              </a:cxn>
              <a:cxn ang="10800000">
                <a:pos x="wd2" y="hd2"/>
              </a:cxn>
              <a:cxn ang="16200000">
                <a:pos x="wd2" y="hd2"/>
              </a:cxn>
            </a:cxnLst>
            <a:rect l="0" t="0" r="r" b="b"/>
            <a:pathLst>
              <a:path w="21600" h="21600" extrusionOk="0">
                <a:moveTo>
                  <a:pt x="20618" y="20520"/>
                </a:moveTo>
                <a:lnTo>
                  <a:pt x="982" y="20520"/>
                </a:lnTo>
                <a:lnTo>
                  <a:pt x="982" y="14040"/>
                </a:lnTo>
                <a:lnTo>
                  <a:pt x="6907" y="14040"/>
                </a:lnTo>
                <a:cubicBezTo>
                  <a:pt x="7149" y="16170"/>
                  <a:pt x="8798" y="17820"/>
                  <a:pt x="10800" y="17820"/>
                </a:cubicBezTo>
                <a:cubicBezTo>
                  <a:pt x="12802" y="17820"/>
                  <a:pt x="14451" y="16170"/>
                  <a:pt x="14693" y="14040"/>
                </a:cubicBezTo>
                <a:lnTo>
                  <a:pt x="20618" y="14040"/>
                </a:lnTo>
                <a:cubicBezTo>
                  <a:pt x="20618" y="14040"/>
                  <a:pt x="20618" y="20520"/>
                  <a:pt x="20618" y="20520"/>
                </a:cubicBezTo>
                <a:close/>
                <a:moveTo>
                  <a:pt x="21544" y="13261"/>
                </a:moveTo>
                <a:lnTo>
                  <a:pt x="21548" y="13259"/>
                </a:lnTo>
                <a:lnTo>
                  <a:pt x="16639" y="2459"/>
                </a:lnTo>
                <a:lnTo>
                  <a:pt x="16635" y="2461"/>
                </a:lnTo>
                <a:cubicBezTo>
                  <a:pt x="16554" y="2284"/>
                  <a:pt x="16392" y="2160"/>
                  <a:pt x="16200" y="2160"/>
                </a:cubicBezTo>
                <a:lnTo>
                  <a:pt x="15709" y="2160"/>
                </a:lnTo>
                <a:cubicBezTo>
                  <a:pt x="15438" y="2160"/>
                  <a:pt x="15218" y="2402"/>
                  <a:pt x="15218" y="2700"/>
                </a:cubicBezTo>
                <a:cubicBezTo>
                  <a:pt x="15218" y="2999"/>
                  <a:pt x="15438" y="3240"/>
                  <a:pt x="15709" y="3240"/>
                </a:cubicBezTo>
                <a:lnTo>
                  <a:pt x="15897" y="3240"/>
                </a:lnTo>
                <a:lnTo>
                  <a:pt x="20315" y="12960"/>
                </a:lnTo>
                <a:lnTo>
                  <a:pt x="14236" y="12960"/>
                </a:lnTo>
                <a:cubicBezTo>
                  <a:pt x="13965" y="12960"/>
                  <a:pt x="13745" y="13202"/>
                  <a:pt x="13745" y="13500"/>
                </a:cubicBezTo>
                <a:cubicBezTo>
                  <a:pt x="13745" y="15290"/>
                  <a:pt x="12426" y="16740"/>
                  <a:pt x="10800" y="16740"/>
                </a:cubicBezTo>
                <a:cubicBezTo>
                  <a:pt x="9173" y="16740"/>
                  <a:pt x="7855" y="15290"/>
                  <a:pt x="7855" y="13500"/>
                </a:cubicBezTo>
                <a:cubicBezTo>
                  <a:pt x="7855" y="13202"/>
                  <a:pt x="7635" y="12960"/>
                  <a:pt x="7364" y="12960"/>
                </a:cubicBezTo>
                <a:lnTo>
                  <a:pt x="1285" y="12960"/>
                </a:lnTo>
                <a:lnTo>
                  <a:pt x="5703" y="3240"/>
                </a:lnTo>
                <a:lnTo>
                  <a:pt x="5891" y="3240"/>
                </a:lnTo>
                <a:cubicBezTo>
                  <a:pt x="6162" y="3240"/>
                  <a:pt x="6382" y="2999"/>
                  <a:pt x="6382" y="2700"/>
                </a:cubicBezTo>
                <a:cubicBezTo>
                  <a:pt x="6382" y="2402"/>
                  <a:pt x="6162" y="2160"/>
                  <a:pt x="5891" y="2160"/>
                </a:cubicBezTo>
                <a:lnTo>
                  <a:pt x="5400" y="2160"/>
                </a:lnTo>
                <a:cubicBezTo>
                  <a:pt x="5208" y="2160"/>
                  <a:pt x="5046" y="2284"/>
                  <a:pt x="4966" y="2461"/>
                </a:cubicBezTo>
                <a:lnTo>
                  <a:pt x="4961" y="2459"/>
                </a:lnTo>
                <a:lnTo>
                  <a:pt x="52" y="13259"/>
                </a:lnTo>
                <a:lnTo>
                  <a:pt x="57" y="13261"/>
                </a:lnTo>
                <a:cubicBezTo>
                  <a:pt x="23" y="13334"/>
                  <a:pt x="0" y="13413"/>
                  <a:pt x="0" y="13500"/>
                </a:cubicBezTo>
                <a:lnTo>
                  <a:pt x="0" y="21060"/>
                </a:lnTo>
                <a:cubicBezTo>
                  <a:pt x="0" y="21359"/>
                  <a:pt x="220" y="21600"/>
                  <a:pt x="491" y="21600"/>
                </a:cubicBezTo>
                <a:lnTo>
                  <a:pt x="21109" y="21600"/>
                </a:lnTo>
                <a:cubicBezTo>
                  <a:pt x="21380" y="21600"/>
                  <a:pt x="21600" y="21359"/>
                  <a:pt x="21600" y="21060"/>
                </a:cubicBezTo>
                <a:lnTo>
                  <a:pt x="21600" y="13500"/>
                </a:lnTo>
                <a:cubicBezTo>
                  <a:pt x="21600" y="13413"/>
                  <a:pt x="21577" y="13334"/>
                  <a:pt x="21544" y="13261"/>
                </a:cubicBezTo>
                <a:moveTo>
                  <a:pt x="7855" y="4320"/>
                </a:moveTo>
                <a:cubicBezTo>
                  <a:pt x="7990" y="4320"/>
                  <a:pt x="8113" y="4260"/>
                  <a:pt x="8202" y="4162"/>
                </a:cubicBezTo>
                <a:lnTo>
                  <a:pt x="10309" y="1844"/>
                </a:lnTo>
                <a:lnTo>
                  <a:pt x="10309" y="12420"/>
                </a:lnTo>
                <a:cubicBezTo>
                  <a:pt x="10309" y="12719"/>
                  <a:pt x="10529" y="12960"/>
                  <a:pt x="10800" y="12960"/>
                </a:cubicBezTo>
                <a:cubicBezTo>
                  <a:pt x="11071" y="12960"/>
                  <a:pt x="11291" y="12719"/>
                  <a:pt x="11291" y="12420"/>
                </a:cubicBezTo>
                <a:lnTo>
                  <a:pt x="11291" y="1844"/>
                </a:lnTo>
                <a:lnTo>
                  <a:pt x="13398" y="4162"/>
                </a:lnTo>
                <a:cubicBezTo>
                  <a:pt x="13487" y="4260"/>
                  <a:pt x="13610" y="4320"/>
                  <a:pt x="13745" y="4320"/>
                </a:cubicBezTo>
                <a:cubicBezTo>
                  <a:pt x="14017" y="4320"/>
                  <a:pt x="14236" y="4079"/>
                  <a:pt x="14236" y="3780"/>
                </a:cubicBezTo>
                <a:cubicBezTo>
                  <a:pt x="14236" y="3631"/>
                  <a:pt x="14181" y="3497"/>
                  <a:pt x="14093" y="3398"/>
                </a:cubicBezTo>
                <a:lnTo>
                  <a:pt x="11147" y="158"/>
                </a:lnTo>
                <a:cubicBezTo>
                  <a:pt x="11058" y="61"/>
                  <a:pt x="10936" y="0"/>
                  <a:pt x="10800" y="0"/>
                </a:cubicBezTo>
                <a:cubicBezTo>
                  <a:pt x="10664" y="0"/>
                  <a:pt x="10542" y="61"/>
                  <a:pt x="10453" y="158"/>
                </a:cubicBezTo>
                <a:lnTo>
                  <a:pt x="7507" y="3398"/>
                </a:lnTo>
                <a:cubicBezTo>
                  <a:pt x="7419" y="3497"/>
                  <a:pt x="7364" y="3631"/>
                  <a:pt x="7364" y="3780"/>
                </a:cubicBezTo>
                <a:cubicBezTo>
                  <a:pt x="7364" y="4079"/>
                  <a:pt x="7583" y="4320"/>
                  <a:pt x="7855" y="432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3" name="Shape 2841">
            <a:extLst>
              <a:ext uri="{FF2B5EF4-FFF2-40B4-BE49-F238E27FC236}">
                <a16:creationId xmlns:a16="http://schemas.microsoft.com/office/drawing/2014/main" id="{B6FDD7AB-8C17-4B29-9A1B-B7D00B187E0B}"/>
              </a:ext>
            </a:extLst>
          </p:cNvPr>
          <p:cNvSpPr/>
          <p:nvPr/>
        </p:nvSpPr>
        <p:spPr>
          <a:xfrm>
            <a:off x="904422" y="3964438"/>
            <a:ext cx="279328" cy="228541"/>
          </a:xfrm>
          <a:custGeom>
            <a:avLst/>
            <a:gdLst/>
            <a:ahLst/>
            <a:cxnLst>
              <a:cxn ang="0">
                <a:pos x="wd2" y="hd2"/>
              </a:cxn>
              <a:cxn ang="5400000">
                <a:pos x="wd2" y="hd2"/>
              </a:cxn>
              <a:cxn ang="10800000">
                <a:pos x="wd2" y="hd2"/>
              </a:cxn>
              <a:cxn ang="16200000">
                <a:pos x="wd2" y="hd2"/>
              </a:cxn>
            </a:cxnLst>
            <a:rect l="0" t="0" r="r" b="b"/>
            <a:pathLst>
              <a:path w="21600" h="21600" extrusionOk="0">
                <a:moveTo>
                  <a:pt x="20618" y="20400"/>
                </a:moveTo>
                <a:lnTo>
                  <a:pt x="982" y="20400"/>
                </a:lnTo>
                <a:lnTo>
                  <a:pt x="982" y="13200"/>
                </a:lnTo>
                <a:lnTo>
                  <a:pt x="6907" y="13200"/>
                </a:lnTo>
                <a:cubicBezTo>
                  <a:pt x="7149" y="15567"/>
                  <a:pt x="8798" y="17400"/>
                  <a:pt x="10800" y="17400"/>
                </a:cubicBezTo>
                <a:cubicBezTo>
                  <a:pt x="12802" y="17400"/>
                  <a:pt x="14451" y="15567"/>
                  <a:pt x="14693" y="13200"/>
                </a:cubicBezTo>
                <a:lnTo>
                  <a:pt x="20618" y="13200"/>
                </a:lnTo>
                <a:cubicBezTo>
                  <a:pt x="20618" y="13200"/>
                  <a:pt x="20618" y="20400"/>
                  <a:pt x="20618" y="20400"/>
                </a:cubicBezTo>
                <a:close/>
                <a:moveTo>
                  <a:pt x="5703" y="1200"/>
                </a:moveTo>
                <a:lnTo>
                  <a:pt x="15897" y="1200"/>
                </a:lnTo>
                <a:lnTo>
                  <a:pt x="20315" y="12000"/>
                </a:lnTo>
                <a:lnTo>
                  <a:pt x="14236" y="12000"/>
                </a:lnTo>
                <a:cubicBezTo>
                  <a:pt x="13966" y="12000"/>
                  <a:pt x="13745" y="12269"/>
                  <a:pt x="13745" y="12600"/>
                </a:cubicBezTo>
                <a:cubicBezTo>
                  <a:pt x="13745" y="14588"/>
                  <a:pt x="12427" y="16200"/>
                  <a:pt x="10800" y="16200"/>
                </a:cubicBezTo>
                <a:cubicBezTo>
                  <a:pt x="9173" y="16200"/>
                  <a:pt x="7855" y="14588"/>
                  <a:pt x="7855" y="12600"/>
                </a:cubicBezTo>
                <a:cubicBezTo>
                  <a:pt x="7855" y="12269"/>
                  <a:pt x="7634" y="12000"/>
                  <a:pt x="7364" y="12000"/>
                </a:cubicBezTo>
                <a:lnTo>
                  <a:pt x="1285" y="12000"/>
                </a:lnTo>
                <a:cubicBezTo>
                  <a:pt x="1285" y="12000"/>
                  <a:pt x="5703" y="1200"/>
                  <a:pt x="5703" y="1200"/>
                </a:cubicBezTo>
                <a:close/>
                <a:moveTo>
                  <a:pt x="21543" y="12334"/>
                </a:moveTo>
                <a:lnTo>
                  <a:pt x="21548" y="12332"/>
                </a:lnTo>
                <a:lnTo>
                  <a:pt x="16639" y="332"/>
                </a:lnTo>
                <a:lnTo>
                  <a:pt x="16634" y="335"/>
                </a:lnTo>
                <a:cubicBezTo>
                  <a:pt x="16554" y="138"/>
                  <a:pt x="16392" y="0"/>
                  <a:pt x="16200" y="0"/>
                </a:cubicBezTo>
                <a:lnTo>
                  <a:pt x="5400" y="0"/>
                </a:lnTo>
                <a:cubicBezTo>
                  <a:pt x="5208" y="0"/>
                  <a:pt x="5046" y="138"/>
                  <a:pt x="4966" y="335"/>
                </a:cubicBezTo>
                <a:lnTo>
                  <a:pt x="4961" y="332"/>
                </a:lnTo>
                <a:lnTo>
                  <a:pt x="52" y="12332"/>
                </a:lnTo>
                <a:lnTo>
                  <a:pt x="57" y="12334"/>
                </a:lnTo>
                <a:cubicBezTo>
                  <a:pt x="23" y="12416"/>
                  <a:pt x="0" y="12503"/>
                  <a:pt x="0" y="12600"/>
                </a:cubicBezTo>
                <a:lnTo>
                  <a:pt x="0" y="21000"/>
                </a:lnTo>
                <a:cubicBezTo>
                  <a:pt x="0" y="21332"/>
                  <a:pt x="220" y="21600"/>
                  <a:pt x="491" y="21600"/>
                </a:cubicBezTo>
                <a:lnTo>
                  <a:pt x="21109" y="21600"/>
                </a:lnTo>
                <a:cubicBezTo>
                  <a:pt x="21380" y="21600"/>
                  <a:pt x="21600" y="21332"/>
                  <a:pt x="21600" y="21000"/>
                </a:cubicBezTo>
                <a:lnTo>
                  <a:pt x="21600" y="12600"/>
                </a:lnTo>
                <a:cubicBezTo>
                  <a:pt x="21600" y="12503"/>
                  <a:pt x="21577" y="12416"/>
                  <a:pt x="21543" y="12334"/>
                </a:cubicBezTo>
                <a:moveTo>
                  <a:pt x="16691" y="9000"/>
                </a:moveTo>
                <a:cubicBezTo>
                  <a:pt x="16691" y="8669"/>
                  <a:pt x="16471" y="8400"/>
                  <a:pt x="16200" y="8400"/>
                </a:cubicBezTo>
                <a:lnTo>
                  <a:pt x="5400" y="8400"/>
                </a:lnTo>
                <a:cubicBezTo>
                  <a:pt x="5129" y="8400"/>
                  <a:pt x="4909" y="8669"/>
                  <a:pt x="4909" y="9000"/>
                </a:cubicBezTo>
                <a:cubicBezTo>
                  <a:pt x="4909" y="9332"/>
                  <a:pt x="5129" y="9600"/>
                  <a:pt x="5400" y="9600"/>
                </a:cubicBezTo>
                <a:lnTo>
                  <a:pt x="16200" y="9600"/>
                </a:lnTo>
                <a:cubicBezTo>
                  <a:pt x="16471" y="9600"/>
                  <a:pt x="16691" y="9332"/>
                  <a:pt x="16691" y="9000"/>
                </a:cubicBezTo>
                <a:moveTo>
                  <a:pt x="6382" y="7200"/>
                </a:moveTo>
                <a:lnTo>
                  <a:pt x="15218" y="7200"/>
                </a:lnTo>
                <a:cubicBezTo>
                  <a:pt x="15489" y="7200"/>
                  <a:pt x="15709" y="6932"/>
                  <a:pt x="15709" y="6600"/>
                </a:cubicBezTo>
                <a:cubicBezTo>
                  <a:pt x="15709" y="6269"/>
                  <a:pt x="15489" y="6000"/>
                  <a:pt x="15218" y="6000"/>
                </a:cubicBezTo>
                <a:lnTo>
                  <a:pt x="6382" y="6000"/>
                </a:lnTo>
                <a:cubicBezTo>
                  <a:pt x="6111" y="6000"/>
                  <a:pt x="5891" y="6269"/>
                  <a:pt x="5891" y="6600"/>
                </a:cubicBezTo>
                <a:cubicBezTo>
                  <a:pt x="5891" y="6932"/>
                  <a:pt x="6111" y="7200"/>
                  <a:pt x="6382" y="7200"/>
                </a:cubicBezTo>
                <a:moveTo>
                  <a:pt x="7364" y="4800"/>
                </a:moveTo>
                <a:lnTo>
                  <a:pt x="14236" y="4800"/>
                </a:lnTo>
                <a:cubicBezTo>
                  <a:pt x="14507" y="4800"/>
                  <a:pt x="14727" y="4532"/>
                  <a:pt x="14727" y="4200"/>
                </a:cubicBezTo>
                <a:cubicBezTo>
                  <a:pt x="14727" y="3869"/>
                  <a:pt x="14507" y="3600"/>
                  <a:pt x="14236" y="3600"/>
                </a:cubicBezTo>
                <a:lnTo>
                  <a:pt x="7364" y="3600"/>
                </a:lnTo>
                <a:cubicBezTo>
                  <a:pt x="7093" y="3600"/>
                  <a:pt x="6873" y="3869"/>
                  <a:pt x="6873" y="4200"/>
                </a:cubicBezTo>
                <a:cubicBezTo>
                  <a:pt x="6873" y="4532"/>
                  <a:pt x="7093" y="4800"/>
                  <a:pt x="7364" y="48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4" name="Shape 2842">
            <a:extLst>
              <a:ext uri="{FF2B5EF4-FFF2-40B4-BE49-F238E27FC236}">
                <a16:creationId xmlns:a16="http://schemas.microsoft.com/office/drawing/2014/main" id="{C1E43507-1ACE-7636-66D4-32053A940778}"/>
              </a:ext>
            </a:extLst>
          </p:cNvPr>
          <p:cNvSpPr/>
          <p:nvPr/>
        </p:nvSpPr>
        <p:spPr>
          <a:xfrm>
            <a:off x="1437683" y="393904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618" y="11782"/>
                </a:moveTo>
                <a:lnTo>
                  <a:pt x="982" y="11782"/>
                </a:lnTo>
                <a:lnTo>
                  <a:pt x="982" y="6873"/>
                </a:lnTo>
                <a:lnTo>
                  <a:pt x="6907" y="6873"/>
                </a:lnTo>
                <a:cubicBezTo>
                  <a:pt x="7149" y="8810"/>
                  <a:pt x="8798" y="10309"/>
                  <a:pt x="10800" y="10309"/>
                </a:cubicBezTo>
                <a:cubicBezTo>
                  <a:pt x="12802" y="10309"/>
                  <a:pt x="14451" y="8810"/>
                  <a:pt x="14693" y="6873"/>
                </a:cubicBezTo>
                <a:lnTo>
                  <a:pt x="20618" y="6873"/>
                </a:lnTo>
                <a:cubicBezTo>
                  <a:pt x="20618" y="6873"/>
                  <a:pt x="20618" y="11782"/>
                  <a:pt x="20618" y="11782"/>
                </a:cubicBezTo>
                <a:close/>
                <a:moveTo>
                  <a:pt x="20264" y="14727"/>
                </a:moveTo>
                <a:lnTo>
                  <a:pt x="14236" y="14727"/>
                </a:lnTo>
                <a:cubicBezTo>
                  <a:pt x="13966" y="14727"/>
                  <a:pt x="13745" y="14947"/>
                  <a:pt x="13745" y="15218"/>
                </a:cubicBezTo>
                <a:cubicBezTo>
                  <a:pt x="13745" y="16845"/>
                  <a:pt x="12427" y="18164"/>
                  <a:pt x="10800" y="18164"/>
                </a:cubicBezTo>
                <a:cubicBezTo>
                  <a:pt x="9173" y="18164"/>
                  <a:pt x="7855" y="16845"/>
                  <a:pt x="7855" y="15218"/>
                </a:cubicBezTo>
                <a:cubicBezTo>
                  <a:pt x="7855" y="14947"/>
                  <a:pt x="7634" y="14727"/>
                  <a:pt x="7364" y="14727"/>
                </a:cubicBezTo>
                <a:lnTo>
                  <a:pt x="1336" y="14727"/>
                </a:lnTo>
                <a:lnTo>
                  <a:pt x="2682" y="12764"/>
                </a:lnTo>
                <a:lnTo>
                  <a:pt x="18918" y="12764"/>
                </a:lnTo>
                <a:cubicBezTo>
                  <a:pt x="18918" y="12764"/>
                  <a:pt x="20264" y="14727"/>
                  <a:pt x="20264" y="14727"/>
                </a:cubicBezTo>
                <a:close/>
                <a:moveTo>
                  <a:pt x="20618" y="20618"/>
                </a:moveTo>
                <a:lnTo>
                  <a:pt x="982" y="20618"/>
                </a:lnTo>
                <a:lnTo>
                  <a:pt x="982" y="15709"/>
                </a:lnTo>
                <a:lnTo>
                  <a:pt x="6907" y="15709"/>
                </a:lnTo>
                <a:cubicBezTo>
                  <a:pt x="7149" y="17646"/>
                  <a:pt x="8798" y="19145"/>
                  <a:pt x="10800" y="19145"/>
                </a:cubicBezTo>
                <a:cubicBezTo>
                  <a:pt x="12802" y="19145"/>
                  <a:pt x="14451" y="17646"/>
                  <a:pt x="14693" y="15709"/>
                </a:cubicBezTo>
                <a:lnTo>
                  <a:pt x="20618" y="15709"/>
                </a:lnTo>
                <a:cubicBezTo>
                  <a:pt x="20618" y="15709"/>
                  <a:pt x="20618" y="20618"/>
                  <a:pt x="20618" y="20618"/>
                </a:cubicBezTo>
                <a:close/>
                <a:moveTo>
                  <a:pt x="4702" y="982"/>
                </a:moveTo>
                <a:lnTo>
                  <a:pt x="16898" y="982"/>
                </a:lnTo>
                <a:lnTo>
                  <a:pt x="20264" y="5891"/>
                </a:lnTo>
                <a:lnTo>
                  <a:pt x="14236" y="5891"/>
                </a:lnTo>
                <a:cubicBezTo>
                  <a:pt x="13966" y="5891"/>
                  <a:pt x="13745" y="6111"/>
                  <a:pt x="13745" y="6382"/>
                </a:cubicBezTo>
                <a:cubicBezTo>
                  <a:pt x="13745" y="8009"/>
                  <a:pt x="12427" y="9327"/>
                  <a:pt x="10800" y="9327"/>
                </a:cubicBezTo>
                <a:cubicBezTo>
                  <a:pt x="9173" y="9327"/>
                  <a:pt x="7855" y="8009"/>
                  <a:pt x="7855" y="6382"/>
                </a:cubicBezTo>
                <a:cubicBezTo>
                  <a:pt x="7855" y="6111"/>
                  <a:pt x="7634" y="5891"/>
                  <a:pt x="7364" y="5891"/>
                </a:cubicBezTo>
                <a:lnTo>
                  <a:pt x="1336" y="5891"/>
                </a:lnTo>
                <a:cubicBezTo>
                  <a:pt x="1336" y="5891"/>
                  <a:pt x="4702" y="982"/>
                  <a:pt x="4702" y="982"/>
                </a:cubicBezTo>
                <a:close/>
                <a:moveTo>
                  <a:pt x="21600" y="12273"/>
                </a:moveTo>
                <a:lnTo>
                  <a:pt x="21600" y="6382"/>
                </a:lnTo>
                <a:cubicBezTo>
                  <a:pt x="21600" y="6303"/>
                  <a:pt x="21577" y="6231"/>
                  <a:pt x="21543" y="6165"/>
                </a:cubicBezTo>
                <a:lnTo>
                  <a:pt x="21548" y="6162"/>
                </a:lnTo>
                <a:lnTo>
                  <a:pt x="17621" y="272"/>
                </a:lnTo>
                <a:lnTo>
                  <a:pt x="17616" y="274"/>
                </a:lnTo>
                <a:cubicBezTo>
                  <a:pt x="17536" y="113"/>
                  <a:pt x="17374" y="0"/>
                  <a:pt x="17182" y="0"/>
                </a:cubicBezTo>
                <a:lnTo>
                  <a:pt x="4418" y="0"/>
                </a:lnTo>
                <a:cubicBezTo>
                  <a:pt x="4226" y="0"/>
                  <a:pt x="4064" y="113"/>
                  <a:pt x="3984" y="274"/>
                </a:cubicBezTo>
                <a:lnTo>
                  <a:pt x="3979" y="272"/>
                </a:lnTo>
                <a:lnTo>
                  <a:pt x="52" y="6162"/>
                </a:lnTo>
                <a:lnTo>
                  <a:pt x="57" y="6165"/>
                </a:lnTo>
                <a:cubicBezTo>
                  <a:pt x="23" y="6231"/>
                  <a:pt x="0" y="6303"/>
                  <a:pt x="0" y="6382"/>
                </a:cubicBezTo>
                <a:lnTo>
                  <a:pt x="0" y="12273"/>
                </a:lnTo>
                <a:cubicBezTo>
                  <a:pt x="0" y="12544"/>
                  <a:pt x="220" y="12764"/>
                  <a:pt x="491" y="12764"/>
                </a:cubicBezTo>
                <a:lnTo>
                  <a:pt x="1542" y="12764"/>
                </a:lnTo>
                <a:lnTo>
                  <a:pt x="52" y="14999"/>
                </a:lnTo>
                <a:lnTo>
                  <a:pt x="57" y="15001"/>
                </a:lnTo>
                <a:cubicBezTo>
                  <a:pt x="23" y="15067"/>
                  <a:pt x="0" y="15139"/>
                  <a:pt x="0" y="15218"/>
                </a:cubicBezTo>
                <a:lnTo>
                  <a:pt x="0" y="21109"/>
                </a:lnTo>
                <a:cubicBezTo>
                  <a:pt x="0" y="21380"/>
                  <a:pt x="220" y="21600"/>
                  <a:pt x="491" y="21600"/>
                </a:cubicBezTo>
                <a:lnTo>
                  <a:pt x="21109" y="21600"/>
                </a:lnTo>
                <a:cubicBezTo>
                  <a:pt x="21380" y="21600"/>
                  <a:pt x="21600" y="21380"/>
                  <a:pt x="21600" y="21109"/>
                </a:cubicBezTo>
                <a:lnTo>
                  <a:pt x="21600" y="15218"/>
                </a:lnTo>
                <a:cubicBezTo>
                  <a:pt x="21600" y="15139"/>
                  <a:pt x="21577" y="15067"/>
                  <a:pt x="21543" y="15001"/>
                </a:cubicBezTo>
                <a:lnTo>
                  <a:pt x="21548" y="14999"/>
                </a:lnTo>
                <a:lnTo>
                  <a:pt x="20058" y="12764"/>
                </a:lnTo>
                <a:lnTo>
                  <a:pt x="21109" y="12764"/>
                </a:lnTo>
                <a:cubicBezTo>
                  <a:pt x="21380" y="12764"/>
                  <a:pt x="21600" y="12544"/>
                  <a:pt x="21600" y="1227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5" name="Shape 2843">
            <a:extLst>
              <a:ext uri="{FF2B5EF4-FFF2-40B4-BE49-F238E27FC236}">
                <a16:creationId xmlns:a16="http://schemas.microsoft.com/office/drawing/2014/main" id="{579480C3-C1A7-43CA-D730-4A244CD2478D}"/>
              </a:ext>
            </a:extLst>
          </p:cNvPr>
          <p:cNvSpPr/>
          <p:nvPr/>
        </p:nvSpPr>
        <p:spPr>
          <a:xfrm>
            <a:off x="1970944" y="393904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1109" y="10309"/>
                </a:moveTo>
                <a:cubicBezTo>
                  <a:pt x="20838" y="10309"/>
                  <a:pt x="20618" y="10529"/>
                  <a:pt x="20618" y="10800"/>
                </a:cubicBezTo>
                <a:cubicBezTo>
                  <a:pt x="20618" y="16223"/>
                  <a:pt x="16223" y="20618"/>
                  <a:pt x="10800" y="20618"/>
                </a:cubicBezTo>
                <a:cubicBezTo>
                  <a:pt x="5377" y="20618"/>
                  <a:pt x="982" y="16223"/>
                  <a:pt x="982" y="10800"/>
                </a:cubicBezTo>
                <a:cubicBezTo>
                  <a:pt x="982" y="5378"/>
                  <a:pt x="5377" y="982"/>
                  <a:pt x="10800" y="982"/>
                </a:cubicBezTo>
                <a:cubicBezTo>
                  <a:pt x="14012" y="982"/>
                  <a:pt x="16860" y="2526"/>
                  <a:pt x="18652" y="4909"/>
                </a:cubicBezTo>
                <a:lnTo>
                  <a:pt x="14727" y="4909"/>
                </a:lnTo>
                <a:cubicBezTo>
                  <a:pt x="14456" y="4909"/>
                  <a:pt x="14236" y="5129"/>
                  <a:pt x="14236" y="5400"/>
                </a:cubicBezTo>
                <a:cubicBezTo>
                  <a:pt x="14236" y="5672"/>
                  <a:pt x="14456" y="5891"/>
                  <a:pt x="14727" y="5891"/>
                </a:cubicBezTo>
                <a:lnTo>
                  <a:pt x="19636" y="5891"/>
                </a:lnTo>
                <a:cubicBezTo>
                  <a:pt x="19907" y="5891"/>
                  <a:pt x="20127" y="5672"/>
                  <a:pt x="20127" y="5400"/>
                </a:cubicBezTo>
                <a:lnTo>
                  <a:pt x="20127" y="491"/>
                </a:lnTo>
                <a:cubicBezTo>
                  <a:pt x="20127" y="220"/>
                  <a:pt x="19907" y="0"/>
                  <a:pt x="19636" y="0"/>
                </a:cubicBezTo>
                <a:cubicBezTo>
                  <a:pt x="19366" y="0"/>
                  <a:pt x="19145" y="220"/>
                  <a:pt x="19145" y="491"/>
                </a:cubicBezTo>
                <a:lnTo>
                  <a:pt x="19145" y="3962"/>
                </a:lnTo>
                <a:cubicBezTo>
                  <a:pt x="17166" y="1546"/>
                  <a:pt x="14167" y="0"/>
                  <a:pt x="10800" y="0"/>
                </a:cubicBezTo>
                <a:cubicBezTo>
                  <a:pt x="4836" y="0"/>
                  <a:pt x="0" y="4836"/>
                  <a:pt x="0" y="10800"/>
                </a:cubicBezTo>
                <a:cubicBezTo>
                  <a:pt x="0" y="16765"/>
                  <a:pt x="4836" y="21600"/>
                  <a:pt x="10800" y="21600"/>
                </a:cubicBezTo>
                <a:cubicBezTo>
                  <a:pt x="16764" y="21600"/>
                  <a:pt x="21600" y="16765"/>
                  <a:pt x="21600" y="10800"/>
                </a:cubicBezTo>
                <a:cubicBezTo>
                  <a:pt x="21600" y="10529"/>
                  <a:pt x="21380" y="10309"/>
                  <a:pt x="21109" y="1030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6" name="Shape 2844">
            <a:extLst>
              <a:ext uri="{FF2B5EF4-FFF2-40B4-BE49-F238E27FC236}">
                <a16:creationId xmlns:a16="http://schemas.microsoft.com/office/drawing/2014/main" id="{BA9764B9-378F-87F9-7BDD-76583954C809}"/>
              </a:ext>
            </a:extLst>
          </p:cNvPr>
          <p:cNvSpPr/>
          <p:nvPr/>
        </p:nvSpPr>
        <p:spPr>
          <a:xfrm>
            <a:off x="2504205" y="393904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982"/>
                </a:moveTo>
                <a:cubicBezTo>
                  <a:pt x="14012" y="982"/>
                  <a:pt x="16860" y="2526"/>
                  <a:pt x="18652" y="4909"/>
                </a:cubicBezTo>
                <a:lnTo>
                  <a:pt x="14727" y="4909"/>
                </a:lnTo>
                <a:cubicBezTo>
                  <a:pt x="14456" y="4909"/>
                  <a:pt x="14236" y="5129"/>
                  <a:pt x="14236" y="5400"/>
                </a:cubicBezTo>
                <a:cubicBezTo>
                  <a:pt x="14236" y="5672"/>
                  <a:pt x="14456" y="5891"/>
                  <a:pt x="14727" y="5891"/>
                </a:cubicBezTo>
                <a:lnTo>
                  <a:pt x="19636" y="5891"/>
                </a:lnTo>
                <a:cubicBezTo>
                  <a:pt x="19907" y="5891"/>
                  <a:pt x="20127" y="5672"/>
                  <a:pt x="20127" y="5400"/>
                </a:cubicBezTo>
                <a:lnTo>
                  <a:pt x="20127" y="491"/>
                </a:lnTo>
                <a:cubicBezTo>
                  <a:pt x="20127" y="220"/>
                  <a:pt x="19907" y="0"/>
                  <a:pt x="19636" y="0"/>
                </a:cubicBezTo>
                <a:cubicBezTo>
                  <a:pt x="19366" y="0"/>
                  <a:pt x="19145" y="220"/>
                  <a:pt x="19145" y="491"/>
                </a:cubicBezTo>
                <a:lnTo>
                  <a:pt x="19145" y="3962"/>
                </a:lnTo>
                <a:cubicBezTo>
                  <a:pt x="17166" y="1546"/>
                  <a:pt x="14167" y="0"/>
                  <a:pt x="10800" y="0"/>
                </a:cubicBezTo>
                <a:cubicBezTo>
                  <a:pt x="4836" y="0"/>
                  <a:pt x="0" y="4836"/>
                  <a:pt x="0" y="10800"/>
                </a:cubicBezTo>
                <a:cubicBezTo>
                  <a:pt x="0" y="11071"/>
                  <a:pt x="220" y="11291"/>
                  <a:pt x="491" y="11291"/>
                </a:cubicBezTo>
                <a:cubicBezTo>
                  <a:pt x="762" y="11291"/>
                  <a:pt x="982" y="11071"/>
                  <a:pt x="982" y="10800"/>
                </a:cubicBezTo>
                <a:cubicBezTo>
                  <a:pt x="982" y="5378"/>
                  <a:pt x="5377" y="982"/>
                  <a:pt x="10800" y="982"/>
                </a:cubicBezTo>
                <a:moveTo>
                  <a:pt x="21109" y="10309"/>
                </a:moveTo>
                <a:cubicBezTo>
                  <a:pt x="20838" y="10309"/>
                  <a:pt x="20618" y="10529"/>
                  <a:pt x="20618" y="10800"/>
                </a:cubicBezTo>
                <a:cubicBezTo>
                  <a:pt x="20618" y="16223"/>
                  <a:pt x="16223" y="20618"/>
                  <a:pt x="10800" y="20618"/>
                </a:cubicBezTo>
                <a:cubicBezTo>
                  <a:pt x="7588" y="20618"/>
                  <a:pt x="4740" y="19075"/>
                  <a:pt x="2948" y="16691"/>
                </a:cubicBezTo>
                <a:lnTo>
                  <a:pt x="6873" y="16691"/>
                </a:lnTo>
                <a:cubicBezTo>
                  <a:pt x="7144" y="16691"/>
                  <a:pt x="7364" y="16471"/>
                  <a:pt x="7364" y="16200"/>
                </a:cubicBezTo>
                <a:cubicBezTo>
                  <a:pt x="7364" y="15929"/>
                  <a:pt x="7144" y="15709"/>
                  <a:pt x="6873" y="15709"/>
                </a:cubicBezTo>
                <a:lnTo>
                  <a:pt x="1964" y="15709"/>
                </a:lnTo>
                <a:cubicBezTo>
                  <a:pt x="1693" y="15709"/>
                  <a:pt x="1473" y="15929"/>
                  <a:pt x="1473" y="16200"/>
                </a:cubicBezTo>
                <a:lnTo>
                  <a:pt x="1473" y="21109"/>
                </a:lnTo>
                <a:cubicBezTo>
                  <a:pt x="1473" y="21380"/>
                  <a:pt x="1693" y="21600"/>
                  <a:pt x="1964" y="21600"/>
                </a:cubicBezTo>
                <a:cubicBezTo>
                  <a:pt x="2234" y="21600"/>
                  <a:pt x="2455" y="21380"/>
                  <a:pt x="2455" y="21109"/>
                </a:cubicBezTo>
                <a:lnTo>
                  <a:pt x="2455" y="17639"/>
                </a:lnTo>
                <a:cubicBezTo>
                  <a:pt x="4434" y="20054"/>
                  <a:pt x="7433" y="21600"/>
                  <a:pt x="10800" y="21600"/>
                </a:cubicBezTo>
                <a:cubicBezTo>
                  <a:pt x="16764" y="21600"/>
                  <a:pt x="21600" y="16765"/>
                  <a:pt x="21600" y="10800"/>
                </a:cubicBezTo>
                <a:cubicBezTo>
                  <a:pt x="21600" y="10529"/>
                  <a:pt x="21380" y="10309"/>
                  <a:pt x="21109" y="1030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7" name="Shape 2845">
            <a:extLst>
              <a:ext uri="{FF2B5EF4-FFF2-40B4-BE49-F238E27FC236}">
                <a16:creationId xmlns:a16="http://schemas.microsoft.com/office/drawing/2014/main" id="{104DAEF5-41B2-65FF-FC54-AB5DADE93D8B}"/>
              </a:ext>
            </a:extLst>
          </p:cNvPr>
          <p:cNvSpPr/>
          <p:nvPr/>
        </p:nvSpPr>
        <p:spPr>
          <a:xfrm>
            <a:off x="3062859" y="3939045"/>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12000" y="1408"/>
                </a:moveTo>
                <a:lnTo>
                  <a:pt x="17518" y="4418"/>
                </a:lnTo>
                <a:lnTo>
                  <a:pt x="12000" y="7429"/>
                </a:lnTo>
                <a:cubicBezTo>
                  <a:pt x="12000" y="7429"/>
                  <a:pt x="12000" y="1408"/>
                  <a:pt x="12000" y="1408"/>
                </a:cubicBezTo>
                <a:close/>
                <a:moveTo>
                  <a:pt x="21000" y="12273"/>
                </a:moveTo>
                <a:cubicBezTo>
                  <a:pt x="20669" y="12273"/>
                  <a:pt x="20400" y="12492"/>
                  <a:pt x="20400" y="12764"/>
                </a:cubicBezTo>
                <a:cubicBezTo>
                  <a:pt x="20400" y="17102"/>
                  <a:pt x="16102" y="20618"/>
                  <a:pt x="10800" y="20618"/>
                </a:cubicBezTo>
                <a:cubicBezTo>
                  <a:pt x="5498" y="20618"/>
                  <a:pt x="1200" y="17102"/>
                  <a:pt x="1200" y="12764"/>
                </a:cubicBezTo>
                <a:cubicBezTo>
                  <a:pt x="1200" y="8426"/>
                  <a:pt x="5498" y="4909"/>
                  <a:pt x="10800" y="4909"/>
                </a:cubicBezTo>
                <a:lnTo>
                  <a:pt x="10800" y="8345"/>
                </a:lnTo>
                <a:cubicBezTo>
                  <a:pt x="10800" y="8617"/>
                  <a:pt x="11069" y="8836"/>
                  <a:pt x="11400" y="8836"/>
                </a:cubicBezTo>
                <a:cubicBezTo>
                  <a:pt x="11524" y="8836"/>
                  <a:pt x="11631" y="8799"/>
                  <a:pt x="11726" y="8747"/>
                </a:cubicBezTo>
                <a:lnTo>
                  <a:pt x="11733" y="8754"/>
                </a:lnTo>
                <a:lnTo>
                  <a:pt x="18933" y="4827"/>
                </a:lnTo>
                <a:lnTo>
                  <a:pt x="18926" y="4819"/>
                </a:lnTo>
                <a:cubicBezTo>
                  <a:pt x="19087" y="4731"/>
                  <a:pt x="19200" y="4589"/>
                  <a:pt x="19200" y="4418"/>
                </a:cubicBezTo>
                <a:cubicBezTo>
                  <a:pt x="19200" y="4248"/>
                  <a:pt x="19087" y="4106"/>
                  <a:pt x="18926" y="4017"/>
                </a:cubicBezTo>
                <a:lnTo>
                  <a:pt x="18933" y="4010"/>
                </a:lnTo>
                <a:lnTo>
                  <a:pt x="11733" y="82"/>
                </a:lnTo>
                <a:lnTo>
                  <a:pt x="11726" y="90"/>
                </a:lnTo>
                <a:cubicBezTo>
                  <a:pt x="11631" y="38"/>
                  <a:pt x="11524" y="0"/>
                  <a:pt x="11400" y="0"/>
                </a:cubicBezTo>
                <a:cubicBezTo>
                  <a:pt x="11069" y="0"/>
                  <a:pt x="10800" y="220"/>
                  <a:pt x="10800" y="491"/>
                </a:cubicBezTo>
                <a:lnTo>
                  <a:pt x="10800" y="3927"/>
                </a:lnTo>
                <a:cubicBezTo>
                  <a:pt x="4835" y="3927"/>
                  <a:pt x="0" y="7883"/>
                  <a:pt x="0" y="12764"/>
                </a:cubicBezTo>
                <a:cubicBezTo>
                  <a:pt x="0" y="17644"/>
                  <a:pt x="4835" y="21600"/>
                  <a:pt x="10800" y="21600"/>
                </a:cubicBezTo>
                <a:cubicBezTo>
                  <a:pt x="16765" y="21600"/>
                  <a:pt x="21600" y="17644"/>
                  <a:pt x="21600" y="12764"/>
                </a:cubicBezTo>
                <a:cubicBezTo>
                  <a:pt x="21600" y="12492"/>
                  <a:pt x="21331" y="12273"/>
                  <a:pt x="21000" y="1227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8" name="Shape 2846">
            <a:extLst>
              <a:ext uri="{FF2B5EF4-FFF2-40B4-BE49-F238E27FC236}">
                <a16:creationId xmlns:a16="http://schemas.microsoft.com/office/drawing/2014/main" id="{F1858EAD-69DD-42D8-F518-6C239F68FFA0}"/>
              </a:ext>
            </a:extLst>
          </p:cNvPr>
          <p:cNvSpPr/>
          <p:nvPr/>
        </p:nvSpPr>
        <p:spPr>
          <a:xfrm>
            <a:off x="3596120" y="3939045"/>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21000" y="12273"/>
                </a:moveTo>
                <a:cubicBezTo>
                  <a:pt x="20668" y="12273"/>
                  <a:pt x="20400" y="12492"/>
                  <a:pt x="20400" y="12764"/>
                </a:cubicBezTo>
                <a:cubicBezTo>
                  <a:pt x="20400" y="17102"/>
                  <a:pt x="16102" y="20618"/>
                  <a:pt x="10800" y="20618"/>
                </a:cubicBezTo>
                <a:cubicBezTo>
                  <a:pt x="5498" y="20618"/>
                  <a:pt x="1200" y="17102"/>
                  <a:pt x="1200" y="12764"/>
                </a:cubicBezTo>
                <a:cubicBezTo>
                  <a:pt x="1200" y="8426"/>
                  <a:pt x="5498" y="4909"/>
                  <a:pt x="10800" y="4909"/>
                </a:cubicBezTo>
                <a:lnTo>
                  <a:pt x="14768" y="4909"/>
                </a:lnTo>
                <a:lnTo>
                  <a:pt x="11067" y="7937"/>
                </a:lnTo>
                <a:lnTo>
                  <a:pt x="11073" y="7945"/>
                </a:lnTo>
                <a:cubicBezTo>
                  <a:pt x="10912" y="8033"/>
                  <a:pt x="10800" y="8175"/>
                  <a:pt x="10800" y="8345"/>
                </a:cubicBezTo>
                <a:cubicBezTo>
                  <a:pt x="10800" y="8617"/>
                  <a:pt x="11068" y="8836"/>
                  <a:pt x="11400" y="8836"/>
                </a:cubicBezTo>
                <a:cubicBezTo>
                  <a:pt x="11523" y="8836"/>
                  <a:pt x="11631" y="8798"/>
                  <a:pt x="11727" y="8747"/>
                </a:cubicBezTo>
                <a:lnTo>
                  <a:pt x="11733" y="8754"/>
                </a:lnTo>
                <a:lnTo>
                  <a:pt x="11774" y="8721"/>
                </a:lnTo>
                <a:cubicBezTo>
                  <a:pt x="11805" y="8700"/>
                  <a:pt x="11832" y="8677"/>
                  <a:pt x="11858" y="8651"/>
                </a:cubicBezTo>
                <a:lnTo>
                  <a:pt x="16533" y="4827"/>
                </a:lnTo>
                <a:lnTo>
                  <a:pt x="16527" y="4819"/>
                </a:lnTo>
                <a:cubicBezTo>
                  <a:pt x="16688" y="4731"/>
                  <a:pt x="16800" y="4589"/>
                  <a:pt x="16800" y="4418"/>
                </a:cubicBezTo>
                <a:cubicBezTo>
                  <a:pt x="16800" y="4248"/>
                  <a:pt x="16688" y="4106"/>
                  <a:pt x="16527" y="4018"/>
                </a:cubicBezTo>
                <a:lnTo>
                  <a:pt x="16533" y="4010"/>
                </a:lnTo>
                <a:lnTo>
                  <a:pt x="11858" y="185"/>
                </a:lnTo>
                <a:cubicBezTo>
                  <a:pt x="11832" y="159"/>
                  <a:pt x="11805" y="137"/>
                  <a:pt x="11774" y="116"/>
                </a:cubicBezTo>
                <a:lnTo>
                  <a:pt x="11733" y="82"/>
                </a:lnTo>
                <a:lnTo>
                  <a:pt x="11727" y="90"/>
                </a:lnTo>
                <a:cubicBezTo>
                  <a:pt x="11631" y="38"/>
                  <a:pt x="11523" y="0"/>
                  <a:pt x="11400" y="0"/>
                </a:cubicBezTo>
                <a:cubicBezTo>
                  <a:pt x="11068" y="0"/>
                  <a:pt x="10800" y="220"/>
                  <a:pt x="10800" y="491"/>
                </a:cubicBezTo>
                <a:cubicBezTo>
                  <a:pt x="10800" y="662"/>
                  <a:pt x="10912" y="804"/>
                  <a:pt x="11073" y="892"/>
                </a:cubicBezTo>
                <a:lnTo>
                  <a:pt x="11067" y="899"/>
                </a:lnTo>
                <a:lnTo>
                  <a:pt x="14768" y="3927"/>
                </a:lnTo>
                <a:lnTo>
                  <a:pt x="10800" y="3927"/>
                </a:lnTo>
                <a:cubicBezTo>
                  <a:pt x="4835" y="3927"/>
                  <a:pt x="0" y="7884"/>
                  <a:pt x="0" y="12764"/>
                </a:cubicBezTo>
                <a:cubicBezTo>
                  <a:pt x="0" y="17644"/>
                  <a:pt x="4835" y="21600"/>
                  <a:pt x="10800" y="21600"/>
                </a:cubicBezTo>
                <a:cubicBezTo>
                  <a:pt x="16765" y="21600"/>
                  <a:pt x="21600" y="17644"/>
                  <a:pt x="21600" y="12764"/>
                </a:cubicBezTo>
                <a:cubicBezTo>
                  <a:pt x="21600" y="12492"/>
                  <a:pt x="21332" y="12273"/>
                  <a:pt x="21000" y="1227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9" name="Shape 2847">
            <a:extLst>
              <a:ext uri="{FF2B5EF4-FFF2-40B4-BE49-F238E27FC236}">
                <a16:creationId xmlns:a16="http://schemas.microsoft.com/office/drawing/2014/main" id="{FF6C8A38-8EB2-65FB-673D-2CE6115B9DD8}"/>
              </a:ext>
            </a:extLst>
          </p:cNvPr>
          <p:cNvSpPr/>
          <p:nvPr/>
        </p:nvSpPr>
        <p:spPr>
          <a:xfrm>
            <a:off x="4103988" y="3939045"/>
            <a:ext cx="279328" cy="279325"/>
          </a:xfrm>
          <a:custGeom>
            <a:avLst/>
            <a:gdLst/>
            <a:ahLst/>
            <a:cxnLst>
              <a:cxn ang="0">
                <a:pos x="wd2" y="hd2"/>
              </a:cxn>
              <a:cxn ang="5400000">
                <a:pos x="wd2" y="hd2"/>
              </a:cxn>
              <a:cxn ang="10800000">
                <a:pos x="wd2" y="hd2"/>
              </a:cxn>
              <a:cxn ang="16200000">
                <a:pos x="wd2" y="hd2"/>
              </a:cxn>
            </a:cxnLst>
            <a:rect l="0" t="0" r="r" b="b"/>
            <a:pathLst>
              <a:path w="21600" h="21600" extrusionOk="0">
                <a:moveTo>
                  <a:pt x="18634" y="6292"/>
                </a:moveTo>
                <a:cubicBezTo>
                  <a:pt x="18643" y="6159"/>
                  <a:pt x="18655" y="6026"/>
                  <a:pt x="18655" y="5891"/>
                </a:cubicBezTo>
                <a:cubicBezTo>
                  <a:pt x="18655" y="2638"/>
                  <a:pt x="16017" y="0"/>
                  <a:pt x="12764" y="0"/>
                </a:cubicBezTo>
                <a:cubicBezTo>
                  <a:pt x="10499" y="0"/>
                  <a:pt x="8536" y="1279"/>
                  <a:pt x="7550" y="3153"/>
                </a:cubicBezTo>
                <a:cubicBezTo>
                  <a:pt x="7185" y="3021"/>
                  <a:pt x="6793" y="2945"/>
                  <a:pt x="6382" y="2945"/>
                </a:cubicBezTo>
                <a:cubicBezTo>
                  <a:pt x="4484" y="2945"/>
                  <a:pt x="2945" y="4484"/>
                  <a:pt x="2945" y="6382"/>
                </a:cubicBezTo>
                <a:cubicBezTo>
                  <a:pt x="2945" y="6629"/>
                  <a:pt x="2973" y="6869"/>
                  <a:pt x="3022" y="7101"/>
                </a:cubicBezTo>
                <a:cubicBezTo>
                  <a:pt x="1267" y="7686"/>
                  <a:pt x="0" y="9339"/>
                  <a:pt x="0" y="11291"/>
                </a:cubicBezTo>
                <a:cubicBezTo>
                  <a:pt x="0" y="13731"/>
                  <a:pt x="1978" y="15709"/>
                  <a:pt x="4418" y="15709"/>
                </a:cubicBezTo>
                <a:lnTo>
                  <a:pt x="8836" y="15709"/>
                </a:lnTo>
                <a:cubicBezTo>
                  <a:pt x="9108" y="15709"/>
                  <a:pt x="9327" y="15489"/>
                  <a:pt x="9327" y="15218"/>
                </a:cubicBezTo>
                <a:cubicBezTo>
                  <a:pt x="9327" y="14947"/>
                  <a:pt x="9108" y="14727"/>
                  <a:pt x="8836" y="14727"/>
                </a:cubicBezTo>
                <a:lnTo>
                  <a:pt x="4418" y="14727"/>
                </a:lnTo>
                <a:cubicBezTo>
                  <a:pt x="2524" y="14727"/>
                  <a:pt x="982" y="13185"/>
                  <a:pt x="982" y="11291"/>
                </a:cubicBezTo>
                <a:cubicBezTo>
                  <a:pt x="982" y="9810"/>
                  <a:pt x="1926" y="8502"/>
                  <a:pt x="3333" y="8033"/>
                </a:cubicBezTo>
                <a:lnTo>
                  <a:pt x="4165" y="7756"/>
                </a:lnTo>
                <a:lnTo>
                  <a:pt x="3982" y="6897"/>
                </a:lnTo>
                <a:cubicBezTo>
                  <a:pt x="3946" y="6725"/>
                  <a:pt x="3927" y="6551"/>
                  <a:pt x="3927" y="6382"/>
                </a:cubicBezTo>
                <a:cubicBezTo>
                  <a:pt x="3927" y="5028"/>
                  <a:pt x="5028" y="3927"/>
                  <a:pt x="6382" y="3927"/>
                </a:cubicBezTo>
                <a:cubicBezTo>
                  <a:pt x="6662" y="3927"/>
                  <a:pt x="6942" y="3977"/>
                  <a:pt x="7215" y="4077"/>
                </a:cubicBezTo>
                <a:lnTo>
                  <a:pt x="8019" y="4368"/>
                </a:lnTo>
                <a:lnTo>
                  <a:pt x="8418" y="3611"/>
                </a:lnTo>
                <a:cubicBezTo>
                  <a:pt x="9272" y="1989"/>
                  <a:pt x="10937" y="982"/>
                  <a:pt x="12764" y="982"/>
                </a:cubicBezTo>
                <a:cubicBezTo>
                  <a:pt x="15470" y="982"/>
                  <a:pt x="17673" y="3184"/>
                  <a:pt x="17673" y="5891"/>
                </a:cubicBezTo>
                <a:cubicBezTo>
                  <a:pt x="17673" y="5977"/>
                  <a:pt x="17666" y="6060"/>
                  <a:pt x="17660" y="6145"/>
                </a:cubicBezTo>
                <a:lnTo>
                  <a:pt x="17655" y="6229"/>
                </a:lnTo>
                <a:lnTo>
                  <a:pt x="17610" y="6920"/>
                </a:lnTo>
                <a:lnTo>
                  <a:pt x="18245" y="7194"/>
                </a:lnTo>
                <a:cubicBezTo>
                  <a:pt x="19686" y="7816"/>
                  <a:pt x="20618" y="9232"/>
                  <a:pt x="20618" y="10800"/>
                </a:cubicBezTo>
                <a:cubicBezTo>
                  <a:pt x="20618" y="12965"/>
                  <a:pt x="18856" y="14727"/>
                  <a:pt x="16691" y="14727"/>
                </a:cubicBezTo>
                <a:lnTo>
                  <a:pt x="12764" y="14727"/>
                </a:lnTo>
                <a:cubicBezTo>
                  <a:pt x="12492" y="14727"/>
                  <a:pt x="12273" y="14947"/>
                  <a:pt x="12273" y="15218"/>
                </a:cubicBezTo>
                <a:cubicBezTo>
                  <a:pt x="12273" y="15489"/>
                  <a:pt x="12492" y="15709"/>
                  <a:pt x="12764" y="15709"/>
                </a:cubicBezTo>
                <a:lnTo>
                  <a:pt x="16691" y="15709"/>
                </a:lnTo>
                <a:cubicBezTo>
                  <a:pt x="19401" y="15709"/>
                  <a:pt x="21600" y="13511"/>
                  <a:pt x="21600" y="10800"/>
                </a:cubicBezTo>
                <a:cubicBezTo>
                  <a:pt x="21600" y="8780"/>
                  <a:pt x="20378" y="7045"/>
                  <a:pt x="18634" y="6292"/>
                </a:cubicBezTo>
                <a:moveTo>
                  <a:pt x="13745" y="17673"/>
                </a:moveTo>
                <a:cubicBezTo>
                  <a:pt x="13610" y="17673"/>
                  <a:pt x="13488" y="17728"/>
                  <a:pt x="13398" y="17817"/>
                </a:cubicBezTo>
                <a:lnTo>
                  <a:pt x="11291" y="19924"/>
                </a:lnTo>
                <a:lnTo>
                  <a:pt x="11291" y="8346"/>
                </a:lnTo>
                <a:cubicBezTo>
                  <a:pt x="11291" y="8074"/>
                  <a:pt x="11071" y="7855"/>
                  <a:pt x="10800" y="7855"/>
                </a:cubicBezTo>
                <a:cubicBezTo>
                  <a:pt x="10529" y="7855"/>
                  <a:pt x="10309" y="8074"/>
                  <a:pt x="10309" y="8346"/>
                </a:cubicBezTo>
                <a:lnTo>
                  <a:pt x="10309" y="19924"/>
                </a:lnTo>
                <a:lnTo>
                  <a:pt x="8202" y="17817"/>
                </a:lnTo>
                <a:cubicBezTo>
                  <a:pt x="8113" y="17728"/>
                  <a:pt x="7990" y="17673"/>
                  <a:pt x="7855" y="17673"/>
                </a:cubicBezTo>
                <a:cubicBezTo>
                  <a:pt x="7583" y="17673"/>
                  <a:pt x="7364" y="17893"/>
                  <a:pt x="7364" y="18164"/>
                </a:cubicBezTo>
                <a:cubicBezTo>
                  <a:pt x="7364" y="18300"/>
                  <a:pt x="7419" y="18422"/>
                  <a:pt x="7507" y="18511"/>
                </a:cubicBezTo>
                <a:lnTo>
                  <a:pt x="10453" y="21456"/>
                </a:lnTo>
                <a:cubicBezTo>
                  <a:pt x="10542" y="21545"/>
                  <a:pt x="10664" y="21600"/>
                  <a:pt x="10800" y="21600"/>
                </a:cubicBezTo>
                <a:cubicBezTo>
                  <a:pt x="10936" y="21600"/>
                  <a:pt x="11058" y="21545"/>
                  <a:pt x="11147" y="21456"/>
                </a:cubicBezTo>
                <a:lnTo>
                  <a:pt x="14093" y="18511"/>
                </a:lnTo>
                <a:cubicBezTo>
                  <a:pt x="14182" y="18422"/>
                  <a:pt x="14236" y="18300"/>
                  <a:pt x="14236" y="18164"/>
                </a:cubicBezTo>
                <a:cubicBezTo>
                  <a:pt x="14236" y="17893"/>
                  <a:pt x="14017" y="17673"/>
                  <a:pt x="13745" y="1767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0" name="Shape 2848">
            <a:extLst>
              <a:ext uri="{FF2B5EF4-FFF2-40B4-BE49-F238E27FC236}">
                <a16:creationId xmlns:a16="http://schemas.microsoft.com/office/drawing/2014/main" id="{2D033A16-2FAE-F6AF-8075-E617B13F1D60}"/>
              </a:ext>
            </a:extLst>
          </p:cNvPr>
          <p:cNvSpPr/>
          <p:nvPr/>
        </p:nvSpPr>
        <p:spPr>
          <a:xfrm>
            <a:off x="4637249" y="3939045"/>
            <a:ext cx="279328" cy="279325"/>
          </a:xfrm>
          <a:custGeom>
            <a:avLst/>
            <a:gdLst/>
            <a:ahLst/>
            <a:cxnLst>
              <a:cxn ang="0">
                <a:pos x="wd2" y="hd2"/>
              </a:cxn>
              <a:cxn ang="5400000">
                <a:pos x="wd2" y="hd2"/>
              </a:cxn>
              <a:cxn ang="10800000">
                <a:pos x="wd2" y="hd2"/>
              </a:cxn>
              <a:cxn ang="16200000">
                <a:pos x="wd2" y="hd2"/>
              </a:cxn>
            </a:cxnLst>
            <a:rect l="0" t="0" r="r" b="b"/>
            <a:pathLst>
              <a:path w="21600" h="21600" extrusionOk="0">
                <a:moveTo>
                  <a:pt x="18634" y="6292"/>
                </a:moveTo>
                <a:cubicBezTo>
                  <a:pt x="18643" y="6159"/>
                  <a:pt x="18655" y="6026"/>
                  <a:pt x="18655" y="5891"/>
                </a:cubicBezTo>
                <a:cubicBezTo>
                  <a:pt x="18655" y="2638"/>
                  <a:pt x="16017" y="0"/>
                  <a:pt x="12764" y="0"/>
                </a:cubicBezTo>
                <a:cubicBezTo>
                  <a:pt x="10499" y="0"/>
                  <a:pt x="8536" y="1279"/>
                  <a:pt x="7550" y="3153"/>
                </a:cubicBezTo>
                <a:cubicBezTo>
                  <a:pt x="7185" y="3021"/>
                  <a:pt x="6793" y="2945"/>
                  <a:pt x="6382" y="2945"/>
                </a:cubicBezTo>
                <a:cubicBezTo>
                  <a:pt x="4484" y="2945"/>
                  <a:pt x="2945" y="4484"/>
                  <a:pt x="2945" y="6382"/>
                </a:cubicBezTo>
                <a:cubicBezTo>
                  <a:pt x="2945" y="6629"/>
                  <a:pt x="2973" y="6869"/>
                  <a:pt x="3022" y="7101"/>
                </a:cubicBezTo>
                <a:cubicBezTo>
                  <a:pt x="1267" y="7686"/>
                  <a:pt x="0" y="9339"/>
                  <a:pt x="0" y="11291"/>
                </a:cubicBezTo>
                <a:cubicBezTo>
                  <a:pt x="0" y="13731"/>
                  <a:pt x="1978" y="15709"/>
                  <a:pt x="4418" y="15709"/>
                </a:cubicBezTo>
                <a:lnTo>
                  <a:pt x="8836" y="15709"/>
                </a:lnTo>
                <a:cubicBezTo>
                  <a:pt x="9108" y="15709"/>
                  <a:pt x="9327" y="15489"/>
                  <a:pt x="9327" y="15218"/>
                </a:cubicBezTo>
                <a:cubicBezTo>
                  <a:pt x="9327" y="14947"/>
                  <a:pt x="9108" y="14727"/>
                  <a:pt x="8836" y="14727"/>
                </a:cubicBezTo>
                <a:lnTo>
                  <a:pt x="4418" y="14727"/>
                </a:lnTo>
                <a:cubicBezTo>
                  <a:pt x="2524" y="14727"/>
                  <a:pt x="982" y="13185"/>
                  <a:pt x="982" y="11291"/>
                </a:cubicBezTo>
                <a:cubicBezTo>
                  <a:pt x="982" y="9810"/>
                  <a:pt x="1926" y="8502"/>
                  <a:pt x="3333" y="8033"/>
                </a:cubicBezTo>
                <a:lnTo>
                  <a:pt x="4165" y="7756"/>
                </a:lnTo>
                <a:lnTo>
                  <a:pt x="3982" y="6897"/>
                </a:lnTo>
                <a:cubicBezTo>
                  <a:pt x="3946" y="6725"/>
                  <a:pt x="3927" y="6551"/>
                  <a:pt x="3927" y="6382"/>
                </a:cubicBezTo>
                <a:cubicBezTo>
                  <a:pt x="3927" y="5028"/>
                  <a:pt x="5028" y="3927"/>
                  <a:pt x="6382" y="3927"/>
                </a:cubicBezTo>
                <a:cubicBezTo>
                  <a:pt x="6662" y="3927"/>
                  <a:pt x="6942" y="3977"/>
                  <a:pt x="7215" y="4077"/>
                </a:cubicBezTo>
                <a:lnTo>
                  <a:pt x="8019" y="4368"/>
                </a:lnTo>
                <a:lnTo>
                  <a:pt x="8418" y="3611"/>
                </a:lnTo>
                <a:cubicBezTo>
                  <a:pt x="9272" y="1989"/>
                  <a:pt x="10937" y="982"/>
                  <a:pt x="12764" y="982"/>
                </a:cubicBezTo>
                <a:cubicBezTo>
                  <a:pt x="15470" y="982"/>
                  <a:pt x="17673" y="3184"/>
                  <a:pt x="17673" y="5891"/>
                </a:cubicBezTo>
                <a:cubicBezTo>
                  <a:pt x="17673" y="5977"/>
                  <a:pt x="17666" y="6060"/>
                  <a:pt x="17660" y="6145"/>
                </a:cubicBezTo>
                <a:lnTo>
                  <a:pt x="17655" y="6229"/>
                </a:lnTo>
                <a:lnTo>
                  <a:pt x="17610" y="6920"/>
                </a:lnTo>
                <a:lnTo>
                  <a:pt x="18245" y="7194"/>
                </a:lnTo>
                <a:cubicBezTo>
                  <a:pt x="19687" y="7816"/>
                  <a:pt x="20618" y="9232"/>
                  <a:pt x="20618" y="10800"/>
                </a:cubicBezTo>
                <a:cubicBezTo>
                  <a:pt x="20618" y="12965"/>
                  <a:pt x="18856" y="14727"/>
                  <a:pt x="16691" y="14727"/>
                </a:cubicBezTo>
                <a:lnTo>
                  <a:pt x="12764" y="14727"/>
                </a:lnTo>
                <a:cubicBezTo>
                  <a:pt x="12492" y="14727"/>
                  <a:pt x="12273" y="14947"/>
                  <a:pt x="12273" y="15218"/>
                </a:cubicBezTo>
                <a:cubicBezTo>
                  <a:pt x="12273" y="15489"/>
                  <a:pt x="12492" y="15709"/>
                  <a:pt x="12764" y="15709"/>
                </a:cubicBezTo>
                <a:lnTo>
                  <a:pt x="16691" y="15709"/>
                </a:lnTo>
                <a:cubicBezTo>
                  <a:pt x="19401" y="15709"/>
                  <a:pt x="21600" y="13511"/>
                  <a:pt x="21600" y="10800"/>
                </a:cubicBezTo>
                <a:cubicBezTo>
                  <a:pt x="21600" y="8780"/>
                  <a:pt x="20378" y="7045"/>
                  <a:pt x="18634" y="6292"/>
                </a:cubicBezTo>
                <a:moveTo>
                  <a:pt x="13745" y="11782"/>
                </a:moveTo>
                <a:cubicBezTo>
                  <a:pt x="14017" y="11782"/>
                  <a:pt x="14236" y="11562"/>
                  <a:pt x="14236" y="11291"/>
                </a:cubicBezTo>
                <a:cubicBezTo>
                  <a:pt x="14236" y="11156"/>
                  <a:pt x="14182" y="11033"/>
                  <a:pt x="14093" y="10944"/>
                </a:cubicBezTo>
                <a:lnTo>
                  <a:pt x="11147" y="7998"/>
                </a:lnTo>
                <a:cubicBezTo>
                  <a:pt x="11058" y="7910"/>
                  <a:pt x="10936" y="7855"/>
                  <a:pt x="10800" y="7855"/>
                </a:cubicBezTo>
                <a:cubicBezTo>
                  <a:pt x="10665" y="7855"/>
                  <a:pt x="10542" y="7910"/>
                  <a:pt x="10453" y="7998"/>
                </a:cubicBezTo>
                <a:lnTo>
                  <a:pt x="7507" y="10944"/>
                </a:lnTo>
                <a:cubicBezTo>
                  <a:pt x="7419" y="11033"/>
                  <a:pt x="7364" y="11156"/>
                  <a:pt x="7364" y="11291"/>
                </a:cubicBezTo>
                <a:cubicBezTo>
                  <a:pt x="7364" y="11562"/>
                  <a:pt x="7583" y="11782"/>
                  <a:pt x="7855" y="11782"/>
                </a:cubicBezTo>
                <a:cubicBezTo>
                  <a:pt x="7990" y="11782"/>
                  <a:pt x="8113" y="11727"/>
                  <a:pt x="8202" y="11638"/>
                </a:cubicBezTo>
                <a:lnTo>
                  <a:pt x="10309" y="9531"/>
                </a:lnTo>
                <a:lnTo>
                  <a:pt x="10309" y="21109"/>
                </a:lnTo>
                <a:cubicBezTo>
                  <a:pt x="10309" y="21380"/>
                  <a:pt x="10529" y="21600"/>
                  <a:pt x="10800" y="21600"/>
                </a:cubicBezTo>
                <a:cubicBezTo>
                  <a:pt x="11071" y="21600"/>
                  <a:pt x="11291" y="21380"/>
                  <a:pt x="11291" y="21109"/>
                </a:cubicBezTo>
                <a:lnTo>
                  <a:pt x="11291" y="9531"/>
                </a:lnTo>
                <a:lnTo>
                  <a:pt x="13398" y="11638"/>
                </a:lnTo>
                <a:cubicBezTo>
                  <a:pt x="13488" y="11727"/>
                  <a:pt x="13610" y="11782"/>
                  <a:pt x="13745" y="11782"/>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1" name="Shape 2849">
            <a:extLst>
              <a:ext uri="{FF2B5EF4-FFF2-40B4-BE49-F238E27FC236}">
                <a16:creationId xmlns:a16="http://schemas.microsoft.com/office/drawing/2014/main" id="{9A4D33C7-71A4-011D-757A-5AE5CDC9331C}"/>
              </a:ext>
            </a:extLst>
          </p:cNvPr>
          <p:cNvSpPr/>
          <p:nvPr/>
        </p:nvSpPr>
        <p:spPr>
          <a:xfrm>
            <a:off x="5170510" y="3958090"/>
            <a:ext cx="279328" cy="241467"/>
          </a:xfrm>
          <a:custGeom>
            <a:avLst/>
            <a:gdLst/>
            <a:ahLst/>
            <a:cxnLst>
              <a:cxn ang="0">
                <a:pos x="wd2" y="hd2"/>
              </a:cxn>
              <a:cxn ang="5400000">
                <a:pos x="wd2" y="hd2"/>
              </a:cxn>
              <a:cxn ang="10800000">
                <a:pos x="wd2" y="hd2"/>
              </a:cxn>
              <a:cxn ang="16200000">
                <a:pos x="wd2" y="hd2"/>
              </a:cxn>
            </a:cxnLst>
            <a:rect l="0" t="0" r="r" b="b"/>
            <a:pathLst>
              <a:path w="21600" h="21582" extrusionOk="0">
                <a:moveTo>
                  <a:pt x="13421" y="20466"/>
                </a:moveTo>
                <a:lnTo>
                  <a:pt x="12630" y="20221"/>
                </a:lnTo>
                <a:cubicBezTo>
                  <a:pt x="13305" y="19604"/>
                  <a:pt x="13745" y="18664"/>
                  <a:pt x="13745" y="17589"/>
                </a:cubicBezTo>
                <a:cubicBezTo>
                  <a:pt x="13745" y="16189"/>
                  <a:pt x="13013" y="14988"/>
                  <a:pt x="11967" y="14465"/>
                </a:cubicBezTo>
                <a:lnTo>
                  <a:pt x="11702" y="15585"/>
                </a:lnTo>
                <a:cubicBezTo>
                  <a:pt x="12330" y="15964"/>
                  <a:pt x="12764" y="16715"/>
                  <a:pt x="12764" y="17589"/>
                </a:cubicBezTo>
                <a:cubicBezTo>
                  <a:pt x="12764" y="18299"/>
                  <a:pt x="12477" y="18923"/>
                  <a:pt x="12035" y="19336"/>
                </a:cubicBezTo>
                <a:lnTo>
                  <a:pt x="12296" y="18213"/>
                </a:lnTo>
                <a:cubicBezTo>
                  <a:pt x="12327" y="18073"/>
                  <a:pt x="12314" y="17918"/>
                  <a:pt x="12246" y="17782"/>
                </a:cubicBezTo>
                <a:cubicBezTo>
                  <a:pt x="12111" y="17511"/>
                  <a:pt x="11811" y="17418"/>
                  <a:pt x="11576" y="17574"/>
                </a:cubicBezTo>
                <a:cubicBezTo>
                  <a:pt x="11459" y="17653"/>
                  <a:pt x="11380" y="17779"/>
                  <a:pt x="11347" y="17920"/>
                </a:cubicBezTo>
                <a:lnTo>
                  <a:pt x="10808" y="20244"/>
                </a:lnTo>
                <a:cubicBezTo>
                  <a:pt x="10776" y="20384"/>
                  <a:pt x="10789" y="20539"/>
                  <a:pt x="10857" y="20675"/>
                </a:cubicBezTo>
                <a:cubicBezTo>
                  <a:pt x="10920" y="20802"/>
                  <a:pt x="11021" y="20885"/>
                  <a:pt x="11133" y="20927"/>
                </a:cubicBezTo>
                <a:lnTo>
                  <a:pt x="11126" y="20956"/>
                </a:lnTo>
                <a:cubicBezTo>
                  <a:pt x="11142" y="20954"/>
                  <a:pt x="11158" y="20948"/>
                  <a:pt x="11173" y="20945"/>
                </a:cubicBezTo>
                <a:lnTo>
                  <a:pt x="13166" y="21562"/>
                </a:lnTo>
                <a:cubicBezTo>
                  <a:pt x="13288" y="21600"/>
                  <a:pt x="13422" y="21584"/>
                  <a:pt x="13539" y="21506"/>
                </a:cubicBezTo>
                <a:cubicBezTo>
                  <a:pt x="13774" y="21350"/>
                  <a:pt x="13855" y="21002"/>
                  <a:pt x="13719" y="20730"/>
                </a:cubicBezTo>
                <a:cubicBezTo>
                  <a:pt x="13651" y="20595"/>
                  <a:pt x="13542" y="20503"/>
                  <a:pt x="13421" y="20466"/>
                </a:cubicBezTo>
                <a:moveTo>
                  <a:pt x="18634" y="7273"/>
                </a:moveTo>
                <a:cubicBezTo>
                  <a:pt x="18643" y="7119"/>
                  <a:pt x="18655" y="6966"/>
                  <a:pt x="18655" y="6809"/>
                </a:cubicBezTo>
                <a:cubicBezTo>
                  <a:pt x="18655" y="3049"/>
                  <a:pt x="16017" y="0"/>
                  <a:pt x="12764" y="0"/>
                </a:cubicBezTo>
                <a:cubicBezTo>
                  <a:pt x="10499" y="0"/>
                  <a:pt x="8536" y="1479"/>
                  <a:pt x="7550" y="3645"/>
                </a:cubicBezTo>
                <a:cubicBezTo>
                  <a:pt x="7185" y="3492"/>
                  <a:pt x="6793" y="3404"/>
                  <a:pt x="6382" y="3404"/>
                </a:cubicBezTo>
                <a:cubicBezTo>
                  <a:pt x="4484" y="3404"/>
                  <a:pt x="2945" y="5183"/>
                  <a:pt x="2945" y="7376"/>
                </a:cubicBezTo>
                <a:cubicBezTo>
                  <a:pt x="2945" y="7662"/>
                  <a:pt x="2973" y="7940"/>
                  <a:pt x="3022" y="8208"/>
                </a:cubicBezTo>
                <a:cubicBezTo>
                  <a:pt x="1267" y="8884"/>
                  <a:pt x="0" y="10794"/>
                  <a:pt x="0" y="13050"/>
                </a:cubicBezTo>
                <a:cubicBezTo>
                  <a:pt x="0" y="15871"/>
                  <a:pt x="1978" y="18157"/>
                  <a:pt x="4418" y="18157"/>
                </a:cubicBezTo>
                <a:lnTo>
                  <a:pt x="6382" y="18157"/>
                </a:lnTo>
                <a:cubicBezTo>
                  <a:pt x="6653" y="18157"/>
                  <a:pt x="6873" y="17903"/>
                  <a:pt x="6873" y="17589"/>
                </a:cubicBezTo>
                <a:cubicBezTo>
                  <a:pt x="6873" y="17276"/>
                  <a:pt x="6653" y="17022"/>
                  <a:pt x="6382" y="17022"/>
                </a:cubicBezTo>
                <a:lnTo>
                  <a:pt x="4418" y="17022"/>
                </a:lnTo>
                <a:cubicBezTo>
                  <a:pt x="2524" y="17022"/>
                  <a:pt x="982" y="15240"/>
                  <a:pt x="982" y="13050"/>
                </a:cubicBezTo>
                <a:cubicBezTo>
                  <a:pt x="982" y="11339"/>
                  <a:pt x="1926" y="9826"/>
                  <a:pt x="3333" y="9284"/>
                </a:cubicBezTo>
                <a:lnTo>
                  <a:pt x="4165" y="8964"/>
                </a:lnTo>
                <a:lnTo>
                  <a:pt x="3982" y="7971"/>
                </a:lnTo>
                <a:cubicBezTo>
                  <a:pt x="3946" y="7773"/>
                  <a:pt x="3927" y="7572"/>
                  <a:pt x="3927" y="7376"/>
                </a:cubicBezTo>
                <a:cubicBezTo>
                  <a:pt x="3927" y="5812"/>
                  <a:pt x="5028" y="4539"/>
                  <a:pt x="6382" y="4539"/>
                </a:cubicBezTo>
                <a:cubicBezTo>
                  <a:pt x="6661" y="4539"/>
                  <a:pt x="6942" y="4597"/>
                  <a:pt x="7215" y="4712"/>
                </a:cubicBezTo>
                <a:lnTo>
                  <a:pt x="8019" y="5049"/>
                </a:lnTo>
                <a:lnTo>
                  <a:pt x="8418" y="4173"/>
                </a:lnTo>
                <a:cubicBezTo>
                  <a:pt x="9272" y="2299"/>
                  <a:pt x="10937" y="1135"/>
                  <a:pt x="12764" y="1135"/>
                </a:cubicBezTo>
                <a:cubicBezTo>
                  <a:pt x="15470" y="1135"/>
                  <a:pt x="17673" y="3680"/>
                  <a:pt x="17673" y="6809"/>
                </a:cubicBezTo>
                <a:cubicBezTo>
                  <a:pt x="17673" y="6908"/>
                  <a:pt x="17666" y="7005"/>
                  <a:pt x="17660" y="7102"/>
                </a:cubicBezTo>
                <a:lnTo>
                  <a:pt x="17655" y="7199"/>
                </a:lnTo>
                <a:lnTo>
                  <a:pt x="17610" y="7998"/>
                </a:lnTo>
                <a:lnTo>
                  <a:pt x="18245" y="8315"/>
                </a:lnTo>
                <a:cubicBezTo>
                  <a:pt x="19687" y="9034"/>
                  <a:pt x="20618" y="10670"/>
                  <a:pt x="20618" y="12483"/>
                </a:cubicBezTo>
                <a:cubicBezTo>
                  <a:pt x="20618" y="14986"/>
                  <a:pt x="18856" y="17022"/>
                  <a:pt x="16691" y="17022"/>
                </a:cubicBezTo>
                <a:lnTo>
                  <a:pt x="15218" y="17022"/>
                </a:lnTo>
                <a:cubicBezTo>
                  <a:pt x="14947" y="17022"/>
                  <a:pt x="14727" y="17276"/>
                  <a:pt x="14727" y="17589"/>
                </a:cubicBezTo>
                <a:cubicBezTo>
                  <a:pt x="14727" y="17903"/>
                  <a:pt x="14947" y="18157"/>
                  <a:pt x="15218" y="18157"/>
                </a:cubicBezTo>
                <a:lnTo>
                  <a:pt x="16691" y="18157"/>
                </a:lnTo>
                <a:cubicBezTo>
                  <a:pt x="19402" y="18157"/>
                  <a:pt x="21600" y="15617"/>
                  <a:pt x="21600" y="12483"/>
                </a:cubicBezTo>
                <a:cubicBezTo>
                  <a:pt x="21600" y="10147"/>
                  <a:pt x="20378" y="8143"/>
                  <a:pt x="18634" y="7273"/>
                </a:cubicBezTo>
                <a:moveTo>
                  <a:pt x="10773" y="14522"/>
                </a:moveTo>
                <a:cubicBezTo>
                  <a:pt x="10711" y="14398"/>
                  <a:pt x="10613" y="14316"/>
                  <a:pt x="10504" y="14274"/>
                </a:cubicBezTo>
                <a:lnTo>
                  <a:pt x="10517" y="14218"/>
                </a:lnTo>
                <a:cubicBezTo>
                  <a:pt x="10484" y="14221"/>
                  <a:pt x="10451" y="14231"/>
                  <a:pt x="10418" y="14240"/>
                </a:cubicBezTo>
                <a:lnTo>
                  <a:pt x="8463" y="13634"/>
                </a:lnTo>
                <a:lnTo>
                  <a:pt x="8463" y="13635"/>
                </a:lnTo>
                <a:cubicBezTo>
                  <a:pt x="8343" y="13598"/>
                  <a:pt x="8209" y="13613"/>
                  <a:pt x="8091" y="13692"/>
                </a:cubicBezTo>
                <a:cubicBezTo>
                  <a:pt x="7856" y="13848"/>
                  <a:pt x="7776" y="14195"/>
                  <a:pt x="7911" y="14466"/>
                </a:cubicBezTo>
                <a:cubicBezTo>
                  <a:pt x="7979" y="14602"/>
                  <a:pt x="8088" y="14693"/>
                  <a:pt x="8210" y="14731"/>
                </a:cubicBezTo>
                <a:lnTo>
                  <a:pt x="8965" y="14964"/>
                </a:lnTo>
                <a:cubicBezTo>
                  <a:pt x="8292" y="15580"/>
                  <a:pt x="7855" y="16518"/>
                  <a:pt x="7855" y="17589"/>
                </a:cubicBezTo>
                <a:cubicBezTo>
                  <a:pt x="7855" y="19007"/>
                  <a:pt x="8604" y="20220"/>
                  <a:pt x="9671" y="20732"/>
                </a:cubicBezTo>
                <a:lnTo>
                  <a:pt x="9934" y="19617"/>
                </a:lnTo>
                <a:cubicBezTo>
                  <a:pt x="9286" y="19246"/>
                  <a:pt x="8836" y="18482"/>
                  <a:pt x="8836" y="17589"/>
                </a:cubicBezTo>
                <a:cubicBezTo>
                  <a:pt x="8836" y="16857"/>
                  <a:pt x="9142" y="16215"/>
                  <a:pt x="9609" y="15802"/>
                </a:cubicBezTo>
                <a:lnTo>
                  <a:pt x="9335" y="16984"/>
                </a:lnTo>
                <a:cubicBezTo>
                  <a:pt x="9303" y="17124"/>
                  <a:pt x="9317" y="17279"/>
                  <a:pt x="9384" y="17415"/>
                </a:cubicBezTo>
                <a:cubicBezTo>
                  <a:pt x="9520" y="17686"/>
                  <a:pt x="9820" y="17779"/>
                  <a:pt x="10055" y="17623"/>
                </a:cubicBezTo>
                <a:cubicBezTo>
                  <a:pt x="10172" y="17544"/>
                  <a:pt x="10251" y="17418"/>
                  <a:pt x="10283" y="17278"/>
                </a:cubicBezTo>
                <a:lnTo>
                  <a:pt x="10823" y="14952"/>
                </a:lnTo>
                <a:cubicBezTo>
                  <a:pt x="10855" y="14812"/>
                  <a:pt x="10841" y="14658"/>
                  <a:pt x="10773" y="14522"/>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2" name="Shape 2850">
            <a:extLst>
              <a:ext uri="{FF2B5EF4-FFF2-40B4-BE49-F238E27FC236}">
                <a16:creationId xmlns:a16="http://schemas.microsoft.com/office/drawing/2014/main" id="{197DF3D6-4ABD-374F-43C8-6A908F296117}"/>
              </a:ext>
            </a:extLst>
          </p:cNvPr>
          <p:cNvSpPr/>
          <p:nvPr/>
        </p:nvSpPr>
        <p:spPr>
          <a:xfrm>
            <a:off x="5703771" y="393904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491" y="0"/>
                </a:moveTo>
                <a:cubicBezTo>
                  <a:pt x="220" y="0"/>
                  <a:pt x="0" y="220"/>
                  <a:pt x="0" y="491"/>
                </a:cubicBezTo>
                <a:cubicBezTo>
                  <a:pt x="0" y="762"/>
                  <a:pt x="220" y="982"/>
                  <a:pt x="491" y="982"/>
                </a:cubicBezTo>
                <a:cubicBezTo>
                  <a:pt x="11607" y="982"/>
                  <a:pt x="20618" y="9993"/>
                  <a:pt x="20618" y="21109"/>
                </a:cubicBezTo>
                <a:cubicBezTo>
                  <a:pt x="20618" y="21380"/>
                  <a:pt x="20838" y="21600"/>
                  <a:pt x="21109" y="21600"/>
                </a:cubicBezTo>
                <a:cubicBezTo>
                  <a:pt x="21380" y="21600"/>
                  <a:pt x="21600" y="21380"/>
                  <a:pt x="21600" y="21109"/>
                </a:cubicBezTo>
                <a:cubicBezTo>
                  <a:pt x="21600" y="9451"/>
                  <a:pt x="12149" y="0"/>
                  <a:pt x="491" y="0"/>
                </a:cubicBezTo>
                <a:moveTo>
                  <a:pt x="491" y="9818"/>
                </a:moveTo>
                <a:cubicBezTo>
                  <a:pt x="220" y="9818"/>
                  <a:pt x="0" y="10038"/>
                  <a:pt x="0" y="10309"/>
                </a:cubicBezTo>
                <a:cubicBezTo>
                  <a:pt x="0" y="10581"/>
                  <a:pt x="220" y="10800"/>
                  <a:pt x="491" y="10800"/>
                </a:cubicBezTo>
                <a:cubicBezTo>
                  <a:pt x="6184" y="10800"/>
                  <a:pt x="10800" y="15416"/>
                  <a:pt x="10800" y="21109"/>
                </a:cubicBezTo>
                <a:cubicBezTo>
                  <a:pt x="10800" y="21380"/>
                  <a:pt x="11020" y="21600"/>
                  <a:pt x="11291" y="21600"/>
                </a:cubicBezTo>
                <a:cubicBezTo>
                  <a:pt x="11562" y="21600"/>
                  <a:pt x="11782" y="21380"/>
                  <a:pt x="11782" y="21109"/>
                </a:cubicBezTo>
                <a:cubicBezTo>
                  <a:pt x="11782" y="14873"/>
                  <a:pt x="6727" y="9818"/>
                  <a:pt x="491" y="9818"/>
                </a:cubicBezTo>
                <a:moveTo>
                  <a:pt x="491" y="4909"/>
                </a:moveTo>
                <a:cubicBezTo>
                  <a:pt x="220" y="4909"/>
                  <a:pt x="0" y="5129"/>
                  <a:pt x="0" y="5400"/>
                </a:cubicBezTo>
                <a:cubicBezTo>
                  <a:pt x="0" y="5672"/>
                  <a:pt x="220" y="5891"/>
                  <a:pt x="491" y="5891"/>
                </a:cubicBezTo>
                <a:cubicBezTo>
                  <a:pt x="8896" y="5891"/>
                  <a:pt x="15709" y="12705"/>
                  <a:pt x="15709" y="21109"/>
                </a:cubicBezTo>
                <a:cubicBezTo>
                  <a:pt x="15709" y="21380"/>
                  <a:pt x="15929" y="21600"/>
                  <a:pt x="16200" y="21600"/>
                </a:cubicBezTo>
                <a:cubicBezTo>
                  <a:pt x="16471" y="21600"/>
                  <a:pt x="16691" y="21380"/>
                  <a:pt x="16691" y="21109"/>
                </a:cubicBezTo>
                <a:cubicBezTo>
                  <a:pt x="16691" y="12162"/>
                  <a:pt x="9438" y="4909"/>
                  <a:pt x="491" y="4909"/>
                </a:cubicBezTo>
                <a:moveTo>
                  <a:pt x="2945" y="20618"/>
                </a:moveTo>
                <a:cubicBezTo>
                  <a:pt x="1861" y="20618"/>
                  <a:pt x="982" y="19739"/>
                  <a:pt x="982" y="18655"/>
                </a:cubicBezTo>
                <a:cubicBezTo>
                  <a:pt x="982" y="17570"/>
                  <a:pt x="1861" y="16691"/>
                  <a:pt x="2945" y="16691"/>
                </a:cubicBezTo>
                <a:cubicBezTo>
                  <a:pt x="4030" y="16691"/>
                  <a:pt x="4909" y="17570"/>
                  <a:pt x="4909" y="18655"/>
                </a:cubicBezTo>
                <a:cubicBezTo>
                  <a:pt x="4909" y="19739"/>
                  <a:pt x="4030" y="20618"/>
                  <a:pt x="2945" y="20618"/>
                </a:cubicBezTo>
                <a:moveTo>
                  <a:pt x="2945" y="15709"/>
                </a:moveTo>
                <a:cubicBezTo>
                  <a:pt x="1319" y="15709"/>
                  <a:pt x="0" y="17028"/>
                  <a:pt x="0" y="18655"/>
                </a:cubicBezTo>
                <a:cubicBezTo>
                  <a:pt x="0" y="20281"/>
                  <a:pt x="1319" y="21600"/>
                  <a:pt x="2945" y="21600"/>
                </a:cubicBezTo>
                <a:cubicBezTo>
                  <a:pt x="4573" y="21600"/>
                  <a:pt x="5891" y="20281"/>
                  <a:pt x="5891" y="18655"/>
                </a:cubicBezTo>
                <a:cubicBezTo>
                  <a:pt x="5891" y="17028"/>
                  <a:pt x="4573" y="15709"/>
                  <a:pt x="2945" y="1570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3" name="Shape 2851">
            <a:extLst>
              <a:ext uri="{FF2B5EF4-FFF2-40B4-BE49-F238E27FC236}">
                <a16:creationId xmlns:a16="http://schemas.microsoft.com/office/drawing/2014/main" id="{D0DF29D5-396A-F0CC-DA67-5C963021CD8D}"/>
              </a:ext>
            </a:extLst>
          </p:cNvPr>
          <p:cNvSpPr/>
          <p:nvPr/>
        </p:nvSpPr>
        <p:spPr>
          <a:xfrm>
            <a:off x="904422" y="447230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5891" y="10309"/>
                </a:moveTo>
                <a:lnTo>
                  <a:pt x="4909" y="10309"/>
                </a:lnTo>
                <a:cubicBezTo>
                  <a:pt x="4638" y="10309"/>
                  <a:pt x="4418" y="10529"/>
                  <a:pt x="4418" y="10800"/>
                </a:cubicBezTo>
                <a:cubicBezTo>
                  <a:pt x="4418" y="11071"/>
                  <a:pt x="4638" y="11291"/>
                  <a:pt x="4909" y="11291"/>
                </a:cubicBezTo>
                <a:lnTo>
                  <a:pt x="5891" y="11291"/>
                </a:lnTo>
                <a:cubicBezTo>
                  <a:pt x="8331" y="11291"/>
                  <a:pt x="10309" y="13269"/>
                  <a:pt x="10309" y="15709"/>
                </a:cubicBezTo>
                <a:lnTo>
                  <a:pt x="10309" y="16691"/>
                </a:lnTo>
                <a:cubicBezTo>
                  <a:pt x="10309" y="16962"/>
                  <a:pt x="10529" y="17182"/>
                  <a:pt x="10800" y="17182"/>
                </a:cubicBezTo>
                <a:cubicBezTo>
                  <a:pt x="11071" y="17182"/>
                  <a:pt x="11291" y="16962"/>
                  <a:pt x="11291" y="16691"/>
                </a:cubicBezTo>
                <a:lnTo>
                  <a:pt x="11291" y="15709"/>
                </a:lnTo>
                <a:cubicBezTo>
                  <a:pt x="11291" y="12727"/>
                  <a:pt x="8873" y="10309"/>
                  <a:pt x="5891" y="10309"/>
                </a:cubicBezTo>
                <a:moveTo>
                  <a:pt x="5891" y="7364"/>
                </a:moveTo>
                <a:lnTo>
                  <a:pt x="4909" y="7364"/>
                </a:lnTo>
                <a:cubicBezTo>
                  <a:pt x="4638" y="7364"/>
                  <a:pt x="4418" y="7583"/>
                  <a:pt x="4418" y="7855"/>
                </a:cubicBezTo>
                <a:cubicBezTo>
                  <a:pt x="4418" y="8126"/>
                  <a:pt x="4638" y="8345"/>
                  <a:pt x="4909" y="8345"/>
                </a:cubicBezTo>
                <a:lnTo>
                  <a:pt x="5891" y="8345"/>
                </a:lnTo>
                <a:cubicBezTo>
                  <a:pt x="9958" y="8345"/>
                  <a:pt x="13255" y="11642"/>
                  <a:pt x="13255" y="15709"/>
                </a:cubicBezTo>
                <a:lnTo>
                  <a:pt x="13255" y="16691"/>
                </a:lnTo>
                <a:cubicBezTo>
                  <a:pt x="13255" y="16962"/>
                  <a:pt x="13475" y="17182"/>
                  <a:pt x="13745" y="17182"/>
                </a:cubicBezTo>
                <a:cubicBezTo>
                  <a:pt x="14016" y="17182"/>
                  <a:pt x="14236" y="16962"/>
                  <a:pt x="14236" y="16691"/>
                </a:cubicBezTo>
                <a:lnTo>
                  <a:pt x="14236" y="15709"/>
                </a:lnTo>
                <a:cubicBezTo>
                  <a:pt x="14236" y="11100"/>
                  <a:pt x="10500" y="7364"/>
                  <a:pt x="5891" y="7364"/>
                </a:cubicBezTo>
                <a:moveTo>
                  <a:pt x="6382" y="16200"/>
                </a:moveTo>
                <a:cubicBezTo>
                  <a:pt x="5840" y="16200"/>
                  <a:pt x="5400" y="15761"/>
                  <a:pt x="5400" y="15218"/>
                </a:cubicBezTo>
                <a:cubicBezTo>
                  <a:pt x="5400" y="14676"/>
                  <a:pt x="5840" y="14236"/>
                  <a:pt x="6382" y="14236"/>
                </a:cubicBezTo>
                <a:cubicBezTo>
                  <a:pt x="6924" y="14236"/>
                  <a:pt x="7364" y="14676"/>
                  <a:pt x="7364" y="15218"/>
                </a:cubicBezTo>
                <a:cubicBezTo>
                  <a:pt x="7364" y="15761"/>
                  <a:pt x="6924" y="16200"/>
                  <a:pt x="6382" y="16200"/>
                </a:cubicBezTo>
                <a:moveTo>
                  <a:pt x="6382" y="13255"/>
                </a:moveTo>
                <a:cubicBezTo>
                  <a:pt x="5297" y="13255"/>
                  <a:pt x="4418" y="14134"/>
                  <a:pt x="4418" y="15218"/>
                </a:cubicBezTo>
                <a:cubicBezTo>
                  <a:pt x="4418" y="16303"/>
                  <a:pt x="5297" y="17182"/>
                  <a:pt x="6382" y="17182"/>
                </a:cubicBezTo>
                <a:cubicBezTo>
                  <a:pt x="7466" y="17182"/>
                  <a:pt x="8345" y="16303"/>
                  <a:pt x="8345" y="15218"/>
                </a:cubicBezTo>
                <a:cubicBezTo>
                  <a:pt x="8345" y="14134"/>
                  <a:pt x="7466" y="13255"/>
                  <a:pt x="6382" y="13255"/>
                </a:cubicBezTo>
                <a:moveTo>
                  <a:pt x="5891" y="4418"/>
                </a:moveTo>
                <a:lnTo>
                  <a:pt x="4909" y="4418"/>
                </a:lnTo>
                <a:cubicBezTo>
                  <a:pt x="4638" y="4418"/>
                  <a:pt x="4418" y="4638"/>
                  <a:pt x="4418" y="4909"/>
                </a:cubicBezTo>
                <a:cubicBezTo>
                  <a:pt x="4418" y="5180"/>
                  <a:pt x="4638" y="5400"/>
                  <a:pt x="4909" y="5400"/>
                </a:cubicBezTo>
                <a:lnTo>
                  <a:pt x="5891" y="5400"/>
                </a:lnTo>
                <a:cubicBezTo>
                  <a:pt x="11585" y="5400"/>
                  <a:pt x="16200" y="10016"/>
                  <a:pt x="16200" y="15709"/>
                </a:cubicBezTo>
                <a:lnTo>
                  <a:pt x="16200" y="16691"/>
                </a:lnTo>
                <a:cubicBezTo>
                  <a:pt x="16200" y="16962"/>
                  <a:pt x="16420" y="17182"/>
                  <a:pt x="16691" y="17182"/>
                </a:cubicBezTo>
                <a:cubicBezTo>
                  <a:pt x="16962" y="17182"/>
                  <a:pt x="17182" y="16962"/>
                  <a:pt x="17182" y="16691"/>
                </a:cubicBezTo>
                <a:lnTo>
                  <a:pt x="17182" y="15709"/>
                </a:lnTo>
                <a:cubicBezTo>
                  <a:pt x="17182" y="9473"/>
                  <a:pt x="12127" y="4418"/>
                  <a:pt x="5891" y="4418"/>
                </a:cubicBezTo>
                <a:moveTo>
                  <a:pt x="20618" y="19636"/>
                </a:moveTo>
                <a:cubicBezTo>
                  <a:pt x="20618" y="20179"/>
                  <a:pt x="20178" y="20618"/>
                  <a:pt x="19636" y="20618"/>
                </a:cubicBezTo>
                <a:lnTo>
                  <a:pt x="1964" y="20618"/>
                </a:lnTo>
                <a:cubicBezTo>
                  <a:pt x="1422" y="20618"/>
                  <a:pt x="982" y="20179"/>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4" name="Shape 2852">
            <a:extLst>
              <a:ext uri="{FF2B5EF4-FFF2-40B4-BE49-F238E27FC236}">
                <a16:creationId xmlns:a16="http://schemas.microsoft.com/office/drawing/2014/main" id="{6CC71012-D6F1-7CC3-B6C9-72BCF4EB52A1}"/>
              </a:ext>
            </a:extLst>
          </p:cNvPr>
          <p:cNvSpPr/>
          <p:nvPr/>
        </p:nvSpPr>
        <p:spPr>
          <a:xfrm>
            <a:off x="1450379" y="4472306"/>
            <a:ext cx="253935" cy="279328"/>
          </a:xfrm>
          <a:custGeom>
            <a:avLst/>
            <a:gdLst/>
            <a:ahLst/>
            <a:cxnLst>
              <a:cxn ang="0">
                <a:pos x="wd2" y="hd2"/>
              </a:cxn>
              <a:cxn ang="5400000">
                <a:pos x="wd2" y="hd2"/>
              </a:cxn>
              <a:cxn ang="10800000">
                <a:pos x="wd2" y="hd2"/>
              </a:cxn>
              <a:cxn ang="16200000">
                <a:pos x="wd2" y="hd2"/>
              </a:cxn>
            </a:cxnLst>
            <a:rect l="0" t="0" r="r" b="b"/>
            <a:pathLst>
              <a:path w="21600" h="21600" extrusionOk="0">
                <a:moveTo>
                  <a:pt x="14244" y="12617"/>
                </a:moveTo>
                <a:cubicBezTo>
                  <a:pt x="14459" y="12872"/>
                  <a:pt x="14634" y="13163"/>
                  <a:pt x="14771" y="13485"/>
                </a:cubicBezTo>
                <a:cubicBezTo>
                  <a:pt x="16295" y="12407"/>
                  <a:pt x="17280" y="10728"/>
                  <a:pt x="17280" y="8836"/>
                </a:cubicBezTo>
                <a:cubicBezTo>
                  <a:pt x="17280" y="5583"/>
                  <a:pt x="14379" y="2945"/>
                  <a:pt x="10800" y="2945"/>
                </a:cubicBezTo>
                <a:cubicBezTo>
                  <a:pt x="7221" y="2945"/>
                  <a:pt x="4320" y="5583"/>
                  <a:pt x="4320" y="8836"/>
                </a:cubicBezTo>
                <a:cubicBezTo>
                  <a:pt x="4320" y="10714"/>
                  <a:pt x="5289" y="12382"/>
                  <a:pt x="6794" y="13461"/>
                </a:cubicBezTo>
                <a:cubicBezTo>
                  <a:pt x="6928" y="13135"/>
                  <a:pt x="7106" y="12845"/>
                  <a:pt x="7323" y="12590"/>
                </a:cubicBezTo>
                <a:cubicBezTo>
                  <a:pt x="6148" y="11689"/>
                  <a:pt x="5400" y="10343"/>
                  <a:pt x="5400" y="8836"/>
                </a:cubicBezTo>
                <a:cubicBezTo>
                  <a:pt x="5400" y="6125"/>
                  <a:pt x="7818" y="3927"/>
                  <a:pt x="10800" y="3927"/>
                </a:cubicBezTo>
                <a:cubicBezTo>
                  <a:pt x="13782" y="3927"/>
                  <a:pt x="16200" y="6125"/>
                  <a:pt x="16200" y="8836"/>
                </a:cubicBezTo>
                <a:cubicBezTo>
                  <a:pt x="16200" y="10358"/>
                  <a:pt x="15439" y="11717"/>
                  <a:pt x="14244" y="12617"/>
                </a:cubicBezTo>
                <a:moveTo>
                  <a:pt x="10800" y="0"/>
                </a:moveTo>
                <a:cubicBezTo>
                  <a:pt x="4836" y="0"/>
                  <a:pt x="0" y="4396"/>
                  <a:pt x="0" y="9818"/>
                </a:cubicBezTo>
                <a:cubicBezTo>
                  <a:pt x="0" y="14007"/>
                  <a:pt x="2891" y="17573"/>
                  <a:pt x="6953" y="18983"/>
                </a:cubicBezTo>
                <a:cubicBezTo>
                  <a:pt x="6874" y="18609"/>
                  <a:pt x="6803" y="18223"/>
                  <a:pt x="6741" y="17840"/>
                </a:cubicBezTo>
                <a:cubicBezTo>
                  <a:pt x="3402" y="16441"/>
                  <a:pt x="1080" y="13379"/>
                  <a:pt x="1080" y="9818"/>
                </a:cubicBezTo>
                <a:cubicBezTo>
                  <a:pt x="1080" y="4938"/>
                  <a:pt x="5432" y="982"/>
                  <a:pt x="10800" y="982"/>
                </a:cubicBezTo>
                <a:cubicBezTo>
                  <a:pt x="16168" y="982"/>
                  <a:pt x="20520" y="4938"/>
                  <a:pt x="20520" y="9818"/>
                </a:cubicBezTo>
                <a:cubicBezTo>
                  <a:pt x="20520" y="13374"/>
                  <a:pt x="18204" y="16431"/>
                  <a:pt x="14874" y="17833"/>
                </a:cubicBezTo>
                <a:cubicBezTo>
                  <a:pt x="14812" y="18216"/>
                  <a:pt x="14740" y="18603"/>
                  <a:pt x="14660" y="18979"/>
                </a:cubicBezTo>
                <a:cubicBezTo>
                  <a:pt x="18716" y="17565"/>
                  <a:pt x="21600" y="14002"/>
                  <a:pt x="21600" y="9818"/>
                </a:cubicBezTo>
                <a:cubicBezTo>
                  <a:pt x="21600" y="4396"/>
                  <a:pt x="16765" y="0"/>
                  <a:pt x="10800" y="0"/>
                </a:cubicBezTo>
                <a:moveTo>
                  <a:pt x="10800" y="7364"/>
                </a:moveTo>
                <a:cubicBezTo>
                  <a:pt x="11695" y="7364"/>
                  <a:pt x="12420" y="8023"/>
                  <a:pt x="12420" y="8836"/>
                </a:cubicBezTo>
                <a:cubicBezTo>
                  <a:pt x="12420" y="9649"/>
                  <a:pt x="11695" y="10309"/>
                  <a:pt x="10800" y="10309"/>
                </a:cubicBezTo>
                <a:cubicBezTo>
                  <a:pt x="9905" y="10309"/>
                  <a:pt x="9180" y="9649"/>
                  <a:pt x="9180" y="8836"/>
                </a:cubicBezTo>
                <a:cubicBezTo>
                  <a:pt x="9180" y="8023"/>
                  <a:pt x="9905" y="7364"/>
                  <a:pt x="10800" y="7364"/>
                </a:cubicBezTo>
                <a:moveTo>
                  <a:pt x="10800" y="11291"/>
                </a:moveTo>
                <a:cubicBezTo>
                  <a:pt x="12292" y="11291"/>
                  <a:pt x="13500" y="10192"/>
                  <a:pt x="13500" y="8836"/>
                </a:cubicBezTo>
                <a:cubicBezTo>
                  <a:pt x="13500" y="7481"/>
                  <a:pt x="12292" y="6382"/>
                  <a:pt x="10800" y="6382"/>
                </a:cubicBezTo>
                <a:cubicBezTo>
                  <a:pt x="9309" y="6382"/>
                  <a:pt x="8100" y="7481"/>
                  <a:pt x="8100" y="8836"/>
                </a:cubicBezTo>
                <a:cubicBezTo>
                  <a:pt x="8100" y="10192"/>
                  <a:pt x="9309" y="11291"/>
                  <a:pt x="10800" y="11291"/>
                </a:cubicBezTo>
                <a:moveTo>
                  <a:pt x="11994" y="20179"/>
                </a:moveTo>
                <a:cubicBezTo>
                  <a:pt x="11855" y="20433"/>
                  <a:pt x="11737" y="20560"/>
                  <a:pt x="11673" y="20618"/>
                </a:cubicBezTo>
                <a:lnTo>
                  <a:pt x="9927" y="20618"/>
                </a:lnTo>
                <a:cubicBezTo>
                  <a:pt x="9862" y="20560"/>
                  <a:pt x="9745" y="20433"/>
                  <a:pt x="9606" y="20179"/>
                </a:cubicBezTo>
                <a:cubicBezTo>
                  <a:pt x="9182" y="19408"/>
                  <a:pt x="8640" y="16626"/>
                  <a:pt x="8640" y="15218"/>
                </a:cubicBezTo>
                <a:cubicBezTo>
                  <a:pt x="8640" y="13768"/>
                  <a:pt x="9205" y="13255"/>
                  <a:pt x="10800" y="13255"/>
                </a:cubicBezTo>
                <a:cubicBezTo>
                  <a:pt x="12395" y="13255"/>
                  <a:pt x="12960" y="13768"/>
                  <a:pt x="12960" y="15218"/>
                </a:cubicBezTo>
                <a:cubicBezTo>
                  <a:pt x="12960" y="16626"/>
                  <a:pt x="12418" y="19408"/>
                  <a:pt x="11994" y="20179"/>
                </a:cubicBezTo>
                <a:moveTo>
                  <a:pt x="10800" y="12273"/>
                </a:moveTo>
                <a:cubicBezTo>
                  <a:pt x="8100" y="12273"/>
                  <a:pt x="7560" y="13745"/>
                  <a:pt x="7560" y="15218"/>
                </a:cubicBezTo>
                <a:cubicBezTo>
                  <a:pt x="7560" y="16691"/>
                  <a:pt x="8100" y="19636"/>
                  <a:pt x="8640" y="20618"/>
                </a:cubicBezTo>
                <a:cubicBezTo>
                  <a:pt x="9180" y="21600"/>
                  <a:pt x="9720" y="21600"/>
                  <a:pt x="9720" y="21600"/>
                </a:cubicBezTo>
                <a:lnTo>
                  <a:pt x="11880" y="21600"/>
                </a:lnTo>
                <a:cubicBezTo>
                  <a:pt x="11880" y="21600"/>
                  <a:pt x="12420" y="21600"/>
                  <a:pt x="12960" y="20618"/>
                </a:cubicBezTo>
                <a:cubicBezTo>
                  <a:pt x="13500" y="19636"/>
                  <a:pt x="14040" y="16691"/>
                  <a:pt x="14040" y="15218"/>
                </a:cubicBezTo>
                <a:cubicBezTo>
                  <a:pt x="14040" y="13745"/>
                  <a:pt x="13500" y="12273"/>
                  <a:pt x="10800" y="1227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5" name="Shape 2853">
            <a:extLst>
              <a:ext uri="{FF2B5EF4-FFF2-40B4-BE49-F238E27FC236}">
                <a16:creationId xmlns:a16="http://schemas.microsoft.com/office/drawing/2014/main" id="{7E21C792-360A-102B-9CA2-39CF4A4F28D6}"/>
              </a:ext>
            </a:extLst>
          </p:cNvPr>
          <p:cNvSpPr/>
          <p:nvPr/>
        </p:nvSpPr>
        <p:spPr>
          <a:xfrm>
            <a:off x="1996337" y="4472306"/>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9600" y="8836"/>
                </a:moveTo>
                <a:cubicBezTo>
                  <a:pt x="9600" y="8295"/>
                  <a:pt x="10138" y="7855"/>
                  <a:pt x="10800" y="7855"/>
                </a:cubicBezTo>
                <a:cubicBezTo>
                  <a:pt x="11462" y="7855"/>
                  <a:pt x="12000" y="8295"/>
                  <a:pt x="12000" y="8836"/>
                </a:cubicBezTo>
                <a:cubicBezTo>
                  <a:pt x="12000" y="9378"/>
                  <a:pt x="11462" y="9818"/>
                  <a:pt x="10800" y="9818"/>
                </a:cubicBezTo>
                <a:cubicBezTo>
                  <a:pt x="10138" y="9818"/>
                  <a:pt x="9600" y="9378"/>
                  <a:pt x="9600" y="8836"/>
                </a:cubicBezTo>
                <a:moveTo>
                  <a:pt x="13200" y="8836"/>
                </a:moveTo>
                <a:cubicBezTo>
                  <a:pt x="13200" y="7752"/>
                  <a:pt x="12125" y="6873"/>
                  <a:pt x="10800" y="6873"/>
                </a:cubicBezTo>
                <a:cubicBezTo>
                  <a:pt x="9475" y="6873"/>
                  <a:pt x="8400" y="7752"/>
                  <a:pt x="8400" y="8836"/>
                </a:cubicBezTo>
                <a:cubicBezTo>
                  <a:pt x="8400" y="9921"/>
                  <a:pt x="9475" y="10800"/>
                  <a:pt x="10800" y="10800"/>
                </a:cubicBezTo>
                <a:cubicBezTo>
                  <a:pt x="12125" y="10800"/>
                  <a:pt x="13200" y="9921"/>
                  <a:pt x="13200" y="8836"/>
                </a:cubicBezTo>
                <a:moveTo>
                  <a:pt x="17400" y="8836"/>
                </a:moveTo>
                <a:cubicBezTo>
                  <a:pt x="17400" y="5854"/>
                  <a:pt x="14445" y="3436"/>
                  <a:pt x="10800" y="3436"/>
                </a:cubicBezTo>
                <a:cubicBezTo>
                  <a:pt x="7155" y="3436"/>
                  <a:pt x="4200" y="5854"/>
                  <a:pt x="4200" y="8836"/>
                </a:cubicBezTo>
                <a:cubicBezTo>
                  <a:pt x="4200" y="10437"/>
                  <a:pt x="5056" y="11870"/>
                  <a:pt x="6408" y="12860"/>
                </a:cubicBezTo>
                <a:cubicBezTo>
                  <a:pt x="6570" y="12537"/>
                  <a:pt x="6778" y="12249"/>
                  <a:pt x="7035" y="12000"/>
                </a:cubicBezTo>
                <a:cubicBezTo>
                  <a:pt x="6028" y="11198"/>
                  <a:pt x="5400" y="10078"/>
                  <a:pt x="5400" y="8836"/>
                </a:cubicBezTo>
                <a:cubicBezTo>
                  <a:pt x="5400" y="6396"/>
                  <a:pt x="7818" y="4418"/>
                  <a:pt x="10800" y="4418"/>
                </a:cubicBezTo>
                <a:cubicBezTo>
                  <a:pt x="13783" y="4418"/>
                  <a:pt x="16200" y="6396"/>
                  <a:pt x="16200" y="8836"/>
                </a:cubicBezTo>
                <a:cubicBezTo>
                  <a:pt x="16200" y="10094"/>
                  <a:pt x="15555" y="11226"/>
                  <a:pt x="14524" y="12030"/>
                </a:cubicBezTo>
                <a:cubicBezTo>
                  <a:pt x="14780" y="12280"/>
                  <a:pt x="14989" y="12568"/>
                  <a:pt x="15154" y="12887"/>
                </a:cubicBezTo>
                <a:cubicBezTo>
                  <a:pt x="16528" y="11898"/>
                  <a:pt x="17400" y="10452"/>
                  <a:pt x="17400" y="8836"/>
                </a:cubicBezTo>
                <a:moveTo>
                  <a:pt x="10800" y="0"/>
                </a:moveTo>
                <a:cubicBezTo>
                  <a:pt x="4835" y="0"/>
                  <a:pt x="0" y="3957"/>
                  <a:pt x="0" y="8836"/>
                </a:cubicBezTo>
                <a:cubicBezTo>
                  <a:pt x="0" y="12363"/>
                  <a:pt x="2531" y="15397"/>
                  <a:pt x="6181" y="16815"/>
                </a:cubicBezTo>
                <a:cubicBezTo>
                  <a:pt x="6125" y="16401"/>
                  <a:pt x="6080" y="16009"/>
                  <a:pt x="6049" y="15656"/>
                </a:cubicBezTo>
                <a:cubicBezTo>
                  <a:pt x="3155" y="14303"/>
                  <a:pt x="1200" y="11759"/>
                  <a:pt x="1200" y="8836"/>
                </a:cubicBezTo>
                <a:cubicBezTo>
                  <a:pt x="1200" y="4499"/>
                  <a:pt x="5498" y="982"/>
                  <a:pt x="10800" y="982"/>
                </a:cubicBezTo>
                <a:cubicBezTo>
                  <a:pt x="16102" y="982"/>
                  <a:pt x="20400" y="4499"/>
                  <a:pt x="20400" y="8836"/>
                </a:cubicBezTo>
                <a:cubicBezTo>
                  <a:pt x="20400" y="11756"/>
                  <a:pt x="18449" y="14298"/>
                  <a:pt x="15560" y="15652"/>
                </a:cubicBezTo>
                <a:cubicBezTo>
                  <a:pt x="15532" y="16000"/>
                  <a:pt x="15490" y="16392"/>
                  <a:pt x="15433" y="16809"/>
                </a:cubicBezTo>
                <a:cubicBezTo>
                  <a:pt x="19076" y="15390"/>
                  <a:pt x="21600" y="12358"/>
                  <a:pt x="21600" y="8836"/>
                </a:cubicBezTo>
                <a:cubicBezTo>
                  <a:pt x="21600" y="3957"/>
                  <a:pt x="16765" y="0"/>
                  <a:pt x="10800" y="0"/>
                </a:cubicBezTo>
                <a:moveTo>
                  <a:pt x="12127" y="20179"/>
                </a:moveTo>
                <a:cubicBezTo>
                  <a:pt x="11972" y="20432"/>
                  <a:pt x="11842" y="20560"/>
                  <a:pt x="11770" y="20618"/>
                </a:cubicBezTo>
                <a:lnTo>
                  <a:pt x="9830" y="20618"/>
                </a:lnTo>
                <a:cubicBezTo>
                  <a:pt x="9758" y="20560"/>
                  <a:pt x="9628" y="20432"/>
                  <a:pt x="9473" y="20179"/>
                </a:cubicBezTo>
                <a:cubicBezTo>
                  <a:pt x="9032" y="19457"/>
                  <a:pt x="8400" y="16247"/>
                  <a:pt x="8400" y="14727"/>
                </a:cubicBezTo>
                <a:cubicBezTo>
                  <a:pt x="8400" y="13278"/>
                  <a:pt x="9028" y="12764"/>
                  <a:pt x="10800" y="12764"/>
                </a:cubicBezTo>
                <a:cubicBezTo>
                  <a:pt x="12572" y="12764"/>
                  <a:pt x="13200" y="13278"/>
                  <a:pt x="13200" y="14727"/>
                </a:cubicBezTo>
                <a:cubicBezTo>
                  <a:pt x="13200" y="16247"/>
                  <a:pt x="12568" y="19457"/>
                  <a:pt x="12127" y="20179"/>
                </a:cubicBezTo>
                <a:moveTo>
                  <a:pt x="10800" y="11782"/>
                </a:moveTo>
                <a:cubicBezTo>
                  <a:pt x="7800" y="11782"/>
                  <a:pt x="7200" y="13255"/>
                  <a:pt x="7200" y="14727"/>
                </a:cubicBezTo>
                <a:cubicBezTo>
                  <a:pt x="7200" y="16200"/>
                  <a:pt x="7800" y="19636"/>
                  <a:pt x="8400" y="20618"/>
                </a:cubicBezTo>
                <a:cubicBezTo>
                  <a:pt x="9000" y="21600"/>
                  <a:pt x="9600" y="21600"/>
                  <a:pt x="9600" y="21600"/>
                </a:cubicBezTo>
                <a:lnTo>
                  <a:pt x="12000" y="21600"/>
                </a:lnTo>
                <a:cubicBezTo>
                  <a:pt x="12000" y="21600"/>
                  <a:pt x="12600" y="21600"/>
                  <a:pt x="13200" y="20618"/>
                </a:cubicBezTo>
                <a:cubicBezTo>
                  <a:pt x="13800" y="19636"/>
                  <a:pt x="14400" y="16200"/>
                  <a:pt x="14400" y="14727"/>
                </a:cubicBezTo>
                <a:cubicBezTo>
                  <a:pt x="14400" y="13255"/>
                  <a:pt x="13800" y="11782"/>
                  <a:pt x="10800" y="11782"/>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6" name="Shape 2854">
            <a:extLst>
              <a:ext uri="{FF2B5EF4-FFF2-40B4-BE49-F238E27FC236}">
                <a16:creationId xmlns:a16="http://schemas.microsoft.com/office/drawing/2014/main" id="{C98B41DA-1322-8C85-0951-7DC7F87D754B}"/>
              </a:ext>
            </a:extLst>
          </p:cNvPr>
          <p:cNvSpPr/>
          <p:nvPr/>
        </p:nvSpPr>
        <p:spPr>
          <a:xfrm>
            <a:off x="2504204" y="4472306"/>
            <a:ext cx="279263" cy="279266"/>
          </a:xfrm>
          <a:custGeom>
            <a:avLst/>
            <a:gdLst/>
            <a:ahLst/>
            <a:cxnLst>
              <a:cxn ang="0">
                <a:pos x="wd2" y="hd2"/>
              </a:cxn>
              <a:cxn ang="5400000">
                <a:pos x="wd2" y="hd2"/>
              </a:cxn>
              <a:cxn ang="10800000">
                <a:pos x="wd2" y="hd2"/>
              </a:cxn>
              <a:cxn ang="16200000">
                <a:pos x="wd2" y="hd2"/>
              </a:cxn>
            </a:cxnLst>
            <a:rect l="0" t="0" r="r" b="b"/>
            <a:pathLst>
              <a:path w="21600" h="21600" extrusionOk="0">
                <a:moveTo>
                  <a:pt x="19152" y="3921"/>
                </a:moveTo>
                <a:cubicBezTo>
                  <a:pt x="18338" y="3921"/>
                  <a:pt x="17679" y="3262"/>
                  <a:pt x="17679" y="2448"/>
                </a:cubicBezTo>
                <a:cubicBezTo>
                  <a:pt x="17679" y="1634"/>
                  <a:pt x="18338" y="975"/>
                  <a:pt x="19152" y="975"/>
                </a:cubicBezTo>
                <a:cubicBezTo>
                  <a:pt x="19966" y="975"/>
                  <a:pt x="20625" y="1634"/>
                  <a:pt x="20625" y="2448"/>
                </a:cubicBezTo>
                <a:cubicBezTo>
                  <a:pt x="20625" y="3262"/>
                  <a:pt x="19966" y="3921"/>
                  <a:pt x="19152" y="3921"/>
                </a:cubicBezTo>
                <a:moveTo>
                  <a:pt x="10804" y="12269"/>
                </a:moveTo>
                <a:cubicBezTo>
                  <a:pt x="9991" y="12269"/>
                  <a:pt x="9331" y="11609"/>
                  <a:pt x="9331" y="10795"/>
                </a:cubicBezTo>
                <a:cubicBezTo>
                  <a:pt x="9331" y="9981"/>
                  <a:pt x="9991" y="9322"/>
                  <a:pt x="10804" y="9322"/>
                </a:cubicBezTo>
                <a:cubicBezTo>
                  <a:pt x="11618" y="9322"/>
                  <a:pt x="12278" y="9981"/>
                  <a:pt x="12278" y="10795"/>
                </a:cubicBezTo>
                <a:cubicBezTo>
                  <a:pt x="12278" y="11609"/>
                  <a:pt x="11618" y="12269"/>
                  <a:pt x="10804" y="12269"/>
                </a:cubicBezTo>
                <a:moveTo>
                  <a:pt x="3930" y="19143"/>
                </a:moveTo>
                <a:cubicBezTo>
                  <a:pt x="3930" y="19956"/>
                  <a:pt x="3271" y="20616"/>
                  <a:pt x="2457" y="20616"/>
                </a:cubicBezTo>
                <a:cubicBezTo>
                  <a:pt x="1643" y="20616"/>
                  <a:pt x="984" y="19956"/>
                  <a:pt x="984" y="19143"/>
                </a:cubicBezTo>
                <a:cubicBezTo>
                  <a:pt x="984" y="18329"/>
                  <a:pt x="1643" y="17669"/>
                  <a:pt x="2457" y="17669"/>
                </a:cubicBezTo>
                <a:cubicBezTo>
                  <a:pt x="3271" y="17669"/>
                  <a:pt x="3930" y="18329"/>
                  <a:pt x="3930" y="19143"/>
                </a:cubicBezTo>
                <a:moveTo>
                  <a:pt x="19148" y="0"/>
                </a:moveTo>
                <a:cubicBezTo>
                  <a:pt x="17793" y="0"/>
                  <a:pt x="16695" y="1098"/>
                  <a:pt x="16695" y="2452"/>
                </a:cubicBezTo>
                <a:cubicBezTo>
                  <a:pt x="16695" y="3640"/>
                  <a:pt x="17539" y="4630"/>
                  <a:pt x="18660" y="4856"/>
                </a:cubicBezTo>
                <a:lnTo>
                  <a:pt x="18660" y="10306"/>
                </a:lnTo>
                <a:lnTo>
                  <a:pt x="13203" y="10306"/>
                </a:lnTo>
                <a:cubicBezTo>
                  <a:pt x="12974" y="9187"/>
                  <a:pt x="11985" y="8347"/>
                  <a:pt x="10800" y="8347"/>
                </a:cubicBezTo>
                <a:cubicBezTo>
                  <a:pt x="9615" y="8347"/>
                  <a:pt x="8626" y="9187"/>
                  <a:pt x="8398" y="10306"/>
                </a:cubicBezTo>
                <a:lnTo>
                  <a:pt x="2456" y="10306"/>
                </a:lnTo>
                <a:cubicBezTo>
                  <a:pt x="2184" y="10306"/>
                  <a:pt x="1965" y="10525"/>
                  <a:pt x="1965" y="10796"/>
                </a:cubicBezTo>
                <a:lnTo>
                  <a:pt x="1965" y="16744"/>
                </a:lnTo>
                <a:cubicBezTo>
                  <a:pt x="844" y="16970"/>
                  <a:pt x="0" y="17960"/>
                  <a:pt x="0" y="19147"/>
                </a:cubicBezTo>
                <a:cubicBezTo>
                  <a:pt x="0" y="20502"/>
                  <a:pt x="1098" y="21600"/>
                  <a:pt x="2453" y="21600"/>
                </a:cubicBezTo>
                <a:cubicBezTo>
                  <a:pt x="3807" y="21600"/>
                  <a:pt x="4905" y="20502"/>
                  <a:pt x="4905" y="19147"/>
                </a:cubicBezTo>
                <a:cubicBezTo>
                  <a:pt x="4905" y="17961"/>
                  <a:pt x="4065" y="16973"/>
                  <a:pt x="2947" y="16744"/>
                </a:cubicBezTo>
                <a:lnTo>
                  <a:pt x="2947" y="11287"/>
                </a:lnTo>
                <a:lnTo>
                  <a:pt x="8397" y="11287"/>
                </a:lnTo>
                <a:cubicBezTo>
                  <a:pt x="8623" y="12408"/>
                  <a:pt x="9613" y="13253"/>
                  <a:pt x="10800" y="13253"/>
                </a:cubicBezTo>
                <a:cubicBezTo>
                  <a:pt x="11988" y="13253"/>
                  <a:pt x="12978" y="12408"/>
                  <a:pt x="13203" y="11287"/>
                </a:cubicBezTo>
                <a:lnTo>
                  <a:pt x="19151" y="11287"/>
                </a:lnTo>
                <a:cubicBezTo>
                  <a:pt x="19422" y="11287"/>
                  <a:pt x="19642" y="11068"/>
                  <a:pt x="19642" y="10796"/>
                </a:cubicBezTo>
                <a:lnTo>
                  <a:pt x="19642" y="4855"/>
                </a:lnTo>
                <a:cubicBezTo>
                  <a:pt x="20759" y="4626"/>
                  <a:pt x="21600" y="3638"/>
                  <a:pt x="21600" y="2452"/>
                </a:cubicBezTo>
                <a:cubicBezTo>
                  <a:pt x="21600" y="1098"/>
                  <a:pt x="20502" y="0"/>
                  <a:pt x="19148"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7" name="Shape 2855">
            <a:extLst>
              <a:ext uri="{FF2B5EF4-FFF2-40B4-BE49-F238E27FC236}">
                <a16:creationId xmlns:a16="http://schemas.microsoft.com/office/drawing/2014/main" id="{5EA9BB21-410B-C0DD-4931-42B84E84AE14}"/>
              </a:ext>
            </a:extLst>
          </p:cNvPr>
          <p:cNvSpPr/>
          <p:nvPr/>
        </p:nvSpPr>
        <p:spPr>
          <a:xfrm>
            <a:off x="3050162" y="4472306"/>
            <a:ext cx="253869" cy="279266"/>
          </a:xfrm>
          <a:custGeom>
            <a:avLst/>
            <a:gdLst/>
            <a:ahLst/>
            <a:cxnLst>
              <a:cxn ang="0">
                <a:pos x="wd2" y="hd2"/>
              </a:cxn>
              <a:cxn ang="5400000">
                <a:pos x="wd2" y="hd2"/>
              </a:cxn>
              <a:cxn ang="10800000">
                <a:pos x="wd2" y="hd2"/>
              </a:cxn>
              <a:cxn ang="16200000">
                <a:pos x="wd2" y="hd2"/>
              </a:cxn>
            </a:cxnLst>
            <a:rect l="0" t="0" r="r" b="b"/>
            <a:pathLst>
              <a:path w="21600" h="21600" extrusionOk="0">
                <a:moveTo>
                  <a:pt x="18907" y="20616"/>
                </a:moveTo>
                <a:cubicBezTo>
                  <a:pt x="18012" y="20616"/>
                  <a:pt x="17287" y="19956"/>
                  <a:pt x="17287" y="19143"/>
                </a:cubicBezTo>
                <a:cubicBezTo>
                  <a:pt x="17287" y="18329"/>
                  <a:pt x="18012" y="17669"/>
                  <a:pt x="18907" y="17669"/>
                </a:cubicBezTo>
                <a:cubicBezTo>
                  <a:pt x="19802" y="17669"/>
                  <a:pt x="20527" y="18329"/>
                  <a:pt x="20527" y="19143"/>
                </a:cubicBezTo>
                <a:cubicBezTo>
                  <a:pt x="20527" y="19956"/>
                  <a:pt x="19802" y="20616"/>
                  <a:pt x="18907" y="20616"/>
                </a:cubicBezTo>
                <a:moveTo>
                  <a:pt x="2703" y="12269"/>
                </a:moveTo>
                <a:cubicBezTo>
                  <a:pt x="1808" y="12269"/>
                  <a:pt x="1082" y="11609"/>
                  <a:pt x="1082" y="10795"/>
                </a:cubicBezTo>
                <a:cubicBezTo>
                  <a:pt x="1082" y="9981"/>
                  <a:pt x="1808" y="9322"/>
                  <a:pt x="2703" y="9322"/>
                </a:cubicBezTo>
                <a:cubicBezTo>
                  <a:pt x="3598" y="9322"/>
                  <a:pt x="4323" y="9981"/>
                  <a:pt x="4323" y="10795"/>
                </a:cubicBezTo>
                <a:cubicBezTo>
                  <a:pt x="4323" y="11609"/>
                  <a:pt x="3598" y="12269"/>
                  <a:pt x="2703" y="12269"/>
                </a:cubicBezTo>
                <a:moveTo>
                  <a:pt x="18907" y="975"/>
                </a:moveTo>
                <a:cubicBezTo>
                  <a:pt x="19802" y="975"/>
                  <a:pt x="20527" y="1634"/>
                  <a:pt x="20527" y="2448"/>
                </a:cubicBezTo>
                <a:cubicBezTo>
                  <a:pt x="20527" y="3262"/>
                  <a:pt x="19802" y="3921"/>
                  <a:pt x="18907" y="3921"/>
                </a:cubicBezTo>
                <a:cubicBezTo>
                  <a:pt x="18012" y="3921"/>
                  <a:pt x="17287" y="3262"/>
                  <a:pt x="17287" y="2448"/>
                </a:cubicBezTo>
                <a:cubicBezTo>
                  <a:pt x="17287" y="1634"/>
                  <a:pt x="18012" y="975"/>
                  <a:pt x="18907" y="975"/>
                </a:cubicBezTo>
                <a:moveTo>
                  <a:pt x="18902" y="16695"/>
                </a:moveTo>
                <a:cubicBezTo>
                  <a:pt x="18092" y="16695"/>
                  <a:pt x="17374" y="17026"/>
                  <a:pt x="16879" y="17540"/>
                </a:cubicBezTo>
                <a:lnTo>
                  <a:pt x="5253" y="11551"/>
                </a:lnTo>
                <a:cubicBezTo>
                  <a:pt x="5338" y="11314"/>
                  <a:pt x="5396" y="11064"/>
                  <a:pt x="5396" y="10800"/>
                </a:cubicBezTo>
                <a:cubicBezTo>
                  <a:pt x="5396" y="10536"/>
                  <a:pt x="5338" y="10286"/>
                  <a:pt x="5253" y="10048"/>
                </a:cubicBezTo>
                <a:lnTo>
                  <a:pt x="16879" y="4059"/>
                </a:lnTo>
                <a:cubicBezTo>
                  <a:pt x="17373" y="4574"/>
                  <a:pt x="18092" y="4905"/>
                  <a:pt x="18902" y="4905"/>
                </a:cubicBezTo>
                <a:cubicBezTo>
                  <a:pt x="20392" y="4905"/>
                  <a:pt x="21600" y="3807"/>
                  <a:pt x="21600" y="2452"/>
                </a:cubicBezTo>
                <a:cubicBezTo>
                  <a:pt x="21600" y="1098"/>
                  <a:pt x="20392" y="0"/>
                  <a:pt x="18902" y="0"/>
                </a:cubicBezTo>
                <a:cubicBezTo>
                  <a:pt x="17412" y="0"/>
                  <a:pt x="16204" y="1098"/>
                  <a:pt x="16204" y="2452"/>
                </a:cubicBezTo>
                <a:cubicBezTo>
                  <a:pt x="16204" y="2716"/>
                  <a:pt x="16262" y="2966"/>
                  <a:pt x="16347" y="3204"/>
                </a:cubicBezTo>
                <a:lnTo>
                  <a:pt x="4722" y="9193"/>
                </a:lnTo>
                <a:cubicBezTo>
                  <a:pt x="4227" y="8679"/>
                  <a:pt x="3509" y="8347"/>
                  <a:pt x="2698" y="8347"/>
                </a:cubicBezTo>
                <a:cubicBezTo>
                  <a:pt x="1208" y="8347"/>
                  <a:pt x="0" y="9445"/>
                  <a:pt x="0" y="10800"/>
                </a:cubicBezTo>
                <a:cubicBezTo>
                  <a:pt x="0" y="12155"/>
                  <a:pt x="1208" y="13253"/>
                  <a:pt x="2698" y="13253"/>
                </a:cubicBezTo>
                <a:cubicBezTo>
                  <a:pt x="3509" y="13253"/>
                  <a:pt x="4227" y="12921"/>
                  <a:pt x="4722" y="12406"/>
                </a:cubicBezTo>
                <a:lnTo>
                  <a:pt x="16347" y="18395"/>
                </a:lnTo>
                <a:cubicBezTo>
                  <a:pt x="16262" y="18633"/>
                  <a:pt x="16204" y="18883"/>
                  <a:pt x="16204" y="19147"/>
                </a:cubicBezTo>
                <a:cubicBezTo>
                  <a:pt x="16204" y="20502"/>
                  <a:pt x="17412" y="21600"/>
                  <a:pt x="18902" y="21600"/>
                </a:cubicBezTo>
                <a:cubicBezTo>
                  <a:pt x="20392" y="21600"/>
                  <a:pt x="21600" y="20502"/>
                  <a:pt x="21600" y="19147"/>
                </a:cubicBezTo>
                <a:cubicBezTo>
                  <a:pt x="21600" y="17792"/>
                  <a:pt x="20392" y="16695"/>
                  <a:pt x="18902" y="16695"/>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8" name="Shape 2856">
            <a:extLst>
              <a:ext uri="{FF2B5EF4-FFF2-40B4-BE49-F238E27FC236}">
                <a16:creationId xmlns:a16="http://schemas.microsoft.com/office/drawing/2014/main" id="{990CBB9E-A1F6-E8CA-CAA4-6C6D503415F2}"/>
              </a:ext>
            </a:extLst>
          </p:cNvPr>
          <p:cNvSpPr/>
          <p:nvPr/>
        </p:nvSpPr>
        <p:spPr>
          <a:xfrm>
            <a:off x="3570727" y="4472306"/>
            <a:ext cx="279464" cy="279353"/>
          </a:xfrm>
          <a:custGeom>
            <a:avLst/>
            <a:gdLst/>
            <a:ahLst/>
            <a:cxnLst>
              <a:cxn ang="0">
                <a:pos x="wd2" y="hd2"/>
              </a:cxn>
              <a:cxn ang="5400000">
                <a:pos x="wd2" y="hd2"/>
              </a:cxn>
              <a:cxn ang="10800000">
                <a:pos x="wd2" y="hd2"/>
              </a:cxn>
              <a:cxn ang="16200000">
                <a:pos x="wd2" y="hd2"/>
              </a:cxn>
            </a:cxnLst>
            <a:rect l="0" t="0" r="r" b="b"/>
            <a:pathLst>
              <a:path w="21600" h="21600" extrusionOk="0">
                <a:moveTo>
                  <a:pt x="12375" y="14735"/>
                </a:moveTo>
                <a:cubicBezTo>
                  <a:pt x="12008" y="15178"/>
                  <a:pt x="11621" y="15531"/>
                  <a:pt x="11226" y="15783"/>
                </a:cubicBezTo>
                <a:cubicBezTo>
                  <a:pt x="10834" y="16035"/>
                  <a:pt x="10421" y="16209"/>
                  <a:pt x="10002" y="16302"/>
                </a:cubicBezTo>
                <a:cubicBezTo>
                  <a:pt x="9027" y="16517"/>
                  <a:pt x="8105" y="16493"/>
                  <a:pt x="7342" y="16179"/>
                </a:cubicBezTo>
                <a:cubicBezTo>
                  <a:pt x="6912" y="16003"/>
                  <a:pt x="6537" y="15755"/>
                  <a:pt x="6227" y="15442"/>
                </a:cubicBezTo>
                <a:cubicBezTo>
                  <a:pt x="5915" y="15129"/>
                  <a:pt x="5669" y="14758"/>
                  <a:pt x="5493" y="14340"/>
                </a:cubicBezTo>
                <a:cubicBezTo>
                  <a:pt x="5317" y="13924"/>
                  <a:pt x="5228" y="13459"/>
                  <a:pt x="5228" y="12958"/>
                </a:cubicBezTo>
                <a:cubicBezTo>
                  <a:pt x="5228" y="12161"/>
                  <a:pt x="5386" y="11302"/>
                  <a:pt x="5698" y="10406"/>
                </a:cubicBezTo>
                <a:cubicBezTo>
                  <a:pt x="6010" y="9509"/>
                  <a:pt x="6454" y="8665"/>
                  <a:pt x="7018" y="7900"/>
                </a:cubicBezTo>
                <a:cubicBezTo>
                  <a:pt x="7579" y="7140"/>
                  <a:pt x="8265" y="6498"/>
                  <a:pt x="9058" y="5993"/>
                </a:cubicBezTo>
                <a:cubicBezTo>
                  <a:pt x="9839" y="5496"/>
                  <a:pt x="10706" y="5245"/>
                  <a:pt x="11636" y="5245"/>
                </a:cubicBezTo>
                <a:cubicBezTo>
                  <a:pt x="12014" y="5245"/>
                  <a:pt x="12413" y="5288"/>
                  <a:pt x="12821" y="5373"/>
                </a:cubicBezTo>
                <a:cubicBezTo>
                  <a:pt x="13224" y="5457"/>
                  <a:pt x="13613" y="5599"/>
                  <a:pt x="13978" y="5795"/>
                </a:cubicBezTo>
                <a:cubicBezTo>
                  <a:pt x="14337" y="5989"/>
                  <a:pt x="14658" y="6246"/>
                  <a:pt x="14931" y="6561"/>
                </a:cubicBezTo>
                <a:cubicBezTo>
                  <a:pt x="15189" y="6858"/>
                  <a:pt x="15389" y="7238"/>
                  <a:pt x="15526" y="7692"/>
                </a:cubicBezTo>
                <a:lnTo>
                  <a:pt x="13353" y="13035"/>
                </a:lnTo>
                <a:cubicBezTo>
                  <a:pt x="13072" y="13720"/>
                  <a:pt x="12743" y="14292"/>
                  <a:pt x="12375" y="14735"/>
                </a:cubicBezTo>
                <a:moveTo>
                  <a:pt x="20215" y="16108"/>
                </a:moveTo>
                <a:cubicBezTo>
                  <a:pt x="19749" y="16741"/>
                  <a:pt x="19196" y="17344"/>
                  <a:pt x="18569" y="17900"/>
                </a:cubicBezTo>
                <a:cubicBezTo>
                  <a:pt x="17943" y="18456"/>
                  <a:pt x="17242" y="18946"/>
                  <a:pt x="16484" y="19359"/>
                </a:cubicBezTo>
                <a:cubicBezTo>
                  <a:pt x="15729" y="19770"/>
                  <a:pt x="14914" y="20096"/>
                  <a:pt x="14064" y="20327"/>
                </a:cubicBezTo>
                <a:cubicBezTo>
                  <a:pt x="13217" y="20556"/>
                  <a:pt x="12316" y="20673"/>
                  <a:pt x="11388" y="20673"/>
                </a:cubicBezTo>
                <a:cubicBezTo>
                  <a:pt x="9991" y="20673"/>
                  <a:pt x="8647" y="20458"/>
                  <a:pt x="7393" y="20036"/>
                </a:cubicBezTo>
                <a:cubicBezTo>
                  <a:pt x="6143" y="19615"/>
                  <a:pt x="5029" y="18981"/>
                  <a:pt x="4083" y="18149"/>
                </a:cubicBezTo>
                <a:cubicBezTo>
                  <a:pt x="3138" y="17320"/>
                  <a:pt x="2378" y="16274"/>
                  <a:pt x="1823" y="15041"/>
                </a:cubicBezTo>
                <a:cubicBezTo>
                  <a:pt x="1269" y="13809"/>
                  <a:pt x="989" y="12357"/>
                  <a:pt x="989" y="10727"/>
                </a:cubicBezTo>
                <a:cubicBezTo>
                  <a:pt x="989" y="9370"/>
                  <a:pt x="1254" y="8086"/>
                  <a:pt x="1777" y="6911"/>
                </a:cubicBezTo>
                <a:cubicBezTo>
                  <a:pt x="2301" y="5736"/>
                  <a:pt x="3037" y="4693"/>
                  <a:pt x="3964" y="3814"/>
                </a:cubicBezTo>
                <a:cubicBezTo>
                  <a:pt x="4892" y="2933"/>
                  <a:pt x="6002" y="2230"/>
                  <a:pt x="7264" y="1722"/>
                </a:cubicBezTo>
                <a:cubicBezTo>
                  <a:pt x="8526" y="1215"/>
                  <a:pt x="9914" y="958"/>
                  <a:pt x="11388" y="958"/>
                </a:cubicBezTo>
                <a:cubicBezTo>
                  <a:pt x="12700" y="958"/>
                  <a:pt x="13940" y="1156"/>
                  <a:pt x="15072" y="1549"/>
                </a:cubicBezTo>
                <a:cubicBezTo>
                  <a:pt x="16200" y="1942"/>
                  <a:pt x="17185" y="2497"/>
                  <a:pt x="17998" y="3203"/>
                </a:cubicBezTo>
                <a:cubicBezTo>
                  <a:pt x="18809" y="3906"/>
                  <a:pt x="19455" y="4765"/>
                  <a:pt x="19917" y="5754"/>
                </a:cubicBezTo>
                <a:cubicBezTo>
                  <a:pt x="20377" y="6743"/>
                  <a:pt x="20611" y="7843"/>
                  <a:pt x="20611" y="9023"/>
                </a:cubicBezTo>
                <a:cubicBezTo>
                  <a:pt x="20611" y="10070"/>
                  <a:pt x="20418" y="11059"/>
                  <a:pt x="20038" y="11962"/>
                </a:cubicBezTo>
                <a:cubicBezTo>
                  <a:pt x="19656" y="12869"/>
                  <a:pt x="19171" y="13663"/>
                  <a:pt x="18598" y="14320"/>
                </a:cubicBezTo>
                <a:cubicBezTo>
                  <a:pt x="18028" y="14976"/>
                  <a:pt x="17393" y="15502"/>
                  <a:pt x="16714" y="15880"/>
                </a:cubicBezTo>
                <a:cubicBezTo>
                  <a:pt x="16044" y="16255"/>
                  <a:pt x="15398" y="16444"/>
                  <a:pt x="14792" y="16444"/>
                </a:cubicBezTo>
                <a:cubicBezTo>
                  <a:pt x="14424" y="16444"/>
                  <a:pt x="14151" y="16374"/>
                  <a:pt x="13980" y="16235"/>
                </a:cubicBezTo>
                <a:cubicBezTo>
                  <a:pt x="13810" y="16098"/>
                  <a:pt x="13710" y="15916"/>
                  <a:pt x="13675" y="15677"/>
                </a:cubicBezTo>
                <a:cubicBezTo>
                  <a:pt x="13638" y="15420"/>
                  <a:pt x="13667" y="15109"/>
                  <a:pt x="13764" y="14754"/>
                </a:cubicBezTo>
                <a:cubicBezTo>
                  <a:pt x="13864" y="14385"/>
                  <a:pt x="14007" y="13983"/>
                  <a:pt x="14190" y="13556"/>
                </a:cubicBezTo>
                <a:lnTo>
                  <a:pt x="17729" y="4845"/>
                </a:lnTo>
                <a:lnTo>
                  <a:pt x="16677" y="4845"/>
                </a:lnTo>
                <a:lnTo>
                  <a:pt x="16026" y="6544"/>
                </a:lnTo>
                <a:cubicBezTo>
                  <a:pt x="15715" y="5890"/>
                  <a:pt x="15207" y="5363"/>
                  <a:pt x="14512" y="4972"/>
                </a:cubicBezTo>
                <a:cubicBezTo>
                  <a:pt x="13703" y="4517"/>
                  <a:pt x="12777" y="4287"/>
                  <a:pt x="11759" y="4287"/>
                </a:cubicBezTo>
                <a:cubicBezTo>
                  <a:pt x="10637" y="4287"/>
                  <a:pt x="9596" y="4568"/>
                  <a:pt x="8663" y="5121"/>
                </a:cubicBezTo>
                <a:cubicBezTo>
                  <a:pt x="7739" y="5669"/>
                  <a:pt x="6940" y="6381"/>
                  <a:pt x="6289" y="7238"/>
                </a:cubicBezTo>
                <a:cubicBezTo>
                  <a:pt x="5641" y="8091"/>
                  <a:pt x="5132" y="9032"/>
                  <a:pt x="4777" y="10034"/>
                </a:cubicBezTo>
                <a:cubicBezTo>
                  <a:pt x="4420" y="11037"/>
                  <a:pt x="4240" y="12021"/>
                  <a:pt x="4240" y="12958"/>
                </a:cubicBezTo>
                <a:cubicBezTo>
                  <a:pt x="4240" y="13568"/>
                  <a:pt x="4354" y="14151"/>
                  <a:pt x="4579" y="14689"/>
                </a:cubicBezTo>
                <a:cubicBezTo>
                  <a:pt x="4804" y="15227"/>
                  <a:pt x="5113" y="15701"/>
                  <a:pt x="5499" y="16097"/>
                </a:cubicBezTo>
                <a:cubicBezTo>
                  <a:pt x="5887" y="16495"/>
                  <a:pt x="6354" y="16815"/>
                  <a:pt x="6889" y="17048"/>
                </a:cubicBezTo>
                <a:cubicBezTo>
                  <a:pt x="8063" y="17561"/>
                  <a:pt x="9489" y="17484"/>
                  <a:pt x="10904" y="17025"/>
                </a:cubicBezTo>
                <a:cubicBezTo>
                  <a:pt x="11562" y="16811"/>
                  <a:pt x="12160" y="16412"/>
                  <a:pt x="12689" y="15835"/>
                </a:cubicBezTo>
                <a:cubicBezTo>
                  <a:pt x="12715" y="16226"/>
                  <a:pt x="12874" y="16561"/>
                  <a:pt x="13164" y="16837"/>
                </a:cubicBezTo>
                <a:cubicBezTo>
                  <a:pt x="13559" y="17211"/>
                  <a:pt x="14086" y="17402"/>
                  <a:pt x="14731" y="17402"/>
                </a:cubicBezTo>
                <a:cubicBezTo>
                  <a:pt x="15501" y="17402"/>
                  <a:pt x="16307" y="17176"/>
                  <a:pt x="17124" y="16733"/>
                </a:cubicBezTo>
                <a:cubicBezTo>
                  <a:pt x="17934" y="16294"/>
                  <a:pt x="18680" y="15687"/>
                  <a:pt x="19342" y="14930"/>
                </a:cubicBezTo>
                <a:cubicBezTo>
                  <a:pt x="20001" y="14176"/>
                  <a:pt x="20548" y="13284"/>
                  <a:pt x="20967" y="12281"/>
                </a:cubicBezTo>
                <a:cubicBezTo>
                  <a:pt x="21387" y="11274"/>
                  <a:pt x="21600" y="10178"/>
                  <a:pt x="21600" y="9023"/>
                </a:cubicBezTo>
                <a:cubicBezTo>
                  <a:pt x="21600" y="7651"/>
                  <a:pt x="21328" y="6389"/>
                  <a:pt x="20793" y="5274"/>
                </a:cubicBezTo>
                <a:cubicBezTo>
                  <a:pt x="20258" y="4158"/>
                  <a:pt x="19518" y="3199"/>
                  <a:pt x="18594" y="2422"/>
                </a:cubicBezTo>
                <a:cubicBezTo>
                  <a:pt x="17672" y="1647"/>
                  <a:pt x="16579" y="1043"/>
                  <a:pt x="15346" y="627"/>
                </a:cubicBezTo>
                <a:cubicBezTo>
                  <a:pt x="14116" y="211"/>
                  <a:pt x="12784" y="0"/>
                  <a:pt x="11388" y="0"/>
                </a:cubicBezTo>
                <a:cubicBezTo>
                  <a:pt x="9845" y="0"/>
                  <a:pt x="8365" y="271"/>
                  <a:pt x="6989" y="805"/>
                </a:cubicBezTo>
                <a:cubicBezTo>
                  <a:pt x="5612" y="1340"/>
                  <a:pt x="4389" y="2093"/>
                  <a:pt x="3356" y="3045"/>
                </a:cubicBezTo>
                <a:cubicBezTo>
                  <a:pt x="2321" y="3996"/>
                  <a:pt x="1495" y="5137"/>
                  <a:pt x="899" y="6436"/>
                </a:cubicBezTo>
                <a:cubicBezTo>
                  <a:pt x="302" y="7737"/>
                  <a:pt x="0" y="9181"/>
                  <a:pt x="0" y="10727"/>
                </a:cubicBezTo>
                <a:cubicBezTo>
                  <a:pt x="0" y="12605"/>
                  <a:pt x="334" y="14252"/>
                  <a:pt x="993" y="15622"/>
                </a:cubicBezTo>
                <a:cubicBezTo>
                  <a:pt x="1652" y="16992"/>
                  <a:pt x="2528" y="18134"/>
                  <a:pt x="3595" y="19018"/>
                </a:cubicBezTo>
                <a:cubicBezTo>
                  <a:pt x="4661" y="19900"/>
                  <a:pt x="5890" y="20559"/>
                  <a:pt x="7249" y="20975"/>
                </a:cubicBezTo>
                <a:cubicBezTo>
                  <a:pt x="8601" y="21390"/>
                  <a:pt x="9994" y="21600"/>
                  <a:pt x="11388" y="21600"/>
                </a:cubicBezTo>
                <a:cubicBezTo>
                  <a:pt x="12348" y="21600"/>
                  <a:pt x="13317" y="21474"/>
                  <a:pt x="14267" y="21228"/>
                </a:cubicBezTo>
                <a:cubicBezTo>
                  <a:pt x="15214" y="20981"/>
                  <a:pt x="16128" y="20624"/>
                  <a:pt x="16983" y="20169"/>
                </a:cubicBezTo>
                <a:cubicBezTo>
                  <a:pt x="17839" y="19713"/>
                  <a:pt x="18642" y="19152"/>
                  <a:pt x="19372" y="18499"/>
                </a:cubicBezTo>
                <a:cubicBezTo>
                  <a:pt x="20104" y="17845"/>
                  <a:pt x="20729" y="17110"/>
                  <a:pt x="21232" y="16316"/>
                </a:cubicBezTo>
                <a:lnTo>
                  <a:pt x="21411" y="16033"/>
                </a:lnTo>
                <a:lnTo>
                  <a:pt x="20270" y="16033"/>
                </a:lnTo>
                <a:cubicBezTo>
                  <a:pt x="20270" y="16033"/>
                  <a:pt x="20215" y="16108"/>
                  <a:pt x="20215" y="16108"/>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9" name="Shape 2857">
            <a:extLst>
              <a:ext uri="{FF2B5EF4-FFF2-40B4-BE49-F238E27FC236}">
                <a16:creationId xmlns:a16="http://schemas.microsoft.com/office/drawing/2014/main" id="{62B1EEE3-4ADC-46AE-C5F2-3EE6ECCB0744}"/>
              </a:ext>
            </a:extLst>
          </p:cNvPr>
          <p:cNvSpPr/>
          <p:nvPr/>
        </p:nvSpPr>
        <p:spPr>
          <a:xfrm>
            <a:off x="4103988" y="447230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8429" y="14128"/>
                </a:moveTo>
                <a:cubicBezTo>
                  <a:pt x="17041" y="13430"/>
                  <a:pt x="15777" y="12523"/>
                  <a:pt x="14684" y="11440"/>
                </a:cubicBezTo>
                <a:cubicBezTo>
                  <a:pt x="15214" y="10618"/>
                  <a:pt x="15664" y="9739"/>
                  <a:pt x="16034" y="8820"/>
                </a:cubicBezTo>
                <a:cubicBezTo>
                  <a:pt x="16089" y="8826"/>
                  <a:pt x="16143" y="8836"/>
                  <a:pt x="16200" y="8836"/>
                </a:cubicBezTo>
                <a:cubicBezTo>
                  <a:pt x="17013" y="8836"/>
                  <a:pt x="17673" y="8177"/>
                  <a:pt x="17673" y="7364"/>
                </a:cubicBezTo>
                <a:cubicBezTo>
                  <a:pt x="17673" y="6787"/>
                  <a:pt x="17339" y="6294"/>
                  <a:pt x="16856" y="6052"/>
                </a:cubicBezTo>
                <a:cubicBezTo>
                  <a:pt x="17033" y="5170"/>
                  <a:pt x="17144" y="4264"/>
                  <a:pt x="17167" y="3336"/>
                </a:cubicBezTo>
                <a:cubicBezTo>
                  <a:pt x="19277" y="5136"/>
                  <a:pt x="20618" y="7809"/>
                  <a:pt x="20618" y="10800"/>
                </a:cubicBezTo>
                <a:cubicBezTo>
                  <a:pt x="20618" y="11764"/>
                  <a:pt x="20469" y="12689"/>
                  <a:pt x="20209" y="13568"/>
                </a:cubicBezTo>
                <a:cubicBezTo>
                  <a:pt x="19628" y="13783"/>
                  <a:pt x="19034" y="13971"/>
                  <a:pt x="18429" y="14128"/>
                </a:cubicBezTo>
                <a:moveTo>
                  <a:pt x="10800" y="20618"/>
                </a:moveTo>
                <a:cubicBezTo>
                  <a:pt x="8406" y="20618"/>
                  <a:pt x="6213" y="19759"/>
                  <a:pt x="4509" y="18335"/>
                </a:cubicBezTo>
                <a:cubicBezTo>
                  <a:pt x="6552" y="17934"/>
                  <a:pt x="8450" y="17135"/>
                  <a:pt x="10128" y="16031"/>
                </a:cubicBezTo>
                <a:cubicBezTo>
                  <a:pt x="10330" y="16135"/>
                  <a:pt x="10556" y="16200"/>
                  <a:pt x="10800" y="16200"/>
                </a:cubicBezTo>
                <a:cubicBezTo>
                  <a:pt x="11273" y="16200"/>
                  <a:pt x="11689" y="15973"/>
                  <a:pt x="11959" y="15627"/>
                </a:cubicBezTo>
                <a:cubicBezTo>
                  <a:pt x="12547" y="15680"/>
                  <a:pt x="13142" y="15709"/>
                  <a:pt x="13745" y="15709"/>
                </a:cubicBezTo>
                <a:cubicBezTo>
                  <a:pt x="15323" y="15709"/>
                  <a:pt x="16852" y="15508"/>
                  <a:pt x="18322" y="15156"/>
                </a:cubicBezTo>
                <a:cubicBezTo>
                  <a:pt x="18660" y="15317"/>
                  <a:pt x="18998" y="15480"/>
                  <a:pt x="19350" y="15618"/>
                </a:cubicBezTo>
                <a:cubicBezTo>
                  <a:pt x="17665" y="18601"/>
                  <a:pt x="14470" y="20618"/>
                  <a:pt x="10800" y="20618"/>
                </a:cubicBezTo>
                <a:moveTo>
                  <a:pt x="3539" y="17392"/>
                </a:moveTo>
                <a:cubicBezTo>
                  <a:pt x="3476" y="16840"/>
                  <a:pt x="3436" y="16279"/>
                  <a:pt x="3436" y="15709"/>
                </a:cubicBezTo>
                <a:cubicBezTo>
                  <a:pt x="3436" y="14763"/>
                  <a:pt x="3536" y="13842"/>
                  <a:pt x="3707" y="12946"/>
                </a:cubicBezTo>
                <a:cubicBezTo>
                  <a:pt x="5455" y="13988"/>
                  <a:pt x="7377" y="14767"/>
                  <a:pt x="9421" y="15226"/>
                </a:cubicBezTo>
                <a:cubicBezTo>
                  <a:pt x="9431" y="15253"/>
                  <a:pt x="9436" y="15282"/>
                  <a:pt x="9447" y="15308"/>
                </a:cubicBezTo>
                <a:cubicBezTo>
                  <a:pt x="7724" y="16421"/>
                  <a:pt x="5761" y="17193"/>
                  <a:pt x="3643" y="17506"/>
                </a:cubicBezTo>
                <a:cubicBezTo>
                  <a:pt x="3608" y="17469"/>
                  <a:pt x="3573" y="17430"/>
                  <a:pt x="3539" y="17392"/>
                </a:cubicBezTo>
                <a:moveTo>
                  <a:pt x="3075" y="11369"/>
                </a:moveTo>
                <a:cubicBezTo>
                  <a:pt x="2361" y="10869"/>
                  <a:pt x="1683" y="10321"/>
                  <a:pt x="1046" y="9729"/>
                </a:cubicBezTo>
                <a:cubicBezTo>
                  <a:pt x="1528" y="5299"/>
                  <a:pt x="4955" y="1762"/>
                  <a:pt x="9331" y="1104"/>
                </a:cubicBezTo>
                <a:cubicBezTo>
                  <a:pt x="9335" y="1629"/>
                  <a:pt x="9363" y="2148"/>
                  <a:pt x="9417" y="2660"/>
                </a:cubicBezTo>
                <a:cubicBezTo>
                  <a:pt x="8572" y="3227"/>
                  <a:pt x="7787" y="3879"/>
                  <a:pt x="7069" y="4596"/>
                </a:cubicBezTo>
                <a:cubicBezTo>
                  <a:pt x="6863" y="4486"/>
                  <a:pt x="6632" y="4418"/>
                  <a:pt x="6382" y="4418"/>
                </a:cubicBezTo>
                <a:cubicBezTo>
                  <a:pt x="5569" y="4418"/>
                  <a:pt x="4909" y="5078"/>
                  <a:pt x="4909" y="5891"/>
                </a:cubicBezTo>
                <a:cubicBezTo>
                  <a:pt x="4909" y="6236"/>
                  <a:pt x="5033" y="6549"/>
                  <a:pt x="5231" y="6800"/>
                </a:cubicBezTo>
                <a:cubicBezTo>
                  <a:pt x="4279" y="8179"/>
                  <a:pt x="3550" y="9719"/>
                  <a:pt x="3075" y="11369"/>
                </a:cubicBezTo>
                <a:moveTo>
                  <a:pt x="2466" y="15973"/>
                </a:moveTo>
                <a:cubicBezTo>
                  <a:pt x="1563" y="14521"/>
                  <a:pt x="1025" y="12821"/>
                  <a:pt x="989" y="10995"/>
                </a:cubicBezTo>
                <a:cubicBezTo>
                  <a:pt x="1570" y="11492"/>
                  <a:pt x="2180" y="11955"/>
                  <a:pt x="2817" y="12383"/>
                </a:cubicBezTo>
                <a:cubicBezTo>
                  <a:pt x="2585" y="13456"/>
                  <a:pt x="2455" y="14567"/>
                  <a:pt x="2455" y="15709"/>
                </a:cubicBezTo>
                <a:cubicBezTo>
                  <a:pt x="2455" y="15798"/>
                  <a:pt x="2464" y="15885"/>
                  <a:pt x="2466" y="15973"/>
                </a:cubicBezTo>
                <a:moveTo>
                  <a:pt x="13428" y="11540"/>
                </a:moveTo>
                <a:cubicBezTo>
                  <a:pt x="12907" y="12264"/>
                  <a:pt x="12315" y="12931"/>
                  <a:pt x="11674" y="13548"/>
                </a:cubicBezTo>
                <a:cubicBezTo>
                  <a:pt x="11429" y="13366"/>
                  <a:pt x="11129" y="13255"/>
                  <a:pt x="10800" y="13255"/>
                </a:cubicBezTo>
                <a:cubicBezTo>
                  <a:pt x="10166" y="13255"/>
                  <a:pt x="9631" y="13657"/>
                  <a:pt x="9423" y="14218"/>
                </a:cubicBezTo>
                <a:cubicBezTo>
                  <a:pt x="7455" y="13751"/>
                  <a:pt x="5607" y="12973"/>
                  <a:pt x="3936" y="11937"/>
                </a:cubicBezTo>
                <a:cubicBezTo>
                  <a:pt x="4379" y="10266"/>
                  <a:pt x="5100" y="8708"/>
                  <a:pt x="6060" y="7326"/>
                </a:cubicBezTo>
                <a:cubicBezTo>
                  <a:pt x="6164" y="7349"/>
                  <a:pt x="6271" y="7364"/>
                  <a:pt x="6382" y="7364"/>
                </a:cubicBezTo>
                <a:cubicBezTo>
                  <a:pt x="7195" y="7364"/>
                  <a:pt x="7855" y="6704"/>
                  <a:pt x="7855" y="5891"/>
                </a:cubicBezTo>
                <a:cubicBezTo>
                  <a:pt x="7855" y="5688"/>
                  <a:pt x="7813" y="5493"/>
                  <a:pt x="7739" y="5317"/>
                </a:cubicBezTo>
                <a:cubicBezTo>
                  <a:pt x="8307" y="4747"/>
                  <a:pt x="8920" y="4221"/>
                  <a:pt x="9575" y="3749"/>
                </a:cubicBezTo>
                <a:cubicBezTo>
                  <a:pt x="10104" y="6723"/>
                  <a:pt x="11479" y="9397"/>
                  <a:pt x="13428" y="11540"/>
                </a:cubicBezTo>
                <a:moveTo>
                  <a:pt x="10800" y="982"/>
                </a:moveTo>
                <a:cubicBezTo>
                  <a:pt x="11347" y="982"/>
                  <a:pt x="11881" y="1038"/>
                  <a:pt x="12403" y="1125"/>
                </a:cubicBezTo>
                <a:cubicBezTo>
                  <a:pt x="11696" y="1400"/>
                  <a:pt x="11005" y="1707"/>
                  <a:pt x="10354" y="2081"/>
                </a:cubicBezTo>
                <a:cubicBezTo>
                  <a:pt x="10328" y="1726"/>
                  <a:pt x="10311" y="1368"/>
                  <a:pt x="10310" y="1007"/>
                </a:cubicBezTo>
                <a:cubicBezTo>
                  <a:pt x="10474" y="999"/>
                  <a:pt x="10635" y="982"/>
                  <a:pt x="10800" y="982"/>
                </a:cubicBezTo>
                <a:moveTo>
                  <a:pt x="14120" y="12262"/>
                </a:moveTo>
                <a:cubicBezTo>
                  <a:pt x="14982" y="13097"/>
                  <a:pt x="15950" y="13819"/>
                  <a:pt x="16986" y="14440"/>
                </a:cubicBezTo>
                <a:cubicBezTo>
                  <a:pt x="15933" y="14626"/>
                  <a:pt x="14852" y="14727"/>
                  <a:pt x="13745" y="14727"/>
                </a:cubicBezTo>
                <a:cubicBezTo>
                  <a:pt x="13246" y="14727"/>
                  <a:pt x="12754" y="14702"/>
                  <a:pt x="12265" y="14664"/>
                </a:cubicBezTo>
                <a:cubicBezTo>
                  <a:pt x="12259" y="14569"/>
                  <a:pt x="12250" y="14475"/>
                  <a:pt x="12229" y="14385"/>
                </a:cubicBezTo>
                <a:cubicBezTo>
                  <a:pt x="12921" y="13737"/>
                  <a:pt x="13555" y="13027"/>
                  <a:pt x="14120" y="12262"/>
                </a:cubicBezTo>
                <a:moveTo>
                  <a:pt x="16188" y="2597"/>
                </a:moveTo>
                <a:cubicBezTo>
                  <a:pt x="16191" y="2713"/>
                  <a:pt x="16200" y="2828"/>
                  <a:pt x="16200" y="2945"/>
                </a:cubicBezTo>
                <a:cubicBezTo>
                  <a:pt x="16200" y="3967"/>
                  <a:pt x="16092" y="4962"/>
                  <a:pt x="15894" y="5924"/>
                </a:cubicBezTo>
                <a:cubicBezTo>
                  <a:pt x="15227" y="6065"/>
                  <a:pt x="14727" y="6656"/>
                  <a:pt x="14727" y="7364"/>
                </a:cubicBezTo>
                <a:cubicBezTo>
                  <a:pt x="14727" y="7765"/>
                  <a:pt x="14888" y="8127"/>
                  <a:pt x="15149" y="8393"/>
                </a:cubicBezTo>
                <a:cubicBezTo>
                  <a:pt x="14827" y="9199"/>
                  <a:pt x="14443" y="9973"/>
                  <a:pt x="13991" y="10701"/>
                </a:cubicBezTo>
                <a:cubicBezTo>
                  <a:pt x="12159" y="8620"/>
                  <a:pt x="10894" y="6025"/>
                  <a:pt x="10469" y="3152"/>
                </a:cubicBezTo>
                <a:cubicBezTo>
                  <a:pt x="11590" y="2463"/>
                  <a:pt x="12813" y="1934"/>
                  <a:pt x="14106" y="1565"/>
                </a:cubicBezTo>
                <a:cubicBezTo>
                  <a:pt x="14844" y="1829"/>
                  <a:pt x="15544" y="2173"/>
                  <a:pt x="16188" y="2597"/>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0" name="Shape 2858">
            <a:extLst>
              <a:ext uri="{FF2B5EF4-FFF2-40B4-BE49-F238E27FC236}">
                <a16:creationId xmlns:a16="http://schemas.microsoft.com/office/drawing/2014/main" id="{63F7F484-8451-7B35-D61E-98CEBAE27F3E}"/>
              </a:ext>
            </a:extLst>
          </p:cNvPr>
          <p:cNvSpPr/>
          <p:nvPr/>
        </p:nvSpPr>
        <p:spPr>
          <a:xfrm>
            <a:off x="4662642" y="4472306"/>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4909"/>
                </a:moveTo>
                <a:cubicBezTo>
                  <a:pt x="5498" y="4909"/>
                  <a:pt x="1200" y="4030"/>
                  <a:pt x="1200" y="2945"/>
                </a:cubicBezTo>
                <a:cubicBezTo>
                  <a:pt x="1200" y="1861"/>
                  <a:pt x="5498" y="982"/>
                  <a:pt x="10800" y="982"/>
                </a:cubicBezTo>
                <a:cubicBezTo>
                  <a:pt x="16102" y="982"/>
                  <a:pt x="20400" y="1861"/>
                  <a:pt x="20400" y="2945"/>
                </a:cubicBezTo>
                <a:cubicBezTo>
                  <a:pt x="20400" y="4030"/>
                  <a:pt x="16102" y="4909"/>
                  <a:pt x="10800" y="4909"/>
                </a:cubicBezTo>
                <a:moveTo>
                  <a:pt x="20400" y="6873"/>
                </a:moveTo>
                <a:cubicBezTo>
                  <a:pt x="20400" y="7957"/>
                  <a:pt x="16102" y="8836"/>
                  <a:pt x="10800" y="8836"/>
                </a:cubicBezTo>
                <a:cubicBezTo>
                  <a:pt x="5498" y="8836"/>
                  <a:pt x="1200" y="7957"/>
                  <a:pt x="1200" y="6873"/>
                </a:cubicBezTo>
                <a:lnTo>
                  <a:pt x="1200" y="4291"/>
                </a:lnTo>
                <a:cubicBezTo>
                  <a:pt x="2993" y="5240"/>
                  <a:pt x="6615" y="5891"/>
                  <a:pt x="10800" y="5891"/>
                </a:cubicBezTo>
                <a:cubicBezTo>
                  <a:pt x="14986" y="5891"/>
                  <a:pt x="18607" y="5240"/>
                  <a:pt x="20400" y="4291"/>
                </a:cubicBezTo>
                <a:cubicBezTo>
                  <a:pt x="20400" y="4291"/>
                  <a:pt x="20400" y="6873"/>
                  <a:pt x="20400" y="6873"/>
                </a:cubicBezTo>
                <a:close/>
                <a:moveTo>
                  <a:pt x="10800" y="10800"/>
                </a:moveTo>
                <a:cubicBezTo>
                  <a:pt x="5498" y="10800"/>
                  <a:pt x="1200" y="9921"/>
                  <a:pt x="1200" y="8836"/>
                </a:cubicBezTo>
                <a:cubicBezTo>
                  <a:pt x="1200" y="8672"/>
                  <a:pt x="1309" y="8514"/>
                  <a:pt x="1494" y="8362"/>
                </a:cubicBezTo>
                <a:cubicBezTo>
                  <a:pt x="3370" y="9232"/>
                  <a:pt x="6830" y="9818"/>
                  <a:pt x="10800" y="9818"/>
                </a:cubicBezTo>
                <a:cubicBezTo>
                  <a:pt x="14770" y="9818"/>
                  <a:pt x="18230" y="9232"/>
                  <a:pt x="20106" y="8362"/>
                </a:cubicBezTo>
                <a:cubicBezTo>
                  <a:pt x="20291" y="8514"/>
                  <a:pt x="20400" y="8672"/>
                  <a:pt x="20400" y="8836"/>
                </a:cubicBezTo>
                <a:cubicBezTo>
                  <a:pt x="20400" y="9921"/>
                  <a:pt x="16102" y="10800"/>
                  <a:pt x="10800" y="10800"/>
                </a:cubicBezTo>
                <a:moveTo>
                  <a:pt x="20400" y="12764"/>
                </a:moveTo>
                <a:cubicBezTo>
                  <a:pt x="20400" y="13848"/>
                  <a:pt x="16102" y="14727"/>
                  <a:pt x="10800" y="14727"/>
                </a:cubicBezTo>
                <a:cubicBezTo>
                  <a:pt x="5498" y="14727"/>
                  <a:pt x="1200" y="13848"/>
                  <a:pt x="1200" y="12764"/>
                </a:cubicBezTo>
                <a:lnTo>
                  <a:pt x="1200" y="10182"/>
                </a:lnTo>
                <a:cubicBezTo>
                  <a:pt x="2993" y="11131"/>
                  <a:pt x="6615" y="11782"/>
                  <a:pt x="10800" y="11782"/>
                </a:cubicBezTo>
                <a:cubicBezTo>
                  <a:pt x="14986" y="11782"/>
                  <a:pt x="18607" y="11131"/>
                  <a:pt x="20400" y="10182"/>
                </a:cubicBezTo>
                <a:cubicBezTo>
                  <a:pt x="20400" y="10182"/>
                  <a:pt x="20400" y="12764"/>
                  <a:pt x="20400" y="12764"/>
                </a:cubicBezTo>
                <a:close/>
                <a:moveTo>
                  <a:pt x="10800" y="16691"/>
                </a:moveTo>
                <a:cubicBezTo>
                  <a:pt x="5498" y="16691"/>
                  <a:pt x="1200" y="15812"/>
                  <a:pt x="1200" y="14727"/>
                </a:cubicBezTo>
                <a:cubicBezTo>
                  <a:pt x="1200" y="14563"/>
                  <a:pt x="1309" y="14405"/>
                  <a:pt x="1494" y="14253"/>
                </a:cubicBezTo>
                <a:cubicBezTo>
                  <a:pt x="3370" y="15123"/>
                  <a:pt x="6830" y="15709"/>
                  <a:pt x="10800" y="15709"/>
                </a:cubicBezTo>
                <a:cubicBezTo>
                  <a:pt x="14770" y="15709"/>
                  <a:pt x="18230" y="15123"/>
                  <a:pt x="20106" y="14253"/>
                </a:cubicBezTo>
                <a:cubicBezTo>
                  <a:pt x="20291" y="14405"/>
                  <a:pt x="20400" y="14563"/>
                  <a:pt x="20400" y="14727"/>
                </a:cubicBezTo>
                <a:cubicBezTo>
                  <a:pt x="20400" y="15812"/>
                  <a:pt x="16102" y="16691"/>
                  <a:pt x="10800" y="16691"/>
                </a:cubicBezTo>
                <a:moveTo>
                  <a:pt x="20400" y="18655"/>
                </a:moveTo>
                <a:cubicBezTo>
                  <a:pt x="20400" y="19739"/>
                  <a:pt x="16102" y="20618"/>
                  <a:pt x="10800" y="20618"/>
                </a:cubicBezTo>
                <a:cubicBezTo>
                  <a:pt x="5498" y="20618"/>
                  <a:pt x="1200" y="19739"/>
                  <a:pt x="1200" y="18655"/>
                </a:cubicBezTo>
                <a:lnTo>
                  <a:pt x="1200" y="16073"/>
                </a:lnTo>
                <a:cubicBezTo>
                  <a:pt x="2993" y="17022"/>
                  <a:pt x="6615" y="17673"/>
                  <a:pt x="10800" y="17673"/>
                </a:cubicBezTo>
                <a:cubicBezTo>
                  <a:pt x="14986" y="17673"/>
                  <a:pt x="18607" y="17022"/>
                  <a:pt x="20400" y="16073"/>
                </a:cubicBezTo>
                <a:cubicBezTo>
                  <a:pt x="20400" y="16073"/>
                  <a:pt x="20400" y="18655"/>
                  <a:pt x="20400" y="18655"/>
                </a:cubicBezTo>
                <a:close/>
                <a:moveTo>
                  <a:pt x="21600" y="2945"/>
                </a:moveTo>
                <a:cubicBezTo>
                  <a:pt x="21600" y="1319"/>
                  <a:pt x="16765" y="0"/>
                  <a:pt x="10800" y="0"/>
                </a:cubicBezTo>
                <a:cubicBezTo>
                  <a:pt x="4835" y="0"/>
                  <a:pt x="0" y="1319"/>
                  <a:pt x="0" y="2945"/>
                </a:cubicBezTo>
                <a:lnTo>
                  <a:pt x="0" y="6873"/>
                </a:lnTo>
                <a:cubicBezTo>
                  <a:pt x="0" y="7218"/>
                  <a:pt x="229" y="7547"/>
                  <a:pt x="628" y="7855"/>
                </a:cubicBezTo>
                <a:cubicBezTo>
                  <a:pt x="229" y="8162"/>
                  <a:pt x="0" y="8492"/>
                  <a:pt x="0" y="8836"/>
                </a:cubicBezTo>
                <a:lnTo>
                  <a:pt x="0" y="12764"/>
                </a:lnTo>
                <a:cubicBezTo>
                  <a:pt x="0" y="13109"/>
                  <a:pt x="229" y="13438"/>
                  <a:pt x="628" y="13745"/>
                </a:cubicBezTo>
                <a:cubicBezTo>
                  <a:pt x="229" y="14053"/>
                  <a:pt x="0" y="14383"/>
                  <a:pt x="0" y="14727"/>
                </a:cubicBezTo>
                <a:lnTo>
                  <a:pt x="0" y="18655"/>
                </a:lnTo>
                <a:cubicBezTo>
                  <a:pt x="0" y="20281"/>
                  <a:pt x="4835" y="21600"/>
                  <a:pt x="10800" y="21600"/>
                </a:cubicBezTo>
                <a:cubicBezTo>
                  <a:pt x="16765" y="21600"/>
                  <a:pt x="21600" y="20281"/>
                  <a:pt x="21600" y="18655"/>
                </a:cubicBezTo>
                <a:lnTo>
                  <a:pt x="21600" y="14727"/>
                </a:lnTo>
                <a:cubicBezTo>
                  <a:pt x="21600" y="14383"/>
                  <a:pt x="21371" y="14053"/>
                  <a:pt x="20972" y="13745"/>
                </a:cubicBezTo>
                <a:cubicBezTo>
                  <a:pt x="21371" y="13438"/>
                  <a:pt x="21600" y="13109"/>
                  <a:pt x="21600" y="12764"/>
                </a:cubicBezTo>
                <a:lnTo>
                  <a:pt x="21600" y="8836"/>
                </a:lnTo>
                <a:cubicBezTo>
                  <a:pt x="21600" y="8492"/>
                  <a:pt x="21371" y="8162"/>
                  <a:pt x="20972" y="7855"/>
                </a:cubicBezTo>
                <a:cubicBezTo>
                  <a:pt x="21371" y="7547"/>
                  <a:pt x="21600" y="7218"/>
                  <a:pt x="21600" y="6873"/>
                </a:cubicBezTo>
                <a:cubicBezTo>
                  <a:pt x="21600" y="6873"/>
                  <a:pt x="21600" y="2945"/>
                  <a:pt x="21600" y="2945"/>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1" name="Shape 2859">
            <a:extLst>
              <a:ext uri="{FF2B5EF4-FFF2-40B4-BE49-F238E27FC236}">
                <a16:creationId xmlns:a16="http://schemas.microsoft.com/office/drawing/2014/main" id="{8EAC1C37-8FF8-152B-9EDB-DEAC44BFF3B6}"/>
              </a:ext>
            </a:extLst>
          </p:cNvPr>
          <p:cNvSpPr/>
          <p:nvPr/>
        </p:nvSpPr>
        <p:spPr>
          <a:xfrm>
            <a:off x="5170510" y="447230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moveTo>
                  <a:pt x="15929" y="7018"/>
                </a:moveTo>
                <a:cubicBezTo>
                  <a:pt x="15539" y="7246"/>
                  <a:pt x="15108" y="7411"/>
                  <a:pt x="14650" y="7500"/>
                </a:cubicBezTo>
                <a:cubicBezTo>
                  <a:pt x="14282" y="7114"/>
                  <a:pt x="13759" y="6874"/>
                  <a:pt x="13179" y="6874"/>
                </a:cubicBezTo>
                <a:cubicBezTo>
                  <a:pt x="12067" y="6874"/>
                  <a:pt x="11165" y="7762"/>
                  <a:pt x="11165" y="8856"/>
                </a:cubicBezTo>
                <a:cubicBezTo>
                  <a:pt x="11165" y="9011"/>
                  <a:pt x="11183" y="9162"/>
                  <a:pt x="11217" y="9308"/>
                </a:cubicBezTo>
                <a:cubicBezTo>
                  <a:pt x="9543" y="9225"/>
                  <a:pt x="8059" y="8436"/>
                  <a:pt x="7065" y="7236"/>
                </a:cubicBezTo>
                <a:cubicBezTo>
                  <a:pt x="6892" y="7530"/>
                  <a:pt x="6793" y="7869"/>
                  <a:pt x="6793" y="8233"/>
                </a:cubicBezTo>
                <a:cubicBezTo>
                  <a:pt x="6793" y="8921"/>
                  <a:pt x="7148" y="9528"/>
                  <a:pt x="7689" y="9883"/>
                </a:cubicBezTo>
                <a:cubicBezTo>
                  <a:pt x="7359" y="9873"/>
                  <a:pt x="7048" y="9784"/>
                  <a:pt x="6776" y="9635"/>
                </a:cubicBezTo>
                <a:cubicBezTo>
                  <a:pt x="6776" y="9644"/>
                  <a:pt x="6776" y="9651"/>
                  <a:pt x="6776" y="9660"/>
                </a:cubicBezTo>
                <a:cubicBezTo>
                  <a:pt x="6776" y="10621"/>
                  <a:pt x="7471" y="11422"/>
                  <a:pt x="8392" y="11604"/>
                </a:cubicBezTo>
                <a:cubicBezTo>
                  <a:pt x="8223" y="11650"/>
                  <a:pt x="8045" y="11673"/>
                  <a:pt x="7861" y="11673"/>
                </a:cubicBezTo>
                <a:cubicBezTo>
                  <a:pt x="7732" y="11673"/>
                  <a:pt x="7605" y="11661"/>
                  <a:pt x="7483" y="11638"/>
                </a:cubicBezTo>
                <a:cubicBezTo>
                  <a:pt x="7739" y="12426"/>
                  <a:pt x="8483" y="12999"/>
                  <a:pt x="9364" y="13015"/>
                </a:cubicBezTo>
                <a:cubicBezTo>
                  <a:pt x="8674" y="13547"/>
                  <a:pt x="7806" y="13863"/>
                  <a:pt x="6862" y="13863"/>
                </a:cubicBezTo>
                <a:cubicBezTo>
                  <a:pt x="6699" y="13863"/>
                  <a:pt x="6540" y="13855"/>
                  <a:pt x="6382" y="13837"/>
                </a:cubicBezTo>
                <a:cubicBezTo>
                  <a:pt x="7274" y="14398"/>
                  <a:pt x="8332" y="14727"/>
                  <a:pt x="9470" y="14727"/>
                </a:cubicBezTo>
                <a:cubicBezTo>
                  <a:pt x="13175" y="14727"/>
                  <a:pt x="15201" y="11706"/>
                  <a:pt x="15201" y="9086"/>
                </a:cubicBezTo>
                <a:cubicBezTo>
                  <a:pt x="15201" y="9000"/>
                  <a:pt x="15199" y="8915"/>
                  <a:pt x="15195" y="8830"/>
                </a:cubicBezTo>
                <a:cubicBezTo>
                  <a:pt x="15588" y="8550"/>
                  <a:pt x="15930" y="8201"/>
                  <a:pt x="16200" y="7804"/>
                </a:cubicBezTo>
                <a:cubicBezTo>
                  <a:pt x="15839" y="7961"/>
                  <a:pt x="15451" y="8067"/>
                  <a:pt x="15043" y="8115"/>
                </a:cubicBezTo>
                <a:cubicBezTo>
                  <a:pt x="15459" y="7870"/>
                  <a:pt x="15778" y="7482"/>
                  <a:pt x="15929" y="7018"/>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2" name="Shape 2860">
            <a:extLst>
              <a:ext uri="{FF2B5EF4-FFF2-40B4-BE49-F238E27FC236}">
                <a16:creationId xmlns:a16="http://schemas.microsoft.com/office/drawing/2014/main" id="{93A4855E-21AF-4211-3BA4-23D5175CC5CA}"/>
              </a:ext>
            </a:extLst>
          </p:cNvPr>
          <p:cNvSpPr/>
          <p:nvPr/>
        </p:nvSpPr>
        <p:spPr>
          <a:xfrm>
            <a:off x="5703771" y="447230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1776" y="8468"/>
                </a:moveTo>
                <a:cubicBezTo>
                  <a:pt x="11776" y="8071"/>
                  <a:pt x="11817" y="7858"/>
                  <a:pt x="12428" y="7858"/>
                </a:cubicBezTo>
                <a:lnTo>
                  <a:pt x="13244" y="7858"/>
                </a:lnTo>
                <a:lnTo>
                  <a:pt x="13244" y="6381"/>
                </a:lnTo>
                <a:lnTo>
                  <a:pt x="11938" y="6381"/>
                </a:lnTo>
                <a:cubicBezTo>
                  <a:pt x="10369" y="6381"/>
                  <a:pt x="9816" y="7120"/>
                  <a:pt x="9816" y="8363"/>
                </a:cubicBezTo>
                <a:lnTo>
                  <a:pt x="9816" y="9322"/>
                </a:lnTo>
                <a:lnTo>
                  <a:pt x="8837" y="9322"/>
                </a:lnTo>
                <a:lnTo>
                  <a:pt x="8837" y="10800"/>
                </a:lnTo>
                <a:lnTo>
                  <a:pt x="9816" y="10800"/>
                </a:lnTo>
                <a:lnTo>
                  <a:pt x="9816" y="15219"/>
                </a:lnTo>
                <a:lnTo>
                  <a:pt x="11774" y="15219"/>
                </a:lnTo>
                <a:lnTo>
                  <a:pt x="11774" y="10800"/>
                </a:lnTo>
                <a:lnTo>
                  <a:pt x="13081" y="10800"/>
                </a:lnTo>
                <a:lnTo>
                  <a:pt x="13254" y="9322"/>
                </a:lnTo>
                <a:lnTo>
                  <a:pt x="11774" y="9322"/>
                </a:lnTo>
                <a:cubicBezTo>
                  <a:pt x="11774" y="9322"/>
                  <a:pt x="11776" y="8468"/>
                  <a:pt x="11776" y="8468"/>
                </a:cubicBezTo>
                <a:close/>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3" name="Shape 2861">
            <a:extLst>
              <a:ext uri="{FF2B5EF4-FFF2-40B4-BE49-F238E27FC236}">
                <a16:creationId xmlns:a16="http://schemas.microsoft.com/office/drawing/2014/main" id="{CC73CE86-43A0-2265-E25E-DF94547E2170}"/>
              </a:ext>
            </a:extLst>
          </p:cNvPr>
          <p:cNvSpPr/>
          <p:nvPr/>
        </p:nvSpPr>
        <p:spPr>
          <a:xfrm>
            <a:off x="6275123" y="340578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4324" y="12090"/>
                </a:moveTo>
                <a:cubicBezTo>
                  <a:pt x="14019" y="12090"/>
                  <a:pt x="14019" y="12428"/>
                  <a:pt x="14019" y="12428"/>
                </a:cubicBezTo>
                <a:lnTo>
                  <a:pt x="14019" y="12863"/>
                </a:lnTo>
                <a:lnTo>
                  <a:pt x="14628" y="12863"/>
                </a:lnTo>
                <a:lnTo>
                  <a:pt x="14628" y="12428"/>
                </a:lnTo>
                <a:cubicBezTo>
                  <a:pt x="14628" y="12428"/>
                  <a:pt x="14628" y="12090"/>
                  <a:pt x="14324" y="12090"/>
                </a:cubicBezTo>
                <a:moveTo>
                  <a:pt x="15287" y="12380"/>
                </a:moveTo>
                <a:lnTo>
                  <a:pt x="15287" y="13348"/>
                </a:lnTo>
                <a:lnTo>
                  <a:pt x="14019" y="13348"/>
                </a:lnTo>
                <a:lnTo>
                  <a:pt x="14019" y="14072"/>
                </a:lnTo>
                <a:cubicBezTo>
                  <a:pt x="14019" y="14072"/>
                  <a:pt x="14019" y="14411"/>
                  <a:pt x="14324" y="14411"/>
                </a:cubicBezTo>
                <a:cubicBezTo>
                  <a:pt x="14628" y="14411"/>
                  <a:pt x="14628" y="14072"/>
                  <a:pt x="14628" y="14072"/>
                </a:cubicBezTo>
                <a:lnTo>
                  <a:pt x="14628" y="13734"/>
                </a:lnTo>
                <a:lnTo>
                  <a:pt x="15287" y="13734"/>
                </a:lnTo>
                <a:lnTo>
                  <a:pt x="15287" y="14266"/>
                </a:lnTo>
                <a:cubicBezTo>
                  <a:pt x="15287" y="14266"/>
                  <a:pt x="15186" y="14943"/>
                  <a:pt x="14375" y="14943"/>
                </a:cubicBezTo>
                <a:cubicBezTo>
                  <a:pt x="13564" y="14943"/>
                  <a:pt x="13411" y="14266"/>
                  <a:pt x="13411" y="14266"/>
                </a:cubicBezTo>
                <a:lnTo>
                  <a:pt x="13411" y="12380"/>
                </a:lnTo>
                <a:cubicBezTo>
                  <a:pt x="13411" y="12380"/>
                  <a:pt x="13411" y="11558"/>
                  <a:pt x="14375" y="11558"/>
                </a:cubicBezTo>
                <a:cubicBezTo>
                  <a:pt x="15338" y="11558"/>
                  <a:pt x="15287" y="12380"/>
                  <a:pt x="15287" y="12380"/>
                </a:cubicBezTo>
                <a:moveTo>
                  <a:pt x="12904" y="14169"/>
                </a:moveTo>
                <a:cubicBezTo>
                  <a:pt x="12904" y="14169"/>
                  <a:pt x="12904" y="14943"/>
                  <a:pt x="12347" y="14943"/>
                </a:cubicBezTo>
                <a:cubicBezTo>
                  <a:pt x="12005" y="14943"/>
                  <a:pt x="11798" y="14762"/>
                  <a:pt x="11687" y="14621"/>
                </a:cubicBezTo>
                <a:lnTo>
                  <a:pt x="11687" y="14895"/>
                </a:lnTo>
                <a:lnTo>
                  <a:pt x="11028" y="14895"/>
                </a:lnTo>
                <a:lnTo>
                  <a:pt x="11028" y="10446"/>
                </a:lnTo>
                <a:lnTo>
                  <a:pt x="11687" y="10446"/>
                </a:lnTo>
                <a:lnTo>
                  <a:pt x="11687" y="11888"/>
                </a:lnTo>
                <a:cubicBezTo>
                  <a:pt x="11788" y="11782"/>
                  <a:pt x="12036" y="11558"/>
                  <a:pt x="12347" y="11558"/>
                </a:cubicBezTo>
                <a:cubicBezTo>
                  <a:pt x="12752" y="11558"/>
                  <a:pt x="12904" y="11896"/>
                  <a:pt x="12904" y="12332"/>
                </a:cubicBezTo>
                <a:cubicBezTo>
                  <a:pt x="12904" y="12332"/>
                  <a:pt x="12904" y="14169"/>
                  <a:pt x="12904" y="14169"/>
                </a:cubicBezTo>
                <a:close/>
                <a:moveTo>
                  <a:pt x="10521" y="14895"/>
                </a:moveTo>
                <a:lnTo>
                  <a:pt x="9913" y="14895"/>
                </a:lnTo>
                <a:lnTo>
                  <a:pt x="9913" y="14605"/>
                </a:lnTo>
                <a:cubicBezTo>
                  <a:pt x="9913" y="14605"/>
                  <a:pt x="9558" y="14943"/>
                  <a:pt x="9152" y="14943"/>
                </a:cubicBezTo>
                <a:cubicBezTo>
                  <a:pt x="8747" y="14943"/>
                  <a:pt x="8696" y="14556"/>
                  <a:pt x="8696" y="14556"/>
                </a:cubicBezTo>
                <a:lnTo>
                  <a:pt x="8696" y="11558"/>
                </a:lnTo>
                <a:lnTo>
                  <a:pt x="9304" y="11558"/>
                </a:lnTo>
                <a:lnTo>
                  <a:pt x="9304" y="14362"/>
                </a:lnTo>
                <a:cubicBezTo>
                  <a:pt x="9304" y="14362"/>
                  <a:pt x="9304" y="14508"/>
                  <a:pt x="9507" y="14508"/>
                </a:cubicBezTo>
                <a:cubicBezTo>
                  <a:pt x="9710" y="14508"/>
                  <a:pt x="9913" y="14266"/>
                  <a:pt x="9913" y="14266"/>
                </a:cubicBezTo>
                <a:lnTo>
                  <a:pt x="9913" y="11558"/>
                </a:lnTo>
                <a:lnTo>
                  <a:pt x="10521" y="11558"/>
                </a:lnTo>
                <a:cubicBezTo>
                  <a:pt x="10521" y="11558"/>
                  <a:pt x="10521" y="14895"/>
                  <a:pt x="10521" y="14895"/>
                </a:cubicBezTo>
                <a:close/>
                <a:moveTo>
                  <a:pt x="8595" y="11074"/>
                </a:moveTo>
                <a:lnTo>
                  <a:pt x="7834" y="11074"/>
                </a:lnTo>
                <a:lnTo>
                  <a:pt x="7834" y="14895"/>
                </a:lnTo>
                <a:lnTo>
                  <a:pt x="7124" y="14895"/>
                </a:lnTo>
                <a:lnTo>
                  <a:pt x="7124" y="11074"/>
                </a:lnTo>
                <a:lnTo>
                  <a:pt x="6363" y="11074"/>
                </a:lnTo>
                <a:lnTo>
                  <a:pt x="6363" y="10446"/>
                </a:lnTo>
                <a:lnTo>
                  <a:pt x="8595" y="10446"/>
                </a:lnTo>
                <a:cubicBezTo>
                  <a:pt x="8595" y="10446"/>
                  <a:pt x="8595" y="11074"/>
                  <a:pt x="8595" y="11074"/>
                </a:cubicBezTo>
                <a:close/>
                <a:moveTo>
                  <a:pt x="14527" y="9430"/>
                </a:moveTo>
                <a:cubicBezTo>
                  <a:pt x="14527" y="9430"/>
                  <a:pt x="12667" y="9334"/>
                  <a:pt x="10800" y="9334"/>
                </a:cubicBezTo>
                <a:cubicBezTo>
                  <a:pt x="8940" y="9334"/>
                  <a:pt x="7074" y="9430"/>
                  <a:pt x="7074" y="9430"/>
                </a:cubicBezTo>
                <a:cubicBezTo>
                  <a:pt x="6233" y="9430"/>
                  <a:pt x="5552" y="10080"/>
                  <a:pt x="5552" y="10881"/>
                </a:cubicBezTo>
                <a:cubicBezTo>
                  <a:pt x="5552" y="10881"/>
                  <a:pt x="5400" y="11822"/>
                  <a:pt x="5400" y="12767"/>
                </a:cubicBezTo>
                <a:cubicBezTo>
                  <a:pt x="5400" y="13708"/>
                  <a:pt x="5552" y="14652"/>
                  <a:pt x="5552" y="14652"/>
                </a:cubicBezTo>
                <a:cubicBezTo>
                  <a:pt x="5552" y="15454"/>
                  <a:pt x="6233" y="16103"/>
                  <a:pt x="7074" y="16103"/>
                </a:cubicBezTo>
                <a:cubicBezTo>
                  <a:pt x="7074" y="16103"/>
                  <a:pt x="8905" y="16200"/>
                  <a:pt x="10800" y="16200"/>
                </a:cubicBezTo>
                <a:cubicBezTo>
                  <a:pt x="12630" y="16200"/>
                  <a:pt x="14527" y="16103"/>
                  <a:pt x="14527" y="16103"/>
                </a:cubicBezTo>
                <a:cubicBezTo>
                  <a:pt x="15367" y="16103"/>
                  <a:pt x="16048" y="15454"/>
                  <a:pt x="16048" y="14652"/>
                </a:cubicBezTo>
                <a:cubicBezTo>
                  <a:pt x="16048" y="14652"/>
                  <a:pt x="16200" y="13700"/>
                  <a:pt x="16200" y="12767"/>
                </a:cubicBezTo>
                <a:cubicBezTo>
                  <a:pt x="16200" y="11814"/>
                  <a:pt x="16048" y="10881"/>
                  <a:pt x="16048" y="10881"/>
                </a:cubicBezTo>
                <a:cubicBezTo>
                  <a:pt x="16048" y="10080"/>
                  <a:pt x="15367" y="9430"/>
                  <a:pt x="14527" y="9430"/>
                </a:cubicBezTo>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moveTo>
                  <a:pt x="11992" y="12090"/>
                </a:moveTo>
                <a:cubicBezTo>
                  <a:pt x="11860" y="12090"/>
                  <a:pt x="11757" y="12168"/>
                  <a:pt x="11687" y="12243"/>
                </a:cubicBezTo>
                <a:lnTo>
                  <a:pt x="11687" y="14276"/>
                </a:lnTo>
                <a:cubicBezTo>
                  <a:pt x="11751" y="14345"/>
                  <a:pt x="11847" y="14411"/>
                  <a:pt x="11992" y="14411"/>
                </a:cubicBezTo>
                <a:cubicBezTo>
                  <a:pt x="12296" y="14411"/>
                  <a:pt x="12296" y="14072"/>
                  <a:pt x="12296" y="14072"/>
                </a:cubicBezTo>
                <a:lnTo>
                  <a:pt x="12296" y="12428"/>
                </a:lnTo>
                <a:cubicBezTo>
                  <a:pt x="12296" y="12428"/>
                  <a:pt x="12245" y="12090"/>
                  <a:pt x="11992" y="12090"/>
                </a:cubicBezTo>
                <a:moveTo>
                  <a:pt x="7986" y="8751"/>
                </a:moveTo>
                <a:lnTo>
                  <a:pt x="8696" y="8751"/>
                </a:lnTo>
                <a:lnTo>
                  <a:pt x="8696" y="7188"/>
                </a:lnTo>
                <a:lnTo>
                  <a:pt x="9507" y="4970"/>
                </a:lnTo>
                <a:lnTo>
                  <a:pt x="8848" y="4970"/>
                </a:lnTo>
                <a:lnTo>
                  <a:pt x="8341" y="6433"/>
                </a:lnTo>
                <a:lnTo>
                  <a:pt x="7834" y="4970"/>
                </a:lnTo>
                <a:lnTo>
                  <a:pt x="7124" y="4970"/>
                </a:lnTo>
                <a:lnTo>
                  <a:pt x="7986" y="7188"/>
                </a:lnTo>
                <a:cubicBezTo>
                  <a:pt x="7986" y="7188"/>
                  <a:pt x="7986" y="8751"/>
                  <a:pt x="7986" y="8751"/>
                </a:cubicBezTo>
                <a:close/>
                <a:moveTo>
                  <a:pt x="12397" y="8801"/>
                </a:moveTo>
                <a:cubicBezTo>
                  <a:pt x="12802" y="8801"/>
                  <a:pt x="13158" y="8449"/>
                  <a:pt x="13158" y="8449"/>
                </a:cubicBezTo>
                <a:lnTo>
                  <a:pt x="13158" y="8751"/>
                </a:lnTo>
                <a:lnTo>
                  <a:pt x="13766" y="8751"/>
                </a:lnTo>
                <a:lnTo>
                  <a:pt x="13766" y="5878"/>
                </a:lnTo>
                <a:lnTo>
                  <a:pt x="13158" y="5878"/>
                </a:lnTo>
                <a:lnTo>
                  <a:pt x="13158" y="8096"/>
                </a:lnTo>
                <a:cubicBezTo>
                  <a:pt x="13158" y="8096"/>
                  <a:pt x="12955" y="8348"/>
                  <a:pt x="12752" y="8348"/>
                </a:cubicBezTo>
                <a:cubicBezTo>
                  <a:pt x="12549" y="8348"/>
                  <a:pt x="12549" y="8196"/>
                  <a:pt x="12549" y="8196"/>
                </a:cubicBezTo>
                <a:lnTo>
                  <a:pt x="12549" y="5878"/>
                </a:lnTo>
                <a:lnTo>
                  <a:pt x="11941" y="5878"/>
                </a:lnTo>
                <a:lnTo>
                  <a:pt x="11941" y="8398"/>
                </a:lnTo>
                <a:cubicBezTo>
                  <a:pt x="11941" y="8398"/>
                  <a:pt x="11992" y="8801"/>
                  <a:pt x="12397" y="8801"/>
                </a:cubicBezTo>
                <a:moveTo>
                  <a:pt x="10166" y="6634"/>
                </a:moveTo>
                <a:cubicBezTo>
                  <a:pt x="10166" y="6467"/>
                  <a:pt x="10302" y="6332"/>
                  <a:pt x="10470" y="6332"/>
                </a:cubicBezTo>
                <a:cubicBezTo>
                  <a:pt x="10639" y="6332"/>
                  <a:pt x="10775" y="6467"/>
                  <a:pt x="10775" y="6634"/>
                </a:cubicBezTo>
                <a:lnTo>
                  <a:pt x="10775" y="8045"/>
                </a:lnTo>
                <a:cubicBezTo>
                  <a:pt x="10775" y="8212"/>
                  <a:pt x="10639" y="8348"/>
                  <a:pt x="10470" y="8348"/>
                </a:cubicBezTo>
                <a:cubicBezTo>
                  <a:pt x="10302" y="8348"/>
                  <a:pt x="10166" y="8212"/>
                  <a:pt x="10166" y="8045"/>
                </a:cubicBezTo>
                <a:cubicBezTo>
                  <a:pt x="10166" y="8045"/>
                  <a:pt x="10166" y="6634"/>
                  <a:pt x="10166" y="6634"/>
                </a:cubicBezTo>
                <a:close/>
                <a:moveTo>
                  <a:pt x="10369" y="8801"/>
                </a:moveTo>
                <a:lnTo>
                  <a:pt x="10572" y="8801"/>
                </a:lnTo>
                <a:cubicBezTo>
                  <a:pt x="11020" y="8801"/>
                  <a:pt x="11383" y="8440"/>
                  <a:pt x="11383" y="7995"/>
                </a:cubicBezTo>
                <a:lnTo>
                  <a:pt x="11383" y="6684"/>
                </a:lnTo>
                <a:cubicBezTo>
                  <a:pt x="11383" y="6239"/>
                  <a:pt x="11020" y="5878"/>
                  <a:pt x="10572" y="5878"/>
                </a:cubicBezTo>
                <a:lnTo>
                  <a:pt x="10369" y="5878"/>
                </a:lnTo>
                <a:cubicBezTo>
                  <a:pt x="9921" y="5878"/>
                  <a:pt x="9558" y="6239"/>
                  <a:pt x="9558" y="6684"/>
                </a:cubicBezTo>
                <a:lnTo>
                  <a:pt x="9558" y="7995"/>
                </a:lnTo>
                <a:cubicBezTo>
                  <a:pt x="9558" y="8440"/>
                  <a:pt x="9921" y="8801"/>
                  <a:pt x="10369" y="8801"/>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4" name="Shape 2862">
            <a:extLst>
              <a:ext uri="{FF2B5EF4-FFF2-40B4-BE49-F238E27FC236}">
                <a16:creationId xmlns:a16="http://schemas.microsoft.com/office/drawing/2014/main" id="{EAC28E84-256F-4C5A-7EFF-F58D4C4F8350}"/>
              </a:ext>
            </a:extLst>
          </p:cNvPr>
          <p:cNvSpPr/>
          <p:nvPr/>
        </p:nvSpPr>
        <p:spPr>
          <a:xfrm>
            <a:off x="6808384" y="340578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10672" y="6382"/>
                </a:moveTo>
                <a:cubicBezTo>
                  <a:pt x="10464" y="6409"/>
                  <a:pt x="10255" y="6435"/>
                  <a:pt x="10045" y="6460"/>
                </a:cubicBezTo>
                <a:cubicBezTo>
                  <a:pt x="9652" y="6558"/>
                  <a:pt x="9223" y="6650"/>
                  <a:pt x="8905" y="6836"/>
                </a:cubicBezTo>
                <a:cubicBezTo>
                  <a:pt x="8055" y="7333"/>
                  <a:pt x="7467" y="7913"/>
                  <a:pt x="7073" y="8856"/>
                </a:cubicBezTo>
                <a:cubicBezTo>
                  <a:pt x="7009" y="9009"/>
                  <a:pt x="7007" y="9157"/>
                  <a:pt x="6960" y="9326"/>
                </a:cubicBezTo>
                <a:cubicBezTo>
                  <a:pt x="6658" y="10425"/>
                  <a:pt x="7194" y="11563"/>
                  <a:pt x="7844" y="11956"/>
                </a:cubicBezTo>
                <a:cubicBezTo>
                  <a:pt x="7969" y="12032"/>
                  <a:pt x="8254" y="12166"/>
                  <a:pt x="8358" y="11987"/>
                </a:cubicBezTo>
                <a:cubicBezTo>
                  <a:pt x="8416" y="11889"/>
                  <a:pt x="8403" y="11758"/>
                  <a:pt x="8439" y="11643"/>
                </a:cubicBezTo>
                <a:cubicBezTo>
                  <a:pt x="8462" y="11568"/>
                  <a:pt x="8536" y="11425"/>
                  <a:pt x="8519" y="11330"/>
                </a:cubicBezTo>
                <a:cubicBezTo>
                  <a:pt x="8490" y="11170"/>
                  <a:pt x="8318" y="11068"/>
                  <a:pt x="8246" y="10939"/>
                </a:cubicBezTo>
                <a:cubicBezTo>
                  <a:pt x="8099" y="10677"/>
                  <a:pt x="8092" y="10444"/>
                  <a:pt x="8020" y="10093"/>
                </a:cubicBezTo>
                <a:cubicBezTo>
                  <a:pt x="8026" y="10046"/>
                  <a:pt x="8031" y="9999"/>
                  <a:pt x="8037" y="9952"/>
                </a:cubicBezTo>
                <a:cubicBezTo>
                  <a:pt x="8058" y="9559"/>
                  <a:pt x="8124" y="9276"/>
                  <a:pt x="8246" y="8997"/>
                </a:cubicBezTo>
                <a:cubicBezTo>
                  <a:pt x="8601" y="8177"/>
                  <a:pt x="9172" y="7720"/>
                  <a:pt x="10094" y="7447"/>
                </a:cubicBezTo>
                <a:cubicBezTo>
                  <a:pt x="10300" y="7386"/>
                  <a:pt x="10882" y="7288"/>
                  <a:pt x="11187" y="7353"/>
                </a:cubicBezTo>
                <a:cubicBezTo>
                  <a:pt x="11369" y="7385"/>
                  <a:pt x="11551" y="7415"/>
                  <a:pt x="11733" y="7447"/>
                </a:cubicBezTo>
                <a:cubicBezTo>
                  <a:pt x="12393" y="7655"/>
                  <a:pt x="12874" y="8038"/>
                  <a:pt x="13131" y="8637"/>
                </a:cubicBezTo>
                <a:cubicBezTo>
                  <a:pt x="13292" y="9010"/>
                  <a:pt x="13339" y="9724"/>
                  <a:pt x="13227" y="10203"/>
                </a:cubicBezTo>
                <a:cubicBezTo>
                  <a:pt x="13174" y="10429"/>
                  <a:pt x="13183" y="10624"/>
                  <a:pt x="13115" y="10829"/>
                </a:cubicBezTo>
                <a:cubicBezTo>
                  <a:pt x="12865" y="11589"/>
                  <a:pt x="12498" y="12293"/>
                  <a:pt x="11668" y="12488"/>
                </a:cubicBezTo>
                <a:cubicBezTo>
                  <a:pt x="11121" y="12618"/>
                  <a:pt x="10711" y="12284"/>
                  <a:pt x="10576" y="11941"/>
                </a:cubicBezTo>
                <a:cubicBezTo>
                  <a:pt x="10538" y="11846"/>
                  <a:pt x="10474" y="11677"/>
                  <a:pt x="10512" y="11518"/>
                </a:cubicBezTo>
                <a:cubicBezTo>
                  <a:pt x="10656" y="10901"/>
                  <a:pt x="10865" y="10349"/>
                  <a:pt x="11026" y="9733"/>
                </a:cubicBezTo>
                <a:cubicBezTo>
                  <a:pt x="11179" y="9146"/>
                  <a:pt x="10888" y="8683"/>
                  <a:pt x="10431" y="8575"/>
                </a:cubicBezTo>
                <a:cubicBezTo>
                  <a:pt x="9863" y="8439"/>
                  <a:pt x="9424" y="8966"/>
                  <a:pt x="9274" y="9310"/>
                </a:cubicBezTo>
                <a:cubicBezTo>
                  <a:pt x="9155" y="9584"/>
                  <a:pt x="9083" y="10089"/>
                  <a:pt x="9177" y="10453"/>
                </a:cubicBezTo>
                <a:cubicBezTo>
                  <a:pt x="9207" y="10569"/>
                  <a:pt x="9347" y="10878"/>
                  <a:pt x="9322" y="10986"/>
                </a:cubicBezTo>
                <a:cubicBezTo>
                  <a:pt x="9213" y="11462"/>
                  <a:pt x="9088" y="11974"/>
                  <a:pt x="8953" y="12442"/>
                </a:cubicBezTo>
                <a:cubicBezTo>
                  <a:pt x="8812" y="12929"/>
                  <a:pt x="8736" y="13427"/>
                  <a:pt x="8599" y="13898"/>
                </a:cubicBezTo>
                <a:cubicBezTo>
                  <a:pt x="8536" y="14114"/>
                  <a:pt x="8539" y="14346"/>
                  <a:pt x="8487" y="14571"/>
                </a:cubicBezTo>
                <a:lnTo>
                  <a:pt x="8487" y="14900"/>
                </a:lnTo>
                <a:cubicBezTo>
                  <a:pt x="8440" y="15108"/>
                  <a:pt x="8475" y="15478"/>
                  <a:pt x="8519" y="15683"/>
                </a:cubicBezTo>
                <a:cubicBezTo>
                  <a:pt x="8547" y="15815"/>
                  <a:pt x="8502" y="15978"/>
                  <a:pt x="8567" y="16074"/>
                </a:cubicBezTo>
                <a:cubicBezTo>
                  <a:pt x="8568" y="16144"/>
                  <a:pt x="8577" y="16160"/>
                  <a:pt x="8599" y="16200"/>
                </a:cubicBezTo>
                <a:cubicBezTo>
                  <a:pt x="8800" y="16194"/>
                  <a:pt x="9078" y="15665"/>
                  <a:pt x="9177" y="15511"/>
                </a:cubicBezTo>
                <a:cubicBezTo>
                  <a:pt x="9369" y="15216"/>
                  <a:pt x="9546" y="14901"/>
                  <a:pt x="9692" y="14556"/>
                </a:cubicBezTo>
                <a:cubicBezTo>
                  <a:pt x="9823" y="14245"/>
                  <a:pt x="9844" y="13901"/>
                  <a:pt x="9949" y="13569"/>
                </a:cubicBezTo>
                <a:cubicBezTo>
                  <a:pt x="10025" y="13329"/>
                  <a:pt x="10133" y="13049"/>
                  <a:pt x="10158" y="12786"/>
                </a:cubicBezTo>
                <a:lnTo>
                  <a:pt x="10174" y="12786"/>
                </a:lnTo>
                <a:cubicBezTo>
                  <a:pt x="10216" y="12930"/>
                  <a:pt x="10367" y="13035"/>
                  <a:pt x="10480" y="13115"/>
                </a:cubicBezTo>
                <a:cubicBezTo>
                  <a:pt x="10833" y="13367"/>
                  <a:pt x="11441" y="13600"/>
                  <a:pt x="12102" y="13444"/>
                </a:cubicBezTo>
                <a:cubicBezTo>
                  <a:pt x="12850" y="13267"/>
                  <a:pt x="13446" y="12916"/>
                  <a:pt x="13838" y="12394"/>
                </a:cubicBezTo>
                <a:cubicBezTo>
                  <a:pt x="14127" y="12011"/>
                  <a:pt x="14345" y="11567"/>
                  <a:pt x="14513" y="11064"/>
                </a:cubicBezTo>
                <a:cubicBezTo>
                  <a:pt x="14596" y="10817"/>
                  <a:pt x="14613" y="10543"/>
                  <a:pt x="14674" y="10281"/>
                </a:cubicBezTo>
                <a:cubicBezTo>
                  <a:pt x="14827" y="9624"/>
                  <a:pt x="14623" y="8833"/>
                  <a:pt x="14433" y="8402"/>
                </a:cubicBezTo>
                <a:cubicBezTo>
                  <a:pt x="13856" y="7098"/>
                  <a:pt x="12630" y="6354"/>
                  <a:pt x="10672" y="6382"/>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5" name="Shape 2863">
            <a:extLst>
              <a:ext uri="{FF2B5EF4-FFF2-40B4-BE49-F238E27FC236}">
                <a16:creationId xmlns:a16="http://schemas.microsoft.com/office/drawing/2014/main" id="{2FB46CA6-A73A-D8C6-9766-0A5055A67E89}"/>
              </a:ext>
            </a:extLst>
          </p:cNvPr>
          <p:cNvSpPr/>
          <p:nvPr/>
        </p:nvSpPr>
        <p:spPr>
          <a:xfrm>
            <a:off x="7341645" y="340578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14281" y="6871"/>
                </a:moveTo>
                <a:cubicBezTo>
                  <a:pt x="12915" y="6830"/>
                  <a:pt x="11990" y="7537"/>
                  <a:pt x="11505" y="8992"/>
                </a:cubicBezTo>
                <a:cubicBezTo>
                  <a:pt x="11755" y="8897"/>
                  <a:pt x="11997" y="8849"/>
                  <a:pt x="12232" y="8849"/>
                </a:cubicBezTo>
                <a:cubicBezTo>
                  <a:pt x="12732" y="8849"/>
                  <a:pt x="12952" y="9108"/>
                  <a:pt x="12893" y="9624"/>
                </a:cubicBezTo>
                <a:cubicBezTo>
                  <a:pt x="12864" y="9937"/>
                  <a:pt x="12643" y="10393"/>
                  <a:pt x="12232" y="10991"/>
                </a:cubicBezTo>
                <a:cubicBezTo>
                  <a:pt x="11821" y="11589"/>
                  <a:pt x="11513" y="11888"/>
                  <a:pt x="11307" y="11888"/>
                </a:cubicBezTo>
                <a:cubicBezTo>
                  <a:pt x="11043" y="11888"/>
                  <a:pt x="10800" y="11426"/>
                  <a:pt x="10580" y="10502"/>
                </a:cubicBezTo>
                <a:cubicBezTo>
                  <a:pt x="10506" y="10230"/>
                  <a:pt x="10374" y="9536"/>
                  <a:pt x="10183" y="8421"/>
                </a:cubicBezTo>
                <a:cubicBezTo>
                  <a:pt x="10007" y="7388"/>
                  <a:pt x="9537" y="6905"/>
                  <a:pt x="8774" y="6973"/>
                </a:cubicBezTo>
                <a:cubicBezTo>
                  <a:pt x="8450" y="7000"/>
                  <a:pt x="7966" y="7272"/>
                  <a:pt x="7320" y="7789"/>
                </a:cubicBezTo>
                <a:cubicBezTo>
                  <a:pt x="6849" y="8183"/>
                  <a:pt x="6372" y="8577"/>
                  <a:pt x="5888" y="8972"/>
                </a:cubicBezTo>
                <a:lnTo>
                  <a:pt x="6350" y="9522"/>
                </a:lnTo>
                <a:cubicBezTo>
                  <a:pt x="6790" y="9237"/>
                  <a:pt x="7047" y="9094"/>
                  <a:pt x="7121" y="9094"/>
                </a:cubicBezTo>
                <a:cubicBezTo>
                  <a:pt x="7459" y="9094"/>
                  <a:pt x="7774" y="9583"/>
                  <a:pt x="8068" y="10562"/>
                </a:cubicBezTo>
                <a:cubicBezTo>
                  <a:pt x="8333" y="11460"/>
                  <a:pt x="8597" y="12358"/>
                  <a:pt x="8861" y="13255"/>
                </a:cubicBezTo>
                <a:cubicBezTo>
                  <a:pt x="9258" y="14234"/>
                  <a:pt x="9743" y="14723"/>
                  <a:pt x="10316" y="14723"/>
                </a:cubicBezTo>
                <a:cubicBezTo>
                  <a:pt x="11241" y="14723"/>
                  <a:pt x="12372" y="13921"/>
                  <a:pt x="13709" y="12317"/>
                </a:cubicBezTo>
                <a:cubicBezTo>
                  <a:pt x="15001" y="10780"/>
                  <a:pt x="15669" y="9570"/>
                  <a:pt x="15713" y="8686"/>
                </a:cubicBezTo>
                <a:cubicBezTo>
                  <a:pt x="15772" y="7503"/>
                  <a:pt x="15295" y="6898"/>
                  <a:pt x="14281" y="6871"/>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6" name="Shape 2864">
            <a:extLst>
              <a:ext uri="{FF2B5EF4-FFF2-40B4-BE49-F238E27FC236}">
                <a16:creationId xmlns:a16="http://schemas.microsoft.com/office/drawing/2014/main" id="{29578200-5EF3-BDE7-DDCB-F03176F376F6}"/>
              </a:ext>
            </a:extLst>
          </p:cNvPr>
          <p:cNvSpPr/>
          <p:nvPr/>
        </p:nvSpPr>
        <p:spPr>
          <a:xfrm>
            <a:off x="7874906" y="340578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4725" y="7359"/>
                </a:moveTo>
                <a:lnTo>
                  <a:pt x="13743" y="7359"/>
                </a:lnTo>
                <a:lnTo>
                  <a:pt x="13743" y="8833"/>
                </a:lnTo>
                <a:lnTo>
                  <a:pt x="12265" y="8833"/>
                </a:lnTo>
                <a:lnTo>
                  <a:pt x="12265" y="9816"/>
                </a:lnTo>
                <a:lnTo>
                  <a:pt x="13743" y="9816"/>
                </a:lnTo>
                <a:lnTo>
                  <a:pt x="13743" y="11283"/>
                </a:lnTo>
                <a:lnTo>
                  <a:pt x="14725" y="11283"/>
                </a:lnTo>
                <a:lnTo>
                  <a:pt x="14725" y="9816"/>
                </a:lnTo>
                <a:lnTo>
                  <a:pt x="16205" y="9816"/>
                </a:lnTo>
                <a:lnTo>
                  <a:pt x="16205" y="8833"/>
                </a:lnTo>
                <a:lnTo>
                  <a:pt x="14725" y="8833"/>
                </a:lnTo>
                <a:cubicBezTo>
                  <a:pt x="14725" y="8833"/>
                  <a:pt x="14725" y="7359"/>
                  <a:pt x="14725" y="7359"/>
                </a:cubicBezTo>
                <a:close/>
                <a:moveTo>
                  <a:pt x="9321" y="13946"/>
                </a:moveTo>
                <a:cubicBezTo>
                  <a:pt x="8620" y="13946"/>
                  <a:pt x="8071" y="13495"/>
                  <a:pt x="8071" y="12919"/>
                </a:cubicBezTo>
                <a:cubicBezTo>
                  <a:pt x="8071" y="12392"/>
                  <a:pt x="8713" y="11929"/>
                  <a:pt x="9446" y="11929"/>
                </a:cubicBezTo>
                <a:lnTo>
                  <a:pt x="9446" y="11723"/>
                </a:lnTo>
                <a:lnTo>
                  <a:pt x="9447" y="11723"/>
                </a:lnTo>
                <a:lnTo>
                  <a:pt x="9465" y="11929"/>
                </a:lnTo>
                <a:cubicBezTo>
                  <a:pt x="9624" y="11930"/>
                  <a:pt x="9777" y="11954"/>
                  <a:pt x="9922" y="12000"/>
                </a:cubicBezTo>
                <a:lnTo>
                  <a:pt x="10067" y="12104"/>
                </a:lnTo>
                <a:cubicBezTo>
                  <a:pt x="10440" y="12371"/>
                  <a:pt x="10637" y="12521"/>
                  <a:pt x="10695" y="12764"/>
                </a:cubicBezTo>
                <a:cubicBezTo>
                  <a:pt x="10710" y="12827"/>
                  <a:pt x="10717" y="12891"/>
                  <a:pt x="10717" y="12954"/>
                </a:cubicBezTo>
                <a:cubicBezTo>
                  <a:pt x="10717" y="13612"/>
                  <a:pt x="10247" y="13946"/>
                  <a:pt x="9321" y="13946"/>
                </a:cubicBezTo>
                <a:moveTo>
                  <a:pt x="8542" y="8739"/>
                </a:moveTo>
                <a:cubicBezTo>
                  <a:pt x="8495" y="8362"/>
                  <a:pt x="8574" y="8014"/>
                  <a:pt x="8754" y="7806"/>
                </a:cubicBezTo>
                <a:cubicBezTo>
                  <a:pt x="8864" y="7680"/>
                  <a:pt x="9006" y="7613"/>
                  <a:pt x="9164" y="7613"/>
                </a:cubicBezTo>
                <a:lnTo>
                  <a:pt x="9164" y="7409"/>
                </a:lnTo>
                <a:lnTo>
                  <a:pt x="9182" y="7613"/>
                </a:lnTo>
                <a:cubicBezTo>
                  <a:pt x="9653" y="7628"/>
                  <a:pt x="10105" y="8185"/>
                  <a:pt x="10189" y="8855"/>
                </a:cubicBezTo>
                <a:cubicBezTo>
                  <a:pt x="10237" y="9239"/>
                  <a:pt x="10155" y="9596"/>
                  <a:pt x="9970" y="9809"/>
                </a:cubicBezTo>
                <a:cubicBezTo>
                  <a:pt x="9860" y="9935"/>
                  <a:pt x="9722" y="10002"/>
                  <a:pt x="9550" y="10001"/>
                </a:cubicBezTo>
                <a:lnTo>
                  <a:pt x="9549" y="10001"/>
                </a:lnTo>
                <a:cubicBezTo>
                  <a:pt x="9087" y="9988"/>
                  <a:pt x="8626" y="9409"/>
                  <a:pt x="8542" y="8739"/>
                </a:cubicBezTo>
                <a:moveTo>
                  <a:pt x="10838" y="11196"/>
                </a:moveTo>
                <a:cubicBezTo>
                  <a:pt x="10586" y="11009"/>
                  <a:pt x="10351" y="10732"/>
                  <a:pt x="10342" y="10646"/>
                </a:cubicBezTo>
                <a:cubicBezTo>
                  <a:pt x="10342" y="10499"/>
                  <a:pt x="10342" y="10431"/>
                  <a:pt x="10689" y="10148"/>
                </a:cubicBezTo>
                <a:cubicBezTo>
                  <a:pt x="11138" y="9780"/>
                  <a:pt x="11386" y="9295"/>
                  <a:pt x="11386" y="8784"/>
                </a:cubicBezTo>
                <a:cubicBezTo>
                  <a:pt x="11386" y="8342"/>
                  <a:pt x="11262" y="7947"/>
                  <a:pt x="11050" y="7659"/>
                </a:cubicBezTo>
                <a:lnTo>
                  <a:pt x="11238" y="7659"/>
                </a:lnTo>
                <a:lnTo>
                  <a:pt x="12276" y="6873"/>
                </a:lnTo>
                <a:lnTo>
                  <a:pt x="9463" y="6873"/>
                </a:lnTo>
                <a:cubicBezTo>
                  <a:pt x="8335" y="6873"/>
                  <a:pt x="7345" y="7759"/>
                  <a:pt x="7345" y="8769"/>
                </a:cubicBezTo>
                <a:cubicBezTo>
                  <a:pt x="7345" y="9812"/>
                  <a:pt x="8109" y="10605"/>
                  <a:pt x="9137" y="10648"/>
                </a:cubicBezTo>
                <a:cubicBezTo>
                  <a:pt x="9121" y="10722"/>
                  <a:pt x="9113" y="10795"/>
                  <a:pt x="9113" y="10868"/>
                </a:cubicBezTo>
                <a:cubicBezTo>
                  <a:pt x="9113" y="11018"/>
                  <a:pt x="9147" y="11162"/>
                  <a:pt x="9216" y="11300"/>
                </a:cubicBezTo>
                <a:cubicBezTo>
                  <a:pt x="7943" y="11309"/>
                  <a:pt x="6870" y="12161"/>
                  <a:pt x="6870" y="13167"/>
                </a:cubicBezTo>
                <a:cubicBezTo>
                  <a:pt x="6870" y="14071"/>
                  <a:pt x="7903" y="14727"/>
                  <a:pt x="9325" y="14727"/>
                </a:cubicBezTo>
                <a:cubicBezTo>
                  <a:pt x="10861" y="14727"/>
                  <a:pt x="11690" y="13766"/>
                  <a:pt x="11690" y="12860"/>
                </a:cubicBezTo>
                <a:cubicBezTo>
                  <a:pt x="11690" y="12108"/>
                  <a:pt x="11459" y="11656"/>
                  <a:pt x="10838" y="11196"/>
                </a:cubicBezTo>
                <a:moveTo>
                  <a:pt x="10800" y="20618"/>
                </a:moveTo>
                <a:cubicBezTo>
                  <a:pt x="5378" y="20618"/>
                  <a:pt x="982" y="16223"/>
                  <a:pt x="982" y="10800"/>
                </a:cubicBezTo>
                <a:cubicBezTo>
                  <a:pt x="982" y="5378"/>
                  <a:pt x="5378" y="982"/>
                  <a:pt x="10800" y="982"/>
                </a:cubicBezTo>
                <a:cubicBezTo>
                  <a:pt x="16223" y="982"/>
                  <a:pt x="20618" y="5378"/>
                  <a:pt x="20618" y="10800"/>
                </a:cubicBezTo>
                <a:cubicBezTo>
                  <a:pt x="20618" y="16223"/>
                  <a:pt x="16223" y="20618"/>
                  <a:pt x="10800" y="20618"/>
                </a:cubicBezTo>
                <a:moveTo>
                  <a:pt x="10800" y="0"/>
                </a:moveTo>
                <a:cubicBezTo>
                  <a:pt x="4836" y="0"/>
                  <a:pt x="0" y="4835"/>
                  <a:pt x="0" y="10800"/>
                </a:cubicBezTo>
                <a:cubicBezTo>
                  <a:pt x="0" y="16765"/>
                  <a:pt x="4836" y="21600"/>
                  <a:pt x="10800" y="21600"/>
                </a:cubicBezTo>
                <a:cubicBezTo>
                  <a:pt x="16765" y="21600"/>
                  <a:pt x="21600" y="16765"/>
                  <a:pt x="21600" y="10800"/>
                </a:cubicBezTo>
                <a:cubicBezTo>
                  <a:pt x="21600" y="4835"/>
                  <a:pt x="16765" y="0"/>
                  <a:pt x="108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7" name="Shape 2865">
            <a:extLst>
              <a:ext uri="{FF2B5EF4-FFF2-40B4-BE49-F238E27FC236}">
                <a16:creationId xmlns:a16="http://schemas.microsoft.com/office/drawing/2014/main" id="{60A1C0F6-9BE3-ED8D-7985-7916776BFD8D}"/>
              </a:ext>
            </a:extLst>
          </p:cNvPr>
          <p:cNvSpPr/>
          <p:nvPr/>
        </p:nvSpPr>
        <p:spPr>
          <a:xfrm>
            <a:off x="8408167" y="340578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13430" y="9320"/>
                </a:moveTo>
                <a:cubicBezTo>
                  <a:pt x="11975" y="9320"/>
                  <a:pt x="11780" y="10196"/>
                  <a:pt x="11780" y="10196"/>
                </a:cubicBezTo>
                <a:lnTo>
                  <a:pt x="11782" y="9327"/>
                </a:lnTo>
                <a:lnTo>
                  <a:pt x="9818" y="9327"/>
                </a:lnTo>
                <a:lnTo>
                  <a:pt x="9818" y="14727"/>
                </a:lnTo>
                <a:lnTo>
                  <a:pt x="11782" y="14727"/>
                </a:lnTo>
                <a:lnTo>
                  <a:pt x="11782" y="11782"/>
                </a:lnTo>
                <a:cubicBezTo>
                  <a:pt x="11782" y="11782"/>
                  <a:pt x="11782" y="10793"/>
                  <a:pt x="12616" y="10793"/>
                </a:cubicBezTo>
                <a:cubicBezTo>
                  <a:pt x="13086" y="10793"/>
                  <a:pt x="13255" y="11232"/>
                  <a:pt x="13255" y="11782"/>
                </a:cubicBezTo>
                <a:lnTo>
                  <a:pt x="13255" y="14727"/>
                </a:lnTo>
                <a:lnTo>
                  <a:pt x="15218" y="14727"/>
                </a:lnTo>
                <a:lnTo>
                  <a:pt x="15218" y="11782"/>
                </a:lnTo>
                <a:cubicBezTo>
                  <a:pt x="15218" y="10245"/>
                  <a:pt x="14550" y="9320"/>
                  <a:pt x="13430" y="9320"/>
                </a:cubicBezTo>
                <a:moveTo>
                  <a:pt x="6873" y="14727"/>
                </a:moveTo>
                <a:lnTo>
                  <a:pt x="8829" y="14727"/>
                </a:lnTo>
                <a:lnTo>
                  <a:pt x="8829" y="9320"/>
                </a:lnTo>
                <a:lnTo>
                  <a:pt x="6873" y="9320"/>
                </a:lnTo>
                <a:cubicBezTo>
                  <a:pt x="6873" y="9320"/>
                  <a:pt x="6873" y="14727"/>
                  <a:pt x="6873" y="14727"/>
                </a:cubicBezTo>
                <a:close/>
                <a:moveTo>
                  <a:pt x="7851" y="6873"/>
                </a:moveTo>
                <a:cubicBezTo>
                  <a:pt x="7311" y="6873"/>
                  <a:pt x="6873" y="7313"/>
                  <a:pt x="6873" y="7856"/>
                </a:cubicBezTo>
                <a:cubicBezTo>
                  <a:pt x="6873" y="8399"/>
                  <a:pt x="7311" y="8839"/>
                  <a:pt x="7851" y="8839"/>
                </a:cubicBezTo>
                <a:cubicBezTo>
                  <a:pt x="8391" y="8839"/>
                  <a:pt x="8829" y="8399"/>
                  <a:pt x="8829" y="7856"/>
                </a:cubicBezTo>
                <a:cubicBezTo>
                  <a:pt x="8829" y="7313"/>
                  <a:pt x="8391" y="6873"/>
                  <a:pt x="7851" y="687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8" name="Shape 2866">
            <a:extLst>
              <a:ext uri="{FF2B5EF4-FFF2-40B4-BE49-F238E27FC236}">
                <a16:creationId xmlns:a16="http://schemas.microsoft.com/office/drawing/2014/main" id="{354FF2F2-D6F6-26B0-601B-812B585C85A0}"/>
              </a:ext>
            </a:extLst>
          </p:cNvPr>
          <p:cNvSpPr/>
          <p:nvPr/>
        </p:nvSpPr>
        <p:spPr>
          <a:xfrm>
            <a:off x="8941428" y="340578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moveTo>
                  <a:pt x="11591" y="13291"/>
                </a:moveTo>
                <a:cubicBezTo>
                  <a:pt x="11452" y="13214"/>
                  <a:pt x="11342" y="13108"/>
                  <a:pt x="11291" y="12978"/>
                </a:cubicBezTo>
                <a:cubicBezTo>
                  <a:pt x="11284" y="12956"/>
                  <a:pt x="11290" y="10299"/>
                  <a:pt x="11290" y="10299"/>
                </a:cubicBezTo>
                <a:lnTo>
                  <a:pt x="13256" y="10299"/>
                </a:lnTo>
                <a:lnTo>
                  <a:pt x="13256" y="8836"/>
                </a:lnTo>
                <a:lnTo>
                  <a:pt x="11292" y="8836"/>
                </a:lnTo>
                <a:lnTo>
                  <a:pt x="11292" y="6873"/>
                </a:lnTo>
                <a:lnTo>
                  <a:pt x="10042" y="6879"/>
                </a:lnTo>
                <a:cubicBezTo>
                  <a:pt x="9988" y="7284"/>
                  <a:pt x="9891" y="7618"/>
                  <a:pt x="9750" y="7879"/>
                </a:cubicBezTo>
                <a:cubicBezTo>
                  <a:pt x="9608" y="8142"/>
                  <a:pt x="9420" y="8366"/>
                  <a:pt x="9187" y="8553"/>
                </a:cubicBezTo>
                <a:cubicBezTo>
                  <a:pt x="8953" y="8740"/>
                  <a:pt x="8672" y="8883"/>
                  <a:pt x="8344" y="8984"/>
                </a:cubicBezTo>
                <a:lnTo>
                  <a:pt x="8345" y="10309"/>
                </a:lnTo>
                <a:lnTo>
                  <a:pt x="9328" y="10299"/>
                </a:lnTo>
                <a:lnTo>
                  <a:pt x="9328" y="12846"/>
                </a:lnTo>
                <a:cubicBezTo>
                  <a:pt x="9328" y="13204"/>
                  <a:pt x="9369" y="13478"/>
                  <a:pt x="9448" y="13667"/>
                </a:cubicBezTo>
                <a:cubicBezTo>
                  <a:pt x="9528" y="13856"/>
                  <a:pt x="9671" y="14034"/>
                  <a:pt x="9879" y="14202"/>
                </a:cubicBezTo>
                <a:cubicBezTo>
                  <a:pt x="10086" y="14370"/>
                  <a:pt x="10336" y="14498"/>
                  <a:pt x="10629" y="14589"/>
                </a:cubicBezTo>
                <a:cubicBezTo>
                  <a:pt x="10922" y="14679"/>
                  <a:pt x="11238" y="14727"/>
                  <a:pt x="11620" y="14727"/>
                </a:cubicBezTo>
                <a:cubicBezTo>
                  <a:pt x="11955" y="14727"/>
                  <a:pt x="12228" y="14693"/>
                  <a:pt x="12517" y="14629"/>
                </a:cubicBezTo>
                <a:cubicBezTo>
                  <a:pt x="12806" y="14566"/>
                  <a:pt x="13221" y="14455"/>
                  <a:pt x="13578" y="14297"/>
                </a:cubicBezTo>
                <a:lnTo>
                  <a:pt x="13583" y="13091"/>
                </a:lnTo>
                <a:cubicBezTo>
                  <a:pt x="13165" y="13349"/>
                  <a:pt x="12648" y="13447"/>
                  <a:pt x="12225" y="13447"/>
                </a:cubicBezTo>
                <a:cubicBezTo>
                  <a:pt x="11987" y="13447"/>
                  <a:pt x="11776" y="13395"/>
                  <a:pt x="11591" y="13291"/>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9" name="Shape 2867">
            <a:extLst>
              <a:ext uri="{FF2B5EF4-FFF2-40B4-BE49-F238E27FC236}">
                <a16:creationId xmlns:a16="http://schemas.microsoft.com/office/drawing/2014/main" id="{250A63DF-CB2E-F412-5DE6-824CFEEEE74E}"/>
              </a:ext>
            </a:extLst>
          </p:cNvPr>
          <p:cNvSpPr/>
          <p:nvPr/>
        </p:nvSpPr>
        <p:spPr>
          <a:xfrm>
            <a:off x="9474689" y="340578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4291" y="6986"/>
                </a:moveTo>
                <a:cubicBezTo>
                  <a:pt x="14241" y="6976"/>
                  <a:pt x="14187" y="6971"/>
                  <a:pt x="14134" y="6971"/>
                </a:cubicBezTo>
                <a:cubicBezTo>
                  <a:pt x="13808" y="6971"/>
                  <a:pt x="13598" y="7166"/>
                  <a:pt x="13572" y="7494"/>
                </a:cubicBezTo>
                <a:cubicBezTo>
                  <a:pt x="13242" y="11704"/>
                  <a:pt x="13044" y="12909"/>
                  <a:pt x="13042" y="12921"/>
                </a:cubicBezTo>
                <a:lnTo>
                  <a:pt x="13046" y="13020"/>
                </a:lnTo>
                <a:lnTo>
                  <a:pt x="13142" y="13032"/>
                </a:lnTo>
                <a:lnTo>
                  <a:pt x="13172" y="13032"/>
                </a:lnTo>
                <a:cubicBezTo>
                  <a:pt x="13281" y="13032"/>
                  <a:pt x="13386" y="13050"/>
                  <a:pt x="13473" y="13085"/>
                </a:cubicBezTo>
                <a:lnTo>
                  <a:pt x="13579" y="13126"/>
                </a:lnTo>
                <a:lnTo>
                  <a:pt x="13598" y="13012"/>
                </a:lnTo>
                <a:cubicBezTo>
                  <a:pt x="13837" y="11522"/>
                  <a:pt x="14296" y="9525"/>
                  <a:pt x="14542" y="8453"/>
                </a:cubicBezTo>
                <a:cubicBezTo>
                  <a:pt x="14618" y="8121"/>
                  <a:pt x="14675" y="7877"/>
                  <a:pt x="14698" y="7763"/>
                </a:cubicBezTo>
                <a:cubicBezTo>
                  <a:pt x="14745" y="7530"/>
                  <a:pt x="14724" y="7343"/>
                  <a:pt x="14637" y="7206"/>
                </a:cubicBezTo>
                <a:cubicBezTo>
                  <a:pt x="14563" y="7092"/>
                  <a:pt x="14447" y="7018"/>
                  <a:pt x="14291" y="6986"/>
                </a:cubicBezTo>
                <a:moveTo>
                  <a:pt x="13280" y="13606"/>
                </a:moveTo>
                <a:cubicBezTo>
                  <a:pt x="12921" y="13524"/>
                  <a:pt x="12660" y="13682"/>
                  <a:pt x="12569" y="14030"/>
                </a:cubicBezTo>
                <a:cubicBezTo>
                  <a:pt x="12528" y="14187"/>
                  <a:pt x="12550" y="14335"/>
                  <a:pt x="12631" y="14459"/>
                </a:cubicBezTo>
                <a:cubicBezTo>
                  <a:pt x="12706" y="14574"/>
                  <a:pt x="12831" y="14661"/>
                  <a:pt x="12982" y="14701"/>
                </a:cubicBezTo>
                <a:cubicBezTo>
                  <a:pt x="13045" y="14719"/>
                  <a:pt x="13109" y="14728"/>
                  <a:pt x="13172" y="14728"/>
                </a:cubicBezTo>
                <a:cubicBezTo>
                  <a:pt x="13438" y="14728"/>
                  <a:pt x="13639" y="14578"/>
                  <a:pt x="13698" y="14338"/>
                </a:cubicBezTo>
                <a:cubicBezTo>
                  <a:pt x="13741" y="14156"/>
                  <a:pt x="13722" y="13990"/>
                  <a:pt x="13643" y="13857"/>
                </a:cubicBezTo>
                <a:cubicBezTo>
                  <a:pt x="13567" y="13732"/>
                  <a:pt x="13439" y="13644"/>
                  <a:pt x="13280" y="13606"/>
                </a:cubicBezTo>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moveTo>
                  <a:pt x="13098" y="6884"/>
                </a:moveTo>
                <a:lnTo>
                  <a:pt x="12930" y="6884"/>
                </a:lnTo>
                <a:lnTo>
                  <a:pt x="12906" y="6887"/>
                </a:lnTo>
                <a:cubicBezTo>
                  <a:pt x="12646" y="6961"/>
                  <a:pt x="12244" y="6961"/>
                  <a:pt x="11983" y="6887"/>
                </a:cubicBezTo>
                <a:lnTo>
                  <a:pt x="11902" y="6884"/>
                </a:lnTo>
                <a:lnTo>
                  <a:pt x="9988" y="10156"/>
                </a:lnTo>
                <a:lnTo>
                  <a:pt x="8067" y="6873"/>
                </a:lnTo>
                <a:lnTo>
                  <a:pt x="8000" y="6891"/>
                </a:lnTo>
                <a:cubicBezTo>
                  <a:pt x="7739" y="6962"/>
                  <a:pt x="7347" y="6960"/>
                  <a:pt x="7088" y="6887"/>
                </a:cubicBezTo>
                <a:lnTo>
                  <a:pt x="6878" y="6884"/>
                </a:lnTo>
                <a:lnTo>
                  <a:pt x="9482" y="11392"/>
                </a:lnTo>
                <a:lnTo>
                  <a:pt x="9404" y="14626"/>
                </a:lnTo>
                <a:lnTo>
                  <a:pt x="9407" y="14722"/>
                </a:lnTo>
                <a:lnTo>
                  <a:pt x="9502" y="14722"/>
                </a:lnTo>
                <a:lnTo>
                  <a:pt x="9526" y="14719"/>
                </a:lnTo>
                <a:cubicBezTo>
                  <a:pt x="9786" y="14646"/>
                  <a:pt x="10190" y="14646"/>
                  <a:pt x="10449" y="14719"/>
                </a:cubicBezTo>
                <a:lnTo>
                  <a:pt x="10573" y="14722"/>
                </a:lnTo>
                <a:lnTo>
                  <a:pt x="10512" y="11391"/>
                </a:lnTo>
                <a:cubicBezTo>
                  <a:pt x="10600" y="11229"/>
                  <a:pt x="11150" y="10205"/>
                  <a:pt x="11738" y="9180"/>
                </a:cubicBezTo>
                <a:cubicBezTo>
                  <a:pt x="12342" y="8126"/>
                  <a:pt x="13008" y="7040"/>
                  <a:pt x="13015" y="7029"/>
                </a:cubicBezTo>
                <a:cubicBezTo>
                  <a:pt x="13015" y="7029"/>
                  <a:pt x="13098" y="6884"/>
                  <a:pt x="13098" y="6884"/>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0" name="Shape 2868">
            <a:extLst>
              <a:ext uri="{FF2B5EF4-FFF2-40B4-BE49-F238E27FC236}">
                <a16:creationId xmlns:a16="http://schemas.microsoft.com/office/drawing/2014/main" id="{B2FD6114-2F94-131C-9AAB-6CBC81060EFC}"/>
              </a:ext>
            </a:extLst>
          </p:cNvPr>
          <p:cNvSpPr/>
          <p:nvPr/>
        </p:nvSpPr>
        <p:spPr>
          <a:xfrm>
            <a:off x="10007950" y="340578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moveTo>
                  <a:pt x="13062" y="5890"/>
                </a:moveTo>
                <a:lnTo>
                  <a:pt x="10786" y="7776"/>
                </a:lnTo>
                <a:lnTo>
                  <a:pt x="13925" y="9725"/>
                </a:lnTo>
                <a:lnTo>
                  <a:pt x="16200" y="7926"/>
                </a:lnTo>
                <a:cubicBezTo>
                  <a:pt x="16200" y="7926"/>
                  <a:pt x="13062" y="5890"/>
                  <a:pt x="13062" y="5890"/>
                </a:cubicBezTo>
                <a:close/>
                <a:moveTo>
                  <a:pt x="5400" y="8027"/>
                </a:moveTo>
                <a:lnTo>
                  <a:pt x="7647" y="9763"/>
                </a:lnTo>
                <a:lnTo>
                  <a:pt x="10786" y="7776"/>
                </a:lnTo>
                <a:lnTo>
                  <a:pt x="8630" y="5891"/>
                </a:lnTo>
                <a:cubicBezTo>
                  <a:pt x="8630" y="5891"/>
                  <a:pt x="5400" y="8027"/>
                  <a:pt x="5400" y="8027"/>
                </a:cubicBezTo>
                <a:close/>
                <a:moveTo>
                  <a:pt x="12965" y="14699"/>
                </a:moveTo>
                <a:lnTo>
                  <a:pt x="12958" y="14707"/>
                </a:lnTo>
                <a:lnTo>
                  <a:pt x="10801" y="13100"/>
                </a:lnTo>
                <a:lnTo>
                  <a:pt x="8731" y="14685"/>
                </a:lnTo>
                <a:lnTo>
                  <a:pt x="8712" y="14715"/>
                </a:lnTo>
                <a:lnTo>
                  <a:pt x="7571" y="14025"/>
                </a:lnTo>
                <a:lnTo>
                  <a:pt x="7571" y="14627"/>
                </a:lnTo>
                <a:lnTo>
                  <a:pt x="10799" y="16692"/>
                </a:lnTo>
                <a:lnTo>
                  <a:pt x="14000" y="14627"/>
                </a:lnTo>
                <a:lnTo>
                  <a:pt x="14000" y="14067"/>
                </a:lnTo>
                <a:lnTo>
                  <a:pt x="12965" y="14699"/>
                </a:lnTo>
                <a:cubicBezTo>
                  <a:pt x="12965" y="14699"/>
                  <a:pt x="12965" y="14699"/>
                  <a:pt x="12965" y="14699"/>
                </a:cubicBezTo>
                <a:close/>
                <a:moveTo>
                  <a:pt x="7642" y="9766"/>
                </a:moveTo>
                <a:lnTo>
                  <a:pt x="5404" y="11577"/>
                </a:lnTo>
                <a:lnTo>
                  <a:pt x="7350" y="12746"/>
                </a:lnTo>
                <a:lnTo>
                  <a:pt x="7351" y="12745"/>
                </a:lnTo>
                <a:lnTo>
                  <a:pt x="7775" y="13002"/>
                </a:lnTo>
                <a:lnTo>
                  <a:pt x="8631" y="13516"/>
                </a:lnTo>
                <a:lnTo>
                  <a:pt x="10063" y="12429"/>
                </a:lnTo>
                <a:lnTo>
                  <a:pt x="10780" y="11880"/>
                </a:lnTo>
                <a:lnTo>
                  <a:pt x="10782" y="11882"/>
                </a:lnTo>
                <a:lnTo>
                  <a:pt x="10786" y="11880"/>
                </a:lnTo>
                <a:lnTo>
                  <a:pt x="10798" y="11888"/>
                </a:lnTo>
                <a:lnTo>
                  <a:pt x="10805" y="11880"/>
                </a:lnTo>
                <a:lnTo>
                  <a:pt x="12509" y="13148"/>
                </a:lnTo>
                <a:lnTo>
                  <a:pt x="13007" y="13515"/>
                </a:lnTo>
                <a:lnTo>
                  <a:pt x="16198" y="11575"/>
                </a:lnTo>
                <a:lnTo>
                  <a:pt x="13925" y="9727"/>
                </a:lnTo>
                <a:lnTo>
                  <a:pt x="10788" y="11715"/>
                </a:lnTo>
                <a:cubicBezTo>
                  <a:pt x="10788" y="11715"/>
                  <a:pt x="7642" y="9766"/>
                  <a:pt x="7642" y="9766"/>
                </a:cubicBezTo>
                <a:close/>
                <a:moveTo>
                  <a:pt x="13925" y="9727"/>
                </a:moveTo>
                <a:lnTo>
                  <a:pt x="13925" y="9725"/>
                </a:lnTo>
                <a:lnTo>
                  <a:pt x="13925" y="9725"/>
                </a:lnTo>
                <a:lnTo>
                  <a:pt x="13924" y="9725"/>
                </a:lnTo>
                <a:cubicBezTo>
                  <a:pt x="13924" y="9725"/>
                  <a:pt x="13925" y="9727"/>
                  <a:pt x="13925" y="9727"/>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1" name="Shape 2869">
            <a:extLst>
              <a:ext uri="{FF2B5EF4-FFF2-40B4-BE49-F238E27FC236}">
                <a16:creationId xmlns:a16="http://schemas.microsoft.com/office/drawing/2014/main" id="{B794B6F1-0DE2-9C88-5C74-99410D9FB56B}"/>
              </a:ext>
            </a:extLst>
          </p:cNvPr>
          <p:cNvSpPr/>
          <p:nvPr/>
        </p:nvSpPr>
        <p:spPr>
          <a:xfrm>
            <a:off x="10541211" y="340578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4727" y="13745"/>
                </a:moveTo>
                <a:cubicBezTo>
                  <a:pt x="14727" y="14287"/>
                  <a:pt x="14287" y="14727"/>
                  <a:pt x="13745" y="14727"/>
                </a:cubicBezTo>
                <a:lnTo>
                  <a:pt x="7855" y="14727"/>
                </a:lnTo>
                <a:cubicBezTo>
                  <a:pt x="7313" y="14727"/>
                  <a:pt x="6873" y="14287"/>
                  <a:pt x="6873" y="13745"/>
                </a:cubicBezTo>
                <a:lnTo>
                  <a:pt x="6873" y="10309"/>
                </a:lnTo>
                <a:lnTo>
                  <a:pt x="7904" y="10309"/>
                </a:lnTo>
                <a:cubicBezTo>
                  <a:pt x="7877" y="10470"/>
                  <a:pt x="7855" y="10632"/>
                  <a:pt x="7855" y="10800"/>
                </a:cubicBezTo>
                <a:cubicBezTo>
                  <a:pt x="7855" y="12427"/>
                  <a:pt x="9173" y="13745"/>
                  <a:pt x="10800" y="13745"/>
                </a:cubicBezTo>
                <a:cubicBezTo>
                  <a:pt x="12426" y="13745"/>
                  <a:pt x="13745" y="12427"/>
                  <a:pt x="13745" y="10800"/>
                </a:cubicBezTo>
                <a:cubicBezTo>
                  <a:pt x="13745" y="10632"/>
                  <a:pt x="13723" y="10470"/>
                  <a:pt x="13696" y="10309"/>
                </a:cubicBezTo>
                <a:lnTo>
                  <a:pt x="14727" y="10309"/>
                </a:lnTo>
                <a:cubicBezTo>
                  <a:pt x="14727" y="10309"/>
                  <a:pt x="14727" y="13745"/>
                  <a:pt x="14727" y="13745"/>
                </a:cubicBezTo>
                <a:close/>
                <a:moveTo>
                  <a:pt x="10800" y="8836"/>
                </a:moveTo>
                <a:cubicBezTo>
                  <a:pt x="11884" y="8836"/>
                  <a:pt x="12764" y="9716"/>
                  <a:pt x="12764" y="10800"/>
                </a:cubicBezTo>
                <a:cubicBezTo>
                  <a:pt x="12764" y="11884"/>
                  <a:pt x="11884" y="12764"/>
                  <a:pt x="10800" y="12764"/>
                </a:cubicBezTo>
                <a:cubicBezTo>
                  <a:pt x="9716" y="12764"/>
                  <a:pt x="8836" y="11884"/>
                  <a:pt x="8836" y="10800"/>
                </a:cubicBezTo>
                <a:cubicBezTo>
                  <a:pt x="8836" y="9716"/>
                  <a:pt x="9716" y="8836"/>
                  <a:pt x="10800" y="8836"/>
                </a:cubicBezTo>
                <a:moveTo>
                  <a:pt x="12764" y="7364"/>
                </a:moveTo>
                <a:lnTo>
                  <a:pt x="14236" y="7364"/>
                </a:lnTo>
                <a:lnTo>
                  <a:pt x="14236" y="8836"/>
                </a:lnTo>
                <a:lnTo>
                  <a:pt x="12764" y="8836"/>
                </a:lnTo>
                <a:cubicBezTo>
                  <a:pt x="12764" y="8836"/>
                  <a:pt x="12764" y="7364"/>
                  <a:pt x="12764" y="7364"/>
                </a:cubicBezTo>
                <a:close/>
                <a:moveTo>
                  <a:pt x="13745" y="5891"/>
                </a:moveTo>
                <a:lnTo>
                  <a:pt x="7855" y="5891"/>
                </a:lnTo>
                <a:cubicBezTo>
                  <a:pt x="6770" y="5891"/>
                  <a:pt x="5891" y="6770"/>
                  <a:pt x="5891" y="7855"/>
                </a:cubicBezTo>
                <a:lnTo>
                  <a:pt x="5891" y="13745"/>
                </a:lnTo>
                <a:cubicBezTo>
                  <a:pt x="5891" y="14830"/>
                  <a:pt x="6770" y="15709"/>
                  <a:pt x="7855" y="15709"/>
                </a:cubicBezTo>
                <a:lnTo>
                  <a:pt x="13745" y="15709"/>
                </a:lnTo>
                <a:cubicBezTo>
                  <a:pt x="14830" y="15709"/>
                  <a:pt x="15709" y="14830"/>
                  <a:pt x="15709" y="13745"/>
                </a:cubicBezTo>
                <a:lnTo>
                  <a:pt x="15709" y="7855"/>
                </a:lnTo>
                <a:cubicBezTo>
                  <a:pt x="15709" y="6770"/>
                  <a:pt x="14830" y="5891"/>
                  <a:pt x="13745" y="5891"/>
                </a:cubicBezTo>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2" name="Shape 2870">
            <a:extLst>
              <a:ext uri="{FF2B5EF4-FFF2-40B4-BE49-F238E27FC236}">
                <a16:creationId xmlns:a16="http://schemas.microsoft.com/office/drawing/2014/main" id="{122C773D-FDF5-B3EE-15F3-FC569730AEA6}"/>
              </a:ext>
            </a:extLst>
          </p:cNvPr>
          <p:cNvSpPr/>
          <p:nvPr/>
        </p:nvSpPr>
        <p:spPr>
          <a:xfrm>
            <a:off x="11074472" y="340578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5709" y="10800"/>
                </a:moveTo>
                <a:cubicBezTo>
                  <a:pt x="15709" y="12575"/>
                  <a:pt x="14764" y="14125"/>
                  <a:pt x="13353" y="14987"/>
                </a:cubicBezTo>
                <a:lnTo>
                  <a:pt x="14834" y="10707"/>
                </a:lnTo>
                <a:cubicBezTo>
                  <a:pt x="15118" y="9995"/>
                  <a:pt x="15213" y="9425"/>
                  <a:pt x="15213" y="8919"/>
                </a:cubicBezTo>
                <a:cubicBezTo>
                  <a:pt x="15213" y="8812"/>
                  <a:pt x="15201" y="8718"/>
                  <a:pt x="15194" y="8620"/>
                </a:cubicBezTo>
                <a:cubicBezTo>
                  <a:pt x="15521" y="9277"/>
                  <a:pt x="15709" y="10016"/>
                  <a:pt x="15709" y="10800"/>
                </a:cubicBezTo>
                <a:moveTo>
                  <a:pt x="11487" y="8460"/>
                </a:moveTo>
                <a:cubicBezTo>
                  <a:pt x="11788" y="8444"/>
                  <a:pt x="12059" y="8413"/>
                  <a:pt x="12059" y="8413"/>
                </a:cubicBezTo>
                <a:cubicBezTo>
                  <a:pt x="12328" y="8380"/>
                  <a:pt x="12296" y="7986"/>
                  <a:pt x="12027" y="8001"/>
                </a:cubicBezTo>
                <a:cubicBezTo>
                  <a:pt x="12027" y="8001"/>
                  <a:pt x="11219" y="8065"/>
                  <a:pt x="10697" y="8065"/>
                </a:cubicBezTo>
                <a:cubicBezTo>
                  <a:pt x="10206" y="8065"/>
                  <a:pt x="9382" y="8001"/>
                  <a:pt x="9382" y="8001"/>
                </a:cubicBezTo>
                <a:cubicBezTo>
                  <a:pt x="9113" y="7986"/>
                  <a:pt x="9082" y="8396"/>
                  <a:pt x="9351" y="8413"/>
                </a:cubicBezTo>
                <a:cubicBezTo>
                  <a:pt x="9351" y="8413"/>
                  <a:pt x="9605" y="8444"/>
                  <a:pt x="9874" y="8460"/>
                </a:cubicBezTo>
                <a:lnTo>
                  <a:pt x="10651" y="10590"/>
                </a:lnTo>
                <a:lnTo>
                  <a:pt x="9559" y="13866"/>
                </a:lnTo>
                <a:lnTo>
                  <a:pt x="7742" y="8460"/>
                </a:lnTo>
                <a:cubicBezTo>
                  <a:pt x="8042" y="8444"/>
                  <a:pt x="8313" y="8413"/>
                  <a:pt x="8313" y="8413"/>
                </a:cubicBezTo>
                <a:cubicBezTo>
                  <a:pt x="8581" y="8380"/>
                  <a:pt x="8550" y="7986"/>
                  <a:pt x="8281" y="8001"/>
                </a:cubicBezTo>
                <a:cubicBezTo>
                  <a:pt x="8281" y="8001"/>
                  <a:pt x="7473" y="8065"/>
                  <a:pt x="6951" y="8065"/>
                </a:cubicBezTo>
                <a:cubicBezTo>
                  <a:pt x="6885" y="8065"/>
                  <a:pt x="6805" y="8063"/>
                  <a:pt x="6726" y="8060"/>
                </a:cubicBezTo>
                <a:cubicBezTo>
                  <a:pt x="7608" y="6752"/>
                  <a:pt x="9103" y="5891"/>
                  <a:pt x="10800" y="5891"/>
                </a:cubicBezTo>
                <a:cubicBezTo>
                  <a:pt x="12045" y="5891"/>
                  <a:pt x="13178" y="6358"/>
                  <a:pt x="14044" y="7122"/>
                </a:cubicBezTo>
                <a:cubicBezTo>
                  <a:pt x="13590" y="7157"/>
                  <a:pt x="13299" y="7563"/>
                  <a:pt x="13299" y="8001"/>
                </a:cubicBezTo>
                <a:cubicBezTo>
                  <a:pt x="13299" y="8413"/>
                  <a:pt x="13505" y="8761"/>
                  <a:pt x="13758" y="9172"/>
                </a:cubicBezTo>
                <a:cubicBezTo>
                  <a:pt x="13948" y="9504"/>
                  <a:pt x="14169" y="9931"/>
                  <a:pt x="14169" y="10548"/>
                </a:cubicBezTo>
                <a:cubicBezTo>
                  <a:pt x="14169" y="10975"/>
                  <a:pt x="14005" y="11471"/>
                  <a:pt x="13790" y="12162"/>
                </a:cubicBezTo>
                <a:lnTo>
                  <a:pt x="13291" y="13825"/>
                </a:lnTo>
                <a:cubicBezTo>
                  <a:pt x="13291" y="13825"/>
                  <a:pt x="11487" y="8460"/>
                  <a:pt x="11487" y="8460"/>
                </a:cubicBezTo>
                <a:close/>
                <a:moveTo>
                  <a:pt x="10800" y="15709"/>
                </a:moveTo>
                <a:cubicBezTo>
                  <a:pt x="10320" y="15709"/>
                  <a:pt x="9857" y="15637"/>
                  <a:pt x="9417" y="15508"/>
                </a:cubicBezTo>
                <a:lnTo>
                  <a:pt x="10887" y="11237"/>
                </a:lnTo>
                <a:cubicBezTo>
                  <a:pt x="10887" y="11237"/>
                  <a:pt x="12211" y="14864"/>
                  <a:pt x="12426" y="15428"/>
                </a:cubicBezTo>
                <a:cubicBezTo>
                  <a:pt x="11916" y="15607"/>
                  <a:pt x="11370" y="15709"/>
                  <a:pt x="10800" y="15709"/>
                </a:cubicBezTo>
                <a:moveTo>
                  <a:pt x="5891" y="10800"/>
                </a:moveTo>
                <a:cubicBezTo>
                  <a:pt x="5891" y="10118"/>
                  <a:pt x="6030" y="9470"/>
                  <a:pt x="6281" y="8880"/>
                </a:cubicBezTo>
                <a:lnTo>
                  <a:pt x="8578" y="15174"/>
                </a:lnTo>
                <a:cubicBezTo>
                  <a:pt x="6985" y="14362"/>
                  <a:pt x="5891" y="12711"/>
                  <a:pt x="5891" y="10800"/>
                </a:cubicBezTo>
                <a:moveTo>
                  <a:pt x="10800" y="4909"/>
                </a:moveTo>
                <a:cubicBezTo>
                  <a:pt x="7547" y="4909"/>
                  <a:pt x="4909" y="7547"/>
                  <a:pt x="4909" y="10800"/>
                </a:cubicBezTo>
                <a:cubicBezTo>
                  <a:pt x="4909" y="14054"/>
                  <a:pt x="7547" y="16691"/>
                  <a:pt x="10800" y="16691"/>
                </a:cubicBezTo>
                <a:cubicBezTo>
                  <a:pt x="14054" y="16691"/>
                  <a:pt x="16691" y="14054"/>
                  <a:pt x="16691" y="10800"/>
                </a:cubicBezTo>
                <a:cubicBezTo>
                  <a:pt x="16691" y="7547"/>
                  <a:pt x="14054" y="4909"/>
                  <a:pt x="10800" y="4909"/>
                </a:cubicBezTo>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3" name="Shape 2871">
            <a:extLst>
              <a:ext uri="{FF2B5EF4-FFF2-40B4-BE49-F238E27FC236}">
                <a16:creationId xmlns:a16="http://schemas.microsoft.com/office/drawing/2014/main" id="{8C339BD1-DF28-00BF-9D71-FD569E5F2B45}"/>
              </a:ext>
            </a:extLst>
          </p:cNvPr>
          <p:cNvSpPr/>
          <p:nvPr/>
        </p:nvSpPr>
        <p:spPr>
          <a:xfrm>
            <a:off x="6275123" y="393904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14236" y="10309"/>
                </a:moveTo>
                <a:cubicBezTo>
                  <a:pt x="13552" y="10309"/>
                  <a:pt x="12889" y="10401"/>
                  <a:pt x="12252" y="10556"/>
                </a:cubicBezTo>
                <a:cubicBezTo>
                  <a:pt x="12104" y="10191"/>
                  <a:pt x="11941" y="9834"/>
                  <a:pt x="11763" y="9484"/>
                </a:cubicBezTo>
                <a:cubicBezTo>
                  <a:pt x="12783" y="9001"/>
                  <a:pt x="13728" y="8390"/>
                  <a:pt x="14592" y="7682"/>
                </a:cubicBezTo>
                <a:cubicBezTo>
                  <a:pt x="15222" y="8448"/>
                  <a:pt x="15619" y="9407"/>
                  <a:pt x="15692" y="10457"/>
                </a:cubicBezTo>
                <a:cubicBezTo>
                  <a:pt x="15218" y="10370"/>
                  <a:pt x="14736" y="10309"/>
                  <a:pt x="14236" y="10309"/>
                </a:cubicBezTo>
                <a:moveTo>
                  <a:pt x="13226" y="15065"/>
                </a:moveTo>
                <a:cubicBezTo>
                  <a:pt x="13168" y="13821"/>
                  <a:pt x="12957" y="12618"/>
                  <a:pt x="12590" y="11483"/>
                </a:cubicBezTo>
                <a:cubicBezTo>
                  <a:pt x="13120" y="11361"/>
                  <a:pt x="13669" y="11291"/>
                  <a:pt x="14236" y="11291"/>
                </a:cubicBezTo>
                <a:cubicBezTo>
                  <a:pt x="14726" y="11291"/>
                  <a:pt x="15199" y="11358"/>
                  <a:pt x="15661" y="11451"/>
                </a:cubicBezTo>
                <a:cubicBezTo>
                  <a:pt x="15455" y="13001"/>
                  <a:pt x="14529" y="14322"/>
                  <a:pt x="13226" y="15065"/>
                </a:cubicBezTo>
                <a:moveTo>
                  <a:pt x="10800" y="15709"/>
                </a:moveTo>
                <a:cubicBezTo>
                  <a:pt x="9746" y="15709"/>
                  <a:pt x="8772" y="15374"/>
                  <a:pt x="7971" y="14808"/>
                </a:cubicBezTo>
                <a:cubicBezTo>
                  <a:pt x="8822" y="13429"/>
                  <a:pt x="10108" y="12348"/>
                  <a:pt x="11646" y="11769"/>
                </a:cubicBezTo>
                <a:cubicBezTo>
                  <a:pt x="12027" y="12943"/>
                  <a:pt x="12241" y="14191"/>
                  <a:pt x="12264" y="15487"/>
                </a:cubicBezTo>
                <a:cubicBezTo>
                  <a:pt x="11801" y="15631"/>
                  <a:pt x="11310" y="15709"/>
                  <a:pt x="10800" y="15709"/>
                </a:cubicBezTo>
                <a:moveTo>
                  <a:pt x="5891" y="10800"/>
                </a:moveTo>
                <a:cubicBezTo>
                  <a:pt x="7641" y="10800"/>
                  <a:pt x="9313" y="10470"/>
                  <a:pt x="10852" y="9873"/>
                </a:cubicBezTo>
                <a:cubicBezTo>
                  <a:pt x="11016" y="10192"/>
                  <a:pt x="11171" y="10515"/>
                  <a:pt x="11309" y="10848"/>
                </a:cubicBezTo>
                <a:cubicBezTo>
                  <a:pt x="9614" y="11484"/>
                  <a:pt x="8190" y="12658"/>
                  <a:pt x="7225" y="14157"/>
                </a:cubicBezTo>
                <a:cubicBezTo>
                  <a:pt x="6400" y="13279"/>
                  <a:pt x="5891" y="12100"/>
                  <a:pt x="5891" y="10800"/>
                </a:cubicBezTo>
                <a:moveTo>
                  <a:pt x="8358" y="6546"/>
                </a:moveTo>
                <a:cubicBezTo>
                  <a:pt x="9117" y="7279"/>
                  <a:pt x="9793" y="8099"/>
                  <a:pt x="10353" y="9000"/>
                </a:cubicBezTo>
                <a:cubicBezTo>
                  <a:pt x="8991" y="9509"/>
                  <a:pt x="7526" y="9801"/>
                  <a:pt x="5990" y="9813"/>
                </a:cubicBezTo>
                <a:cubicBezTo>
                  <a:pt x="6276" y="8414"/>
                  <a:pt x="7158" y="7236"/>
                  <a:pt x="8358" y="6546"/>
                </a:cubicBezTo>
                <a:moveTo>
                  <a:pt x="10800" y="5891"/>
                </a:moveTo>
                <a:cubicBezTo>
                  <a:pt x="11968" y="5891"/>
                  <a:pt x="13040" y="6300"/>
                  <a:pt x="13882" y="6982"/>
                </a:cubicBezTo>
                <a:cubicBezTo>
                  <a:pt x="13087" y="7622"/>
                  <a:pt x="12217" y="8174"/>
                  <a:pt x="11282" y="8612"/>
                </a:cubicBezTo>
                <a:cubicBezTo>
                  <a:pt x="10732" y="7702"/>
                  <a:pt x="10073" y="6869"/>
                  <a:pt x="9333" y="6114"/>
                </a:cubicBezTo>
                <a:cubicBezTo>
                  <a:pt x="9797" y="5970"/>
                  <a:pt x="10289" y="5891"/>
                  <a:pt x="10800" y="5891"/>
                </a:cubicBezTo>
                <a:moveTo>
                  <a:pt x="10800" y="4909"/>
                </a:moveTo>
                <a:cubicBezTo>
                  <a:pt x="7547" y="4909"/>
                  <a:pt x="4909" y="7547"/>
                  <a:pt x="4909" y="10800"/>
                </a:cubicBezTo>
                <a:cubicBezTo>
                  <a:pt x="4909" y="14053"/>
                  <a:pt x="7547" y="16691"/>
                  <a:pt x="10800" y="16691"/>
                </a:cubicBezTo>
                <a:cubicBezTo>
                  <a:pt x="14053" y="16691"/>
                  <a:pt x="16691" y="14053"/>
                  <a:pt x="16691" y="10800"/>
                </a:cubicBezTo>
                <a:cubicBezTo>
                  <a:pt x="16691" y="7547"/>
                  <a:pt x="14053" y="4909"/>
                  <a:pt x="10800" y="490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4" name="Shape 2872">
            <a:extLst>
              <a:ext uri="{FF2B5EF4-FFF2-40B4-BE49-F238E27FC236}">
                <a16:creationId xmlns:a16="http://schemas.microsoft.com/office/drawing/2014/main" id="{C55DC17D-72C1-0B76-A21D-32965FB03102}"/>
              </a:ext>
            </a:extLst>
          </p:cNvPr>
          <p:cNvSpPr/>
          <p:nvPr/>
        </p:nvSpPr>
        <p:spPr>
          <a:xfrm>
            <a:off x="6808384" y="393904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618" y="19636"/>
                </a:moveTo>
                <a:cubicBezTo>
                  <a:pt x="20618" y="20179"/>
                  <a:pt x="20178" y="20618"/>
                  <a:pt x="19636" y="20618"/>
                </a:cubicBezTo>
                <a:lnTo>
                  <a:pt x="1964" y="20618"/>
                </a:lnTo>
                <a:cubicBezTo>
                  <a:pt x="1422" y="20618"/>
                  <a:pt x="982" y="20179"/>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5929" y="7018"/>
                </a:moveTo>
                <a:cubicBezTo>
                  <a:pt x="15540" y="7246"/>
                  <a:pt x="15108" y="7411"/>
                  <a:pt x="14650" y="7499"/>
                </a:cubicBezTo>
                <a:cubicBezTo>
                  <a:pt x="14282" y="7114"/>
                  <a:pt x="13759" y="6874"/>
                  <a:pt x="13180" y="6874"/>
                </a:cubicBezTo>
                <a:cubicBezTo>
                  <a:pt x="12067" y="6874"/>
                  <a:pt x="11165" y="7762"/>
                  <a:pt x="11165" y="8856"/>
                </a:cubicBezTo>
                <a:cubicBezTo>
                  <a:pt x="11165" y="9011"/>
                  <a:pt x="11183" y="9162"/>
                  <a:pt x="11217" y="9308"/>
                </a:cubicBezTo>
                <a:cubicBezTo>
                  <a:pt x="9543" y="9225"/>
                  <a:pt x="8059" y="8436"/>
                  <a:pt x="7066" y="7236"/>
                </a:cubicBezTo>
                <a:cubicBezTo>
                  <a:pt x="6892" y="7529"/>
                  <a:pt x="6793" y="7870"/>
                  <a:pt x="6793" y="8233"/>
                </a:cubicBezTo>
                <a:cubicBezTo>
                  <a:pt x="6793" y="8921"/>
                  <a:pt x="7148" y="9528"/>
                  <a:pt x="7689" y="9883"/>
                </a:cubicBezTo>
                <a:cubicBezTo>
                  <a:pt x="7359" y="9873"/>
                  <a:pt x="7048" y="9784"/>
                  <a:pt x="6777" y="9635"/>
                </a:cubicBezTo>
                <a:cubicBezTo>
                  <a:pt x="6776" y="9644"/>
                  <a:pt x="6776" y="9652"/>
                  <a:pt x="6776" y="9660"/>
                </a:cubicBezTo>
                <a:cubicBezTo>
                  <a:pt x="6776" y="10621"/>
                  <a:pt x="7471" y="11422"/>
                  <a:pt x="8392" y="11604"/>
                </a:cubicBezTo>
                <a:cubicBezTo>
                  <a:pt x="8223" y="11650"/>
                  <a:pt x="8045" y="11673"/>
                  <a:pt x="7861" y="11673"/>
                </a:cubicBezTo>
                <a:cubicBezTo>
                  <a:pt x="7732" y="11673"/>
                  <a:pt x="7606" y="11661"/>
                  <a:pt x="7483" y="11638"/>
                </a:cubicBezTo>
                <a:cubicBezTo>
                  <a:pt x="7739" y="12426"/>
                  <a:pt x="8482" y="12999"/>
                  <a:pt x="9364" y="13015"/>
                </a:cubicBezTo>
                <a:cubicBezTo>
                  <a:pt x="8674" y="13547"/>
                  <a:pt x="7806" y="13863"/>
                  <a:pt x="6862" y="13863"/>
                </a:cubicBezTo>
                <a:cubicBezTo>
                  <a:pt x="6699" y="13863"/>
                  <a:pt x="6539" y="13855"/>
                  <a:pt x="6382" y="13837"/>
                </a:cubicBezTo>
                <a:cubicBezTo>
                  <a:pt x="7273" y="14398"/>
                  <a:pt x="8332" y="14727"/>
                  <a:pt x="9470" y="14727"/>
                </a:cubicBezTo>
                <a:cubicBezTo>
                  <a:pt x="13174" y="14727"/>
                  <a:pt x="15200" y="11706"/>
                  <a:pt x="15200" y="9086"/>
                </a:cubicBezTo>
                <a:cubicBezTo>
                  <a:pt x="15200" y="9000"/>
                  <a:pt x="15199" y="8914"/>
                  <a:pt x="15195" y="8829"/>
                </a:cubicBezTo>
                <a:cubicBezTo>
                  <a:pt x="15588" y="8550"/>
                  <a:pt x="15930" y="8201"/>
                  <a:pt x="16200" y="7804"/>
                </a:cubicBezTo>
                <a:cubicBezTo>
                  <a:pt x="15839" y="7960"/>
                  <a:pt x="15451" y="8067"/>
                  <a:pt x="15043" y="8115"/>
                </a:cubicBezTo>
                <a:cubicBezTo>
                  <a:pt x="15459" y="7870"/>
                  <a:pt x="15778" y="7482"/>
                  <a:pt x="15929" y="7018"/>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5" name="Shape 2873">
            <a:extLst>
              <a:ext uri="{FF2B5EF4-FFF2-40B4-BE49-F238E27FC236}">
                <a16:creationId xmlns:a16="http://schemas.microsoft.com/office/drawing/2014/main" id="{A416A541-A592-1FCD-9356-6FDBB8BB7187}"/>
              </a:ext>
            </a:extLst>
          </p:cNvPr>
          <p:cNvSpPr/>
          <p:nvPr/>
        </p:nvSpPr>
        <p:spPr>
          <a:xfrm>
            <a:off x="7341645" y="393904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1776" y="8468"/>
                </a:moveTo>
                <a:cubicBezTo>
                  <a:pt x="11776" y="8071"/>
                  <a:pt x="11817" y="7858"/>
                  <a:pt x="12428" y="7858"/>
                </a:cubicBezTo>
                <a:lnTo>
                  <a:pt x="13245" y="7858"/>
                </a:lnTo>
                <a:lnTo>
                  <a:pt x="13245" y="6381"/>
                </a:lnTo>
                <a:lnTo>
                  <a:pt x="11938" y="6381"/>
                </a:lnTo>
                <a:cubicBezTo>
                  <a:pt x="10368" y="6381"/>
                  <a:pt x="9816" y="7120"/>
                  <a:pt x="9816" y="8363"/>
                </a:cubicBezTo>
                <a:lnTo>
                  <a:pt x="9816" y="9322"/>
                </a:lnTo>
                <a:lnTo>
                  <a:pt x="8837" y="9322"/>
                </a:lnTo>
                <a:lnTo>
                  <a:pt x="8837" y="10800"/>
                </a:lnTo>
                <a:lnTo>
                  <a:pt x="9816" y="10800"/>
                </a:lnTo>
                <a:lnTo>
                  <a:pt x="9816" y="15219"/>
                </a:lnTo>
                <a:lnTo>
                  <a:pt x="11774" y="15219"/>
                </a:lnTo>
                <a:lnTo>
                  <a:pt x="11774" y="10800"/>
                </a:lnTo>
                <a:lnTo>
                  <a:pt x="13081" y="10800"/>
                </a:lnTo>
                <a:lnTo>
                  <a:pt x="13254" y="9322"/>
                </a:lnTo>
                <a:lnTo>
                  <a:pt x="11774" y="9322"/>
                </a:lnTo>
                <a:cubicBezTo>
                  <a:pt x="11774" y="9322"/>
                  <a:pt x="11776" y="8468"/>
                  <a:pt x="11776" y="8468"/>
                </a:cubicBezTo>
                <a:close/>
                <a:moveTo>
                  <a:pt x="20618" y="19636"/>
                </a:moveTo>
                <a:cubicBezTo>
                  <a:pt x="20618" y="20179"/>
                  <a:pt x="20179" y="20618"/>
                  <a:pt x="19636" y="20618"/>
                </a:cubicBezTo>
                <a:lnTo>
                  <a:pt x="1964" y="20618"/>
                </a:lnTo>
                <a:cubicBezTo>
                  <a:pt x="1422" y="20618"/>
                  <a:pt x="982" y="20179"/>
                  <a:pt x="982" y="19636"/>
                </a:cubicBezTo>
                <a:lnTo>
                  <a:pt x="982" y="1964"/>
                </a:lnTo>
                <a:cubicBezTo>
                  <a:pt x="982" y="1422"/>
                  <a:pt x="1422" y="982"/>
                  <a:pt x="1964" y="982"/>
                </a:cubicBezTo>
                <a:lnTo>
                  <a:pt x="19636" y="982"/>
                </a:lnTo>
                <a:cubicBezTo>
                  <a:pt x="20179"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6" name="Shape 2874">
            <a:extLst>
              <a:ext uri="{FF2B5EF4-FFF2-40B4-BE49-F238E27FC236}">
                <a16:creationId xmlns:a16="http://schemas.microsoft.com/office/drawing/2014/main" id="{CB098370-3965-FE30-B9E5-1896000C49A8}"/>
              </a:ext>
            </a:extLst>
          </p:cNvPr>
          <p:cNvSpPr/>
          <p:nvPr/>
        </p:nvSpPr>
        <p:spPr>
          <a:xfrm>
            <a:off x="7874906" y="393904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4324" y="12090"/>
                </a:moveTo>
                <a:cubicBezTo>
                  <a:pt x="14020" y="12090"/>
                  <a:pt x="14020" y="12429"/>
                  <a:pt x="14020" y="12429"/>
                </a:cubicBezTo>
                <a:lnTo>
                  <a:pt x="14020" y="12863"/>
                </a:lnTo>
                <a:lnTo>
                  <a:pt x="14629" y="12863"/>
                </a:lnTo>
                <a:lnTo>
                  <a:pt x="14629" y="12429"/>
                </a:lnTo>
                <a:cubicBezTo>
                  <a:pt x="14629" y="12429"/>
                  <a:pt x="14629" y="12090"/>
                  <a:pt x="14324" y="12090"/>
                </a:cubicBezTo>
                <a:moveTo>
                  <a:pt x="15287" y="12380"/>
                </a:moveTo>
                <a:lnTo>
                  <a:pt x="15287" y="13348"/>
                </a:lnTo>
                <a:lnTo>
                  <a:pt x="14020" y="13348"/>
                </a:lnTo>
                <a:lnTo>
                  <a:pt x="14020" y="14072"/>
                </a:lnTo>
                <a:cubicBezTo>
                  <a:pt x="14020" y="14072"/>
                  <a:pt x="14020" y="14411"/>
                  <a:pt x="14324" y="14411"/>
                </a:cubicBezTo>
                <a:cubicBezTo>
                  <a:pt x="14629" y="14411"/>
                  <a:pt x="14629" y="14072"/>
                  <a:pt x="14629" y="14072"/>
                </a:cubicBezTo>
                <a:lnTo>
                  <a:pt x="14629" y="13734"/>
                </a:lnTo>
                <a:lnTo>
                  <a:pt x="15287" y="13734"/>
                </a:lnTo>
                <a:lnTo>
                  <a:pt x="15287" y="14266"/>
                </a:lnTo>
                <a:cubicBezTo>
                  <a:pt x="15287" y="14266"/>
                  <a:pt x="15186" y="14943"/>
                  <a:pt x="14375" y="14943"/>
                </a:cubicBezTo>
                <a:cubicBezTo>
                  <a:pt x="13564" y="14943"/>
                  <a:pt x="13412" y="14266"/>
                  <a:pt x="13412" y="14266"/>
                </a:cubicBezTo>
                <a:lnTo>
                  <a:pt x="13412" y="12380"/>
                </a:lnTo>
                <a:cubicBezTo>
                  <a:pt x="13412" y="12380"/>
                  <a:pt x="13412" y="11558"/>
                  <a:pt x="14375" y="11558"/>
                </a:cubicBezTo>
                <a:cubicBezTo>
                  <a:pt x="15338" y="11558"/>
                  <a:pt x="15287" y="12380"/>
                  <a:pt x="15287" y="12380"/>
                </a:cubicBezTo>
                <a:moveTo>
                  <a:pt x="12905" y="14169"/>
                </a:moveTo>
                <a:cubicBezTo>
                  <a:pt x="12905" y="14169"/>
                  <a:pt x="12905" y="14943"/>
                  <a:pt x="12347" y="14943"/>
                </a:cubicBezTo>
                <a:cubicBezTo>
                  <a:pt x="12005" y="14943"/>
                  <a:pt x="11798" y="14762"/>
                  <a:pt x="11688" y="14621"/>
                </a:cubicBezTo>
                <a:lnTo>
                  <a:pt x="11688" y="14895"/>
                </a:lnTo>
                <a:lnTo>
                  <a:pt x="11028" y="14895"/>
                </a:lnTo>
                <a:lnTo>
                  <a:pt x="11028" y="10446"/>
                </a:lnTo>
                <a:lnTo>
                  <a:pt x="11688" y="10446"/>
                </a:lnTo>
                <a:lnTo>
                  <a:pt x="11688" y="11888"/>
                </a:lnTo>
                <a:cubicBezTo>
                  <a:pt x="11788" y="11782"/>
                  <a:pt x="12037" y="11558"/>
                  <a:pt x="12347" y="11558"/>
                </a:cubicBezTo>
                <a:cubicBezTo>
                  <a:pt x="12752" y="11558"/>
                  <a:pt x="12905" y="11896"/>
                  <a:pt x="12905" y="12332"/>
                </a:cubicBezTo>
                <a:cubicBezTo>
                  <a:pt x="12905" y="12332"/>
                  <a:pt x="12905" y="14169"/>
                  <a:pt x="12905" y="14169"/>
                </a:cubicBezTo>
                <a:close/>
                <a:moveTo>
                  <a:pt x="10521" y="14895"/>
                </a:moveTo>
                <a:lnTo>
                  <a:pt x="9913" y="14895"/>
                </a:lnTo>
                <a:lnTo>
                  <a:pt x="9913" y="14605"/>
                </a:lnTo>
                <a:cubicBezTo>
                  <a:pt x="9913" y="14605"/>
                  <a:pt x="9558" y="14943"/>
                  <a:pt x="9152" y="14943"/>
                </a:cubicBezTo>
                <a:cubicBezTo>
                  <a:pt x="8747" y="14943"/>
                  <a:pt x="8696" y="14556"/>
                  <a:pt x="8696" y="14556"/>
                </a:cubicBezTo>
                <a:lnTo>
                  <a:pt x="8696" y="11558"/>
                </a:lnTo>
                <a:lnTo>
                  <a:pt x="9304" y="11558"/>
                </a:lnTo>
                <a:lnTo>
                  <a:pt x="9304" y="14362"/>
                </a:lnTo>
                <a:cubicBezTo>
                  <a:pt x="9304" y="14362"/>
                  <a:pt x="9304" y="14508"/>
                  <a:pt x="9507" y="14508"/>
                </a:cubicBezTo>
                <a:cubicBezTo>
                  <a:pt x="9710" y="14508"/>
                  <a:pt x="9913" y="14266"/>
                  <a:pt x="9913" y="14266"/>
                </a:cubicBezTo>
                <a:lnTo>
                  <a:pt x="9913" y="11558"/>
                </a:lnTo>
                <a:lnTo>
                  <a:pt x="10521" y="11558"/>
                </a:lnTo>
                <a:cubicBezTo>
                  <a:pt x="10521" y="11558"/>
                  <a:pt x="10521" y="14895"/>
                  <a:pt x="10521" y="14895"/>
                </a:cubicBezTo>
                <a:close/>
                <a:moveTo>
                  <a:pt x="8595" y="11074"/>
                </a:moveTo>
                <a:lnTo>
                  <a:pt x="7834" y="11074"/>
                </a:lnTo>
                <a:lnTo>
                  <a:pt x="7834" y="14895"/>
                </a:lnTo>
                <a:lnTo>
                  <a:pt x="7124" y="14895"/>
                </a:lnTo>
                <a:lnTo>
                  <a:pt x="7124" y="11074"/>
                </a:lnTo>
                <a:lnTo>
                  <a:pt x="6364" y="11074"/>
                </a:lnTo>
                <a:lnTo>
                  <a:pt x="6364" y="10446"/>
                </a:lnTo>
                <a:lnTo>
                  <a:pt x="8595" y="10446"/>
                </a:lnTo>
                <a:cubicBezTo>
                  <a:pt x="8595" y="10446"/>
                  <a:pt x="8595" y="11074"/>
                  <a:pt x="8595" y="11074"/>
                </a:cubicBezTo>
                <a:close/>
                <a:moveTo>
                  <a:pt x="14527" y="9430"/>
                </a:moveTo>
                <a:cubicBezTo>
                  <a:pt x="14527" y="9430"/>
                  <a:pt x="12667" y="9334"/>
                  <a:pt x="10800" y="9334"/>
                </a:cubicBezTo>
                <a:cubicBezTo>
                  <a:pt x="8941" y="9334"/>
                  <a:pt x="7074" y="9430"/>
                  <a:pt x="7074" y="9430"/>
                </a:cubicBezTo>
                <a:cubicBezTo>
                  <a:pt x="6234" y="9430"/>
                  <a:pt x="5552" y="10080"/>
                  <a:pt x="5552" y="10881"/>
                </a:cubicBezTo>
                <a:cubicBezTo>
                  <a:pt x="5552" y="10881"/>
                  <a:pt x="5400" y="11822"/>
                  <a:pt x="5400" y="12767"/>
                </a:cubicBezTo>
                <a:cubicBezTo>
                  <a:pt x="5400" y="13708"/>
                  <a:pt x="5552" y="14652"/>
                  <a:pt x="5552" y="14652"/>
                </a:cubicBezTo>
                <a:cubicBezTo>
                  <a:pt x="5552" y="15454"/>
                  <a:pt x="6234" y="16104"/>
                  <a:pt x="7074" y="16104"/>
                </a:cubicBezTo>
                <a:cubicBezTo>
                  <a:pt x="7074" y="16104"/>
                  <a:pt x="8905" y="16200"/>
                  <a:pt x="10800" y="16200"/>
                </a:cubicBezTo>
                <a:cubicBezTo>
                  <a:pt x="12631" y="16200"/>
                  <a:pt x="14527" y="16104"/>
                  <a:pt x="14527" y="16104"/>
                </a:cubicBezTo>
                <a:cubicBezTo>
                  <a:pt x="15367" y="16104"/>
                  <a:pt x="16049" y="15454"/>
                  <a:pt x="16049" y="14652"/>
                </a:cubicBezTo>
                <a:cubicBezTo>
                  <a:pt x="16049" y="14652"/>
                  <a:pt x="16200" y="13700"/>
                  <a:pt x="16200" y="12767"/>
                </a:cubicBezTo>
                <a:cubicBezTo>
                  <a:pt x="16200" y="11814"/>
                  <a:pt x="16049" y="10881"/>
                  <a:pt x="16049" y="10881"/>
                </a:cubicBezTo>
                <a:cubicBezTo>
                  <a:pt x="16049" y="10080"/>
                  <a:pt x="15367" y="9430"/>
                  <a:pt x="14527" y="9430"/>
                </a:cubicBezTo>
                <a:moveTo>
                  <a:pt x="11992" y="12090"/>
                </a:moveTo>
                <a:cubicBezTo>
                  <a:pt x="11860" y="12090"/>
                  <a:pt x="11757" y="12167"/>
                  <a:pt x="11688" y="12243"/>
                </a:cubicBezTo>
                <a:lnTo>
                  <a:pt x="11688" y="14276"/>
                </a:lnTo>
                <a:cubicBezTo>
                  <a:pt x="11751" y="14345"/>
                  <a:pt x="11848" y="14411"/>
                  <a:pt x="11992" y="14411"/>
                </a:cubicBezTo>
                <a:cubicBezTo>
                  <a:pt x="12296" y="14411"/>
                  <a:pt x="12296" y="14072"/>
                  <a:pt x="12296" y="14072"/>
                </a:cubicBezTo>
                <a:lnTo>
                  <a:pt x="12296" y="12429"/>
                </a:lnTo>
                <a:cubicBezTo>
                  <a:pt x="12296" y="12429"/>
                  <a:pt x="12245" y="12090"/>
                  <a:pt x="11992" y="12090"/>
                </a:cubicBezTo>
                <a:moveTo>
                  <a:pt x="20618" y="19636"/>
                </a:moveTo>
                <a:cubicBezTo>
                  <a:pt x="20618" y="20179"/>
                  <a:pt x="20179" y="20618"/>
                  <a:pt x="19636" y="20618"/>
                </a:cubicBezTo>
                <a:lnTo>
                  <a:pt x="1964" y="20618"/>
                </a:lnTo>
                <a:cubicBezTo>
                  <a:pt x="1422" y="20618"/>
                  <a:pt x="982" y="20179"/>
                  <a:pt x="982" y="19636"/>
                </a:cubicBezTo>
                <a:lnTo>
                  <a:pt x="982" y="1964"/>
                </a:lnTo>
                <a:cubicBezTo>
                  <a:pt x="982" y="1422"/>
                  <a:pt x="1422" y="982"/>
                  <a:pt x="1964" y="982"/>
                </a:cubicBezTo>
                <a:lnTo>
                  <a:pt x="19636" y="982"/>
                </a:lnTo>
                <a:cubicBezTo>
                  <a:pt x="20179"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7986" y="8751"/>
                </a:moveTo>
                <a:lnTo>
                  <a:pt x="8696" y="8751"/>
                </a:lnTo>
                <a:lnTo>
                  <a:pt x="8696" y="7188"/>
                </a:lnTo>
                <a:lnTo>
                  <a:pt x="9507" y="4970"/>
                </a:lnTo>
                <a:lnTo>
                  <a:pt x="8848" y="4970"/>
                </a:lnTo>
                <a:lnTo>
                  <a:pt x="8341" y="6433"/>
                </a:lnTo>
                <a:lnTo>
                  <a:pt x="7834" y="4970"/>
                </a:lnTo>
                <a:lnTo>
                  <a:pt x="7124" y="4970"/>
                </a:lnTo>
                <a:lnTo>
                  <a:pt x="7986" y="7188"/>
                </a:lnTo>
                <a:cubicBezTo>
                  <a:pt x="7986" y="7188"/>
                  <a:pt x="7986" y="8751"/>
                  <a:pt x="7986" y="8751"/>
                </a:cubicBezTo>
                <a:close/>
                <a:moveTo>
                  <a:pt x="10166" y="6634"/>
                </a:moveTo>
                <a:cubicBezTo>
                  <a:pt x="10166" y="6467"/>
                  <a:pt x="10303" y="6332"/>
                  <a:pt x="10471" y="6332"/>
                </a:cubicBezTo>
                <a:cubicBezTo>
                  <a:pt x="10639" y="6332"/>
                  <a:pt x="10775" y="6467"/>
                  <a:pt x="10775" y="6634"/>
                </a:cubicBezTo>
                <a:lnTo>
                  <a:pt x="10775" y="8045"/>
                </a:lnTo>
                <a:cubicBezTo>
                  <a:pt x="10775" y="8212"/>
                  <a:pt x="10639" y="8348"/>
                  <a:pt x="10471" y="8348"/>
                </a:cubicBezTo>
                <a:cubicBezTo>
                  <a:pt x="10303" y="8348"/>
                  <a:pt x="10166" y="8212"/>
                  <a:pt x="10166" y="8045"/>
                </a:cubicBezTo>
                <a:cubicBezTo>
                  <a:pt x="10166" y="8045"/>
                  <a:pt x="10166" y="6634"/>
                  <a:pt x="10166" y="6634"/>
                </a:cubicBezTo>
                <a:close/>
                <a:moveTo>
                  <a:pt x="10369" y="8801"/>
                </a:moveTo>
                <a:lnTo>
                  <a:pt x="10572" y="8801"/>
                </a:lnTo>
                <a:cubicBezTo>
                  <a:pt x="11020" y="8801"/>
                  <a:pt x="11383" y="8440"/>
                  <a:pt x="11383" y="7995"/>
                </a:cubicBezTo>
                <a:lnTo>
                  <a:pt x="11383" y="6684"/>
                </a:lnTo>
                <a:cubicBezTo>
                  <a:pt x="11383" y="6239"/>
                  <a:pt x="11020" y="5877"/>
                  <a:pt x="10572" y="5877"/>
                </a:cubicBezTo>
                <a:lnTo>
                  <a:pt x="10369" y="5877"/>
                </a:lnTo>
                <a:cubicBezTo>
                  <a:pt x="9921" y="5877"/>
                  <a:pt x="9558" y="6239"/>
                  <a:pt x="9558" y="6684"/>
                </a:cubicBezTo>
                <a:lnTo>
                  <a:pt x="9558" y="7995"/>
                </a:lnTo>
                <a:cubicBezTo>
                  <a:pt x="9558" y="8440"/>
                  <a:pt x="9921" y="8801"/>
                  <a:pt x="10369" y="8801"/>
                </a:cubicBezTo>
                <a:moveTo>
                  <a:pt x="12398" y="8801"/>
                </a:moveTo>
                <a:cubicBezTo>
                  <a:pt x="12803" y="8801"/>
                  <a:pt x="13158" y="8449"/>
                  <a:pt x="13158" y="8449"/>
                </a:cubicBezTo>
                <a:lnTo>
                  <a:pt x="13158" y="8751"/>
                </a:lnTo>
                <a:lnTo>
                  <a:pt x="13767" y="8751"/>
                </a:lnTo>
                <a:lnTo>
                  <a:pt x="13767" y="5877"/>
                </a:lnTo>
                <a:lnTo>
                  <a:pt x="13158" y="5877"/>
                </a:lnTo>
                <a:lnTo>
                  <a:pt x="13158" y="8096"/>
                </a:lnTo>
                <a:cubicBezTo>
                  <a:pt x="13158" y="8096"/>
                  <a:pt x="12955" y="8348"/>
                  <a:pt x="12752" y="8348"/>
                </a:cubicBezTo>
                <a:cubicBezTo>
                  <a:pt x="12550" y="8348"/>
                  <a:pt x="12550" y="8197"/>
                  <a:pt x="12550" y="8197"/>
                </a:cubicBezTo>
                <a:lnTo>
                  <a:pt x="12550" y="5877"/>
                </a:lnTo>
                <a:lnTo>
                  <a:pt x="11941" y="5877"/>
                </a:lnTo>
                <a:lnTo>
                  <a:pt x="11941" y="8398"/>
                </a:lnTo>
                <a:cubicBezTo>
                  <a:pt x="11941" y="8398"/>
                  <a:pt x="11992" y="8801"/>
                  <a:pt x="12398" y="8801"/>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7" name="Shape 2875">
            <a:extLst>
              <a:ext uri="{FF2B5EF4-FFF2-40B4-BE49-F238E27FC236}">
                <a16:creationId xmlns:a16="http://schemas.microsoft.com/office/drawing/2014/main" id="{E9E24B95-698D-909B-DF6C-A8C082BC8374}"/>
              </a:ext>
            </a:extLst>
          </p:cNvPr>
          <p:cNvSpPr/>
          <p:nvPr/>
        </p:nvSpPr>
        <p:spPr>
          <a:xfrm>
            <a:off x="8408167" y="393904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618" y="19636"/>
                </a:moveTo>
                <a:cubicBezTo>
                  <a:pt x="20618" y="20179"/>
                  <a:pt x="20178" y="20618"/>
                  <a:pt x="19636" y="20618"/>
                </a:cubicBezTo>
                <a:lnTo>
                  <a:pt x="1964" y="20618"/>
                </a:lnTo>
                <a:cubicBezTo>
                  <a:pt x="1422" y="20618"/>
                  <a:pt x="982" y="20179"/>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0672" y="6382"/>
                </a:moveTo>
                <a:cubicBezTo>
                  <a:pt x="10463" y="6409"/>
                  <a:pt x="10255" y="6435"/>
                  <a:pt x="10045" y="6460"/>
                </a:cubicBezTo>
                <a:cubicBezTo>
                  <a:pt x="9652" y="6558"/>
                  <a:pt x="9223" y="6650"/>
                  <a:pt x="8905" y="6836"/>
                </a:cubicBezTo>
                <a:cubicBezTo>
                  <a:pt x="8055" y="7333"/>
                  <a:pt x="7467" y="7913"/>
                  <a:pt x="7073" y="8856"/>
                </a:cubicBezTo>
                <a:cubicBezTo>
                  <a:pt x="7009" y="9009"/>
                  <a:pt x="7007" y="9157"/>
                  <a:pt x="6960" y="9326"/>
                </a:cubicBezTo>
                <a:cubicBezTo>
                  <a:pt x="6658" y="10425"/>
                  <a:pt x="7194" y="11563"/>
                  <a:pt x="7844" y="11956"/>
                </a:cubicBezTo>
                <a:cubicBezTo>
                  <a:pt x="7969" y="12032"/>
                  <a:pt x="8254" y="12166"/>
                  <a:pt x="8358" y="11987"/>
                </a:cubicBezTo>
                <a:cubicBezTo>
                  <a:pt x="8416" y="11889"/>
                  <a:pt x="8403" y="11758"/>
                  <a:pt x="8438" y="11643"/>
                </a:cubicBezTo>
                <a:cubicBezTo>
                  <a:pt x="8462" y="11568"/>
                  <a:pt x="8536" y="11424"/>
                  <a:pt x="8519" y="11330"/>
                </a:cubicBezTo>
                <a:cubicBezTo>
                  <a:pt x="8490" y="11170"/>
                  <a:pt x="8318" y="11068"/>
                  <a:pt x="8246" y="10939"/>
                </a:cubicBezTo>
                <a:cubicBezTo>
                  <a:pt x="8099" y="10676"/>
                  <a:pt x="8092" y="10444"/>
                  <a:pt x="8020" y="10093"/>
                </a:cubicBezTo>
                <a:cubicBezTo>
                  <a:pt x="8026" y="10046"/>
                  <a:pt x="8031" y="9999"/>
                  <a:pt x="8037" y="9952"/>
                </a:cubicBezTo>
                <a:cubicBezTo>
                  <a:pt x="8058" y="9559"/>
                  <a:pt x="8124" y="9276"/>
                  <a:pt x="8246" y="8997"/>
                </a:cubicBezTo>
                <a:cubicBezTo>
                  <a:pt x="8601" y="8177"/>
                  <a:pt x="9172" y="7720"/>
                  <a:pt x="10094" y="7447"/>
                </a:cubicBezTo>
                <a:cubicBezTo>
                  <a:pt x="10300" y="7386"/>
                  <a:pt x="10882" y="7288"/>
                  <a:pt x="11187" y="7353"/>
                </a:cubicBezTo>
                <a:cubicBezTo>
                  <a:pt x="11369" y="7385"/>
                  <a:pt x="11551" y="7415"/>
                  <a:pt x="11733" y="7447"/>
                </a:cubicBezTo>
                <a:cubicBezTo>
                  <a:pt x="12393" y="7655"/>
                  <a:pt x="12874" y="8038"/>
                  <a:pt x="13131" y="8637"/>
                </a:cubicBezTo>
                <a:cubicBezTo>
                  <a:pt x="13292" y="9010"/>
                  <a:pt x="13339" y="9724"/>
                  <a:pt x="13227" y="10203"/>
                </a:cubicBezTo>
                <a:cubicBezTo>
                  <a:pt x="13174" y="10429"/>
                  <a:pt x="13183" y="10624"/>
                  <a:pt x="13115" y="10829"/>
                </a:cubicBezTo>
                <a:cubicBezTo>
                  <a:pt x="12865" y="11589"/>
                  <a:pt x="12498" y="12293"/>
                  <a:pt x="11668" y="12488"/>
                </a:cubicBezTo>
                <a:cubicBezTo>
                  <a:pt x="11121" y="12618"/>
                  <a:pt x="10711" y="12284"/>
                  <a:pt x="10576" y="11941"/>
                </a:cubicBezTo>
                <a:cubicBezTo>
                  <a:pt x="10538" y="11846"/>
                  <a:pt x="10474" y="11676"/>
                  <a:pt x="10512" y="11518"/>
                </a:cubicBezTo>
                <a:cubicBezTo>
                  <a:pt x="10656" y="10901"/>
                  <a:pt x="10865" y="10349"/>
                  <a:pt x="11026" y="9733"/>
                </a:cubicBezTo>
                <a:cubicBezTo>
                  <a:pt x="11179" y="9146"/>
                  <a:pt x="10888" y="8683"/>
                  <a:pt x="10431" y="8575"/>
                </a:cubicBezTo>
                <a:cubicBezTo>
                  <a:pt x="9863" y="8439"/>
                  <a:pt x="9424" y="8966"/>
                  <a:pt x="9274" y="9310"/>
                </a:cubicBezTo>
                <a:cubicBezTo>
                  <a:pt x="9155" y="9584"/>
                  <a:pt x="9083" y="10089"/>
                  <a:pt x="9177" y="10453"/>
                </a:cubicBezTo>
                <a:cubicBezTo>
                  <a:pt x="9208" y="10569"/>
                  <a:pt x="9347" y="10878"/>
                  <a:pt x="9322" y="10986"/>
                </a:cubicBezTo>
                <a:cubicBezTo>
                  <a:pt x="9213" y="11462"/>
                  <a:pt x="9088" y="11974"/>
                  <a:pt x="8953" y="12441"/>
                </a:cubicBezTo>
                <a:cubicBezTo>
                  <a:pt x="8812" y="12929"/>
                  <a:pt x="8736" y="13427"/>
                  <a:pt x="8599" y="13898"/>
                </a:cubicBezTo>
                <a:cubicBezTo>
                  <a:pt x="8536" y="14114"/>
                  <a:pt x="8539" y="14346"/>
                  <a:pt x="8487" y="14571"/>
                </a:cubicBezTo>
                <a:lnTo>
                  <a:pt x="8487" y="14900"/>
                </a:lnTo>
                <a:cubicBezTo>
                  <a:pt x="8440" y="15108"/>
                  <a:pt x="8475" y="15478"/>
                  <a:pt x="8519" y="15683"/>
                </a:cubicBezTo>
                <a:cubicBezTo>
                  <a:pt x="8548" y="15815"/>
                  <a:pt x="8502" y="15978"/>
                  <a:pt x="8567" y="16074"/>
                </a:cubicBezTo>
                <a:cubicBezTo>
                  <a:pt x="8568" y="16144"/>
                  <a:pt x="8577" y="16160"/>
                  <a:pt x="8599" y="16200"/>
                </a:cubicBezTo>
                <a:cubicBezTo>
                  <a:pt x="8800" y="16194"/>
                  <a:pt x="9078" y="15665"/>
                  <a:pt x="9177" y="15511"/>
                </a:cubicBezTo>
                <a:cubicBezTo>
                  <a:pt x="9369" y="15216"/>
                  <a:pt x="9546" y="14901"/>
                  <a:pt x="9692" y="14556"/>
                </a:cubicBezTo>
                <a:cubicBezTo>
                  <a:pt x="9823" y="14245"/>
                  <a:pt x="9844" y="13901"/>
                  <a:pt x="9949" y="13569"/>
                </a:cubicBezTo>
                <a:cubicBezTo>
                  <a:pt x="10025" y="13329"/>
                  <a:pt x="10133" y="13049"/>
                  <a:pt x="10158" y="12786"/>
                </a:cubicBezTo>
                <a:lnTo>
                  <a:pt x="10174" y="12786"/>
                </a:lnTo>
                <a:cubicBezTo>
                  <a:pt x="10216" y="12930"/>
                  <a:pt x="10367" y="13035"/>
                  <a:pt x="10480" y="13115"/>
                </a:cubicBezTo>
                <a:cubicBezTo>
                  <a:pt x="10833" y="13367"/>
                  <a:pt x="11442" y="13600"/>
                  <a:pt x="12102" y="13444"/>
                </a:cubicBezTo>
                <a:cubicBezTo>
                  <a:pt x="12850" y="13267"/>
                  <a:pt x="13446" y="12916"/>
                  <a:pt x="13838" y="12394"/>
                </a:cubicBezTo>
                <a:cubicBezTo>
                  <a:pt x="14127" y="12011"/>
                  <a:pt x="14345" y="11567"/>
                  <a:pt x="14513" y="11064"/>
                </a:cubicBezTo>
                <a:cubicBezTo>
                  <a:pt x="14596" y="10817"/>
                  <a:pt x="14613" y="10543"/>
                  <a:pt x="14674" y="10281"/>
                </a:cubicBezTo>
                <a:cubicBezTo>
                  <a:pt x="14827" y="9624"/>
                  <a:pt x="14623" y="8833"/>
                  <a:pt x="14433" y="8402"/>
                </a:cubicBezTo>
                <a:cubicBezTo>
                  <a:pt x="13856" y="7098"/>
                  <a:pt x="12630" y="6354"/>
                  <a:pt x="10672" y="6382"/>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8" name="Shape 2876">
            <a:extLst>
              <a:ext uri="{FF2B5EF4-FFF2-40B4-BE49-F238E27FC236}">
                <a16:creationId xmlns:a16="http://schemas.microsoft.com/office/drawing/2014/main" id="{AC62EB80-AEDD-7604-71BC-66B27356D4BB}"/>
              </a:ext>
            </a:extLst>
          </p:cNvPr>
          <p:cNvSpPr/>
          <p:nvPr/>
        </p:nvSpPr>
        <p:spPr>
          <a:xfrm>
            <a:off x="8941428" y="393904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4281" y="6871"/>
                </a:moveTo>
                <a:cubicBezTo>
                  <a:pt x="12915" y="6830"/>
                  <a:pt x="11990" y="7537"/>
                  <a:pt x="11505" y="8992"/>
                </a:cubicBezTo>
                <a:cubicBezTo>
                  <a:pt x="11754" y="8897"/>
                  <a:pt x="11998" y="8849"/>
                  <a:pt x="12232" y="8849"/>
                </a:cubicBezTo>
                <a:cubicBezTo>
                  <a:pt x="12732" y="8849"/>
                  <a:pt x="12952" y="9108"/>
                  <a:pt x="12893" y="9624"/>
                </a:cubicBezTo>
                <a:cubicBezTo>
                  <a:pt x="12863" y="9937"/>
                  <a:pt x="12643" y="10393"/>
                  <a:pt x="12232" y="10991"/>
                </a:cubicBezTo>
                <a:cubicBezTo>
                  <a:pt x="11821" y="11589"/>
                  <a:pt x="11512" y="11888"/>
                  <a:pt x="11307" y="11888"/>
                </a:cubicBezTo>
                <a:cubicBezTo>
                  <a:pt x="11043" y="11888"/>
                  <a:pt x="10800" y="11426"/>
                  <a:pt x="10580" y="10502"/>
                </a:cubicBezTo>
                <a:cubicBezTo>
                  <a:pt x="10506" y="10230"/>
                  <a:pt x="10374" y="9536"/>
                  <a:pt x="10183" y="8421"/>
                </a:cubicBezTo>
                <a:cubicBezTo>
                  <a:pt x="10007" y="7388"/>
                  <a:pt x="9537" y="6904"/>
                  <a:pt x="8773" y="6972"/>
                </a:cubicBezTo>
                <a:cubicBezTo>
                  <a:pt x="8450" y="7000"/>
                  <a:pt x="7966" y="7272"/>
                  <a:pt x="7320" y="7788"/>
                </a:cubicBezTo>
                <a:cubicBezTo>
                  <a:pt x="6849" y="8183"/>
                  <a:pt x="6372" y="8577"/>
                  <a:pt x="5887" y="8972"/>
                </a:cubicBezTo>
                <a:lnTo>
                  <a:pt x="6350" y="9522"/>
                </a:lnTo>
                <a:cubicBezTo>
                  <a:pt x="6790" y="9237"/>
                  <a:pt x="7047" y="9094"/>
                  <a:pt x="7121" y="9094"/>
                </a:cubicBezTo>
                <a:cubicBezTo>
                  <a:pt x="7459" y="9094"/>
                  <a:pt x="7774" y="9583"/>
                  <a:pt x="8068" y="10563"/>
                </a:cubicBezTo>
                <a:cubicBezTo>
                  <a:pt x="8333" y="11461"/>
                  <a:pt x="8597" y="12358"/>
                  <a:pt x="8861" y="13255"/>
                </a:cubicBezTo>
                <a:cubicBezTo>
                  <a:pt x="9258" y="14234"/>
                  <a:pt x="9743" y="14723"/>
                  <a:pt x="10316" y="14723"/>
                </a:cubicBezTo>
                <a:cubicBezTo>
                  <a:pt x="11241" y="14723"/>
                  <a:pt x="12371" y="13921"/>
                  <a:pt x="13709" y="12317"/>
                </a:cubicBezTo>
                <a:cubicBezTo>
                  <a:pt x="15001" y="10780"/>
                  <a:pt x="15669" y="9570"/>
                  <a:pt x="15713" y="8686"/>
                </a:cubicBezTo>
                <a:cubicBezTo>
                  <a:pt x="15772" y="7503"/>
                  <a:pt x="15295" y="6899"/>
                  <a:pt x="14281" y="6871"/>
                </a:cubicBezTo>
                <a:moveTo>
                  <a:pt x="20618" y="19636"/>
                </a:moveTo>
                <a:cubicBezTo>
                  <a:pt x="20618" y="20179"/>
                  <a:pt x="20179" y="20618"/>
                  <a:pt x="19636" y="20618"/>
                </a:cubicBezTo>
                <a:lnTo>
                  <a:pt x="1964" y="20618"/>
                </a:lnTo>
                <a:cubicBezTo>
                  <a:pt x="1421" y="20618"/>
                  <a:pt x="982" y="20179"/>
                  <a:pt x="982" y="19636"/>
                </a:cubicBezTo>
                <a:lnTo>
                  <a:pt x="982" y="1964"/>
                </a:lnTo>
                <a:cubicBezTo>
                  <a:pt x="982" y="1421"/>
                  <a:pt x="1421" y="982"/>
                  <a:pt x="1964" y="982"/>
                </a:cubicBezTo>
                <a:lnTo>
                  <a:pt x="19636" y="982"/>
                </a:lnTo>
                <a:cubicBezTo>
                  <a:pt x="20179" y="982"/>
                  <a:pt x="20618" y="1421"/>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9" name="Shape 2877">
            <a:extLst>
              <a:ext uri="{FF2B5EF4-FFF2-40B4-BE49-F238E27FC236}">
                <a16:creationId xmlns:a16="http://schemas.microsoft.com/office/drawing/2014/main" id="{84B1988F-2382-BB95-B749-26A1A7B83677}"/>
              </a:ext>
            </a:extLst>
          </p:cNvPr>
          <p:cNvSpPr/>
          <p:nvPr/>
        </p:nvSpPr>
        <p:spPr>
          <a:xfrm>
            <a:off x="9474689" y="393904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618" y="19636"/>
                </a:moveTo>
                <a:cubicBezTo>
                  <a:pt x="20618" y="20179"/>
                  <a:pt x="20178" y="20618"/>
                  <a:pt x="19636" y="20618"/>
                </a:cubicBezTo>
                <a:lnTo>
                  <a:pt x="1964" y="20618"/>
                </a:lnTo>
                <a:cubicBezTo>
                  <a:pt x="1421" y="20618"/>
                  <a:pt x="982" y="20179"/>
                  <a:pt x="982" y="19636"/>
                </a:cubicBezTo>
                <a:lnTo>
                  <a:pt x="982" y="1964"/>
                </a:lnTo>
                <a:cubicBezTo>
                  <a:pt x="982" y="1422"/>
                  <a:pt x="1421"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4724" y="7360"/>
                </a:moveTo>
                <a:lnTo>
                  <a:pt x="13742" y="7360"/>
                </a:lnTo>
                <a:lnTo>
                  <a:pt x="13742" y="8833"/>
                </a:lnTo>
                <a:lnTo>
                  <a:pt x="12265" y="8833"/>
                </a:lnTo>
                <a:lnTo>
                  <a:pt x="12265" y="9815"/>
                </a:lnTo>
                <a:lnTo>
                  <a:pt x="13742" y="9815"/>
                </a:lnTo>
                <a:lnTo>
                  <a:pt x="13742" y="11283"/>
                </a:lnTo>
                <a:lnTo>
                  <a:pt x="14724" y="11283"/>
                </a:lnTo>
                <a:lnTo>
                  <a:pt x="14724" y="9815"/>
                </a:lnTo>
                <a:lnTo>
                  <a:pt x="16204" y="9815"/>
                </a:lnTo>
                <a:lnTo>
                  <a:pt x="16204" y="8833"/>
                </a:lnTo>
                <a:lnTo>
                  <a:pt x="14724" y="8833"/>
                </a:lnTo>
                <a:cubicBezTo>
                  <a:pt x="14724" y="8833"/>
                  <a:pt x="14724" y="7360"/>
                  <a:pt x="14724" y="7360"/>
                </a:cubicBezTo>
                <a:close/>
                <a:moveTo>
                  <a:pt x="9321" y="13946"/>
                </a:moveTo>
                <a:cubicBezTo>
                  <a:pt x="8620" y="13946"/>
                  <a:pt x="8070" y="13495"/>
                  <a:pt x="8070" y="12919"/>
                </a:cubicBezTo>
                <a:cubicBezTo>
                  <a:pt x="8070" y="12392"/>
                  <a:pt x="8713" y="11929"/>
                  <a:pt x="9446" y="11929"/>
                </a:cubicBezTo>
                <a:lnTo>
                  <a:pt x="9446" y="11723"/>
                </a:lnTo>
                <a:lnTo>
                  <a:pt x="9465" y="11929"/>
                </a:lnTo>
                <a:cubicBezTo>
                  <a:pt x="9623" y="11930"/>
                  <a:pt x="9777" y="11954"/>
                  <a:pt x="9922" y="12000"/>
                </a:cubicBezTo>
                <a:lnTo>
                  <a:pt x="10067" y="12104"/>
                </a:lnTo>
                <a:cubicBezTo>
                  <a:pt x="10439" y="12371"/>
                  <a:pt x="10637" y="12521"/>
                  <a:pt x="10695" y="12764"/>
                </a:cubicBezTo>
                <a:cubicBezTo>
                  <a:pt x="10710" y="12827"/>
                  <a:pt x="10717" y="12891"/>
                  <a:pt x="10717" y="12954"/>
                </a:cubicBezTo>
                <a:cubicBezTo>
                  <a:pt x="10717" y="13612"/>
                  <a:pt x="10247" y="13946"/>
                  <a:pt x="9321" y="13946"/>
                </a:cubicBezTo>
                <a:moveTo>
                  <a:pt x="8542" y="8739"/>
                </a:moveTo>
                <a:cubicBezTo>
                  <a:pt x="8494" y="8362"/>
                  <a:pt x="8574" y="8014"/>
                  <a:pt x="8754" y="7806"/>
                </a:cubicBezTo>
                <a:cubicBezTo>
                  <a:pt x="8864" y="7680"/>
                  <a:pt x="9006" y="7612"/>
                  <a:pt x="9163" y="7612"/>
                </a:cubicBezTo>
                <a:lnTo>
                  <a:pt x="9163" y="7409"/>
                </a:lnTo>
                <a:lnTo>
                  <a:pt x="9164" y="7409"/>
                </a:lnTo>
                <a:lnTo>
                  <a:pt x="9182" y="7613"/>
                </a:lnTo>
                <a:cubicBezTo>
                  <a:pt x="9653" y="7628"/>
                  <a:pt x="10105" y="8185"/>
                  <a:pt x="10189" y="8855"/>
                </a:cubicBezTo>
                <a:cubicBezTo>
                  <a:pt x="10237" y="9239"/>
                  <a:pt x="10154" y="9595"/>
                  <a:pt x="9969" y="9809"/>
                </a:cubicBezTo>
                <a:cubicBezTo>
                  <a:pt x="9860" y="9935"/>
                  <a:pt x="9721" y="10002"/>
                  <a:pt x="9550" y="10001"/>
                </a:cubicBezTo>
                <a:lnTo>
                  <a:pt x="9549" y="10001"/>
                </a:lnTo>
                <a:cubicBezTo>
                  <a:pt x="9087" y="9988"/>
                  <a:pt x="8625" y="9409"/>
                  <a:pt x="8542" y="8739"/>
                </a:cubicBezTo>
                <a:moveTo>
                  <a:pt x="10838" y="11196"/>
                </a:moveTo>
                <a:cubicBezTo>
                  <a:pt x="10586" y="11009"/>
                  <a:pt x="10351" y="10732"/>
                  <a:pt x="10342" y="10647"/>
                </a:cubicBezTo>
                <a:cubicBezTo>
                  <a:pt x="10342" y="10499"/>
                  <a:pt x="10342" y="10431"/>
                  <a:pt x="10689" y="10148"/>
                </a:cubicBezTo>
                <a:cubicBezTo>
                  <a:pt x="11138" y="9780"/>
                  <a:pt x="11386" y="9296"/>
                  <a:pt x="11386" y="8784"/>
                </a:cubicBezTo>
                <a:cubicBezTo>
                  <a:pt x="11386" y="8342"/>
                  <a:pt x="11262" y="7947"/>
                  <a:pt x="11049" y="7660"/>
                </a:cubicBezTo>
                <a:lnTo>
                  <a:pt x="11238" y="7660"/>
                </a:lnTo>
                <a:lnTo>
                  <a:pt x="12276" y="6873"/>
                </a:lnTo>
                <a:lnTo>
                  <a:pt x="9463" y="6873"/>
                </a:lnTo>
                <a:cubicBezTo>
                  <a:pt x="8334" y="6873"/>
                  <a:pt x="7345" y="7760"/>
                  <a:pt x="7345" y="8769"/>
                </a:cubicBezTo>
                <a:cubicBezTo>
                  <a:pt x="7345" y="9812"/>
                  <a:pt x="8109" y="10605"/>
                  <a:pt x="9136" y="10648"/>
                </a:cubicBezTo>
                <a:cubicBezTo>
                  <a:pt x="9121" y="10722"/>
                  <a:pt x="9113" y="10795"/>
                  <a:pt x="9113" y="10867"/>
                </a:cubicBezTo>
                <a:cubicBezTo>
                  <a:pt x="9113" y="11018"/>
                  <a:pt x="9147" y="11162"/>
                  <a:pt x="9216" y="11300"/>
                </a:cubicBezTo>
                <a:cubicBezTo>
                  <a:pt x="7942" y="11309"/>
                  <a:pt x="6869" y="12161"/>
                  <a:pt x="6869" y="13167"/>
                </a:cubicBezTo>
                <a:cubicBezTo>
                  <a:pt x="6869" y="14071"/>
                  <a:pt x="7902" y="14727"/>
                  <a:pt x="9325" y="14727"/>
                </a:cubicBezTo>
                <a:cubicBezTo>
                  <a:pt x="10861" y="14727"/>
                  <a:pt x="11690" y="13766"/>
                  <a:pt x="11690" y="12860"/>
                </a:cubicBezTo>
                <a:cubicBezTo>
                  <a:pt x="11690" y="12108"/>
                  <a:pt x="11459" y="11656"/>
                  <a:pt x="10838" y="11196"/>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0" name="Shape 2878">
            <a:extLst>
              <a:ext uri="{FF2B5EF4-FFF2-40B4-BE49-F238E27FC236}">
                <a16:creationId xmlns:a16="http://schemas.microsoft.com/office/drawing/2014/main" id="{7B8D6C3D-EE86-85BB-79FD-D89392B0E000}"/>
              </a:ext>
            </a:extLst>
          </p:cNvPr>
          <p:cNvSpPr/>
          <p:nvPr/>
        </p:nvSpPr>
        <p:spPr>
          <a:xfrm>
            <a:off x="10007950" y="393904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3430" y="9321"/>
                </a:moveTo>
                <a:cubicBezTo>
                  <a:pt x="11975" y="9321"/>
                  <a:pt x="11780" y="10196"/>
                  <a:pt x="11780" y="10196"/>
                </a:cubicBezTo>
                <a:lnTo>
                  <a:pt x="11782" y="9327"/>
                </a:lnTo>
                <a:lnTo>
                  <a:pt x="9818" y="9327"/>
                </a:lnTo>
                <a:lnTo>
                  <a:pt x="9818" y="14727"/>
                </a:lnTo>
                <a:lnTo>
                  <a:pt x="11782" y="14727"/>
                </a:lnTo>
                <a:lnTo>
                  <a:pt x="11782" y="11782"/>
                </a:lnTo>
                <a:cubicBezTo>
                  <a:pt x="11782" y="11782"/>
                  <a:pt x="11782" y="10793"/>
                  <a:pt x="12616" y="10793"/>
                </a:cubicBezTo>
                <a:cubicBezTo>
                  <a:pt x="13086" y="10793"/>
                  <a:pt x="13255" y="11232"/>
                  <a:pt x="13255" y="11782"/>
                </a:cubicBezTo>
                <a:lnTo>
                  <a:pt x="13255" y="14727"/>
                </a:lnTo>
                <a:lnTo>
                  <a:pt x="15218" y="14727"/>
                </a:lnTo>
                <a:lnTo>
                  <a:pt x="15218" y="11782"/>
                </a:lnTo>
                <a:cubicBezTo>
                  <a:pt x="15218" y="10245"/>
                  <a:pt x="14550" y="9321"/>
                  <a:pt x="13430" y="9321"/>
                </a:cubicBezTo>
                <a:moveTo>
                  <a:pt x="6873" y="14727"/>
                </a:moveTo>
                <a:lnTo>
                  <a:pt x="8829" y="14727"/>
                </a:lnTo>
                <a:lnTo>
                  <a:pt x="8829" y="9321"/>
                </a:lnTo>
                <a:lnTo>
                  <a:pt x="6873" y="9321"/>
                </a:lnTo>
                <a:cubicBezTo>
                  <a:pt x="6873" y="9321"/>
                  <a:pt x="6873" y="14727"/>
                  <a:pt x="6873" y="14727"/>
                </a:cubicBezTo>
                <a:close/>
                <a:moveTo>
                  <a:pt x="20618" y="19636"/>
                </a:moveTo>
                <a:cubicBezTo>
                  <a:pt x="20618" y="20179"/>
                  <a:pt x="20179" y="20618"/>
                  <a:pt x="19636" y="20618"/>
                </a:cubicBezTo>
                <a:lnTo>
                  <a:pt x="1964" y="20618"/>
                </a:lnTo>
                <a:cubicBezTo>
                  <a:pt x="1421" y="20618"/>
                  <a:pt x="982" y="20179"/>
                  <a:pt x="982" y="19636"/>
                </a:cubicBezTo>
                <a:lnTo>
                  <a:pt x="982" y="1964"/>
                </a:lnTo>
                <a:cubicBezTo>
                  <a:pt x="982" y="1421"/>
                  <a:pt x="1421" y="982"/>
                  <a:pt x="1964" y="982"/>
                </a:cubicBezTo>
                <a:lnTo>
                  <a:pt x="19636" y="982"/>
                </a:lnTo>
                <a:cubicBezTo>
                  <a:pt x="20179" y="982"/>
                  <a:pt x="20618" y="1421"/>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7851" y="6873"/>
                </a:moveTo>
                <a:cubicBezTo>
                  <a:pt x="7311" y="6873"/>
                  <a:pt x="6873" y="7313"/>
                  <a:pt x="6873" y="7856"/>
                </a:cubicBezTo>
                <a:cubicBezTo>
                  <a:pt x="6873" y="8399"/>
                  <a:pt x="7311" y="8839"/>
                  <a:pt x="7851" y="8839"/>
                </a:cubicBezTo>
                <a:cubicBezTo>
                  <a:pt x="8391" y="8839"/>
                  <a:pt x="8829" y="8399"/>
                  <a:pt x="8829" y="7856"/>
                </a:cubicBezTo>
                <a:cubicBezTo>
                  <a:pt x="8829" y="7313"/>
                  <a:pt x="8391" y="6873"/>
                  <a:pt x="7851" y="687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1" name="Shape 2879">
            <a:extLst>
              <a:ext uri="{FF2B5EF4-FFF2-40B4-BE49-F238E27FC236}">
                <a16:creationId xmlns:a16="http://schemas.microsoft.com/office/drawing/2014/main" id="{FCA483BE-DF2D-46A4-7882-1F626F3E0382}"/>
              </a:ext>
            </a:extLst>
          </p:cNvPr>
          <p:cNvSpPr/>
          <p:nvPr/>
        </p:nvSpPr>
        <p:spPr>
          <a:xfrm>
            <a:off x="10541211" y="393904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618" y="19636"/>
                </a:moveTo>
                <a:cubicBezTo>
                  <a:pt x="20618" y="20179"/>
                  <a:pt x="20178" y="20618"/>
                  <a:pt x="19636" y="20618"/>
                </a:cubicBezTo>
                <a:lnTo>
                  <a:pt x="1964" y="20618"/>
                </a:lnTo>
                <a:cubicBezTo>
                  <a:pt x="1422" y="20618"/>
                  <a:pt x="982" y="20179"/>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1592" y="13291"/>
                </a:moveTo>
                <a:cubicBezTo>
                  <a:pt x="11452" y="13213"/>
                  <a:pt x="11342" y="13108"/>
                  <a:pt x="11291" y="12978"/>
                </a:cubicBezTo>
                <a:cubicBezTo>
                  <a:pt x="11284" y="12956"/>
                  <a:pt x="11290" y="10299"/>
                  <a:pt x="11290" y="10299"/>
                </a:cubicBezTo>
                <a:lnTo>
                  <a:pt x="13256" y="10299"/>
                </a:lnTo>
                <a:lnTo>
                  <a:pt x="13256" y="8836"/>
                </a:lnTo>
                <a:lnTo>
                  <a:pt x="11292" y="8836"/>
                </a:lnTo>
                <a:lnTo>
                  <a:pt x="11292" y="6873"/>
                </a:lnTo>
                <a:lnTo>
                  <a:pt x="10042" y="6879"/>
                </a:lnTo>
                <a:cubicBezTo>
                  <a:pt x="9988" y="7284"/>
                  <a:pt x="9891" y="7618"/>
                  <a:pt x="9750" y="7879"/>
                </a:cubicBezTo>
                <a:cubicBezTo>
                  <a:pt x="9608" y="8142"/>
                  <a:pt x="9420" y="8366"/>
                  <a:pt x="9187" y="8553"/>
                </a:cubicBezTo>
                <a:cubicBezTo>
                  <a:pt x="8953" y="8740"/>
                  <a:pt x="8672" y="8883"/>
                  <a:pt x="8344" y="8984"/>
                </a:cubicBezTo>
                <a:lnTo>
                  <a:pt x="8345" y="10309"/>
                </a:lnTo>
                <a:lnTo>
                  <a:pt x="9328" y="10299"/>
                </a:lnTo>
                <a:lnTo>
                  <a:pt x="9328" y="12846"/>
                </a:lnTo>
                <a:cubicBezTo>
                  <a:pt x="9328" y="13204"/>
                  <a:pt x="9368" y="13478"/>
                  <a:pt x="9448" y="13666"/>
                </a:cubicBezTo>
                <a:cubicBezTo>
                  <a:pt x="9528" y="13856"/>
                  <a:pt x="9671" y="14034"/>
                  <a:pt x="9879" y="14202"/>
                </a:cubicBezTo>
                <a:cubicBezTo>
                  <a:pt x="10086" y="14370"/>
                  <a:pt x="10336" y="14498"/>
                  <a:pt x="10629" y="14589"/>
                </a:cubicBezTo>
                <a:cubicBezTo>
                  <a:pt x="10922" y="14679"/>
                  <a:pt x="11238" y="14727"/>
                  <a:pt x="11619" y="14727"/>
                </a:cubicBezTo>
                <a:cubicBezTo>
                  <a:pt x="11955" y="14727"/>
                  <a:pt x="12228" y="14693"/>
                  <a:pt x="12517" y="14629"/>
                </a:cubicBezTo>
                <a:cubicBezTo>
                  <a:pt x="12806" y="14565"/>
                  <a:pt x="13221" y="14455"/>
                  <a:pt x="13578" y="14297"/>
                </a:cubicBezTo>
                <a:lnTo>
                  <a:pt x="13583" y="13091"/>
                </a:lnTo>
                <a:cubicBezTo>
                  <a:pt x="13165" y="13349"/>
                  <a:pt x="12648" y="13447"/>
                  <a:pt x="12225" y="13447"/>
                </a:cubicBezTo>
                <a:cubicBezTo>
                  <a:pt x="11987" y="13447"/>
                  <a:pt x="11776" y="13395"/>
                  <a:pt x="11592" y="13291"/>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2" name="Shape 2880">
            <a:extLst>
              <a:ext uri="{FF2B5EF4-FFF2-40B4-BE49-F238E27FC236}">
                <a16:creationId xmlns:a16="http://schemas.microsoft.com/office/drawing/2014/main" id="{B252D8C4-0E9B-9171-3F56-7E12633FC323}"/>
              </a:ext>
            </a:extLst>
          </p:cNvPr>
          <p:cNvSpPr/>
          <p:nvPr/>
        </p:nvSpPr>
        <p:spPr>
          <a:xfrm>
            <a:off x="11074472" y="393904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618" y="19636"/>
                </a:moveTo>
                <a:cubicBezTo>
                  <a:pt x="20618" y="20179"/>
                  <a:pt x="20178" y="20618"/>
                  <a:pt x="19636" y="20618"/>
                </a:cubicBezTo>
                <a:lnTo>
                  <a:pt x="1964" y="20618"/>
                </a:lnTo>
                <a:cubicBezTo>
                  <a:pt x="1422" y="20618"/>
                  <a:pt x="982" y="20179"/>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4291" y="6986"/>
                </a:moveTo>
                <a:cubicBezTo>
                  <a:pt x="14241" y="6976"/>
                  <a:pt x="14187" y="6971"/>
                  <a:pt x="14134" y="6971"/>
                </a:cubicBezTo>
                <a:cubicBezTo>
                  <a:pt x="13808" y="6971"/>
                  <a:pt x="13598" y="7166"/>
                  <a:pt x="13572" y="7494"/>
                </a:cubicBezTo>
                <a:cubicBezTo>
                  <a:pt x="13242" y="11704"/>
                  <a:pt x="13044" y="12909"/>
                  <a:pt x="13042" y="12921"/>
                </a:cubicBezTo>
                <a:lnTo>
                  <a:pt x="13046" y="13020"/>
                </a:lnTo>
                <a:lnTo>
                  <a:pt x="13142" y="13032"/>
                </a:lnTo>
                <a:lnTo>
                  <a:pt x="13172" y="13031"/>
                </a:lnTo>
                <a:cubicBezTo>
                  <a:pt x="13281" y="13031"/>
                  <a:pt x="13386" y="13050"/>
                  <a:pt x="13473" y="13084"/>
                </a:cubicBezTo>
                <a:lnTo>
                  <a:pt x="13579" y="13126"/>
                </a:lnTo>
                <a:lnTo>
                  <a:pt x="13598" y="13012"/>
                </a:lnTo>
                <a:cubicBezTo>
                  <a:pt x="13837" y="11522"/>
                  <a:pt x="14296" y="9525"/>
                  <a:pt x="14542" y="8453"/>
                </a:cubicBezTo>
                <a:cubicBezTo>
                  <a:pt x="14618" y="8121"/>
                  <a:pt x="14675" y="7877"/>
                  <a:pt x="14698" y="7763"/>
                </a:cubicBezTo>
                <a:cubicBezTo>
                  <a:pt x="14745" y="7530"/>
                  <a:pt x="14724" y="7343"/>
                  <a:pt x="14636" y="7206"/>
                </a:cubicBezTo>
                <a:cubicBezTo>
                  <a:pt x="14563" y="7092"/>
                  <a:pt x="14447" y="7018"/>
                  <a:pt x="14291" y="6986"/>
                </a:cubicBezTo>
                <a:moveTo>
                  <a:pt x="13280" y="13606"/>
                </a:moveTo>
                <a:cubicBezTo>
                  <a:pt x="12921" y="13524"/>
                  <a:pt x="12660" y="13682"/>
                  <a:pt x="12569" y="14030"/>
                </a:cubicBezTo>
                <a:cubicBezTo>
                  <a:pt x="12529" y="14187"/>
                  <a:pt x="12549" y="14335"/>
                  <a:pt x="12630" y="14459"/>
                </a:cubicBezTo>
                <a:cubicBezTo>
                  <a:pt x="12706" y="14574"/>
                  <a:pt x="12831" y="14660"/>
                  <a:pt x="12982" y="14701"/>
                </a:cubicBezTo>
                <a:cubicBezTo>
                  <a:pt x="13045" y="14719"/>
                  <a:pt x="13109" y="14728"/>
                  <a:pt x="13172" y="14728"/>
                </a:cubicBezTo>
                <a:cubicBezTo>
                  <a:pt x="13438" y="14728"/>
                  <a:pt x="13639" y="14578"/>
                  <a:pt x="13698" y="14338"/>
                </a:cubicBezTo>
                <a:cubicBezTo>
                  <a:pt x="13741" y="14155"/>
                  <a:pt x="13722" y="13989"/>
                  <a:pt x="13642" y="13858"/>
                </a:cubicBezTo>
                <a:cubicBezTo>
                  <a:pt x="13567" y="13733"/>
                  <a:pt x="13439" y="13643"/>
                  <a:pt x="13280" y="13606"/>
                </a:cubicBezTo>
                <a:moveTo>
                  <a:pt x="13014" y="7028"/>
                </a:moveTo>
                <a:lnTo>
                  <a:pt x="13098" y="6884"/>
                </a:lnTo>
                <a:lnTo>
                  <a:pt x="12931" y="6884"/>
                </a:lnTo>
                <a:lnTo>
                  <a:pt x="12906" y="6887"/>
                </a:lnTo>
                <a:cubicBezTo>
                  <a:pt x="12646" y="6961"/>
                  <a:pt x="12244" y="6961"/>
                  <a:pt x="11983" y="6887"/>
                </a:cubicBezTo>
                <a:lnTo>
                  <a:pt x="11901" y="6884"/>
                </a:lnTo>
                <a:lnTo>
                  <a:pt x="9988" y="10156"/>
                </a:lnTo>
                <a:lnTo>
                  <a:pt x="8067" y="6872"/>
                </a:lnTo>
                <a:lnTo>
                  <a:pt x="8000" y="6890"/>
                </a:lnTo>
                <a:cubicBezTo>
                  <a:pt x="7739" y="6962"/>
                  <a:pt x="7347" y="6961"/>
                  <a:pt x="7088" y="6887"/>
                </a:cubicBezTo>
                <a:lnTo>
                  <a:pt x="6878" y="6884"/>
                </a:lnTo>
                <a:lnTo>
                  <a:pt x="9482" y="11392"/>
                </a:lnTo>
                <a:lnTo>
                  <a:pt x="9404" y="14626"/>
                </a:lnTo>
                <a:lnTo>
                  <a:pt x="9407" y="14722"/>
                </a:lnTo>
                <a:lnTo>
                  <a:pt x="9502" y="14722"/>
                </a:lnTo>
                <a:lnTo>
                  <a:pt x="9526" y="14719"/>
                </a:lnTo>
                <a:cubicBezTo>
                  <a:pt x="9786" y="14645"/>
                  <a:pt x="10190" y="14645"/>
                  <a:pt x="10449" y="14719"/>
                </a:cubicBezTo>
                <a:lnTo>
                  <a:pt x="10573" y="14722"/>
                </a:lnTo>
                <a:lnTo>
                  <a:pt x="10512" y="11390"/>
                </a:lnTo>
                <a:cubicBezTo>
                  <a:pt x="10600" y="11229"/>
                  <a:pt x="11150" y="10205"/>
                  <a:pt x="11738" y="9180"/>
                </a:cubicBezTo>
                <a:cubicBezTo>
                  <a:pt x="12342" y="8126"/>
                  <a:pt x="13008" y="7040"/>
                  <a:pt x="13014" y="7028"/>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3" name="Shape 2881">
            <a:extLst>
              <a:ext uri="{FF2B5EF4-FFF2-40B4-BE49-F238E27FC236}">
                <a16:creationId xmlns:a16="http://schemas.microsoft.com/office/drawing/2014/main" id="{3E6F21BC-FCD7-E92A-DA6B-5DE9E756A40F}"/>
              </a:ext>
            </a:extLst>
          </p:cNvPr>
          <p:cNvSpPr/>
          <p:nvPr/>
        </p:nvSpPr>
        <p:spPr>
          <a:xfrm>
            <a:off x="6275123" y="447230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3062" y="5890"/>
                </a:moveTo>
                <a:lnTo>
                  <a:pt x="10786" y="7776"/>
                </a:lnTo>
                <a:lnTo>
                  <a:pt x="13925" y="9725"/>
                </a:lnTo>
                <a:lnTo>
                  <a:pt x="16200" y="7926"/>
                </a:lnTo>
                <a:cubicBezTo>
                  <a:pt x="16200" y="7926"/>
                  <a:pt x="13062" y="5890"/>
                  <a:pt x="13062" y="5890"/>
                </a:cubicBezTo>
                <a:close/>
                <a:moveTo>
                  <a:pt x="20618" y="19636"/>
                </a:moveTo>
                <a:cubicBezTo>
                  <a:pt x="20618" y="20179"/>
                  <a:pt x="20179" y="20618"/>
                  <a:pt x="19636" y="20618"/>
                </a:cubicBezTo>
                <a:lnTo>
                  <a:pt x="1964" y="20618"/>
                </a:lnTo>
                <a:cubicBezTo>
                  <a:pt x="1422" y="20618"/>
                  <a:pt x="982" y="20179"/>
                  <a:pt x="982" y="19636"/>
                </a:cubicBezTo>
                <a:lnTo>
                  <a:pt x="982" y="1964"/>
                </a:lnTo>
                <a:cubicBezTo>
                  <a:pt x="982" y="1421"/>
                  <a:pt x="1422" y="982"/>
                  <a:pt x="1964" y="982"/>
                </a:cubicBezTo>
                <a:lnTo>
                  <a:pt x="19636" y="982"/>
                </a:lnTo>
                <a:cubicBezTo>
                  <a:pt x="20179" y="982"/>
                  <a:pt x="20618" y="1421"/>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5400" y="8027"/>
                </a:moveTo>
                <a:lnTo>
                  <a:pt x="7647" y="9763"/>
                </a:lnTo>
                <a:lnTo>
                  <a:pt x="10786" y="7776"/>
                </a:lnTo>
                <a:lnTo>
                  <a:pt x="8630" y="5891"/>
                </a:lnTo>
                <a:cubicBezTo>
                  <a:pt x="8630" y="5891"/>
                  <a:pt x="5400" y="8027"/>
                  <a:pt x="5400" y="8027"/>
                </a:cubicBezTo>
                <a:close/>
                <a:moveTo>
                  <a:pt x="13925" y="9726"/>
                </a:moveTo>
                <a:lnTo>
                  <a:pt x="13925" y="9725"/>
                </a:lnTo>
                <a:lnTo>
                  <a:pt x="13925" y="9725"/>
                </a:lnTo>
                <a:lnTo>
                  <a:pt x="13924" y="9725"/>
                </a:lnTo>
                <a:cubicBezTo>
                  <a:pt x="13924" y="9725"/>
                  <a:pt x="13925" y="9726"/>
                  <a:pt x="13925" y="9726"/>
                </a:cubicBezTo>
                <a:close/>
                <a:moveTo>
                  <a:pt x="12965" y="14699"/>
                </a:moveTo>
                <a:lnTo>
                  <a:pt x="12959" y="14707"/>
                </a:lnTo>
                <a:lnTo>
                  <a:pt x="10801" y="13101"/>
                </a:lnTo>
                <a:lnTo>
                  <a:pt x="8731" y="14685"/>
                </a:lnTo>
                <a:lnTo>
                  <a:pt x="8712" y="14715"/>
                </a:lnTo>
                <a:lnTo>
                  <a:pt x="7571" y="14025"/>
                </a:lnTo>
                <a:lnTo>
                  <a:pt x="7571" y="14627"/>
                </a:lnTo>
                <a:lnTo>
                  <a:pt x="10799" y="16692"/>
                </a:lnTo>
                <a:lnTo>
                  <a:pt x="14001" y="14627"/>
                </a:lnTo>
                <a:lnTo>
                  <a:pt x="14001" y="14067"/>
                </a:lnTo>
                <a:lnTo>
                  <a:pt x="12965" y="14699"/>
                </a:lnTo>
                <a:cubicBezTo>
                  <a:pt x="12965" y="14699"/>
                  <a:pt x="12965" y="14699"/>
                  <a:pt x="12965" y="14699"/>
                </a:cubicBezTo>
                <a:close/>
                <a:moveTo>
                  <a:pt x="7641" y="9766"/>
                </a:moveTo>
                <a:lnTo>
                  <a:pt x="5404" y="11577"/>
                </a:lnTo>
                <a:lnTo>
                  <a:pt x="7350" y="12746"/>
                </a:lnTo>
                <a:lnTo>
                  <a:pt x="7351" y="12745"/>
                </a:lnTo>
                <a:lnTo>
                  <a:pt x="7742" y="12982"/>
                </a:lnTo>
                <a:lnTo>
                  <a:pt x="8631" y="13516"/>
                </a:lnTo>
                <a:lnTo>
                  <a:pt x="10060" y="12431"/>
                </a:lnTo>
                <a:lnTo>
                  <a:pt x="10780" y="11879"/>
                </a:lnTo>
                <a:lnTo>
                  <a:pt x="10783" y="11882"/>
                </a:lnTo>
                <a:lnTo>
                  <a:pt x="10786" y="11880"/>
                </a:lnTo>
                <a:lnTo>
                  <a:pt x="10798" y="11888"/>
                </a:lnTo>
                <a:lnTo>
                  <a:pt x="10804" y="11879"/>
                </a:lnTo>
                <a:lnTo>
                  <a:pt x="12515" y="13153"/>
                </a:lnTo>
                <a:lnTo>
                  <a:pt x="13007" y="13515"/>
                </a:lnTo>
                <a:lnTo>
                  <a:pt x="16199" y="11575"/>
                </a:lnTo>
                <a:lnTo>
                  <a:pt x="13925" y="9726"/>
                </a:lnTo>
                <a:lnTo>
                  <a:pt x="10787" y="11715"/>
                </a:lnTo>
                <a:cubicBezTo>
                  <a:pt x="10787" y="11715"/>
                  <a:pt x="7641" y="9766"/>
                  <a:pt x="7641" y="9766"/>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4" name="Shape 2882">
            <a:extLst>
              <a:ext uri="{FF2B5EF4-FFF2-40B4-BE49-F238E27FC236}">
                <a16:creationId xmlns:a16="http://schemas.microsoft.com/office/drawing/2014/main" id="{2DAD1D7E-71E2-D126-B501-55C0A4628E6B}"/>
              </a:ext>
            </a:extLst>
          </p:cNvPr>
          <p:cNvSpPr/>
          <p:nvPr/>
        </p:nvSpPr>
        <p:spPr>
          <a:xfrm>
            <a:off x="6808384" y="447230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4727" y="13745"/>
                </a:moveTo>
                <a:cubicBezTo>
                  <a:pt x="14727" y="14288"/>
                  <a:pt x="14287" y="14727"/>
                  <a:pt x="13745" y="14727"/>
                </a:cubicBezTo>
                <a:lnTo>
                  <a:pt x="7855" y="14727"/>
                </a:lnTo>
                <a:cubicBezTo>
                  <a:pt x="7313" y="14727"/>
                  <a:pt x="6873" y="14288"/>
                  <a:pt x="6873" y="13745"/>
                </a:cubicBezTo>
                <a:lnTo>
                  <a:pt x="6873" y="10309"/>
                </a:lnTo>
                <a:lnTo>
                  <a:pt x="7904" y="10309"/>
                </a:lnTo>
                <a:cubicBezTo>
                  <a:pt x="7877" y="10470"/>
                  <a:pt x="7855" y="10632"/>
                  <a:pt x="7855" y="10800"/>
                </a:cubicBezTo>
                <a:cubicBezTo>
                  <a:pt x="7855" y="12427"/>
                  <a:pt x="9173" y="13745"/>
                  <a:pt x="10800" y="13745"/>
                </a:cubicBezTo>
                <a:cubicBezTo>
                  <a:pt x="12427" y="13745"/>
                  <a:pt x="13745" y="12427"/>
                  <a:pt x="13745" y="10800"/>
                </a:cubicBezTo>
                <a:cubicBezTo>
                  <a:pt x="13745" y="10632"/>
                  <a:pt x="13723" y="10470"/>
                  <a:pt x="13696" y="10309"/>
                </a:cubicBezTo>
                <a:lnTo>
                  <a:pt x="14727" y="10309"/>
                </a:lnTo>
                <a:cubicBezTo>
                  <a:pt x="14727" y="10309"/>
                  <a:pt x="14727" y="13745"/>
                  <a:pt x="14727" y="13745"/>
                </a:cubicBezTo>
                <a:close/>
                <a:moveTo>
                  <a:pt x="10800" y="8836"/>
                </a:moveTo>
                <a:cubicBezTo>
                  <a:pt x="11884" y="8836"/>
                  <a:pt x="12764" y="9716"/>
                  <a:pt x="12764" y="10800"/>
                </a:cubicBezTo>
                <a:cubicBezTo>
                  <a:pt x="12764" y="11884"/>
                  <a:pt x="11884" y="12764"/>
                  <a:pt x="10800" y="12764"/>
                </a:cubicBezTo>
                <a:cubicBezTo>
                  <a:pt x="9716" y="12764"/>
                  <a:pt x="8836" y="11884"/>
                  <a:pt x="8836" y="10800"/>
                </a:cubicBezTo>
                <a:cubicBezTo>
                  <a:pt x="8836" y="9716"/>
                  <a:pt x="9716" y="8836"/>
                  <a:pt x="10800" y="8836"/>
                </a:cubicBezTo>
                <a:moveTo>
                  <a:pt x="12764" y="7364"/>
                </a:moveTo>
                <a:lnTo>
                  <a:pt x="14236" y="7364"/>
                </a:lnTo>
                <a:lnTo>
                  <a:pt x="14236" y="8836"/>
                </a:lnTo>
                <a:lnTo>
                  <a:pt x="12764" y="8836"/>
                </a:lnTo>
                <a:cubicBezTo>
                  <a:pt x="12764" y="8836"/>
                  <a:pt x="12764" y="7364"/>
                  <a:pt x="12764" y="7364"/>
                </a:cubicBezTo>
                <a:close/>
                <a:moveTo>
                  <a:pt x="13745" y="5891"/>
                </a:moveTo>
                <a:lnTo>
                  <a:pt x="7855" y="5891"/>
                </a:lnTo>
                <a:cubicBezTo>
                  <a:pt x="6770" y="5891"/>
                  <a:pt x="5891" y="6770"/>
                  <a:pt x="5891" y="7855"/>
                </a:cubicBezTo>
                <a:lnTo>
                  <a:pt x="5891" y="13745"/>
                </a:lnTo>
                <a:cubicBezTo>
                  <a:pt x="5891" y="14830"/>
                  <a:pt x="6770" y="15709"/>
                  <a:pt x="7855" y="15709"/>
                </a:cubicBezTo>
                <a:lnTo>
                  <a:pt x="13745" y="15709"/>
                </a:lnTo>
                <a:cubicBezTo>
                  <a:pt x="14830" y="15709"/>
                  <a:pt x="15709" y="14830"/>
                  <a:pt x="15709" y="13745"/>
                </a:cubicBezTo>
                <a:lnTo>
                  <a:pt x="15709" y="7855"/>
                </a:lnTo>
                <a:cubicBezTo>
                  <a:pt x="15709" y="6770"/>
                  <a:pt x="14830" y="5891"/>
                  <a:pt x="13745" y="5891"/>
                </a:cubicBezTo>
                <a:moveTo>
                  <a:pt x="20618" y="19636"/>
                </a:moveTo>
                <a:cubicBezTo>
                  <a:pt x="20618" y="20178"/>
                  <a:pt x="20178" y="20618"/>
                  <a:pt x="19636" y="20618"/>
                </a:cubicBezTo>
                <a:lnTo>
                  <a:pt x="1964" y="20618"/>
                </a:lnTo>
                <a:cubicBezTo>
                  <a:pt x="1422" y="20618"/>
                  <a:pt x="982" y="20178"/>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5" name="Shape 2883">
            <a:extLst>
              <a:ext uri="{FF2B5EF4-FFF2-40B4-BE49-F238E27FC236}">
                <a16:creationId xmlns:a16="http://schemas.microsoft.com/office/drawing/2014/main" id="{7D0E7AB3-497E-7FB5-1C2C-D3600C7DA688}"/>
              </a:ext>
            </a:extLst>
          </p:cNvPr>
          <p:cNvSpPr/>
          <p:nvPr/>
        </p:nvSpPr>
        <p:spPr>
          <a:xfrm>
            <a:off x="7341645" y="447230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5709" y="10800"/>
                </a:moveTo>
                <a:cubicBezTo>
                  <a:pt x="15709" y="12575"/>
                  <a:pt x="14764" y="14125"/>
                  <a:pt x="13353" y="14987"/>
                </a:cubicBezTo>
                <a:lnTo>
                  <a:pt x="14834" y="10706"/>
                </a:lnTo>
                <a:cubicBezTo>
                  <a:pt x="15118" y="9994"/>
                  <a:pt x="15213" y="9425"/>
                  <a:pt x="15213" y="8918"/>
                </a:cubicBezTo>
                <a:cubicBezTo>
                  <a:pt x="15213" y="8811"/>
                  <a:pt x="15201" y="8718"/>
                  <a:pt x="15194" y="8620"/>
                </a:cubicBezTo>
                <a:cubicBezTo>
                  <a:pt x="15521" y="9277"/>
                  <a:pt x="15709" y="10016"/>
                  <a:pt x="15709" y="10800"/>
                </a:cubicBezTo>
                <a:moveTo>
                  <a:pt x="11488" y="8460"/>
                </a:moveTo>
                <a:cubicBezTo>
                  <a:pt x="11788" y="8444"/>
                  <a:pt x="12059" y="8413"/>
                  <a:pt x="12059" y="8413"/>
                </a:cubicBezTo>
                <a:cubicBezTo>
                  <a:pt x="12328" y="8380"/>
                  <a:pt x="12296" y="7986"/>
                  <a:pt x="12027" y="8001"/>
                </a:cubicBezTo>
                <a:cubicBezTo>
                  <a:pt x="12027" y="8001"/>
                  <a:pt x="11219" y="8065"/>
                  <a:pt x="10697" y="8065"/>
                </a:cubicBezTo>
                <a:cubicBezTo>
                  <a:pt x="10206" y="8065"/>
                  <a:pt x="9382" y="8001"/>
                  <a:pt x="9382" y="8001"/>
                </a:cubicBezTo>
                <a:cubicBezTo>
                  <a:pt x="9113" y="7986"/>
                  <a:pt x="9082" y="8396"/>
                  <a:pt x="9350" y="8413"/>
                </a:cubicBezTo>
                <a:cubicBezTo>
                  <a:pt x="9350" y="8413"/>
                  <a:pt x="9605" y="8444"/>
                  <a:pt x="9874" y="8460"/>
                </a:cubicBezTo>
                <a:lnTo>
                  <a:pt x="10652" y="10591"/>
                </a:lnTo>
                <a:lnTo>
                  <a:pt x="9560" y="13866"/>
                </a:lnTo>
                <a:lnTo>
                  <a:pt x="7742" y="8460"/>
                </a:lnTo>
                <a:cubicBezTo>
                  <a:pt x="8042" y="8444"/>
                  <a:pt x="8313" y="8413"/>
                  <a:pt x="8313" y="8413"/>
                </a:cubicBezTo>
                <a:cubicBezTo>
                  <a:pt x="8582" y="8380"/>
                  <a:pt x="8550" y="7986"/>
                  <a:pt x="8281" y="8001"/>
                </a:cubicBezTo>
                <a:cubicBezTo>
                  <a:pt x="8281" y="8001"/>
                  <a:pt x="7473" y="8065"/>
                  <a:pt x="6951" y="8065"/>
                </a:cubicBezTo>
                <a:cubicBezTo>
                  <a:pt x="6885" y="8065"/>
                  <a:pt x="6804" y="8063"/>
                  <a:pt x="6727" y="8061"/>
                </a:cubicBezTo>
                <a:cubicBezTo>
                  <a:pt x="7608" y="6752"/>
                  <a:pt x="9103" y="5891"/>
                  <a:pt x="10800" y="5891"/>
                </a:cubicBezTo>
                <a:cubicBezTo>
                  <a:pt x="12045" y="5891"/>
                  <a:pt x="13178" y="6358"/>
                  <a:pt x="14044" y="7122"/>
                </a:cubicBezTo>
                <a:cubicBezTo>
                  <a:pt x="13590" y="7157"/>
                  <a:pt x="13299" y="7563"/>
                  <a:pt x="13299" y="8001"/>
                </a:cubicBezTo>
                <a:cubicBezTo>
                  <a:pt x="13299" y="8413"/>
                  <a:pt x="13505" y="8761"/>
                  <a:pt x="13758" y="9172"/>
                </a:cubicBezTo>
                <a:cubicBezTo>
                  <a:pt x="13948" y="9504"/>
                  <a:pt x="14169" y="9931"/>
                  <a:pt x="14169" y="10548"/>
                </a:cubicBezTo>
                <a:cubicBezTo>
                  <a:pt x="14169" y="10975"/>
                  <a:pt x="14005" y="11471"/>
                  <a:pt x="13789" y="12162"/>
                </a:cubicBezTo>
                <a:lnTo>
                  <a:pt x="13291" y="13825"/>
                </a:lnTo>
                <a:cubicBezTo>
                  <a:pt x="13291" y="13825"/>
                  <a:pt x="11488" y="8460"/>
                  <a:pt x="11488" y="8460"/>
                </a:cubicBezTo>
                <a:close/>
                <a:moveTo>
                  <a:pt x="10800" y="15709"/>
                </a:moveTo>
                <a:cubicBezTo>
                  <a:pt x="10319" y="15709"/>
                  <a:pt x="9857" y="15637"/>
                  <a:pt x="9418" y="15508"/>
                </a:cubicBezTo>
                <a:lnTo>
                  <a:pt x="10887" y="11236"/>
                </a:lnTo>
                <a:cubicBezTo>
                  <a:pt x="10887" y="11236"/>
                  <a:pt x="12211" y="14865"/>
                  <a:pt x="12425" y="15428"/>
                </a:cubicBezTo>
                <a:cubicBezTo>
                  <a:pt x="11916" y="15607"/>
                  <a:pt x="11371" y="15709"/>
                  <a:pt x="10800" y="15709"/>
                </a:cubicBezTo>
                <a:moveTo>
                  <a:pt x="5891" y="10800"/>
                </a:moveTo>
                <a:cubicBezTo>
                  <a:pt x="5891" y="10118"/>
                  <a:pt x="6030" y="9470"/>
                  <a:pt x="6281" y="8880"/>
                </a:cubicBezTo>
                <a:lnTo>
                  <a:pt x="8579" y="15174"/>
                </a:lnTo>
                <a:cubicBezTo>
                  <a:pt x="6985" y="14362"/>
                  <a:pt x="5891" y="12711"/>
                  <a:pt x="5891" y="10800"/>
                </a:cubicBezTo>
                <a:moveTo>
                  <a:pt x="10800" y="4909"/>
                </a:moveTo>
                <a:cubicBezTo>
                  <a:pt x="7547" y="4909"/>
                  <a:pt x="4909" y="7547"/>
                  <a:pt x="4909" y="10800"/>
                </a:cubicBezTo>
                <a:cubicBezTo>
                  <a:pt x="4909" y="14054"/>
                  <a:pt x="7547" y="16691"/>
                  <a:pt x="10800" y="16691"/>
                </a:cubicBezTo>
                <a:cubicBezTo>
                  <a:pt x="14053" y="16691"/>
                  <a:pt x="16691" y="14054"/>
                  <a:pt x="16691" y="10800"/>
                </a:cubicBezTo>
                <a:cubicBezTo>
                  <a:pt x="16691" y="7547"/>
                  <a:pt x="14053" y="4909"/>
                  <a:pt x="10800" y="4909"/>
                </a:cubicBezTo>
                <a:moveTo>
                  <a:pt x="20618" y="19636"/>
                </a:moveTo>
                <a:cubicBezTo>
                  <a:pt x="20618" y="20178"/>
                  <a:pt x="20178" y="20618"/>
                  <a:pt x="19636" y="20618"/>
                </a:cubicBezTo>
                <a:lnTo>
                  <a:pt x="1964" y="20618"/>
                </a:lnTo>
                <a:cubicBezTo>
                  <a:pt x="1422" y="20618"/>
                  <a:pt x="982" y="20178"/>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6" name="Shape 2884">
            <a:extLst>
              <a:ext uri="{FF2B5EF4-FFF2-40B4-BE49-F238E27FC236}">
                <a16:creationId xmlns:a16="http://schemas.microsoft.com/office/drawing/2014/main" id="{EFB510E9-9C95-586B-594E-D6AE94F06297}"/>
              </a:ext>
            </a:extLst>
          </p:cNvPr>
          <p:cNvSpPr/>
          <p:nvPr/>
        </p:nvSpPr>
        <p:spPr>
          <a:xfrm>
            <a:off x="7874906" y="447230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4236" y="10309"/>
                </a:moveTo>
                <a:cubicBezTo>
                  <a:pt x="13551" y="10309"/>
                  <a:pt x="12889" y="10401"/>
                  <a:pt x="12252" y="10556"/>
                </a:cubicBezTo>
                <a:cubicBezTo>
                  <a:pt x="12104" y="10191"/>
                  <a:pt x="11941" y="9834"/>
                  <a:pt x="11763" y="9484"/>
                </a:cubicBezTo>
                <a:cubicBezTo>
                  <a:pt x="12783" y="9001"/>
                  <a:pt x="13728" y="8390"/>
                  <a:pt x="14592" y="7682"/>
                </a:cubicBezTo>
                <a:cubicBezTo>
                  <a:pt x="15222" y="8448"/>
                  <a:pt x="15619" y="9407"/>
                  <a:pt x="15692" y="10457"/>
                </a:cubicBezTo>
                <a:cubicBezTo>
                  <a:pt x="15218" y="10370"/>
                  <a:pt x="14736" y="10309"/>
                  <a:pt x="14236" y="10309"/>
                </a:cubicBezTo>
                <a:moveTo>
                  <a:pt x="13226" y="15065"/>
                </a:moveTo>
                <a:cubicBezTo>
                  <a:pt x="13168" y="13821"/>
                  <a:pt x="12957" y="12618"/>
                  <a:pt x="12590" y="11483"/>
                </a:cubicBezTo>
                <a:cubicBezTo>
                  <a:pt x="13120" y="11361"/>
                  <a:pt x="13669" y="11291"/>
                  <a:pt x="14236" y="11291"/>
                </a:cubicBezTo>
                <a:cubicBezTo>
                  <a:pt x="14726" y="11291"/>
                  <a:pt x="15199" y="11358"/>
                  <a:pt x="15661" y="11451"/>
                </a:cubicBezTo>
                <a:cubicBezTo>
                  <a:pt x="15455" y="13001"/>
                  <a:pt x="14528" y="14322"/>
                  <a:pt x="13226" y="15065"/>
                </a:cubicBezTo>
                <a:moveTo>
                  <a:pt x="10800" y="15709"/>
                </a:moveTo>
                <a:cubicBezTo>
                  <a:pt x="9746" y="15709"/>
                  <a:pt x="8772" y="15374"/>
                  <a:pt x="7971" y="14808"/>
                </a:cubicBezTo>
                <a:cubicBezTo>
                  <a:pt x="8822" y="13429"/>
                  <a:pt x="10108" y="12348"/>
                  <a:pt x="11646" y="11768"/>
                </a:cubicBezTo>
                <a:cubicBezTo>
                  <a:pt x="12027" y="12943"/>
                  <a:pt x="12241" y="14191"/>
                  <a:pt x="12264" y="15487"/>
                </a:cubicBezTo>
                <a:cubicBezTo>
                  <a:pt x="11801" y="15631"/>
                  <a:pt x="11310" y="15709"/>
                  <a:pt x="10800" y="15709"/>
                </a:cubicBezTo>
                <a:moveTo>
                  <a:pt x="5891" y="10800"/>
                </a:moveTo>
                <a:cubicBezTo>
                  <a:pt x="7640" y="10800"/>
                  <a:pt x="9312" y="10469"/>
                  <a:pt x="10852" y="9873"/>
                </a:cubicBezTo>
                <a:cubicBezTo>
                  <a:pt x="11015" y="10192"/>
                  <a:pt x="11171" y="10515"/>
                  <a:pt x="11309" y="10848"/>
                </a:cubicBezTo>
                <a:cubicBezTo>
                  <a:pt x="9614" y="11484"/>
                  <a:pt x="8190" y="12658"/>
                  <a:pt x="7225" y="14157"/>
                </a:cubicBezTo>
                <a:cubicBezTo>
                  <a:pt x="6400" y="13279"/>
                  <a:pt x="5891" y="12100"/>
                  <a:pt x="5891" y="10800"/>
                </a:cubicBezTo>
                <a:moveTo>
                  <a:pt x="8358" y="6546"/>
                </a:moveTo>
                <a:cubicBezTo>
                  <a:pt x="9117" y="7279"/>
                  <a:pt x="9793" y="8098"/>
                  <a:pt x="10353" y="9001"/>
                </a:cubicBezTo>
                <a:cubicBezTo>
                  <a:pt x="8991" y="9509"/>
                  <a:pt x="7526" y="9801"/>
                  <a:pt x="5990" y="9813"/>
                </a:cubicBezTo>
                <a:cubicBezTo>
                  <a:pt x="6276" y="8414"/>
                  <a:pt x="7158" y="7236"/>
                  <a:pt x="8358" y="6546"/>
                </a:cubicBezTo>
                <a:moveTo>
                  <a:pt x="10800" y="5891"/>
                </a:moveTo>
                <a:cubicBezTo>
                  <a:pt x="11968" y="5891"/>
                  <a:pt x="13040" y="6300"/>
                  <a:pt x="13882" y="6982"/>
                </a:cubicBezTo>
                <a:cubicBezTo>
                  <a:pt x="13087" y="7622"/>
                  <a:pt x="12217" y="8174"/>
                  <a:pt x="11282" y="8612"/>
                </a:cubicBezTo>
                <a:cubicBezTo>
                  <a:pt x="10732" y="7702"/>
                  <a:pt x="10073" y="6869"/>
                  <a:pt x="9333" y="6114"/>
                </a:cubicBezTo>
                <a:cubicBezTo>
                  <a:pt x="9797" y="5970"/>
                  <a:pt x="10289" y="5891"/>
                  <a:pt x="10800" y="5891"/>
                </a:cubicBezTo>
                <a:moveTo>
                  <a:pt x="10800" y="4909"/>
                </a:moveTo>
                <a:cubicBezTo>
                  <a:pt x="7547" y="4909"/>
                  <a:pt x="4909" y="7547"/>
                  <a:pt x="4909" y="10800"/>
                </a:cubicBezTo>
                <a:cubicBezTo>
                  <a:pt x="4909" y="14054"/>
                  <a:pt x="7547" y="16691"/>
                  <a:pt x="10800" y="16691"/>
                </a:cubicBezTo>
                <a:cubicBezTo>
                  <a:pt x="14053" y="16691"/>
                  <a:pt x="16691" y="14054"/>
                  <a:pt x="16691" y="10800"/>
                </a:cubicBezTo>
                <a:cubicBezTo>
                  <a:pt x="16691" y="7547"/>
                  <a:pt x="14053" y="4909"/>
                  <a:pt x="10800" y="4909"/>
                </a:cubicBezTo>
                <a:moveTo>
                  <a:pt x="20618" y="19636"/>
                </a:moveTo>
                <a:cubicBezTo>
                  <a:pt x="20618" y="20178"/>
                  <a:pt x="20178" y="20618"/>
                  <a:pt x="19636" y="20618"/>
                </a:cubicBezTo>
                <a:lnTo>
                  <a:pt x="1964" y="20618"/>
                </a:lnTo>
                <a:cubicBezTo>
                  <a:pt x="1422" y="20618"/>
                  <a:pt x="982" y="20178"/>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7" name="Shape 2885">
            <a:extLst>
              <a:ext uri="{FF2B5EF4-FFF2-40B4-BE49-F238E27FC236}">
                <a16:creationId xmlns:a16="http://schemas.microsoft.com/office/drawing/2014/main" id="{283C851A-95F0-4CE3-425A-8C71244759A4}"/>
              </a:ext>
            </a:extLst>
          </p:cNvPr>
          <p:cNvSpPr/>
          <p:nvPr/>
        </p:nvSpPr>
        <p:spPr>
          <a:xfrm>
            <a:off x="8433560" y="4472306"/>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15500" y="13698"/>
                </a:moveTo>
                <a:cubicBezTo>
                  <a:pt x="15500" y="14629"/>
                  <a:pt x="14906" y="15067"/>
                  <a:pt x="13996" y="15061"/>
                </a:cubicBezTo>
                <a:cubicBezTo>
                  <a:pt x="13870" y="15061"/>
                  <a:pt x="13731" y="15061"/>
                  <a:pt x="13646" y="15044"/>
                </a:cubicBezTo>
                <a:lnTo>
                  <a:pt x="13646" y="12497"/>
                </a:lnTo>
                <a:cubicBezTo>
                  <a:pt x="13731" y="12480"/>
                  <a:pt x="13877" y="12463"/>
                  <a:pt x="14101" y="12463"/>
                </a:cubicBezTo>
                <a:cubicBezTo>
                  <a:pt x="14966" y="12463"/>
                  <a:pt x="15507" y="12890"/>
                  <a:pt x="15500" y="13698"/>
                </a:cubicBezTo>
                <a:moveTo>
                  <a:pt x="12636" y="11868"/>
                </a:moveTo>
                <a:lnTo>
                  <a:pt x="12636" y="15691"/>
                </a:lnTo>
                <a:cubicBezTo>
                  <a:pt x="12886" y="15720"/>
                  <a:pt x="13256" y="15748"/>
                  <a:pt x="13778" y="15748"/>
                </a:cubicBezTo>
                <a:cubicBezTo>
                  <a:pt x="14649" y="15748"/>
                  <a:pt x="15362" y="15587"/>
                  <a:pt x="15830" y="15246"/>
                </a:cubicBezTo>
                <a:cubicBezTo>
                  <a:pt x="16260" y="14929"/>
                  <a:pt x="16570" y="14415"/>
                  <a:pt x="16570" y="13670"/>
                </a:cubicBezTo>
                <a:cubicBezTo>
                  <a:pt x="16570" y="12982"/>
                  <a:pt x="16279" y="12503"/>
                  <a:pt x="15817" y="12203"/>
                </a:cubicBezTo>
                <a:cubicBezTo>
                  <a:pt x="15388" y="11919"/>
                  <a:pt x="14840" y="11787"/>
                  <a:pt x="13996" y="11787"/>
                </a:cubicBezTo>
                <a:cubicBezTo>
                  <a:pt x="13487" y="11787"/>
                  <a:pt x="13005" y="11815"/>
                  <a:pt x="12636" y="11868"/>
                </a:cubicBezTo>
                <a:moveTo>
                  <a:pt x="14400" y="5891"/>
                </a:moveTo>
                <a:lnTo>
                  <a:pt x="14400" y="982"/>
                </a:lnTo>
                <a:lnTo>
                  <a:pt x="15000" y="982"/>
                </a:lnTo>
                <a:lnTo>
                  <a:pt x="20400" y="5891"/>
                </a:lnTo>
                <a:cubicBezTo>
                  <a:pt x="20400" y="5891"/>
                  <a:pt x="14400" y="5891"/>
                  <a:pt x="14400" y="5891"/>
                </a:cubicBezTo>
                <a:close/>
                <a:moveTo>
                  <a:pt x="20400" y="19635"/>
                </a:moveTo>
                <a:cubicBezTo>
                  <a:pt x="20400" y="20178"/>
                  <a:pt x="19863" y="20617"/>
                  <a:pt x="19200" y="20617"/>
                </a:cubicBezTo>
                <a:lnTo>
                  <a:pt x="2400" y="20617"/>
                </a:lnTo>
                <a:cubicBezTo>
                  <a:pt x="1738" y="20617"/>
                  <a:pt x="1200" y="20178"/>
                  <a:pt x="1200" y="19635"/>
                </a:cubicBezTo>
                <a:lnTo>
                  <a:pt x="1200" y="1964"/>
                </a:lnTo>
                <a:cubicBezTo>
                  <a:pt x="1200" y="1421"/>
                  <a:pt x="1738" y="982"/>
                  <a:pt x="2400" y="982"/>
                </a:cubicBezTo>
                <a:lnTo>
                  <a:pt x="13200" y="982"/>
                </a:lnTo>
                <a:lnTo>
                  <a:pt x="13200" y="5891"/>
                </a:lnTo>
                <a:cubicBezTo>
                  <a:pt x="13200" y="6433"/>
                  <a:pt x="13738" y="6872"/>
                  <a:pt x="14400" y="6872"/>
                </a:cubicBezTo>
                <a:lnTo>
                  <a:pt x="20400" y="6872"/>
                </a:lnTo>
                <a:cubicBezTo>
                  <a:pt x="20400" y="6872"/>
                  <a:pt x="20400" y="19635"/>
                  <a:pt x="20400" y="19635"/>
                </a:cubicBezTo>
                <a:close/>
                <a:moveTo>
                  <a:pt x="15600" y="0"/>
                </a:moveTo>
                <a:lnTo>
                  <a:pt x="2400" y="0"/>
                </a:lnTo>
                <a:cubicBezTo>
                  <a:pt x="1075" y="0"/>
                  <a:pt x="0" y="878"/>
                  <a:pt x="0" y="1964"/>
                </a:cubicBezTo>
                <a:lnTo>
                  <a:pt x="0" y="19635"/>
                </a:lnTo>
                <a:cubicBezTo>
                  <a:pt x="0" y="20721"/>
                  <a:pt x="1075" y="21600"/>
                  <a:pt x="2400" y="21600"/>
                </a:cubicBezTo>
                <a:lnTo>
                  <a:pt x="19200" y="21600"/>
                </a:lnTo>
                <a:cubicBezTo>
                  <a:pt x="20525" y="21600"/>
                  <a:pt x="21600" y="20721"/>
                  <a:pt x="21600" y="19635"/>
                </a:cubicBezTo>
                <a:lnTo>
                  <a:pt x="21600" y="5400"/>
                </a:lnTo>
                <a:cubicBezTo>
                  <a:pt x="21600" y="5400"/>
                  <a:pt x="15600" y="0"/>
                  <a:pt x="15600" y="0"/>
                </a:cubicBezTo>
                <a:close/>
                <a:moveTo>
                  <a:pt x="6769" y="13658"/>
                </a:moveTo>
                <a:cubicBezTo>
                  <a:pt x="6624" y="13658"/>
                  <a:pt x="6519" y="13652"/>
                  <a:pt x="6433" y="13635"/>
                </a:cubicBezTo>
                <a:lnTo>
                  <a:pt x="6433" y="12486"/>
                </a:lnTo>
                <a:cubicBezTo>
                  <a:pt x="6505" y="12468"/>
                  <a:pt x="6644" y="12451"/>
                  <a:pt x="6848" y="12451"/>
                </a:cubicBezTo>
                <a:cubicBezTo>
                  <a:pt x="7350" y="12451"/>
                  <a:pt x="7634" y="12665"/>
                  <a:pt x="7634" y="13023"/>
                </a:cubicBezTo>
                <a:cubicBezTo>
                  <a:pt x="7634" y="13421"/>
                  <a:pt x="7304" y="13658"/>
                  <a:pt x="6769" y="13658"/>
                </a:cubicBezTo>
                <a:moveTo>
                  <a:pt x="6796" y="11787"/>
                </a:moveTo>
                <a:cubicBezTo>
                  <a:pt x="6182" y="11787"/>
                  <a:pt x="5746" y="11821"/>
                  <a:pt x="5436" y="11868"/>
                </a:cubicBezTo>
                <a:lnTo>
                  <a:pt x="5436" y="15708"/>
                </a:lnTo>
                <a:lnTo>
                  <a:pt x="6433" y="15708"/>
                </a:lnTo>
                <a:lnTo>
                  <a:pt x="6433" y="14316"/>
                </a:lnTo>
                <a:cubicBezTo>
                  <a:pt x="6524" y="14328"/>
                  <a:pt x="6644" y="14334"/>
                  <a:pt x="6776" y="14334"/>
                </a:cubicBezTo>
                <a:cubicBezTo>
                  <a:pt x="7370" y="14334"/>
                  <a:pt x="7878" y="14207"/>
                  <a:pt x="8221" y="13924"/>
                </a:cubicBezTo>
                <a:cubicBezTo>
                  <a:pt x="8485" y="13704"/>
                  <a:pt x="8630" y="13381"/>
                  <a:pt x="8630" y="13000"/>
                </a:cubicBezTo>
                <a:cubicBezTo>
                  <a:pt x="8630" y="12618"/>
                  <a:pt x="8439" y="12296"/>
                  <a:pt x="8155" y="12099"/>
                </a:cubicBezTo>
                <a:cubicBezTo>
                  <a:pt x="7858" y="11891"/>
                  <a:pt x="7416" y="11787"/>
                  <a:pt x="6796" y="11787"/>
                </a:cubicBezTo>
                <a:moveTo>
                  <a:pt x="10765" y="13398"/>
                </a:moveTo>
                <a:cubicBezTo>
                  <a:pt x="10191" y="13208"/>
                  <a:pt x="9940" y="13098"/>
                  <a:pt x="9940" y="12850"/>
                </a:cubicBezTo>
                <a:cubicBezTo>
                  <a:pt x="9940" y="12648"/>
                  <a:pt x="10151" y="12474"/>
                  <a:pt x="10587" y="12474"/>
                </a:cubicBezTo>
                <a:cubicBezTo>
                  <a:pt x="11023" y="12474"/>
                  <a:pt x="11339" y="12583"/>
                  <a:pt x="11517" y="12659"/>
                </a:cubicBezTo>
                <a:lnTo>
                  <a:pt x="11742" y="11949"/>
                </a:lnTo>
                <a:cubicBezTo>
                  <a:pt x="11478" y="11845"/>
                  <a:pt x="11108" y="11752"/>
                  <a:pt x="10607" y="11752"/>
                </a:cubicBezTo>
                <a:cubicBezTo>
                  <a:pt x="9558" y="11752"/>
                  <a:pt x="8924" y="12260"/>
                  <a:pt x="8924" y="12924"/>
                </a:cubicBezTo>
                <a:cubicBezTo>
                  <a:pt x="8924" y="13490"/>
                  <a:pt x="9405" y="13849"/>
                  <a:pt x="10145" y="14074"/>
                </a:cubicBezTo>
                <a:cubicBezTo>
                  <a:pt x="10679" y="14241"/>
                  <a:pt x="10891" y="14380"/>
                  <a:pt x="10891" y="14623"/>
                </a:cubicBezTo>
                <a:cubicBezTo>
                  <a:pt x="10891" y="14877"/>
                  <a:pt x="10646" y="15044"/>
                  <a:pt x="10184" y="15044"/>
                </a:cubicBezTo>
                <a:cubicBezTo>
                  <a:pt x="9755" y="15044"/>
                  <a:pt x="9339" y="14923"/>
                  <a:pt x="9069" y="14802"/>
                </a:cubicBezTo>
                <a:lnTo>
                  <a:pt x="8864" y="15529"/>
                </a:lnTo>
                <a:cubicBezTo>
                  <a:pt x="9115" y="15651"/>
                  <a:pt x="9616" y="15766"/>
                  <a:pt x="10124" y="15766"/>
                </a:cubicBezTo>
                <a:cubicBezTo>
                  <a:pt x="11346" y="15766"/>
                  <a:pt x="11920" y="15211"/>
                  <a:pt x="11920" y="14559"/>
                </a:cubicBezTo>
                <a:cubicBezTo>
                  <a:pt x="11920" y="14010"/>
                  <a:pt x="11551" y="13652"/>
                  <a:pt x="10765" y="13398"/>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8" name="Shape 2886">
            <a:extLst>
              <a:ext uri="{FF2B5EF4-FFF2-40B4-BE49-F238E27FC236}">
                <a16:creationId xmlns:a16="http://schemas.microsoft.com/office/drawing/2014/main" id="{02D1632A-A223-97F3-1C8C-CD8B1A6F19AF}"/>
              </a:ext>
            </a:extLst>
          </p:cNvPr>
          <p:cNvSpPr/>
          <p:nvPr/>
        </p:nvSpPr>
        <p:spPr>
          <a:xfrm>
            <a:off x="8966821" y="4472306"/>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12636" y="15709"/>
                </a:moveTo>
                <a:lnTo>
                  <a:pt x="13646" y="15709"/>
                </a:lnTo>
                <a:lnTo>
                  <a:pt x="13646" y="11816"/>
                </a:lnTo>
                <a:lnTo>
                  <a:pt x="12636" y="11816"/>
                </a:lnTo>
                <a:cubicBezTo>
                  <a:pt x="12636" y="11816"/>
                  <a:pt x="12636" y="15709"/>
                  <a:pt x="12636" y="15709"/>
                </a:cubicBezTo>
                <a:close/>
                <a:moveTo>
                  <a:pt x="14400" y="5891"/>
                </a:moveTo>
                <a:lnTo>
                  <a:pt x="14400" y="982"/>
                </a:lnTo>
                <a:lnTo>
                  <a:pt x="15000" y="982"/>
                </a:lnTo>
                <a:lnTo>
                  <a:pt x="20400" y="5891"/>
                </a:lnTo>
                <a:cubicBezTo>
                  <a:pt x="20400" y="5891"/>
                  <a:pt x="14400" y="5891"/>
                  <a:pt x="14400" y="5891"/>
                </a:cubicBezTo>
                <a:close/>
                <a:moveTo>
                  <a:pt x="20400" y="19636"/>
                </a:moveTo>
                <a:cubicBezTo>
                  <a:pt x="20400" y="20179"/>
                  <a:pt x="19862" y="20618"/>
                  <a:pt x="19200" y="20618"/>
                </a:cubicBezTo>
                <a:lnTo>
                  <a:pt x="2400" y="20618"/>
                </a:lnTo>
                <a:cubicBezTo>
                  <a:pt x="1738" y="20618"/>
                  <a:pt x="1200" y="20179"/>
                  <a:pt x="1200" y="19636"/>
                </a:cubicBezTo>
                <a:lnTo>
                  <a:pt x="1200" y="1964"/>
                </a:lnTo>
                <a:cubicBezTo>
                  <a:pt x="1200" y="1421"/>
                  <a:pt x="1738" y="982"/>
                  <a:pt x="2400" y="982"/>
                </a:cubicBezTo>
                <a:lnTo>
                  <a:pt x="13200" y="982"/>
                </a:lnTo>
                <a:lnTo>
                  <a:pt x="13200" y="5891"/>
                </a:lnTo>
                <a:cubicBezTo>
                  <a:pt x="13200" y="6433"/>
                  <a:pt x="13738" y="6872"/>
                  <a:pt x="14400" y="6872"/>
                </a:cubicBezTo>
                <a:lnTo>
                  <a:pt x="20400" y="6872"/>
                </a:lnTo>
                <a:cubicBezTo>
                  <a:pt x="20400" y="6872"/>
                  <a:pt x="20400" y="19636"/>
                  <a:pt x="20400" y="19636"/>
                </a:cubicBezTo>
                <a:close/>
                <a:moveTo>
                  <a:pt x="15600" y="0"/>
                </a:moveTo>
                <a:lnTo>
                  <a:pt x="2400" y="0"/>
                </a:lnTo>
                <a:cubicBezTo>
                  <a:pt x="1075" y="0"/>
                  <a:pt x="0" y="879"/>
                  <a:pt x="0" y="1964"/>
                </a:cubicBezTo>
                <a:lnTo>
                  <a:pt x="0" y="19636"/>
                </a:lnTo>
                <a:cubicBezTo>
                  <a:pt x="0" y="20721"/>
                  <a:pt x="1075" y="21600"/>
                  <a:pt x="2400" y="21600"/>
                </a:cubicBezTo>
                <a:lnTo>
                  <a:pt x="19200" y="21600"/>
                </a:lnTo>
                <a:cubicBezTo>
                  <a:pt x="20525" y="21600"/>
                  <a:pt x="21600" y="20721"/>
                  <a:pt x="21600" y="19636"/>
                </a:cubicBezTo>
                <a:lnTo>
                  <a:pt x="21600" y="5400"/>
                </a:lnTo>
                <a:cubicBezTo>
                  <a:pt x="21600" y="5400"/>
                  <a:pt x="15600" y="0"/>
                  <a:pt x="15600" y="0"/>
                </a:cubicBezTo>
                <a:close/>
                <a:moveTo>
                  <a:pt x="9618" y="14051"/>
                </a:moveTo>
                <a:lnTo>
                  <a:pt x="9881" y="13225"/>
                </a:lnTo>
                <a:cubicBezTo>
                  <a:pt x="9954" y="13000"/>
                  <a:pt x="10020" y="12706"/>
                  <a:pt x="10086" y="12475"/>
                </a:cubicBezTo>
                <a:lnTo>
                  <a:pt x="10099" y="12475"/>
                </a:lnTo>
                <a:cubicBezTo>
                  <a:pt x="10165" y="12706"/>
                  <a:pt x="10245" y="12994"/>
                  <a:pt x="10324" y="13225"/>
                </a:cubicBezTo>
                <a:lnTo>
                  <a:pt x="10601" y="14051"/>
                </a:lnTo>
                <a:cubicBezTo>
                  <a:pt x="10601" y="14051"/>
                  <a:pt x="9618" y="14051"/>
                  <a:pt x="9618" y="14051"/>
                </a:cubicBezTo>
                <a:close/>
                <a:moveTo>
                  <a:pt x="9472" y="11816"/>
                </a:moveTo>
                <a:lnTo>
                  <a:pt x="8113" y="15709"/>
                </a:lnTo>
                <a:lnTo>
                  <a:pt x="9155" y="15709"/>
                </a:lnTo>
                <a:lnTo>
                  <a:pt x="9472" y="14710"/>
                </a:lnTo>
                <a:lnTo>
                  <a:pt x="10746" y="14710"/>
                </a:lnTo>
                <a:lnTo>
                  <a:pt x="11089" y="15709"/>
                </a:lnTo>
                <a:lnTo>
                  <a:pt x="12172" y="15709"/>
                </a:lnTo>
                <a:lnTo>
                  <a:pt x="10792" y="11816"/>
                </a:lnTo>
                <a:cubicBezTo>
                  <a:pt x="10792" y="11816"/>
                  <a:pt x="9472" y="11816"/>
                  <a:pt x="9472" y="11816"/>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9" name="Shape 2887">
            <a:extLst>
              <a:ext uri="{FF2B5EF4-FFF2-40B4-BE49-F238E27FC236}">
                <a16:creationId xmlns:a16="http://schemas.microsoft.com/office/drawing/2014/main" id="{6884097C-35D7-6F50-E182-3AEB00D1311A}"/>
              </a:ext>
            </a:extLst>
          </p:cNvPr>
          <p:cNvSpPr/>
          <p:nvPr/>
        </p:nvSpPr>
        <p:spPr>
          <a:xfrm>
            <a:off x="9500082" y="4472306"/>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13836" y="15709"/>
                </a:moveTo>
                <a:lnTo>
                  <a:pt x="14845" y="15709"/>
                </a:lnTo>
                <a:lnTo>
                  <a:pt x="14845" y="14144"/>
                </a:lnTo>
                <a:lnTo>
                  <a:pt x="16443" y="14144"/>
                </a:lnTo>
                <a:lnTo>
                  <a:pt x="16443" y="13428"/>
                </a:lnTo>
                <a:lnTo>
                  <a:pt x="14845" y="13428"/>
                </a:lnTo>
                <a:lnTo>
                  <a:pt x="14845" y="12538"/>
                </a:lnTo>
                <a:lnTo>
                  <a:pt x="16555" y="12538"/>
                </a:lnTo>
                <a:lnTo>
                  <a:pt x="16555" y="11816"/>
                </a:lnTo>
                <a:lnTo>
                  <a:pt x="13836" y="11816"/>
                </a:lnTo>
                <a:cubicBezTo>
                  <a:pt x="13836" y="11816"/>
                  <a:pt x="13836" y="15709"/>
                  <a:pt x="13836" y="15709"/>
                </a:cubicBezTo>
                <a:close/>
                <a:moveTo>
                  <a:pt x="14400" y="5891"/>
                </a:moveTo>
                <a:lnTo>
                  <a:pt x="14400" y="982"/>
                </a:lnTo>
                <a:lnTo>
                  <a:pt x="15000" y="982"/>
                </a:lnTo>
                <a:lnTo>
                  <a:pt x="20400" y="5891"/>
                </a:lnTo>
                <a:cubicBezTo>
                  <a:pt x="20400" y="5891"/>
                  <a:pt x="14400" y="5891"/>
                  <a:pt x="14400" y="5891"/>
                </a:cubicBezTo>
                <a:close/>
                <a:moveTo>
                  <a:pt x="20400" y="19636"/>
                </a:moveTo>
                <a:cubicBezTo>
                  <a:pt x="20400" y="20179"/>
                  <a:pt x="19863" y="20618"/>
                  <a:pt x="19200" y="20618"/>
                </a:cubicBezTo>
                <a:lnTo>
                  <a:pt x="2400" y="20618"/>
                </a:lnTo>
                <a:cubicBezTo>
                  <a:pt x="1737" y="20618"/>
                  <a:pt x="1200" y="20179"/>
                  <a:pt x="1200" y="19636"/>
                </a:cubicBezTo>
                <a:lnTo>
                  <a:pt x="1200" y="1964"/>
                </a:lnTo>
                <a:cubicBezTo>
                  <a:pt x="1200" y="1421"/>
                  <a:pt x="1737" y="982"/>
                  <a:pt x="2400" y="982"/>
                </a:cubicBezTo>
                <a:lnTo>
                  <a:pt x="13200" y="982"/>
                </a:lnTo>
                <a:lnTo>
                  <a:pt x="13200" y="5891"/>
                </a:lnTo>
                <a:cubicBezTo>
                  <a:pt x="13200" y="6433"/>
                  <a:pt x="13737" y="6872"/>
                  <a:pt x="14400" y="6872"/>
                </a:cubicBezTo>
                <a:lnTo>
                  <a:pt x="20400" y="6872"/>
                </a:lnTo>
                <a:cubicBezTo>
                  <a:pt x="20400" y="6872"/>
                  <a:pt x="20400" y="19636"/>
                  <a:pt x="20400" y="19636"/>
                </a:cubicBezTo>
                <a:close/>
                <a:moveTo>
                  <a:pt x="15600" y="0"/>
                </a:moveTo>
                <a:lnTo>
                  <a:pt x="2400" y="0"/>
                </a:lnTo>
                <a:cubicBezTo>
                  <a:pt x="1075" y="0"/>
                  <a:pt x="0" y="879"/>
                  <a:pt x="0" y="1964"/>
                </a:cubicBezTo>
                <a:lnTo>
                  <a:pt x="0" y="19636"/>
                </a:lnTo>
                <a:cubicBezTo>
                  <a:pt x="0" y="20721"/>
                  <a:pt x="1075" y="21600"/>
                  <a:pt x="2400" y="21600"/>
                </a:cubicBezTo>
                <a:lnTo>
                  <a:pt x="19200" y="21600"/>
                </a:lnTo>
                <a:cubicBezTo>
                  <a:pt x="20525" y="21600"/>
                  <a:pt x="21600" y="20721"/>
                  <a:pt x="21600" y="19636"/>
                </a:cubicBezTo>
                <a:lnTo>
                  <a:pt x="21600" y="5400"/>
                </a:lnTo>
                <a:cubicBezTo>
                  <a:pt x="21600" y="5400"/>
                  <a:pt x="15600" y="0"/>
                  <a:pt x="15600" y="0"/>
                </a:cubicBezTo>
                <a:close/>
                <a:moveTo>
                  <a:pt x="10396" y="15062"/>
                </a:moveTo>
                <a:cubicBezTo>
                  <a:pt x="10270" y="15062"/>
                  <a:pt x="10131" y="15062"/>
                  <a:pt x="10045" y="15045"/>
                </a:cubicBezTo>
                <a:lnTo>
                  <a:pt x="10045" y="12498"/>
                </a:lnTo>
                <a:cubicBezTo>
                  <a:pt x="10131" y="12480"/>
                  <a:pt x="10277" y="12463"/>
                  <a:pt x="10501" y="12463"/>
                </a:cubicBezTo>
                <a:cubicBezTo>
                  <a:pt x="11366" y="12463"/>
                  <a:pt x="11907" y="12891"/>
                  <a:pt x="11900" y="13699"/>
                </a:cubicBezTo>
                <a:cubicBezTo>
                  <a:pt x="11900" y="14629"/>
                  <a:pt x="11306" y="15068"/>
                  <a:pt x="10396" y="15062"/>
                </a:cubicBezTo>
                <a:moveTo>
                  <a:pt x="10396" y="11787"/>
                </a:moveTo>
                <a:cubicBezTo>
                  <a:pt x="9887" y="11787"/>
                  <a:pt x="9405" y="11816"/>
                  <a:pt x="9036" y="11868"/>
                </a:cubicBezTo>
                <a:lnTo>
                  <a:pt x="9036" y="15691"/>
                </a:lnTo>
                <a:cubicBezTo>
                  <a:pt x="9287" y="15720"/>
                  <a:pt x="9656" y="15749"/>
                  <a:pt x="10178" y="15749"/>
                </a:cubicBezTo>
                <a:cubicBezTo>
                  <a:pt x="11048" y="15749"/>
                  <a:pt x="11762" y="15587"/>
                  <a:pt x="12231" y="15246"/>
                </a:cubicBezTo>
                <a:cubicBezTo>
                  <a:pt x="12660" y="14929"/>
                  <a:pt x="12970" y="14415"/>
                  <a:pt x="12970" y="13670"/>
                </a:cubicBezTo>
                <a:cubicBezTo>
                  <a:pt x="12970" y="12983"/>
                  <a:pt x="12680" y="12503"/>
                  <a:pt x="12217" y="12203"/>
                </a:cubicBezTo>
                <a:cubicBezTo>
                  <a:pt x="11788" y="11920"/>
                  <a:pt x="11241" y="11787"/>
                  <a:pt x="10396" y="11787"/>
                </a:cubicBezTo>
                <a:moveTo>
                  <a:pt x="6769" y="13659"/>
                </a:moveTo>
                <a:cubicBezTo>
                  <a:pt x="6623" y="13659"/>
                  <a:pt x="6518" y="13653"/>
                  <a:pt x="6432" y="13636"/>
                </a:cubicBezTo>
                <a:lnTo>
                  <a:pt x="6432" y="12486"/>
                </a:lnTo>
                <a:cubicBezTo>
                  <a:pt x="6505" y="12469"/>
                  <a:pt x="6643" y="12452"/>
                  <a:pt x="6848" y="12452"/>
                </a:cubicBezTo>
                <a:cubicBezTo>
                  <a:pt x="7350" y="12452"/>
                  <a:pt x="7634" y="12665"/>
                  <a:pt x="7634" y="13023"/>
                </a:cubicBezTo>
                <a:cubicBezTo>
                  <a:pt x="7634" y="13422"/>
                  <a:pt x="7304" y="13659"/>
                  <a:pt x="6769" y="13659"/>
                </a:cubicBezTo>
                <a:moveTo>
                  <a:pt x="6796" y="11787"/>
                </a:moveTo>
                <a:cubicBezTo>
                  <a:pt x="6182" y="11787"/>
                  <a:pt x="5746" y="11822"/>
                  <a:pt x="5436" y="11868"/>
                </a:cubicBezTo>
                <a:lnTo>
                  <a:pt x="5436" y="15709"/>
                </a:lnTo>
                <a:lnTo>
                  <a:pt x="6432" y="15709"/>
                </a:lnTo>
                <a:lnTo>
                  <a:pt x="6432" y="14317"/>
                </a:lnTo>
                <a:cubicBezTo>
                  <a:pt x="6525" y="14328"/>
                  <a:pt x="6643" y="14334"/>
                  <a:pt x="6776" y="14334"/>
                </a:cubicBezTo>
                <a:cubicBezTo>
                  <a:pt x="7370" y="14334"/>
                  <a:pt x="7878" y="14207"/>
                  <a:pt x="8221" y="13924"/>
                </a:cubicBezTo>
                <a:cubicBezTo>
                  <a:pt x="8486" y="13705"/>
                  <a:pt x="8631" y="13381"/>
                  <a:pt x="8631" y="13000"/>
                </a:cubicBezTo>
                <a:cubicBezTo>
                  <a:pt x="8631" y="12619"/>
                  <a:pt x="8439" y="12296"/>
                  <a:pt x="8155" y="12099"/>
                </a:cubicBezTo>
                <a:cubicBezTo>
                  <a:pt x="7859" y="11892"/>
                  <a:pt x="7416" y="11787"/>
                  <a:pt x="6796" y="11787"/>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00" name="Shape 2888">
            <a:extLst>
              <a:ext uri="{FF2B5EF4-FFF2-40B4-BE49-F238E27FC236}">
                <a16:creationId xmlns:a16="http://schemas.microsoft.com/office/drawing/2014/main" id="{AE4F1BC3-4C7E-F9BA-0632-E5DDF1AAA6D4}"/>
              </a:ext>
            </a:extLst>
          </p:cNvPr>
          <p:cNvSpPr/>
          <p:nvPr/>
        </p:nvSpPr>
        <p:spPr>
          <a:xfrm>
            <a:off x="10033344" y="4472306"/>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12936" y="15709"/>
                </a:moveTo>
                <a:lnTo>
                  <a:pt x="13945" y="15709"/>
                </a:lnTo>
                <a:lnTo>
                  <a:pt x="13945" y="14144"/>
                </a:lnTo>
                <a:lnTo>
                  <a:pt x="15543" y="14144"/>
                </a:lnTo>
                <a:lnTo>
                  <a:pt x="15543" y="13428"/>
                </a:lnTo>
                <a:lnTo>
                  <a:pt x="13945" y="13428"/>
                </a:lnTo>
                <a:lnTo>
                  <a:pt x="13945" y="12538"/>
                </a:lnTo>
                <a:lnTo>
                  <a:pt x="15655" y="12538"/>
                </a:lnTo>
                <a:lnTo>
                  <a:pt x="15655" y="11816"/>
                </a:lnTo>
                <a:lnTo>
                  <a:pt x="12936" y="11816"/>
                </a:lnTo>
                <a:cubicBezTo>
                  <a:pt x="12936" y="11816"/>
                  <a:pt x="12936" y="15709"/>
                  <a:pt x="12936" y="15709"/>
                </a:cubicBezTo>
                <a:close/>
                <a:moveTo>
                  <a:pt x="14400" y="5891"/>
                </a:moveTo>
                <a:lnTo>
                  <a:pt x="14400" y="982"/>
                </a:lnTo>
                <a:lnTo>
                  <a:pt x="15000" y="982"/>
                </a:lnTo>
                <a:lnTo>
                  <a:pt x="20400" y="5891"/>
                </a:lnTo>
                <a:cubicBezTo>
                  <a:pt x="20400" y="5891"/>
                  <a:pt x="14400" y="5891"/>
                  <a:pt x="14400" y="5891"/>
                </a:cubicBezTo>
                <a:close/>
                <a:moveTo>
                  <a:pt x="20400" y="19636"/>
                </a:moveTo>
                <a:cubicBezTo>
                  <a:pt x="20400" y="20179"/>
                  <a:pt x="19863" y="20618"/>
                  <a:pt x="19200" y="20618"/>
                </a:cubicBezTo>
                <a:lnTo>
                  <a:pt x="2400" y="20618"/>
                </a:lnTo>
                <a:cubicBezTo>
                  <a:pt x="1737" y="20618"/>
                  <a:pt x="1200" y="20179"/>
                  <a:pt x="1200" y="19636"/>
                </a:cubicBezTo>
                <a:lnTo>
                  <a:pt x="1200" y="1964"/>
                </a:lnTo>
                <a:cubicBezTo>
                  <a:pt x="1200" y="1421"/>
                  <a:pt x="1737" y="982"/>
                  <a:pt x="2400" y="982"/>
                </a:cubicBezTo>
                <a:lnTo>
                  <a:pt x="13200" y="982"/>
                </a:lnTo>
                <a:lnTo>
                  <a:pt x="13200" y="5891"/>
                </a:lnTo>
                <a:cubicBezTo>
                  <a:pt x="13200" y="6433"/>
                  <a:pt x="13737" y="6872"/>
                  <a:pt x="14400" y="6872"/>
                </a:cubicBezTo>
                <a:lnTo>
                  <a:pt x="20400" y="6872"/>
                </a:lnTo>
                <a:cubicBezTo>
                  <a:pt x="20400" y="6872"/>
                  <a:pt x="20400" y="19636"/>
                  <a:pt x="20400" y="19636"/>
                </a:cubicBezTo>
                <a:close/>
                <a:moveTo>
                  <a:pt x="15600" y="0"/>
                </a:moveTo>
                <a:lnTo>
                  <a:pt x="2400" y="0"/>
                </a:lnTo>
                <a:cubicBezTo>
                  <a:pt x="1075" y="0"/>
                  <a:pt x="0" y="879"/>
                  <a:pt x="0" y="1964"/>
                </a:cubicBezTo>
                <a:lnTo>
                  <a:pt x="0" y="19636"/>
                </a:lnTo>
                <a:cubicBezTo>
                  <a:pt x="0" y="20721"/>
                  <a:pt x="1075" y="21600"/>
                  <a:pt x="2400" y="21600"/>
                </a:cubicBezTo>
                <a:lnTo>
                  <a:pt x="19200" y="21600"/>
                </a:lnTo>
                <a:cubicBezTo>
                  <a:pt x="20525" y="21600"/>
                  <a:pt x="21600" y="20721"/>
                  <a:pt x="21600" y="19636"/>
                </a:cubicBezTo>
                <a:lnTo>
                  <a:pt x="21600" y="5400"/>
                </a:lnTo>
                <a:cubicBezTo>
                  <a:pt x="21600" y="5400"/>
                  <a:pt x="15600" y="0"/>
                  <a:pt x="15600" y="0"/>
                </a:cubicBezTo>
                <a:close/>
                <a:moveTo>
                  <a:pt x="11136" y="15709"/>
                </a:moveTo>
                <a:lnTo>
                  <a:pt x="12145" y="15709"/>
                </a:lnTo>
                <a:lnTo>
                  <a:pt x="12145" y="11816"/>
                </a:lnTo>
                <a:lnTo>
                  <a:pt x="11136" y="11816"/>
                </a:lnTo>
                <a:cubicBezTo>
                  <a:pt x="11136" y="11816"/>
                  <a:pt x="11136" y="15709"/>
                  <a:pt x="11136" y="15709"/>
                </a:cubicBezTo>
                <a:close/>
                <a:moveTo>
                  <a:pt x="8395" y="14167"/>
                </a:moveTo>
                <a:lnTo>
                  <a:pt x="9082" y="14167"/>
                </a:lnTo>
                <a:lnTo>
                  <a:pt x="9082" y="14981"/>
                </a:lnTo>
                <a:cubicBezTo>
                  <a:pt x="9002" y="15015"/>
                  <a:pt x="8818" y="15039"/>
                  <a:pt x="8586" y="15039"/>
                </a:cubicBezTo>
                <a:cubicBezTo>
                  <a:pt x="7761" y="15039"/>
                  <a:pt x="7187" y="14565"/>
                  <a:pt x="7187" y="13762"/>
                </a:cubicBezTo>
                <a:cubicBezTo>
                  <a:pt x="7187" y="12919"/>
                  <a:pt x="7821" y="12503"/>
                  <a:pt x="8659" y="12503"/>
                </a:cubicBezTo>
                <a:cubicBezTo>
                  <a:pt x="9148" y="12503"/>
                  <a:pt x="9451" y="12579"/>
                  <a:pt x="9696" y="12672"/>
                </a:cubicBezTo>
                <a:lnTo>
                  <a:pt x="9907" y="11966"/>
                </a:lnTo>
                <a:cubicBezTo>
                  <a:pt x="9689" y="11874"/>
                  <a:pt x="9247" y="11776"/>
                  <a:pt x="8672" y="11776"/>
                </a:cubicBezTo>
                <a:cubicBezTo>
                  <a:pt x="7213" y="11776"/>
                  <a:pt x="6138" y="12515"/>
                  <a:pt x="6131" y="13809"/>
                </a:cubicBezTo>
                <a:cubicBezTo>
                  <a:pt x="6124" y="14381"/>
                  <a:pt x="6349" y="14888"/>
                  <a:pt x="6758" y="15223"/>
                </a:cubicBezTo>
                <a:cubicBezTo>
                  <a:pt x="7167" y="15570"/>
                  <a:pt x="7755" y="15749"/>
                  <a:pt x="8566" y="15749"/>
                </a:cubicBezTo>
                <a:cubicBezTo>
                  <a:pt x="9155" y="15749"/>
                  <a:pt x="9742" y="15622"/>
                  <a:pt x="10052" y="15530"/>
                </a:cubicBezTo>
                <a:lnTo>
                  <a:pt x="10052" y="13479"/>
                </a:lnTo>
                <a:lnTo>
                  <a:pt x="8395" y="13479"/>
                </a:lnTo>
                <a:cubicBezTo>
                  <a:pt x="8395" y="13479"/>
                  <a:pt x="8395" y="14167"/>
                  <a:pt x="8395" y="14167"/>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01" name="Shape 2889">
            <a:extLst>
              <a:ext uri="{FF2B5EF4-FFF2-40B4-BE49-F238E27FC236}">
                <a16:creationId xmlns:a16="http://schemas.microsoft.com/office/drawing/2014/main" id="{AA337D2E-5AD1-F3B9-298C-071FB1E193B8}"/>
              </a:ext>
            </a:extLst>
          </p:cNvPr>
          <p:cNvSpPr/>
          <p:nvPr/>
        </p:nvSpPr>
        <p:spPr>
          <a:xfrm>
            <a:off x="10566605" y="4472306"/>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10069" y="13659"/>
                </a:moveTo>
                <a:cubicBezTo>
                  <a:pt x="9923" y="13659"/>
                  <a:pt x="9818" y="13653"/>
                  <a:pt x="9732" y="13636"/>
                </a:cubicBezTo>
                <a:lnTo>
                  <a:pt x="9732" y="12486"/>
                </a:lnTo>
                <a:cubicBezTo>
                  <a:pt x="9805" y="12469"/>
                  <a:pt x="9943" y="12452"/>
                  <a:pt x="10148" y="12452"/>
                </a:cubicBezTo>
                <a:cubicBezTo>
                  <a:pt x="10650" y="12452"/>
                  <a:pt x="10934" y="12665"/>
                  <a:pt x="10934" y="13023"/>
                </a:cubicBezTo>
                <a:cubicBezTo>
                  <a:pt x="10934" y="13422"/>
                  <a:pt x="10604" y="13659"/>
                  <a:pt x="10069" y="13659"/>
                </a:cubicBezTo>
                <a:moveTo>
                  <a:pt x="10096" y="11787"/>
                </a:moveTo>
                <a:cubicBezTo>
                  <a:pt x="9481" y="11787"/>
                  <a:pt x="9046" y="11822"/>
                  <a:pt x="8736" y="11869"/>
                </a:cubicBezTo>
                <a:lnTo>
                  <a:pt x="8736" y="15709"/>
                </a:lnTo>
                <a:lnTo>
                  <a:pt x="9732" y="15709"/>
                </a:lnTo>
                <a:lnTo>
                  <a:pt x="9732" y="14317"/>
                </a:lnTo>
                <a:cubicBezTo>
                  <a:pt x="9825" y="14328"/>
                  <a:pt x="9943" y="14334"/>
                  <a:pt x="10076" y="14334"/>
                </a:cubicBezTo>
                <a:cubicBezTo>
                  <a:pt x="10670" y="14334"/>
                  <a:pt x="11178" y="14207"/>
                  <a:pt x="11521" y="13924"/>
                </a:cubicBezTo>
                <a:cubicBezTo>
                  <a:pt x="11786" y="13705"/>
                  <a:pt x="11931" y="13382"/>
                  <a:pt x="11931" y="13000"/>
                </a:cubicBezTo>
                <a:cubicBezTo>
                  <a:pt x="11931" y="12619"/>
                  <a:pt x="11739" y="12296"/>
                  <a:pt x="11455" y="12099"/>
                </a:cubicBezTo>
                <a:cubicBezTo>
                  <a:pt x="11159" y="11891"/>
                  <a:pt x="10716" y="11787"/>
                  <a:pt x="10096" y="11787"/>
                </a:cubicBezTo>
                <a:moveTo>
                  <a:pt x="12131" y="13809"/>
                </a:moveTo>
                <a:cubicBezTo>
                  <a:pt x="12124" y="14381"/>
                  <a:pt x="12349" y="14888"/>
                  <a:pt x="12758" y="15224"/>
                </a:cubicBezTo>
                <a:cubicBezTo>
                  <a:pt x="13167" y="15571"/>
                  <a:pt x="13755" y="15749"/>
                  <a:pt x="14566" y="15749"/>
                </a:cubicBezTo>
                <a:cubicBezTo>
                  <a:pt x="15155" y="15749"/>
                  <a:pt x="15742" y="15622"/>
                  <a:pt x="16052" y="15530"/>
                </a:cubicBezTo>
                <a:lnTo>
                  <a:pt x="16052" y="13479"/>
                </a:lnTo>
                <a:lnTo>
                  <a:pt x="14395" y="13479"/>
                </a:lnTo>
                <a:lnTo>
                  <a:pt x="14395" y="14167"/>
                </a:lnTo>
                <a:lnTo>
                  <a:pt x="15081" y="14167"/>
                </a:lnTo>
                <a:lnTo>
                  <a:pt x="15081" y="14981"/>
                </a:lnTo>
                <a:cubicBezTo>
                  <a:pt x="15002" y="15015"/>
                  <a:pt x="14818" y="15039"/>
                  <a:pt x="14586" y="15039"/>
                </a:cubicBezTo>
                <a:cubicBezTo>
                  <a:pt x="13761" y="15039"/>
                  <a:pt x="13187" y="14566"/>
                  <a:pt x="13187" y="13762"/>
                </a:cubicBezTo>
                <a:cubicBezTo>
                  <a:pt x="13187" y="12919"/>
                  <a:pt x="13821" y="12503"/>
                  <a:pt x="14659" y="12503"/>
                </a:cubicBezTo>
                <a:cubicBezTo>
                  <a:pt x="15148" y="12503"/>
                  <a:pt x="15451" y="12579"/>
                  <a:pt x="15696" y="12671"/>
                </a:cubicBezTo>
                <a:lnTo>
                  <a:pt x="15906" y="11966"/>
                </a:lnTo>
                <a:cubicBezTo>
                  <a:pt x="15689" y="11874"/>
                  <a:pt x="15247" y="11776"/>
                  <a:pt x="14672" y="11776"/>
                </a:cubicBezTo>
                <a:cubicBezTo>
                  <a:pt x="13213" y="11776"/>
                  <a:pt x="12138" y="12515"/>
                  <a:pt x="12131" y="13809"/>
                </a:cubicBezTo>
                <a:moveTo>
                  <a:pt x="14400" y="5891"/>
                </a:moveTo>
                <a:lnTo>
                  <a:pt x="14400" y="982"/>
                </a:lnTo>
                <a:lnTo>
                  <a:pt x="15000" y="982"/>
                </a:lnTo>
                <a:lnTo>
                  <a:pt x="20400" y="5891"/>
                </a:lnTo>
                <a:cubicBezTo>
                  <a:pt x="20400" y="5891"/>
                  <a:pt x="14400" y="5891"/>
                  <a:pt x="14400" y="5891"/>
                </a:cubicBezTo>
                <a:close/>
                <a:moveTo>
                  <a:pt x="20400" y="19636"/>
                </a:moveTo>
                <a:cubicBezTo>
                  <a:pt x="20400" y="20179"/>
                  <a:pt x="19863" y="20618"/>
                  <a:pt x="19200" y="20618"/>
                </a:cubicBezTo>
                <a:lnTo>
                  <a:pt x="2400" y="20618"/>
                </a:lnTo>
                <a:cubicBezTo>
                  <a:pt x="1737" y="20618"/>
                  <a:pt x="1200" y="20179"/>
                  <a:pt x="1200" y="19636"/>
                </a:cubicBezTo>
                <a:lnTo>
                  <a:pt x="1200" y="1964"/>
                </a:lnTo>
                <a:cubicBezTo>
                  <a:pt x="1200" y="1421"/>
                  <a:pt x="1737" y="982"/>
                  <a:pt x="2400" y="982"/>
                </a:cubicBezTo>
                <a:lnTo>
                  <a:pt x="13200" y="982"/>
                </a:lnTo>
                <a:lnTo>
                  <a:pt x="13200" y="5891"/>
                </a:lnTo>
                <a:cubicBezTo>
                  <a:pt x="13200" y="6433"/>
                  <a:pt x="13737" y="6872"/>
                  <a:pt x="14400" y="6872"/>
                </a:cubicBezTo>
                <a:lnTo>
                  <a:pt x="20400" y="6872"/>
                </a:lnTo>
                <a:cubicBezTo>
                  <a:pt x="20400" y="6872"/>
                  <a:pt x="20400" y="19636"/>
                  <a:pt x="20400" y="19636"/>
                </a:cubicBezTo>
                <a:close/>
                <a:moveTo>
                  <a:pt x="15600" y="0"/>
                </a:moveTo>
                <a:lnTo>
                  <a:pt x="2400" y="0"/>
                </a:lnTo>
                <a:cubicBezTo>
                  <a:pt x="1075" y="0"/>
                  <a:pt x="0" y="879"/>
                  <a:pt x="0" y="1964"/>
                </a:cubicBezTo>
                <a:lnTo>
                  <a:pt x="0" y="19636"/>
                </a:lnTo>
                <a:cubicBezTo>
                  <a:pt x="0" y="20721"/>
                  <a:pt x="1075" y="21600"/>
                  <a:pt x="2400" y="21600"/>
                </a:cubicBezTo>
                <a:lnTo>
                  <a:pt x="19200" y="21600"/>
                </a:lnTo>
                <a:cubicBezTo>
                  <a:pt x="20525" y="21600"/>
                  <a:pt x="21600" y="20721"/>
                  <a:pt x="21600" y="19636"/>
                </a:cubicBezTo>
                <a:lnTo>
                  <a:pt x="21600" y="5400"/>
                </a:lnTo>
                <a:cubicBezTo>
                  <a:pt x="21600" y="5400"/>
                  <a:pt x="15600" y="0"/>
                  <a:pt x="15600" y="0"/>
                </a:cubicBezTo>
                <a:close/>
                <a:moveTo>
                  <a:pt x="6606" y="14265"/>
                </a:moveTo>
                <a:cubicBezTo>
                  <a:pt x="6606" y="14872"/>
                  <a:pt x="6343" y="15039"/>
                  <a:pt x="5920" y="15039"/>
                </a:cubicBezTo>
                <a:cubicBezTo>
                  <a:pt x="5722" y="15039"/>
                  <a:pt x="5544" y="15010"/>
                  <a:pt x="5406" y="14969"/>
                </a:cubicBezTo>
                <a:lnTo>
                  <a:pt x="5293" y="15680"/>
                </a:lnTo>
                <a:cubicBezTo>
                  <a:pt x="5491" y="15738"/>
                  <a:pt x="5795" y="15773"/>
                  <a:pt x="6026" y="15773"/>
                </a:cubicBezTo>
                <a:cubicBezTo>
                  <a:pt x="7003" y="15773"/>
                  <a:pt x="7610" y="15385"/>
                  <a:pt x="7610" y="14276"/>
                </a:cubicBezTo>
                <a:lnTo>
                  <a:pt x="7610" y="11816"/>
                </a:lnTo>
                <a:lnTo>
                  <a:pt x="6606" y="11816"/>
                </a:lnTo>
                <a:cubicBezTo>
                  <a:pt x="6606" y="11816"/>
                  <a:pt x="6606" y="14265"/>
                  <a:pt x="6606" y="14265"/>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02" name="Shape 2890">
            <a:extLst>
              <a:ext uri="{FF2B5EF4-FFF2-40B4-BE49-F238E27FC236}">
                <a16:creationId xmlns:a16="http://schemas.microsoft.com/office/drawing/2014/main" id="{C157A4B2-A96C-1B52-F3B3-5460D7499034}"/>
              </a:ext>
            </a:extLst>
          </p:cNvPr>
          <p:cNvSpPr/>
          <p:nvPr/>
        </p:nvSpPr>
        <p:spPr>
          <a:xfrm>
            <a:off x="11099866" y="4472306"/>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14400" y="5891"/>
                </a:moveTo>
                <a:lnTo>
                  <a:pt x="14400" y="982"/>
                </a:lnTo>
                <a:lnTo>
                  <a:pt x="15000" y="982"/>
                </a:lnTo>
                <a:lnTo>
                  <a:pt x="20400" y="5891"/>
                </a:lnTo>
                <a:cubicBezTo>
                  <a:pt x="20400" y="5891"/>
                  <a:pt x="14400" y="5891"/>
                  <a:pt x="14400" y="5891"/>
                </a:cubicBezTo>
                <a:close/>
                <a:moveTo>
                  <a:pt x="20400" y="19636"/>
                </a:moveTo>
                <a:cubicBezTo>
                  <a:pt x="20400" y="20179"/>
                  <a:pt x="19862" y="20618"/>
                  <a:pt x="19200" y="20618"/>
                </a:cubicBezTo>
                <a:lnTo>
                  <a:pt x="2400" y="20618"/>
                </a:lnTo>
                <a:cubicBezTo>
                  <a:pt x="1738" y="20618"/>
                  <a:pt x="1200" y="20179"/>
                  <a:pt x="1200" y="19636"/>
                </a:cubicBezTo>
                <a:lnTo>
                  <a:pt x="1200" y="1964"/>
                </a:lnTo>
                <a:cubicBezTo>
                  <a:pt x="1200" y="1422"/>
                  <a:pt x="1738" y="982"/>
                  <a:pt x="2400" y="982"/>
                </a:cubicBezTo>
                <a:lnTo>
                  <a:pt x="13200" y="982"/>
                </a:lnTo>
                <a:lnTo>
                  <a:pt x="13200" y="5891"/>
                </a:lnTo>
                <a:cubicBezTo>
                  <a:pt x="13200" y="6433"/>
                  <a:pt x="13738" y="6872"/>
                  <a:pt x="14400" y="6872"/>
                </a:cubicBezTo>
                <a:lnTo>
                  <a:pt x="20400" y="6872"/>
                </a:lnTo>
                <a:cubicBezTo>
                  <a:pt x="20400" y="6872"/>
                  <a:pt x="20400" y="19636"/>
                  <a:pt x="20400" y="19636"/>
                </a:cubicBezTo>
                <a:close/>
                <a:moveTo>
                  <a:pt x="15600" y="0"/>
                </a:moveTo>
                <a:lnTo>
                  <a:pt x="2400" y="0"/>
                </a:lnTo>
                <a:cubicBezTo>
                  <a:pt x="1075" y="0"/>
                  <a:pt x="0" y="879"/>
                  <a:pt x="0" y="1964"/>
                </a:cubicBezTo>
                <a:lnTo>
                  <a:pt x="0" y="19636"/>
                </a:lnTo>
                <a:cubicBezTo>
                  <a:pt x="0" y="20721"/>
                  <a:pt x="1075" y="21600"/>
                  <a:pt x="2400" y="21600"/>
                </a:cubicBezTo>
                <a:lnTo>
                  <a:pt x="19200" y="21600"/>
                </a:lnTo>
                <a:cubicBezTo>
                  <a:pt x="20525" y="21600"/>
                  <a:pt x="21600" y="20721"/>
                  <a:pt x="21600" y="19636"/>
                </a:cubicBezTo>
                <a:lnTo>
                  <a:pt x="21600" y="5400"/>
                </a:lnTo>
                <a:cubicBezTo>
                  <a:pt x="21600" y="5400"/>
                  <a:pt x="15600" y="0"/>
                  <a:pt x="15600" y="0"/>
                </a:cubicBezTo>
                <a:close/>
                <a:moveTo>
                  <a:pt x="13031" y="13809"/>
                </a:moveTo>
                <a:cubicBezTo>
                  <a:pt x="13024" y="14381"/>
                  <a:pt x="13249" y="14888"/>
                  <a:pt x="13658" y="15223"/>
                </a:cubicBezTo>
                <a:cubicBezTo>
                  <a:pt x="14067" y="15570"/>
                  <a:pt x="14655" y="15749"/>
                  <a:pt x="15467" y="15749"/>
                </a:cubicBezTo>
                <a:cubicBezTo>
                  <a:pt x="16054" y="15749"/>
                  <a:pt x="16642" y="15622"/>
                  <a:pt x="16952" y="15530"/>
                </a:cubicBezTo>
                <a:lnTo>
                  <a:pt x="16952" y="13479"/>
                </a:lnTo>
                <a:lnTo>
                  <a:pt x="15295" y="13479"/>
                </a:lnTo>
                <a:lnTo>
                  <a:pt x="15295" y="14167"/>
                </a:lnTo>
                <a:lnTo>
                  <a:pt x="15981" y="14167"/>
                </a:lnTo>
                <a:lnTo>
                  <a:pt x="15981" y="14981"/>
                </a:lnTo>
                <a:cubicBezTo>
                  <a:pt x="15902" y="15015"/>
                  <a:pt x="15718" y="15039"/>
                  <a:pt x="15486" y="15039"/>
                </a:cubicBezTo>
                <a:cubicBezTo>
                  <a:pt x="14661" y="15039"/>
                  <a:pt x="14087" y="14565"/>
                  <a:pt x="14087" y="13762"/>
                </a:cubicBezTo>
                <a:cubicBezTo>
                  <a:pt x="14087" y="12919"/>
                  <a:pt x="14721" y="12503"/>
                  <a:pt x="15559" y="12503"/>
                </a:cubicBezTo>
                <a:cubicBezTo>
                  <a:pt x="16048" y="12503"/>
                  <a:pt x="16351" y="12579"/>
                  <a:pt x="16596" y="12671"/>
                </a:cubicBezTo>
                <a:lnTo>
                  <a:pt x="16807" y="11966"/>
                </a:lnTo>
                <a:cubicBezTo>
                  <a:pt x="16589" y="11874"/>
                  <a:pt x="16147" y="11776"/>
                  <a:pt x="15572" y="11776"/>
                </a:cubicBezTo>
                <a:cubicBezTo>
                  <a:pt x="14113" y="11776"/>
                  <a:pt x="13037" y="12515"/>
                  <a:pt x="13031" y="13809"/>
                </a:cubicBezTo>
                <a:moveTo>
                  <a:pt x="6169" y="13659"/>
                </a:moveTo>
                <a:cubicBezTo>
                  <a:pt x="6023" y="13659"/>
                  <a:pt x="5918" y="13653"/>
                  <a:pt x="5832" y="13636"/>
                </a:cubicBezTo>
                <a:lnTo>
                  <a:pt x="5832" y="12486"/>
                </a:lnTo>
                <a:cubicBezTo>
                  <a:pt x="5905" y="12469"/>
                  <a:pt x="6043" y="12452"/>
                  <a:pt x="6248" y="12452"/>
                </a:cubicBezTo>
                <a:cubicBezTo>
                  <a:pt x="6750" y="12452"/>
                  <a:pt x="7034" y="12665"/>
                  <a:pt x="7034" y="13023"/>
                </a:cubicBezTo>
                <a:cubicBezTo>
                  <a:pt x="7034" y="13422"/>
                  <a:pt x="6704" y="13659"/>
                  <a:pt x="6169" y="13659"/>
                </a:cubicBezTo>
                <a:moveTo>
                  <a:pt x="6196" y="11787"/>
                </a:moveTo>
                <a:cubicBezTo>
                  <a:pt x="5582" y="11787"/>
                  <a:pt x="5146" y="11822"/>
                  <a:pt x="4836" y="11868"/>
                </a:cubicBezTo>
                <a:lnTo>
                  <a:pt x="4836" y="15709"/>
                </a:lnTo>
                <a:lnTo>
                  <a:pt x="5832" y="15709"/>
                </a:lnTo>
                <a:lnTo>
                  <a:pt x="5832" y="14317"/>
                </a:lnTo>
                <a:cubicBezTo>
                  <a:pt x="5925" y="14328"/>
                  <a:pt x="6043" y="14334"/>
                  <a:pt x="6176" y="14334"/>
                </a:cubicBezTo>
                <a:cubicBezTo>
                  <a:pt x="6770" y="14334"/>
                  <a:pt x="7278" y="14207"/>
                  <a:pt x="7621" y="13924"/>
                </a:cubicBezTo>
                <a:cubicBezTo>
                  <a:pt x="7886" y="13705"/>
                  <a:pt x="8031" y="13381"/>
                  <a:pt x="8031" y="13000"/>
                </a:cubicBezTo>
                <a:cubicBezTo>
                  <a:pt x="8031" y="12619"/>
                  <a:pt x="7839" y="12296"/>
                  <a:pt x="7555" y="12099"/>
                </a:cubicBezTo>
                <a:cubicBezTo>
                  <a:pt x="7259" y="11892"/>
                  <a:pt x="6816" y="11787"/>
                  <a:pt x="6196" y="11787"/>
                </a:cubicBezTo>
                <a:moveTo>
                  <a:pt x="11195" y="12954"/>
                </a:moveTo>
                <a:cubicBezTo>
                  <a:pt x="11195" y="13537"/>
                  <a:pt x="11215" y="14063"/>
                  <a:pt x="11280" y="14577"/>
                </a:cubicBezTo>
                <a:lnTo>
                  <a:pt x="11261" y="14577"/>
                </a:lnTo>
                <a:cubicBezTo>
                  <a:pt x="11062" y="14138"/>
                  <a:pt x="10799" y="13653"/>
                  <a:pt x="10535" y="13243"/>
                </a:cubicBezTo>
                <a:lnTo>
                  <a:pt x="9611" y="11816"/>
                </a:lnTo>
                <a:lnTo>
                  <a:pt x="8436" y="11816"/>
                </a:lnTo>
                <a:lnTo>
                  <a:pt x="8436" y="15709"/>
                </a:lnTo>
                <a:lnTo>
                  <a:pt x="9360" y="15709"/>
                </a:lnTo>
                <a:lnTo>
                  <a:pt x="9360" y="14536"/>
                </a:lnTo>
                <a:cubicBezTo>
                  <a:pt x="9360" y="13901"/>
                  <a:pt x="9347" y="13352"/>
                  <a:pt x="9320" y="12838"/>
                </a:cubicBezTo>
                <a:lnTo>
                  <a:pt x="9340" y="12833"/>
                </a:lnTo>
                <a:cubicBezTo>
                  <a:pt x="9558" y="13289"/>
                  <a:pt x="9848" y="13791"/>
                  <a:pt x="10112" y="14207"/>
                </a:cubicBezTo>
                <a:lnTo>
                  <a:pt x="11062" y="15709"/>
                </a:lnTo>
                <a:lnTo>
                  <a:pt x="12119" y="15709"/>
                </a:lnTo>
                <a:lnTo>
                  <a:pt x="12119" y="11816"/>
                </a:lnTo>
                <a:lnTo>
                  <a:pt x="11195" y="11816"/>
                </a:lnTo>
                <a:cubicBezTo>
                  <a:pt x="11195" y="11816"/>
                  <a:pt x="11195" y="12954"/>
                  <a:pt x="11195" y="12954"/>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 name="Slide Number Placeholder 1">
            <a:extLst>
              <a:ext uri="{FF2B5EF4-FFF2-40B4-BE49-F238E27FC236}">
                <a16:creationId xmlns:a16="http://schemas.microsoft.com/office/drawing/2014/main" id="{8C9E561E-174B-5C05-5822-30CD8CCD1AC0}"/>
              </a:ext>
            </a:extLst>
          </p:cNvPr>
          <p:cNvSpPr>
            <a:spLocks noGrp="1"/>
          </p:cNvSpPr>
          <p:nvPr>
            <p:ph type="sldNum" sz="quarter" idx="12"/>
          </p:nvPr>
        </p:nvSpPr>
        <p:spPr/>
        <p:txBody>
          <a:bodyPr/>
          <a:lstStyle/>
          <a:p>
            <a:fld id="{7737D3DD-0AB3-4F16-99FA-6262B2B4036D}" type="slidenum">
              <a:rPr lang="en-MY" smtClean="0"/>
              <a:t>31</a:t>
            </a:fld>
            <a:endParaRPr lang="en-MY"/>
          </a:p>
        </p:txBody>
      </p:sp>
    </p:spTree>
    <p:extLst>
      <p:ext uri="{BB962C8B-B14F-4D97-AF65-F5344CB8AC3E}">
        <p14:creationId xmlns:p14="http://schemas.microsoft.com/office/powerpoint/2010/main" val="529901690"/>
      </p:ext>
    </p:extLst>
  </p:cSld>
  <p:clrMapOvr>
    <a:masterClrMapping/>
  </p:clrMapOvr>
</p:sld>
</file>

<file path=ppt/theme/theme1.xml><?xml version="1.0" encoding="utf-8"?>
<a:theme xmlns:a="http://schemas.openxmlformats.org/drawingml/2006/main" name="Office Theme">
  <a:themeElements>
    <a:clrScheme name="Custom 2">
      <a:dk1>
        <a:sysClr val="windowText" lastClr="000000"/>
      </a:dk1>
      <a:lt1>
        <a:sysClr val="window" lastClr="FFFFFF"/>
      </a:lt1>
      <a:dk2>
        <a:srgbClr val="696464"/>
      </a:dk2>
      <a:lt2>
        <a:srgbClr val="E9E5DC"/>
      </a:lt2>
      <a:accent1>
        <a:srgbClr val="6C1D35"/>
      </a:accent1>
      <a:accent2>
        <a:srgbClr val="9B2D1F"/>
      </a:accent2>
      <a:accent3>
        <a:srgbClr val="A28E6A"/>
      </a:accent3>
      <a:accent4>
        <a:srgbClr val="956251"/>
      </a:accent4>
      <a:accent5>
        <a:srgbClr val="918485"/>
      </a:accent5>
      <a:accent6>
        <a:srgbClr val="6C3636"/>
      </a:accent6>
      <a:hlink>
        <a:srgbClr val="CC9900"/>
      </a:hlink>
      <a:folHlink>
        <a:srgbClr val="96A9A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7540</TotalTime>
  <Words>1303</Words>
  <Application>Microsoft Office PowerPoint</Application>
  <PresentationFormat>Widescreen</PresentationFormat>
  <Paragraphs>198</Paragraphs>
  <Slides>31</Slides>
  <Notes>5</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31</vt:i4>
      </vt:variant>
    </vt:vector>
  </HeadingPairs>
  <TitlesOfParts>
    <vt:vector size="40" baseType="lpstr">
      <vt:lpstr>ＭＳ Ｐゴシック</vt:lpstr>
      <vt:lpstr>Arial</vt:lpstr>
      <vt:lpstr>Britannic Bold</vt:lpstr>
      <vt:lpstr>Calibri</vt:lpstr>
      <vt:lpstr>Calibri Light</vt:lpstr>
      <vt:lpstr>Montserrat Semi</vt:lpstr>
      <vt:lpstr>Source Sans Pro Light</vt:lpstr>
      <vt:lpstr>Office Theme</vt:lpstr>
      <vt:lpstr>Document</vt:lpstr>
      <vt:lpstr>PowerPoint Presentation</vt:lpstr>
      <vt:lpstr>PROJECT SCHEDULING</vt:lpstr>
      <vt:lpstr>PowerPoint Presentation</vt:lpstr>
      <vt:lpstr>Project Scheduling Techniques</vt:lpstr>
      <vt:lpstr>Project Scheduling Techniques #1:  Gantt Charts</vt:lpstr>
      <vt:lpstr>Gantt Chart (2 Dimensions)</vt:lpstr>
      <vt:lpstr>How to convert from gantt to pert chart </vt:lpstr>
      <vt:lpstr>Gantt chart to Pert Chart </vt:lpstr>
      <vt:lpstr>PowerPoint Presentation</vt:lpstr>
      <vt:lpstr>Project Scheduling Techniques #2:  PERT diagram</vt:lpstr>
      <vt:lpstr>Example: How to develop PERT diagram for the following activities in Analysis Phase?</vt:lpstr>
      <vt:lpstr>Example of developed PERT diagram</vt:lpstr>
      <vt:lpstr>Project Scheduling Techniques #2:  PERT diagram – dummy activities</vt:lpstr>
      <vt:lpstr>PowerPoint Presentation</vt:lpstr>
      <vt:lpstr>PowerPoint Presentation</vt:lpstr>
      <vt:lpstr>PowerPoint Presentation</vt:lpstr>
      <vt:lpstr>Determining the Critical Path for Project X:</vt:lpstr>
      <vt:lpstr>Consider the following project network diagram. Assume all times are in days: a) How many paths are on this network diagram? b) How long is each path? c) Which is the critical path? d) What is the shortest amount of time needed to complete this project?</vt:lpstr>
      <vt:lpstr>How to schedule your own project?</vt:lpstr>
      <vt:lpstr>PowerPoint Presentation</vt:lpstr>
      <vt:lpstr>Epic and User Stories</vt:lpstr>
      <vt:lpstr>PowerPoint Presentation</vt:lpstr>
      <vt:lpstr>Planning Steps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NUR AMALINA BINTI HAMIDI</dc:creator>
  <cp:lastModifiedBy>Norsham Idris</cp:lastModifiedBy>
  <cp:revision>44</cp:revision>
  <cp:lastPrinted>2025-05-15T02:55:24Z</cp:lastPrinted>
  <dcterms:created xsi:type="dcterms:W3CDTF">2023-12-31T03:09:43Z</dcterms:created>
  <dcterms:modified xsi:type="dcterms:W3CDTF">2025-05-18T13:26:01Z</dcterms:modified>
</cp:coreProperties>
</file>