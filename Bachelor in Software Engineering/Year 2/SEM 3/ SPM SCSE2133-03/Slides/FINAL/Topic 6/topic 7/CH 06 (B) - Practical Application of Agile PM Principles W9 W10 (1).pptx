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ink/ink3.xml" ContentType="application/inkml+xml"/>
  <Override PartName="/ppt/notesSlides/notesSlide11.xml" ContentType="application/vnd.openxmlformats-officedocument.presentationml.notesSlide+xml"/>
  <Override PartName="/ppt/ink/ink4.xml" ContentType="application/inkml+xml"/>
  <Override PartName="/ppt/notesSlides/notesSlide12.xml" ContentType="application/vnd.openxmlformats-officedocument.presentationml.notesSlide+xml"/>
  <Override PartName="/ppt/ink/ink5.xml" ContentType="application/inkml+xml"/>
  <Override PartName="/ppt/notesSlides/notesSlide13.xml" ContentType="application/vnd.openxmlformats-officedocument.presentationml.notesSlide+xml"/>
  <Override PartName="/ppt/ink/ink6.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trictFirstAndLastChars="0" embedTrueTypeFonts="1" saveSubsetFonts="1" autoCompressPictures="0">
  <p:sldMasterIdLst>
    <p:sldMasterId id="2147483648" r:id="rId1"/>
    <p:sldMasterId id="2147483675"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embeddedFontLst>
    <p:embeddedFont>
      <p:font typeface="Cambria" panose="02040503050406030204" pitchFamily="18" charset="0"/>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1">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h8CqJt0kNg2LhRHFt3eXlIBrgNi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44"/>
      </p:cViewPr>
      <p:guideLst>
        <p:guide orient="horz" pos="21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6.xml"/><Relationship Id="rId3"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ax="3408" units="cm"/>
          <inkml:channel name="Y" type="integer" max="2064" units="cm"/>
          <inkml:channel name="T" type="integer" max="2.14748E9" units="dev"/>
        </inkml:traceFormat>
        <inkml:channelProperties>
          <inkml:channelProperty channel="X" name="resolution" value="110.29126" units="1/cm"/>
          <inkml:channelProperty channel="Y" name="resolution" value="118.62069" units="1/cm"/>
          <inkml:channelProperty channel="T" name="resolution" value="1" units="1/dev"/>
        </inkml:channelProperties>
      </inkml:inkSource>
      <inkml:timestamp xml:id="ts0" timeString="2025-12-08T06:54:38.594"/>
    </inkml:context>
    <inkml:brush xml:id="br0">
      <inkml:brushProperty name="width" value="0.05292" units="cm"/>
      <inkml:brushProperty name="height" value="0.05292" units="cm"/>
      <inkml:brushProperty name="color" value="#FF0000"/>
    </inkml:brush>
  </inkml:definitions>
  <inkml:trace contextRef="#ctx0" brushRef="#br0">24655 4975 0,'0'0'0,"0"9"0,0-9 0,-10 18 0,0 10 15,0 18-15,0 19 16,0 0-16,0 8 15,0 1-15,-10 0 16,0 0-16,1 0 16,9 0-16,0-1 15,0 1-15,0-18 16,0-1 0,10 0-16,0-18 15,0-27-15</inkml:trace>
  <inkml:trace contextRef="#ctx0" brushRef="#br0" timeOffset="833.35">24277 5030 0,'0'0'0,"0"0"0,0 0 15,20 0-15,20 0 16,-1 9-16,11 1 16,10 8-16,-1-9 15,11 1-15,0-1 16,-1 9-16,-19-9 15,-1 10 1,-19-1-16,0 10 16,0 9-16,-20 0 15,0 9-15,-20 19 16,-10-1-16,-20 1 16,-19-1-1,-11 10-15,10-18 16,11-10-16,9-9 15,0-10-15,20-8 16,0-10 0,20-9-16,0 0 15,0 0-15,0 0 16,20-18-16,20-10 16,20 0-16,-11 1 15,1 8-15,0 10 16,-20 18-16,-1 0 15,1 10-15,0 9 16,0 18 0,-10 0-16,-10 0 15,0 0-15,0-9 16,-10 0-16,0 0 16,0-19-16,0 1 15,0-1-15,0-9 16,0-9-1,0 0-15,0 0 16,0 0-16,9-9 16,11-9-16,20-19 15,10-9 1,-1 9-16,1 9 16,-10 0-16,-10 1 15,0 18-15,-11-1 16,-9 1-16,0 0 15,0 0 1,0-1-16,0 1 16,0 0-16,0 0 15,0-1-15</inkml:trace>
  <inkml:trace contextRef="#ctx0" brushRef="#br0" timeOffset="1140.46">25529 6018 0,'0'0'0,"0"0"0,0 0 15,0 9 1,20 0-16,0 0 0,10 1 16,9-1-1,11-9-15,-10 0 16,0-9-16,9-10 16,-9 1-1,0-19-15,-10 9 16,9-9-16,-9-9 15,-20 0-15,0 18 16,0 1 0,-10-1-16,0 9 0,0 19 15,-10 0 1,0 10-16,-20 27 16,10 9-16,1 28 15,19 18-15,10 28 16,9-65-16</inkml:trace>
  <inkml:trace contextRef="#ctx0" brushRef="#br0" timeOffset="2066.01">25032 6608 0,'0'0'0,"0"0"15,0 10-15,10-1 16,10 19-16,20 18 15,0 0-15,9 9 16,1 1 0,0-1-16,-1-9 15,1 10-15,-10-10 16,10 9-16,9 0 16,11 10-16,9 0 15,-9-10 1,-1 10-16,1-10 15,-11 0-15,-9 1 16,0-19-16,0 0 16,-21-10-16,1 1 15,0 0-15,-10-10 16,0-9-16,-10 1 16,0-1-16,0 0 15,-1 0 1,1 1-16,0-10 15,-10 0-15,10 0 16,0 0-16,0 0 16,0 0-16</inkml:trace>
  <inkml:trace contextRef="#ctx0" brushRef="#br0" timeOffset="2398.86">26523 6968 0,'0'0'0,"0"0"15,0 10-15,0-1 16,0 19-16,10 27 15,0 10-15,0 18 16,0 18 0,-10 1-16,0-1 15,0 10-15,10-10 16,-10 1-16,10 0 16,-10-10-16,0-18 15,9-19-15,-9-18 16,10-28-16</inkml:trace>
  <inkml:trace contextRef="#ctx0" brushRef="#br0" timeOffset="2708.9">26483 6959 0,'0'0'0,"0"0"0,0 0 16,0 0 0,10 9-16,20 1 0,20-1 15,9 9 1,11 1-16,9-1 15,1-9-15,-11 1 16,1-10-16,-1 0 16,-19 0-16,0 0 15,-30 0-15</inkml:trace>
  <inkml:trace contextRef="#ctx0" brushRef="#br0" timeOffset="2966.97">26414 7531 0,'0'0'0,"0"0"0,0 0 15,0 0-15,10 10 16,19-1-16,41 0 15,39 10-15,20-1 16,30-18-16,10-9 16,-39-10-1,-41 10-15,-49 0 16</inkml:trace>
  <inkml:trace contextRef="#ctx0" brushRef="#br0" timeOffset="4034.3">27079 7670 0,'0'0'0,"0"0"0,0 0 0,0 0 0,0 0 0,0 9 15,10 0 1,10 1-16,20-1 16,0 9-16,-1-9 15,21-9-15,0 0 16,-11 0 0,1-18-16,0 9 15,-10-10-15,-11 1 16,1-1-16,0 1 15,-10 9-15,-10-1 16,0-8-16,0 9 16,-10 0-16,-10-1 15,0 1 1,-10 0-16,-10 9 16,0 9-16,-19 10 15,9 8-15,-10 1 16,10 9-16,1 0 15,9 0 1,10 0-16,0-10 16,20 10-16,0 0 15,20 0-15,0 0 16,10-9-16,9-10 16,21 1-1,0-10-15,-1-9 0,-9 0 16,0-19-1,-1 1-15,-9-1 16,-10-8-16,0 8 16,-10 1-1,-1-1-15,-9 1 0,0 9 16,0-1-16,0 1 16,0 0-1,-10 0-15,0 9 16,0 0-16,0-9 15,0-1-15,0 10 16,0 0-16,0-9 16,0 9-1,0 0-15,0 0 16,0-9-16,-10 9 16,0 0-16,-10 0 15,1 9-15,-1 0 16,0 1-16,0 17 15,0 1 1,10-10-16,10 10 16,0 0-16,10-1 15,0-8-15,0-1 16,0-8-16,0-10 16,0 0-1,0 0-15,0 0 16,0 0-16,-1-10 15,1 1-15,0 0 16,0 0-16,0-1 16,0 10-16,10 10 15,0 8 1,0 10-16,10-1 16,-1 10-16,-9-9 15,10 9-15,-10-19 16,0 1-16,0-1 15,-10-18-15</inkml:trace>
  <inkml:trace contextRef="#ctx0" brushRef="#br0" timeOffset="4998.5">26245 8251 0,'0'0'0,"0"0"0,0 0 0,0 0 15,0 10-15,20 8 16,-1 10-16,11 9 15,-10 9 1,10 9-16,0 1 16,0-10-1,-1 0-15,1 0 0,10 0 16,10 9-16,-1 1 16,11 8-1,0-8-15,-11-1 16,11 1-16,-1 8 15,1 1-15,10 9 16,-1-19-16,-9 0 16,-10 1-16,-1-19 15,1 0 1,-10 0-16,-1-10 16,11 10-16,-10-9 15,10 0-15,-11-10 16,-9 0-16,0 1 15,0-1 1,-20-18-16,0 10 16,0-10-16,-1 0 15,1 0-15,0 0 16,-10 0-16,10-10 16,0-8-16,0 9 15</inkml:trace>
  <inkml:trace contextRef="#ctx0" brushRef="#br0" timeOffset="5365.99">27646 9276 0,'0'0'0,"0"0"15,0 0 1,0 0-16,0 9 15,0 0-15,0 0 16,10 10-16,0 9 16,10-1-16,-1 1 15,1 0-15,10 9 16,-10-10-16,10 10 16,-10 0-1,-10 0-15,0-9 16,0 18-16,-1 0 15,-18 9 1,-11 1-16,-10-1 0,-10-9 16,-10 10-16,1-10 15,9-9 1,20-19-16,0 1 16,10-19-16,10-10 15</inkml:trace>
  <inkml:trace contextRef="#ctx0" brushRef="#br0" timeOffset="5648.35">28232 9350 0,'0'0'0,"0"9"0,0 19 16,10 18-16,0 28 16,-10 27-16,0 1 15,-10-1 1,0 10-16,0-10 16,0-18-16,0-18 15,0-28-15,0-19 16,10-8-16,0-10 15</inkml:trace>
  <inkml:trace contextRef="#ctx0" brushRef="#br0" timeOffset="5914.24">28073 9211 0,'0'0'0,"0"0"0,0 0 16,20 0-16,0 0 15,20 0-15,-1 0 16,11 9-16,10-9 16,9 0-1,11 0-15,-11 0 16,-9-9-16,-20 0 15,-10 0-15,-21 0 16</inkml:trace>
  <inkml:trace contextRef="#ctx0" brushRef="#br0" timeOffset="6198.21">27984 9534 0,'0'0'0,"0"0"0,20 0 16,9 9-16,11 1 16,10-1-16,0 9 15,-1 1-15,1-1 16,-10-8-16,9-1 15,1 0-15,0-9 16,9-9 0,1 0-16,-30-1 15</inkml:trace>
  <inkml:trace contextRef="#ctx0" brushRef="#br0" timeOffset="7537.98">27825 10540 0,'0'0'0,"0"0"15,0 0-15,0 0 16,0 0-16,0 0 16,0 9-16,0 1 15,10-1-15,0 19 16,9-1-1,1 1-15,10 0 16,10 9-16,0 9 16,19 0-1,1 0-15,0 0 16,-11 10-16,-9-10 16,10 9-16,-11-9 15,11-9-15,-10 0 16,0 0-16,-11-19 15,1 10-15,-10-9 16,0-10 0,-10 0-16,0 0 15,0 1-15,0-1 16,0 0-16,0 0 16,0-9-16,-1 0 15,1 0-15,-10 9 16,10-9-1,-10 0-15,0 0 16</inkml:trace>
  <inkml:trace contextRef="#ctx0" brushRef="#br0" timeOffset="8510.2">25599 11676 0,'0'0'0,"0"0"15,0 0-15,0 0 16,0 0-16,0 9 16,0 0-16,0 0 15,10 0-15,10 10 16,19-1-16,21 1 16,9-1-1,-9-9-15,20-9 16,9-9-16,-9 9 15,-11-9-15,-19 0 16,-1 0-16,-19-10 16,0 1-16,-10 8 15,0-8 1,-10 0-16,0-1 16,0 1-16,0 8 15,-10 1-15,0 0 16,-10-10-16,0 1 15,-20 0 1,-10 8-16,-10 1 16,-9 9-16,-1 9 15,-9 19-15,-21 0 16,1 18-16,-1 9 16,11 1-16,9 17 15,11 10 1,19 1-16,20-11 15,0 10-15,20 10 16,20-1-16,10-27 16,20-1-16,29-8 15,10-1-15,1-18 16,-1-19 0,-19 1-16,-1-19 15,-9 0 1,-30-9-16</inkml:trace>
  <inkml:trace contextRef="#ctx0" brushRef="#br0" timeOffset="8981.81">26443 12072 0,'0'0'0,"0"0"0,0 0 0,0 10 16,0-1-16,0 19 15,0 18-15,10 9 16,0 10 0,0-10-16,0 0 15,0-8-15,0-11 16,10 1-16,0-9 15,0-9-15,0-1 16,9 0 0,11-8-16,0-1 15,0-9-15,-1 0 16,1-19-16,0-17 16,0-1-16,9-19 15,1 1 1,-10 0-16,-1-1 15,-9 1-15,0 9 16,0 9-16,-10 9 16,0 0-16,-10 1 15,0 17-15,-1 1 16,-9 9 0,0-9-16</inkml:trace>
  <inkml:trace contextRef="#ctx0" brushRef="#br0" timeOffset="10088.94">27934 12100 0,'0'0'0,"0"9"0,0 1 16,0 8-16,10 10 16,0 27-16,0 19 15,-10 0 1,10 0-16,-10-10 16,0-8-16,0-1 15,10 10-15,0-10 16,-10-9-16,10-9 15,0 0-15,-1-19 16,-9 1 0,0-10-16,10 10 15,-10-19-15,0 0 16,0 0-16,0 0 16,0 0-16,0 0 15,-10-19 1,1 1-16,-1-1 15,-10 1-15,0-1 16,-10-8-16,0 8 16,0 1-16,-9-1 15,-1 10-15,-10 0 16,10-1 0,1 20-16,-1-1 15,10 0-15,10 0 16,0 1-16,1 8 15,-1 1-15,20-1 16,0 0-16,0 1 16,20-1-1,29 10-15,-9-19 16</inkml:trace>
  <inkml:trace contextRef="#ctx0" brushRef="#br0" timeOffset="11180.67">28043 12682 0,'0'0'0,"0"0"16,20 0-16,20 9 15,0 0-15,9-9 16,-9 0-16,0 0 16,0 0-1,9 0 1,-9-9-16,0-10 0,-10 1 16,-1-1-1,1 1-15,-20-1 16,0 1-16,0 0 15,-10 8-15,-10-8 16,0-1-16,0 10 16,0 0-16,-10 0 15,1-1-15,-1 10 16,0 0 0,0 0-16,10 10 15,0-1-15,0 0 16,0 10-16,10 8 15,0 1-15,0 9 16,20 0-16,10 9 16,10 0-1,-1-9-15,1 0 16,0-19-16,0 1 16,-11-1-16,1-18 15,-10 0-15,0 0 16,0-9-1,-10-9-15,0-1 16,0 1-16,0-10 16,0 10-16,0-1 15,-1 1-15,-9 8 16,0 1-16,0 0 16,0 0-16,0 9 15,0 0 1,0 0-16,0 9 15,10-9-15,10 9 16,0 0-16,0 10 16,0-10-16,0 10 15,10-1 1,-11-9-16,1 1 16,10-1-16,0-9 15,-10 0-15,10 0 16,-1 0-16,1-19 15,0 1-15,10-19 16,-20 9-16</inkml:trace>
  <inkml:trace contextRef="#ctx0" brushRef="#br0" timeOffset="12519.31">31243 11786 0,'0'0'0,"0"0"0,0 0 15,0 0-15,0-9 16,0 9-16,0-9 15,-10-10-15,0 1 16,-19-10 0,-1-9-16,-20 10 15,0-10 1,-19 0-16,9 0 0,-9 0 16,-21-9-1,-9 18-15,-11 0 16,11 1-16,-10 17 15,-10 1-15,-1 9 16,11 0-16,20 9 16,-11 1-16,-9 8 15,9 1-15,21-1 16,-1 10 0,11-1-16,-11 1 15,-9 18-15,9 0 16,1 1-16,9-1 15,1 0-15,-1 9 16,11 10-16,-11-1 16,10 1-1,11 0-15,9-10 16,0 19-16,1 0 16,9 9-16,0 0 15,10-9-15,0 0 16,0-1-1,0-8-15,10 9 16,1 0-16,9-10 16,0 10-16,0 0 15,19 9-15,11 9 16,10 1-16,20-10 16,-1 9-16,21-9 15,-11-9 1,11 9-16,-1-18 15,21-1-15,-1-18 16,-10-9-16,-9 0 16,-1 0-16,1-9 15,-1-10 1,11 1-16,-21-1 16,1 1-16,10-10 15,19 0-15,0-9 16,-9 0-16,9-9 15,0-10-15,1 1 16,-1-1 0,-9-8-16,-11-1 15,1-9-15,-1 0 16,-9 0-16,-1 0 16,-9-9-16,-10 9 15,-1-9-15,-9-9 16,-10-1-16,0 1 15,-10 0 1,-11-10-16,1 0 16,0 10-16,-10 9 15,-10-9-15,0-10 16,1 10-16,-1-1 16,0 10-1,0 0-15,-10 9 16,-10 0-16,0-9 15,0 9-15,-9 9 16,-1-9-16,0 10 16,0-1-16,11 10 15,-1-1 1,0 10-16,0 0 16,-10-10-16,-9 1 15,-1-1-15,-20 1 16,31-1-16</inkml:trace>
  <inkml:trace contextRef="#ctx0" brushRef="#br0" timeOffset="13197.82">30309 12672 0,'0'0'0,"0"0"0,0 10 16,0 8-16,10 10 15,0 9-15,0 9 16,0-9-16,0 0 15,-10-19 1,0 1-16,0-10 16,0-9-16</inkml:trace>
  <inkml:trace contextRef="#ctx0" brushRef="#br0" timeOffset="13486.98">30309 12386 0,'0'0'0,"0"0"0,0 0 0,0 0 16,20 0-16,10 0 16,10-9-16,-1 0 15,11 9 1,-10 0-16,-10 9 15,-1 0-15,1 0 16,-10 1-16,10-1 16,-10 9-16,10 10 15,-1 18 1,1 28-16,0 18 16,-10-36-16</inkml:trace>
  <inkml:trace contextRef="#ctx0" brushRef="#br0" timeOffset="17113.78">29484 14851 0,'0'0'0,"0"0"15,0 0-15,0 0 16,0 0-16,0 0 15,0 0-15,0 0 16,0 0 0,0 0-16,0 0 15,0 0-15,0 0 16,0 0-16,0 0 16,0 9-16,0 0 15,10 0-15,0 19 16,10 9-1,0 9-15,0 9 16,0 10-16,9-10 16,1 1-16,0-1 15,0 0-15,-10 1 16,0-19-16,-10-19 16,0 1-1,-1-19-15,-9 0 16,0 0-16,0-19 15,-9-18-15,-1 0 16,-10-18-16,-10 0 16,-10-1-16,0 1 15,1 9 1,-1 0-16,0 9 16,20 9-16,0 9 15,1 10-15,9 0 16,0 0-16,10 0 15,0 9-15,0 0 16,0 0 0,20-10-16,9 1 15,11 18-15,0 1 16,10-1-16,-1 18 16,-9 1-16,0 9 15,-1 9-15,-9 0 16,0-9-1,-20 9-15,0 1 16,-10-1 0,-10-9-16,0 9 15,0 0-15,-10-9 16,-10 0-16,1-9 16,-1-10-16,0 0 15,0 1-15,0-19 16,1 0-16,9-9 15,0-1-15,0 1 16,10-9-16,10-1 16,0 1-1,20-1-15,0 1 16,0-1-16,19 1 16,1 9-16,0 9 15,0 0-15,9 0 16,11 0-16,0 0 15,-11 0-15,1 0 16,0-9 0,-11-10-16,1 1 15,0-1 1,0 1-16,9-10 0,-9 0 16,-10-9-1,0 10-15,0-1 16,-21 10-16,1-1 15,0 1-15,-10-1 16,-10 1-16,0 8 16,1 1-16,-11 0 15,10 9-15,-20 0 16,0 9 0,0 10-16,10-1 15,1 10-15,-1 0 16,10-1-16,10 1 15,0 9-15,10-9 16,10-1 0,-1 1-16,11 0 15,10-1-15,0-8 16,-1-19-16,-9 0 16,0-19-16,0 1 15,0-10 1,-10 10-16,-1-1 15,-9 1-15,0 9 16,0-1-16,0 1 16,0 0-16,-10 9 15,0 0-15,0 9 16,10 10-16,0 27 16,10 46-16,0 37 15,0 10 1,0-19-16,-11-19 15,11-9-15,-10-8 16,0-11-16,0-8 16,0-19-16,0-9 15,0-19 1,-10-18-16,0 0 16,0 0-16</inkml:trace>
  <inkml:trace contextRef="#ctx0" brushRef="#br0" timeOffset="17530.23">30597 15137 0,'0'0'0,"0"0"0,0 0 15,0 0-15,0 0 16,0 0-16,20 0 16,0 0-1,10 9-15,10-9 16,19 9-16,1-9 16,-1 0-16,-9 9 15,-10 1 1,-10-1-16,0 0 15,-21 0-15,1 0 16,0 1-16,-10 8 16,-10 1-16,0 8 15,-19 1-15,-1 0 16,-10-1-16,20-8 16,0-1-1,0 1-15,1-19 16,19 0-16,-10 0 15,10-9-15</inkml:trace>
  <inkml:trace contextRef="#ctx0" brushRef="#br0" timeOffset="17780.2">31174 14749 0,'0'0'0,"0"9"0,10 0 15,0 10-15,-1 9 16,1-1-16,0 19 16,0 19-16,0 0 15,0-1 1,-20 10-16,0 0 16,0 0-16,0-10 15,0-8-15,1-10 16,-1-9-16,10-19 15</inkml:trace>
  <inkml:trace contextRef="#ctx0" brushRef="#br0" timeOffset="18230.09">31512 15183 0,'0'0'0,"0"9"0,0 19 16,9-1-1,1 10-15,0 9 16,-10 1-16,0-1 16,0 0-16,0-9 15,10-9-15,-10-10 16,10 0-1,0-8-15,0-1 16,0-9-16,10 0 16,0 0-16,0-9 15,0-1 1,-11-8-16,1 0 16,0-1-16,0 1 15,-10-10-15,-10 9 16,0-8-16,0-1 15,1 0-15,-11 1 16,0-1-16,0 10 16,0-10-16,10 0 15,0 0 1,10 1-16,10-1 16,0 10-16</inkml:trace>
  <inkml:trace contextRef="#ctx0" brushRef="#br0" timeOffset="18730.78">31879 14961 0,'0'0'0,"0"0"15,0 9-15,-10 10 16,0 9-16,0-1 15,0 10-15,10 0 16,0 0 0,0 0-16,0 0 15,20 9-15,0 0 16,10-9-16,10 0 16,-10 0-16,-1-19 15,1-8-15,0-10 16,0 0-1,0 0-15,-11 0 16,1 0-16,0-10 16,0 1-16,0 0 15,-10 0-15,0 0 16,0 9 0,0 0-16,-10 0 15,0 0-15,0 9 16,10 9-16,0 28 15,-20 74-15,-10 93 16,-20 17-16,10-64 16,10-55-1,0-9-15,1-1 16,19-64-16</inkml:trace>
  <inkml:trace contextRef="#ctx0" brushRef="#br0" timeOffset="23530.47">25569 14029 0,'0'0'0,"0"0"0,0 0 0,0 0 16,0 0-16,0 0 16,0 0-16,0 0 15,0 0-15,0 0 16,0 0-16,0 0 16,20 0-1,29 9-15,11 1 16,10-10-16,-1 9 15,21-9-15,19 0 16,0 9-16,-19 0 16,-1-9-16,20 0 15,11 0 1,-11 0-16,-10 0 16,11 0-16,19 0 15,0 0 1,-20 9-16,1-9 15,19 0-15,0 0 16,-20 10-16,1-10 16,9 0-16,10 9 15,-20 0-15,1-9 16,9 9-16,0 1 16,-9-1-16,-11 0 15,0 0 1,11-9-16,-11 0 15,-19 0-15,-1 10 16,10-10-16,11 0 16,-11 0-16,-9 0 15,-11 0 1,11 9-16,9-9 16,11 9-16,-21-9 15,-9 0-15,-21 0 16,1 0-16,-10 0 15,0 0-15,-1 0 16,-9 0 0,0 0-16,0 0 15,0 0-15,-1 0 16,1 0-16,0 0 16,0 0-16,-10 0 15,10 0-15,-11 0 16,11 0-16,-10 0 15,10 0 1,-10 0-16,10 0 16,-1 0-16,-9 0 15,0 0-15,0 0 16,0 0-16,0 0 16,-10 0-16,0 0 15,0 0 1,0 0-16,-1 0 15,1 0-15,0 9 16,0-9-16,0 0 16,0 0-16,0 0 15,0 0 1,-10 0-16,0 0 16,0 0-16,0 0 15,0 0-15,0 0 16,0 0-16,0 0 15</inkml:trace>
  <inkml:trace contextRef="#ctx0" brushRef="#br0" timeOffset="31614.28">14946 3332 0,'0'0'0,"0"0"0,0 0 0,0 0 16,0 0-1,0 0-15,0 0 16,-10 9-16,0 0 16,10-9-16,0 0 15,0 0-15,0 10 16,0-10-16,0 9 15,0-9-15,0 0 16,0 9 0,10 0-16,0 1 15,0-1-15,10 0 16,9 0-16,11 0 16,20 1-1,-1-1-15,21 0 16,-1-9-16,1 0 15,9 0-15,11 0 16,-1 0-16,1 0 16,-1 0-16,0-9 15,11 0-15,-1 9 16,-10 0-16,1-10 16,9 10-1,0 0-15,1-9 16,-11 0-16,0 9 15,11 0 1,-1 0-16,-10-9 0,1 9 16,-1 0-16,10-9 15,-19-1 1,9 10-16,1-9 16,-1 0-16,0 0 15,-9 9 1,-11-10-16,1 10 15,-1-9-15,1 9 16,-1 0-16,-9-9 16,-1 0-16,-9 9 15,0-10-15,-1 1 16,-9 9-16,0 0 16,-1-9-1,1 9-15,0 0 16,-11 0-16,-9-9 15,0 9-15,0-9 16,0 9-16,-1 0 16,1 0-16,-10 0 15,0 0 1,0 0-16,0 9 16,-10-9-16</inkml:trace>
  <inkml:trace contextRef="#ctx0" brushRef="#br0" timeOffset="50909.04">2365 16567 0,'0'0'0,"0"0"0,0 0 0,0 0 0,0-9 16,0 9-16,10-9 16,0 0-16,-10 9 15,0 0 1,0 0-16,0 0 15,0 0-15</inkml:trace>
</inkml:ink>
</file>

<file path=ppt/ink/ink2.xml><?xml version="1.0" encoding="utf-8"?>
<inkml:ink xmlns:inkml="http://www.w3.org/2003/InkML">
  <inkml:definitions>
    <inkml:context xml:id="ctx0">
      <inkml:inkSource xml:id="inkSrc0">
        <inkml:traceFormat>
          <inkml:channel name="X" type="integer" max="3408" units="cm"/>
          <inkml:channel name="Y" type="integer" max="2064" units="cm"/>
          <inkml:channel name="T" type="integer" max="2.14748E9" units="dev"/>
        </inkml:traceFormat>
        <inkml:channelProperties>
          <inkml:channelProperty channel="X" name="resolution" value="110.29126" units="1/cm"/>
          <inkml:channelProperty channel="Y" name="resolution" value="118.62069" units="1/cm"/>
          <inkml:channelProperty channel="T" name="resolution" value="1" units="1/dev"/>
        </inkml:channelProperties>
      </inkml:inkSource>
      <inkml:timestamp xml:id="ts0" timeString="2025-12-08T06:55:44.092"/>
    </inkml:context>
    <inkml:brush xml:id="br0">
      <inkml:brushProperty name="width" value="0.05292" units="cm"/>
      <inkml:brushProperty name="height" value="0.05292" units="cm"/>
      <inkml:brushProperty name="color" value="#FF0000"/>
    </inkml:brush>
    <inkml:context xml:id="ctx1">
      <inkml:inkSource xml:id="inkSrc21">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1" timeString="2025-12-08T06:58:05.192"/>
    </inkml:context>
  </inkml:definitions>
  <inkml:trace contextRef="#ctx0" brushRef="#br0">31233 10826 0,'0'0'0,"0"0"0,0 0 0,0 0 15,0 0-15,0 0 16,-10 0-16,0-9 15,0 0-15,1-10 16,-21 1 0,0 0-16,-10-10 15,-19-9-15,-1 9 16,0 1 0,-9-1-16,-21 0 15,1 0-15,-20 1 16,9-1-16,11 0 15,-31 1-15,-9-10 16,10 0-16,0 0 16,-10 0-16,-11-9 15,21 18-15,0 1 16,-20-10 0,0-10-16,0 1 15,9 9-15,-9-9 16,10 9-16,0-9 15,-20 0-15,0 9 16,10 0 0,-10 0-16,-10 0 15,10 10-15,-1 8 16,-9 1-16,0-10 16,-9 10-16,-1-1 15,0 10 1,-10 9-16,10 0 15,0 0-15,-10 18 16,0 1-16,10-1 16,-10 1-16,1 8 15,9 10-15,-10 0 16,10-18-16,-10 8 16,0 10-1,-10 9-15,0 1 16,20 8-16,1-9 15,-1 10-15,29-1 16,-9-9-16,10 9 16,20 1-16,10 8 15,9-8 1,-9-1-16,10 1 16,9 8-16,11-8 15,-1-1-15,1 0 16,9 1-1,11 8-15,-1 1 16,10 0-16,1 8 16,9 10-16,0-9 15,10 9-15,10 10 16,0-1-16,1 9 16,19-8-16,0 8 15,0 19-15,10-18 16,9-1-1,1 10-15,0-9 16,0-1-16,0 10 16,0-19-16,0-9 15,0 0-15,19-9 16,-9 0 0,10 0-16,0-19 15,9 10-15,11-10 16,0 1-16,-1-1 15,1 0-15,9-18 16,1 9 0,9 1-16,1-11 15,-1 1-15,11 0 16,9 0-16,1 0 16,-1-9-16,20 9 15,0 0-15,1-10 16,-1 1-16,10 0 15,0-1 1,10-8-16,1-10 16,-1-9-16,-10 0 15,10 0 1,0 9-16,-10-9 0,-9 0 16,19-9-1,0 0-15,-10 0 16,10-10-16,10 1 15,0-1-15,0-18 16,10 10-16,-10-10 16,0 9-16,-9-9 15,9 0 1,0 0-16,-10 10 16,10-1-16,10-9 15,-10 0-15,10 0 16,-10 9-16,-10-8 15,0-11 1,-10 1-16,-9 9 16,-1 0-16,0 0 15,10-9-15,-9 0 16,-1 0-16,0 9 16,0 0-16,1 0 15,-1 0 1,10-9-16,0 0 15,0 0-15,-9 0 16,-1 0-16,0-1 16,-10 1-16,-9 0 15,-1 0-15,11-9 16,-21 9-16,-10-1 16,1 1-1,-10 0-15,9 0 16,1-9-16,-11 8 15,-9 1 1,-1 0-16,-9 0 16,0-9-16,-1-1 15,-9 10-15,-10 9 16,10 0-16,-1-9 16,-9 0-16,0 0 15,0 0-15,0 9 16,-10 9-16,-1-9 15,-9 0 1,0 0-16,0 0 16,0 0-16,0 10 15,0-1-15,0 0 16,-10-9-16,10 10 16,-10-10-16,0 0 15,0 9 1,0-9-16,0 0 15,0 0-15,0 10 16,0-1-16,0 0 16,0 10-16,0-10 15,0 10-15,0-1 16,0 1 0,0-1-16,0 10 15,0 0-15,0 0 16,0-1-16,0 1 15,0 0-15,0 9 16,0 0-16,0-9 16,0 9-1,0 0-15,0-9 16,0 9-16,0 0 16,0 0-16,0 0 15,0 0-15,0 0 16,0 0-16,0 0 15,0 0 1,0 0-16,0-10 16,0 10-16,0 0 15,0 0-15,-10-9 16,0 0-16,0-10 16,0 10-1</inkml:trace>
  <inkml:trace contextRef="#ctx0" brushRef="#br0" timeOffset="16070.59">10385 7873 0,'0'0'0,"0"0"0,0 0 0,0 0 15,0 0-15,0 0 16,0 0-16,10 0 15,-10 0 1,0 0-16,9-9 16,-9 9-16,10 0 15,-10 0-15,0 0 16,10 0-16,-10 0 16,10 0-16,0 0 15,0 0 1,0 0-16,0 0 15,0 0-15,0 0 16,0 0-16,0 0 16,-10 0-16,0 0 15,10 0-15,-10 0 16,10 0-16,0 0 16,0 0-1,-1 0-15,1 0 16,0 0-16,10 0 15,0 0-15,0 0 16,0 0 0,0 0-16,10 0 15,-1 0-15,11 0 16,0 0-16,0-10 16,-1 10-16,1 0 15,0 0 1,0 0-16,-11 0 0,1-9 15,10 9 1,0-9-16,-1 9 16,1-9-16,0 9 15,0 0-15,-1 0 16,11-9-16,-10 9 16,0 0-1,-1 0-15,1-10 16,0 1-16,0 9 15,-1 0-15,11 0 16,0 0 0,-1-9-16,1 9 0,0 0 15,9 0 1,-9-9-16,0 9 16,9 0-16,1-10 15,0 10 1,-11 0-16,11 0 0,0-9 15,-1 0-15,1 9 16,0-9 0,9 9-16,1 0 15,-11-10-15,1 1 16,9 0-16,-9 0 16,0 0-16,-1-1 15,1 1 1,0 0-16,9 0 15,-9-1-15,-1 1 16,-9 0-16,10 9 16,-1-9-16,1-1 15,0 1-15,-1 0 16,1 0 0,-11 9-16,1-9 15,0 9-15,0-10 16,-1 1-16,1 9 15,0 0-15,-1 0 16,1-9 0,-10 9-16,-1 0 15,1 0-15,0 0 16,0 0-16,-1-9 16,11-1-16,-10 10 15,0 0-15,9-9 16,-9 9-1,0 0-15,0 0 16,-1 0-16,1 0 16,-10-9-16,10 9 15,-1 0-15,1 0 16,0 0-16,0 0 16,-11 0-16,11-9 15,-10-1 1,0 10-16,0 0 15,-1-9-15,1 9 16,0 0-16,-10 0 16,0 0-16,0 0 15,-10 0 1,0 0-16,0 0 16,-1 0-16,1 0 15,0 0-15,0 0 16,-10 0-16,0 0 15,10 0 1,-10 0-16,10-9 16,0 0-16</inkml:trace>
  <inkml:trace contextRef="#ctx0" brushRef="#br0" timeOffset="18141.6">27020 8104 0,'0'0'0,"0"0"0,0 0 16,0 0 0,0 0-16,0 0 15,0 0-15,0 0 16,0 0-16,0 0 16,0 0-16,0 0 15,0 0-15,0 0 16,0 0-1,0 0-15,0 9 16,20 0-16,0-9 16,-1 9-16,1 1 15,20-10-15,0 0 16,0 0-16,-1 0 16,1 0-16,0 0 15,19-10 1,1 10-16,0-9 15,9 0-15,1 0 16,-21-1-16,11 10 16,-10 0-16,9-9 15,1 9 1,-10 0-16,-1-9 16,1 9-1,-10 0-15,-10 0 0,-1 0 16,-9 0-1,0 0-15,-10 0 16,0 0-16,0 0 16,0 0-16,0 0 15,0 0-15,0 0 16,0 0-16,-10 0 16,0 0-16,0 0 15,0 0 1,10-9-16</inkml:trace>
  <inkml:trace contextRef="#ctx0" brushRef="#br0" timeOffset="19655.49">29067 8122 0,'0'0'0,"0"0"0,0 0 15,-10 0-15,0 0 16,0 0-16,-10-9 16,-10 0-16,1-1 15,-1-8 1,-10-1-16,-20 1 15,-19-19-15,-1 9 16,1 1-16,-11-1 16,-9-9-1,-10 9-15,-10 1 16,19 8-16,1 10 16,-1-9-16,1 8 15,10 20-15,9-1 16,11 0-16,-1 0 15,0 1 1,1 8-16,9 0 16,1 1-16,19-1 15,0 10-15,0 0 16,11-1-16,-1 10 16,10 0-16,0 0 15,0 9 1,0 0-16,10-9 15,0 0-15,10 9 16,0 1-16,0-10 16,0-1-16,10 1 15,10 0 1,0 0-16,20 9 16,0 10-16,19-10 15,1 9-15,9-9 16,-9-9-16,0 0 15,9 0 1,11 0-16,-11 0 16,1-9-16,9-1 15,1-8-15,9 9 16,11-10-16,-1 0 16,-10 1-16,-9-1 15,9-8 1,1-1-16,-21-9 0,1 0 15,-10 0 1,-11-9-16,11-10 16,-1 1-16,1-1 15,0-8-15,-1-1 16,1-9-16,-10 0 16,-1 0-1,-9 0-15,-10 0 16,-10 10-16,0-10 15,-10 0-15,0 0 16,-1 0 0,-9 0-16,0 0 0,-9 0 15,-1 0 1,0 0-16,-20 0 16,0-9-16,-30-9 15,-39-10-15,-100-27 16,-89 0-16,-99-10 15</inkml:trace>
  <inkml:trace contextRef="#ctx0" brushRef="#br0" timeOffset="93808.09">13207 794 0,'0'0'0,"0"0"0,0 0 0,30 0 0,19-28 16,11 10-1,9-1-15,11-18 16,19-18-16,1-1 16,39-8-16,0-1 15,-40 19 1,-9 18-16,-11 10 16,-19-1-16,-10 19 15,-21-18-15,1 18 16,-20 0-16,-10 0 15,0 0-15,-30 18 16,-89 66-16</inkml:trace>
  <inkml:trace contextRef="#ctx0" brushRef="#br0" timeOffset="94074.11">13654 794 0,'0'0'0,"0"18"16,0 1-16,10 27 16,0 18-1,0 1-15,0 0 16,0 8-16,10 11 16,-1 8-16,-9-18 15,10-10 1,0 1-16,0 0 15,0-10-15,-10-9 16,0-9-16,0-19 16,0-18-16,0 0 15</inkml:trace>
  <inkml:trace contextRef="#ctx0" brushRef="#br0" timeOffset="94857.82">14260 665 0,'0'0'0,"0"18"0,0 28 0,10 37 15,0 10 1,0 8-16,0-9 15,0-9-15,0-9 16,0-9-16,0-28 16,0 0-16,0 0 15,-1-19-15,-9-9 16,0 1 0,0-10-16,0 0 15,0 0-15,-9-10 16,-1-36-16,-10-46 15,0-19 1,0-9-16,20 9 16,20 10-16,20-1 15,19 10-15,1 9 16,39 0-16,30 18 16,-19 38-1,-21 27-15,-29 9 16,-11 28-16,-9 9 15,-20 9-15,-10-27 16,-20 18-16,-20 19 16,-29 18-16,-11 18 15,10-8 1,1-10-16,19-19 0,0 1 16,20-28-1,1 0-15,19-19 16,0 1-16,19-1 15,11-9-15,20 1 16,39-1-16,1 9 16,-21 1-16,-9-10 15,-10 9 1,-20 1-16,-1-1 16,-19 10-16,-20 0 15,0 18-15,-29 9 16,-21 19-16,-10-9 15,1-1 1,9-8-16,11-19 16,9-10-16,20-8 15,0-19-15,20 0 16,0-10-16,0 1 16</inkml:trace>
  <inkml:trace contextRef="#ctx0" brushRef="#br0" timeOffset="95281.21">16904 194 0,'0'0'0,"0"0"16,-10 18-16,0 1 15,-20 8-15,0 29 16,0-1-16,0 19 16,-19 18-1,-1-9-15,20-36 16,0 17-16,-19 19 15,-21 19-15,1 8 16,-1 20-16,-9 8 16,-1 1-16,10-1 15,-9-9 1,-1 0-16,21-18 16,9-18-16,10-1 15,1-28-15,19-27 16,10-9-16,10-28 15</inkml:trace>
  <inkml:trace contextRef="#ctx0" brushRef="#br0" timeOffset="96204.43">18484 434 0,'0'0'0,"0"0"0,0 0 15,-20 9-15,-30 19 16,-39 18-1,-21 9-15,31-9 16,-1-27-16,-29 27 16,-10 0-16,9-9 15,21 9-15,19-18 16,31 9-16,9 0 16,10-10-1,20-8-15,10 9 16,30-1-16,39 1 15,21 9-15,-1 0 16,0 0-16,-9 0 16,-31 0-16,-29-1 15,-10 11 1,-20 8-16,-20 10 16,-20 18-16,-9 0 15,-21 0-15,1-9 16,9-19-16,0-9 15,21-18-15,19-10 16,0-8 0,10-10-1,10-10-15,0-8 16</inkml:trace>
  <inkml:trace contextRef="#ctx0" brushRef="#br0" timeOffset="97230.13">18722 914 0,'0'0'0,"0"27"16,0 1-16,0 46 16,0 9-16,0 19 15,-10-10 1,0 0-16,-10-18 15,-9 9 1,-1-9-16,0-10 0,0-8 16,10-19-16,0 0 15,0-10-15,1-8 16,9-1 0,10-18-16,-10 0 15,0-27-15,10-29 16,0-45-16,30-38 15,29-18-15,21 19 16,-1 9-16,21 9 16,-1 27-1,0 29-15,11 8 16,-21 29-16,-9 8 16,-21 10-16,-9 18 15,-20 10-15,-1-19 16,-19 27-16,-10 10 15,-19 28 1,-21 18-16,-20 0 16,-19 9-16,-11 1 15,11-10-15,-1-9 16,11-10-16,19-18 16,10-27-1,20-1-15,1 1 16,-1-19-16,20 0 15,0 0-15,10-28 16,29-27-16,21-10 16,10 0-1,-1 10-15,-19 18 16,-1 19-16,-9 8 16,0 10-16,0 10 15,9 17-15,-9 1 16,10 18-16,-10 10 15,-11-1-15,-19-18 16,0-9 0,0 9-16,0-19 15,0 0-15,-10 1 16,0-10-16,0 0 16,0-9-1,10 0-15,10 0 16,20-18-16,-1-19 15,11-9-15,0 0 16,-1 0-16,-9 9 16,-10 9-16,0 9 15,0 10-15,-1 0 16,-9 0 0,0 9-16,0 9 15,10 0-15,-10 10 16,10 8-16,-11 1 15,11 9-15,-10 0 16,0 0 0,0 0-16,-10-10 15,0-8-15,0-1 16,0-18-16,-10 0 16</inkml:trace>
  <inkml:trace contextRef="#ctx0" brushRef="#br0" timeOffset="97941.89">20103 1089 0,'0'0'0,"0"0"16,0 0-16,10 0 15,10 9-15,0 1 16,0-10 0,0 0-16,0 0 15,0-10-15,9 1 16,-9-9-16,0 8 16,0 10-16,0 10 15,20 8 1,9 19-16,11 37 15,-10 18-15,-1 10 16,-9-10-16,-10-18 16,0 0-16,-10-19 15,-11-9 1,1 0-16,0 0 16,0-18-16,0-9 15,0-1-15,0 1 16,0-19-16,-10 0 15,0 0-15,0 0 16,0 0 0,0-10-16,20-27 15,20-36-15,-1-29 16,1 1-16,-10-10 16,0 28-16,0 18 15,-1 19 1,1 9-16,10 0 15,-10 19-15,-10 8 16,9 20-16,1-1 16,0 19-16,0 8 15,0 1-15,-10 10 16,-1 8-16,-9 10 16,0-1-1,-10 1-15,0-10 16,0-9-16,0 0 15,0-9-15,0-18 16,0-19-16,0 0 16,0 0-16</inkml:trace>
  <inkml:trace contextRef="#ctx0" brushRef="#br0" timeOffset="98240.7">21842 886 0,'0'9'0,"0"37"0,20 28 15,0 46-15,0 9 16,0-9-16,0-27 15,-10-19-15,0-19 16,0-18 0,0 0-16,-1-19 15,-9 1-15,0-10 16,0-9-16,0 0 16</inkml:trace>
  <inkml:trace contextRef="#ctx0" brushRef="#br0" timeOffset="98457.86">21326 1338 0,'0'0'0,"0"0"0,20 0 15,29 0 1,21 0-16,29 0 15,1 0-15,-1-9 16,0-9-16,-9 8 16,-1-8-16,11-10 15,-51 10-15</inkml:trace>
  <inkml:trace contextRef="#ctx0" brushRef="#br0" timeOffset="98790.6">23432 554 0,'-10'18'0,"-19"47"16,-11 27-16,0 0 15,-19 38 1,-11 8-16,10-9 16,1 1-16,-11-1 15,11-28-15,-1-8 16,0-10-16,11 0 15,29-56-15</inkml:trace>
  <inkml:trace contextRef="#ctx0" brushRef="#br0" timeOffset="99206.6">24188 646 0,'0'0'0,"-10"19"15,-20 8-15,-30 29 16,-29 17-1,-11 20-15,11-19 16,10-1-16,9 1 16,20-9-16,11-10 15,9 10-15,30-1 16,10-8-16,10-1 16,29 10-1,41-10-15,29 1 16,30-10-16,0-19 15,-20-27-15,-29-18 16,-21-10-16,1-18 16,-11-18-16,1-29 15,-40 38 1</inkml:trace>
  <inkml:trace contextRef="#ctx0" brushRef="#br0" timeOffset="99674.07">24734 923 0,'0'0'0,"0"0"0,-10 18 16,0 1-16,-10 27 16,1-9-1,-11 28-15,10 8 16,0-8-16,10 0 16,10-10-16,0 0 15,0-18-15,10-9 16,10 0-1,0-10-15,10 1 16,9-10-16,1-9 16,0-9-16,0-10 15,-1-18-15,1 0 16,0-18-16,0-10 16,-11 10-1,1 9-15,0 18 16,-10 0-16,0 19 15,0 0-15,0 0 16,-11 18-16,11 0 16,0 19-16,-10 18 15,0 28 1,-20 27-16,0 19 16,-20 19-16,-19-19 15,-11 0-15,-29 18 16,-41-18-16,-19-18 15,-20-10 1,-139 56-16</inkml:trace>
  <inkml:trace contextRef="#ctx0" brushRef="#br0" timeOffset="100340.33">26125 711 0,'0'0'0,"-10"18"0,10-18 0,-39 19 16,-21 27-16,-29 18 16,-11 19-16,11-18 15,9 18-15,21-18 16,9-1 0,10 1-16,20 0 15,1-10-15,19-9 16,19 9-16,1-8 15,30-1-15,20 0 16,19-28-16,10 1 16,1-19-16,-11-19 15,11-18-15,-51 1 16</inkml:trace>
  <inkml:trace contextRef="#ctx0" brushRef="#br0" timeOffset="100623.13">26284 849 0,'0'0'0,"-10"28"0,-9 36 16,-11 47-16,0 9 15,10 0-15,0-18 16,10-28 0,-10-19-16,10 0 15,10-18-15,0 0 16,0 0-16,0-19 16,10 1-16,0-19 15</inkml:trace>
  <inkml:trace contextRef="#ctx0" brushRef="#br0" timeOffset="101089.79">26473 1264 0,'0'0'0,"0"0"16,10 10-16,10-1 16,30 19-16,9-19 15,11-9-15,-1-9 16,-9-10-16,10 1 16,-21-10-16,1-9 15,0 0 1,-20 0-16,-1 0 15,-9 0-15,-10 10 16,0-1-16,-20 10 16,0 8-16,0 1 15,-10 0 1,1 0-16,-11 18 16,0 0-16,0 10 15,0 17-15,10 20 16,1 8-16,19 1 15,19 18-15,21-9 16,30 0 0,29 0-16,-9-19 15,-11-9-15,-39-27 16</inkml:trace>
  <inkml:trace contextRef="#ctx0" brushRef="#br0" timeOffset="105605.43">16784 2437 0,'0'0'0,"0"0"0,0 0 16,0 0-1,0 0-15,0 0 16,0-19-16,0 1 16,0-19-16,10 0 15,0-9-15,0-10 16,0-8-16,10 8 15,0-8 1,0-1-16,0 19 16,-1 0-16,1 0 15,0 9-15,10 9 16,-10 0-16,-10 1 16,0 17-16,0 1 15,0 0 1,-10 0-16,0 9 15,0 0-15,0 0 16,0 0-16,0 0 16,0 0-16,0 0 15,0 0-15,0 0 16,0 0-16,0 0 16,0 0-1,0 0-15,0 0 16,0 0-16,0 0 15,0 0-15,0 0 16,0 0-16,0 0 16,0 0-1,0 0-15,0 0 16,-10 0-16,0 0 16,-20 0-16,0 9 15,-20 0-15,-9 10 16,-1-1-16,1 1 15,19-1 1,0-9-16,20 1 16,0-1-16,0-9 15,10 0-15,10 0 16,0 0-16,0 0 16,0 0-16,0 0 15,10-9 1,10-10-16,0 1 15,10 8-15,0 1 16,10 0-16,-11 0 16,1 9-16,0 0 15,0 9 1,0 0-16,-11 0 16,11 10-16,0-1 15,0 1-15,-10-1 16,10 10-1,-11-10-15,1 1 16,0-1-16,0 10 16,-10-10-16,10-8 15,-10 8-15,0-9 16,0 1-16,0-1 16,0-9-16,-10 9 15,10-9 1,-10 0-16,0 0 15,0 0-15,-10 0 16,-10 0-16,-20-9 16,-30-10-16,-29 1 15,-10 9-15,-11-1 16,1 1-16,70 9 16</inkml:trace>
  <inkml:trace contextRef="#ctx0" brushRef="#br0" timeOffset="117422.4">11269 10420 0,'0'0'0,"0"0"0,0 0 0,0 0 0,0 0 16,0 0-16,0 0 15,0 0-15,0 0 16,0 0-1,10 0-15,10 0 16,0 0-16,0 0 16,-1 0-16,1 0 15,10 0-15,0 0 16,0 0 0,0 0-16,-1 0 15,1 0-15,10 0 16,0 0-16,-1 0 15,21 0 1,0 0-16,-1 0 16,-9 0-16,0 0 15,-1-9-15,1 9 16,10 0-16,-1-9 16,1 9-16,0 0 15,-1 0-15,-9-9 16,10 9-16,-11-10 15,1 10 1,0 0-16,9 0 16,1-9-16,-10 9 15,9-9-15,1 9 16,-11-9-16,11 9 16,0 0-16,-1 0 15,1 0 1,0-10-16,-11 10 15,1 0-15,-10 0 16,-1-9-16,1 9 16,0 0-16,0 0 15,-1 0 1,1 0-16,0 0 16,0 0-16,-1 0 15,1 0-15,0 0 16,0 0-16,-1-9 15,-9 9-15,0 0 16,0 0 0,0 0-1,9 0-15,-9 0 16,0 0-16,10 0 16,-10 0-16,-1 0 15,1 0-15,-10 0 16,0 0-16,0 0 15,0 0-15,-10 0 16,0 0-16,0 0 16,-1 0-16,1 0 15,0 0-15,0 0 16,-10 0 0,10 0-16,-10 0 15,0 0-15,10 0 16,-10 0-16,10-9 15,0 0-15,-10 9 16</inkml:trace>
  <inkml:trace contextRef="#ctx1" brushRef="#br0">14446 10319 0</inkml:trace>
  <inkml:trace contextRef="#ctx0" brushRef="#br0" timeOffset="142648.73">15035 10789 0,'0'0'0,"0"0"0,0 0 0,0 0 16,0 0-16,0 0 16,0 0-16,0 0 15,0 0 1,0 0-16,0 0 15,20 0-15,30-18 16,19 0-16,1-1 16,0 1-16,-11 8 15,11 1 1,-1 9-16,-19 9 16,0 1-16,-11 17 15,-9 1-15,0 9 16,-20 9-16,-10 19 15,-10 9-15,-20-1 16,0-17 0,1-10-16,-1-9 15,0 0-15,0 0 16,10-10-16,0-8 16,10-1-16,1 1 15,-1-10 1,10-9-16,0 0 15,0 0-15,0 0 16,19-9-16,31-10 16,20 10-16,9 0 15,-9 0 1,-1-1-16,1 1 16,-10 0-16,-11 18 15,1 0-15,-20-9 16,-10 0-16</inkml:trace>
  <inkml:trace contextRef="#ctx0" brushRef="#br0" timeOffset="142916.19">16059 11057 0,'0'0'16,"0"0"-16,0 0 16,0 0-16,0 0 15,20 0-15,19 0 16,11 0-16,0 0 16,0 0-16,-11 0 15,-9-9-15,0 0 16,0-1-16,0-8 15,-11 9 1</inkml:trace>
  <inkml:trace contextRef="#ctx0" brushRef="#br0" timeOffset="143483.01">16804 10513 0,'0'0'0,"0"0"0,0 0 15,0 9-15,0 18 16,0 20-16,0 8 16,10 0-16,-10 10 15,10-10 1,-10-8-16,0-11 15,10 1-15,-10 0 16,10-18-16,0-1 16,10 1-16,0-10 15,19 9-15,21 1 16,10-10-16,-1-9 16,-19 0-1,-1 0-15,-19-9 16,0 0-16,-10-10 15,0 1-15,-10-1 16,0 1-16,0-10 16,-10 0-16,0 1 15,0 17 1,0 1-16,0 0 16,0 9-16,0 0 15,-10 18-15,0 10 16,0 28-1,-10 17-15,0 20 16,0 8-16,-10 1 16,11-1-16,-1-18 15,10-27-15,0-10 16,0 0-16,10-28 16</inkml:trace>
  <inkml:trace contextRef="#ctx0" brushRef="#br0" timeOffset="144316.41">17728 11094 0,'0'0'0,"0"0"16,0 0-16,0 9 15,0 0-15,0 19 16,0 18-16,0-9 16,0 9-16,10 1 15,0-11-15,0-17 16,0-1 0,0-18-16,0 0 15,10 0 1,10-18-16,9-10 0,11-27 15,-10-1-15,-10 10 16,-1 0-16,-19 18 16,0 10-16,0 9 15,0 0 1,0 9-16,-10 9 16,20 28-16,10 9 15,0 18-15,-1-8 16,-9-1-16,0-9 15,-10-27 1,0-1-16,0-18 16,10 0-16,0-18 15,10-19-15,9-18 16,1-10-16,-10 0 16,0 1-16,-10-1 15,-10 28-15,-1 0 16,1 10-1,0-1-15,-10 19 16,0-1-16,-10 1 16,10 0-16</inkml:trace>
  <inkml:trace contextRef="#ctx0" brushRef="#br0" timeOffset="144766.2">18742 11316 0,'0'0'0,"0"0"0,0 0 0,0 0 15,0 0-15,0 0 16,0 9-16,10 0 16,0-9-16,-10 0 15,20-9-15,10-10 16,9-18 0,-9-27-16,0-10 15,0 0-15,-20 19 16,0-1-16,-10 10 15,-10 9-15,0 10 16,0 17 0,0 1-16,0 9 15,0 9-15,-10 10 16,-10 18-16,10 18 16,10 10-16,10 9 15,10-28-15,0-28 16</inkml:trace>
  <inkml:trace contextRef="#ctx0" brushRef="#br0" timeOffset="145234.04">19159 11168 0,'0'0'0,"0"0"0,0 0 15,0 0-15,0 0 16,10 0-16,0 0 16,0 0-16,10 0 15,0-19 1,10-18-16,-1 1 15,1-11-15,-10 11 16,-10-1-16,0 9 16,0 0-16,-10 1 15,0 17 1,0 1-16,0 9 16,0 0-16,0 0 15,-10 9-15,0 10 16,0 8-16,0 29 15,10-1-15,0-9 16,20-9 0,0 0-16,20-9 15,-1-10-15,1-18 16,0-9-16,-10 0 16</inkml:trace>
  <inkml:trace contextRef="#ctx0" brushRef="#br0" timeOffset="145495.34">19547 10411 0,'0'0'0,"0"0"0,0 0 15,0 9 1,0 10-16,0 36 15,10 19-15,10 9 16,0 0-16,-11-9 16,11 0-16,-10-19 15,0-18-15,0-9 16,0-10 0,0-18-16,0 0 15</inkml:trace>
  <inkml:trace contextRef="#ctx0" brushRef="#br0" timeOffset="146017.87">20113 10540 0,'0'0'0,"0"0"0,-10 9 0,0 19 15,-9 18-15,-11 0 16,10 10-16,-10-10 15,10 9 1,10 10-16,10-10 0,0-18 16,10-18-1,10 8-15,0-17 16,20-1-16,-1-9 16,1 0-16,0-9 15,0-10-15,9 1 16,1-10-1,-20 10 1,0-1-16,-1 10 16,-19 0-16,0-1 0,0 1 15,-10 9-15,0 0 16,0 0-16,-10 9 16,0 1-16,0-1 15,-9 0 1,9 19-16,-10-10 15,20-8-15,0 8 16,0 0-16,10 1 16,0-1-16,10 10 15,-11 0-15,1-1 16,0 10 0,0 9-16,-30 10 15,-19 36-15,-11-9 16,20-46-16</inkml:trace>
  <inkml:trace contextRef="#ctx0" brushRef="#br0" timeOffset="195661.55">11547 12035 0,'0'0'0,"0"0"0,10 0 0,10 0 16,10 10-16,0-1 15,0 0-15,9 0 16,1 1-16,0 8 16,0 1-1,-1 8-15,11 1 16,-10 0-16,-1-1 16,1 1-16,0 18 15,10-9-15,-1 9 16,1-9-16,-10 0 15,9 0 1,1 0-16,-10 0 16,0 0-16,-11 0 15,1-10-15,0 1 16,0 0 0,0-10-16,-10 10 15,-1-10-15,1 1 16,-10-1-16,0 1 15,0-1-15,0 1 16,0-10-16,0 0 16,0 0-16,0 1 15,0-1 1,0 0-16,0-9 16,-10 0-16,0 0 15,0 0-15,0 0 16,0 0-16,10 0 15,0 0-15</inkml:trace>
  <inkml:trace contextRef="#ctx0" brushRef="#br0" timeOffset="196311.11">12481 13115 0,'0'0'0,"0"0"16,0 0-16,0 0 15,0 0-15,0 0 16,0 0 0,20 10-16,0-1 15,0 0-15,0 0 16,10 0-16,0 1 16,9-1-16,1 0 15,0 0 1,0-9-16,-1 0 15,1 0-15,0 0 16,-10-9-16,-1 0 16,1 0-16,0-10 15,-10 1 1,0-10-16,0 0 16,-10 1-16,-1-1 15,1-9-15,-10 9 16,0 1-16,0-1 15,-10 0-15,1 1 16,-1-1-16,0 10 16,-10-1-1,-10 1-15,0 8 16,0 1 0,-9 0-16,-11 9 0,10 9 15,0 0 1,1 10-16,-1 9 15,0-1-15,0 1 16,21 0-16,9-19 16</inkml:trace>
  <inkml:trace contextRef="#ctx0" brushRef="#br0" timeOffset="199840.62">13654 12589 0,'0'0'0,"0"0"0,0 9 0,0 19 15,-10 18-15,0 19 16,10 9 0,-10 0-16,10-1 15,0-8-15,0-10 16,0 1-16,0-10 16,0-9-1,0-19-15,0 1 16,0-19-16,0 0 15,0 0-15,0 0 16,0-19-16,-10-8 16,0-20-16,0-8 15,10-19-15,0-9 16,0 9 0,0 10-16,0-1 15,0 19-15,0 0 16,0 18-16,0 10 15,10-1-15,0 10 16,10 0-16,0 18 16,20 0-1,-1 0-15,11 19 16,0 9-16,0 9 16,-1 10-16,-19-10 15,0 9 1,0 1-16,-10-1 15,-11-18-15,1 0 16,0 0-16,0-10 16,0-8-16,-10-19 15,0 0-15</inkml:trace>
  <inkml:trace contextRef="#ctx0" brushRef="#br0" timeOffset="200106.4">13574 13014 0,'0'0'0,"0"0"16,0 0-16,0 0 15,0 0 1,0 0-16,0 0 15,10 0-15,20 0 16,40-19-16,9 1 16,1-1-16,-1-17 15,11-1-15,9 0 16,-49 9 0</inkml:trace>
  <inkml:trace contextRef="#ctx0" brushRef="#br0" timeOffset="200680.17">14141 12580 0,'0'0'0,"0"0"16,0 0-16,0 0 15,0 0-15,0 9 16,20 0-16,20 1 16,19-10-16,11 0 15,-21 0 1,1 0-16,0-10 16,-10 10-16,-11 0 15,1 0-15,-10 10 16,-10-1-1,0 0-15,0 19 16,-10 18-16,-10 9 16,0-18-16,0 0 15,0 0-15,0 0 16,10-18-16,0-10 16,0 9-1,0 1-15,0-10 16,20 0-16,20-9 15,9 0-15,11 0 16,-10 0-16,-1 0 16,1 0-16,-20 9 15,0 1 1,-10-1-16,-10 0 16,0 0-16,-1 19 15,-18 9-15,-11 27 16,-20 1-16,-20 0 15,-9-10-15,-1-9 16,40-37 0</inkml:trace>
  <inkml:trace contextRef="#ctx0" brushRef="#br0" timeOffset="-182174.81">10226 4698 0,'0'0'0,"0"0"0,0 0 0,29 0 0,21 9 16,30 0-1,-1 1-15,1-10 16,9 0-16,10 0 16,1-10-16,9 1 15,0-9-15,1 8 16,-1-8-1,-10 0-15,1-1 16,-1 10-16,1 0 16,9-1-16,0 1 15,-9 0-15,19 9 16,0-9-16,0 9 16,-9 0-1,-1 0-15,-10 0 16,1 9-16,-1 0 15,0-9-15,1 0 16,-1-9-16,10 9 16,-9-9-1,-11-1 1,-19 1-16,9 0 16,-9 0-16,-20-10 15,-1 10-15,-19 0 0,0 0 16,-10-1-16,-10 1 15,0 0 1,0 0-16,-1-1 16,1-8-16,-10 9 15</inkml:trace>
  <inkml:trace contextRef="#ctx0" brushRef="#br0" timeOffset="-181530.63">11050 3738 0,'0'0'15,"0"0"-15,0 0 16,0 0-16,0 0 16,0 0-16,0 9 15,10 0-15,10 1 16,0-1-16,20 0 16,0 0-16,19 1 15,11-10 1,-1 0-16,1 0 15,-20 0-15,-1 0 16,-19-10-16,0 10 16,-10-9-16,-10 9 15,0-9-15</inkml:trace>
  <inkml:trace contextRef="#ctx0" brushRef="#br0" timeOffset="-181298.66">11358 3867 0,'0'0'0,"0"9"0,0 10 15,0 18 1,-9 18-16,-1 19 16,0 9-16,10-18 15,0-10-15,0-18 16,0 0-16,0-19 15,0 1 1,0-10-16,0-9 16,0 0-16</inkml:trace>
  <inkml:trace contextRef="#ctx0" brushRef="#br0" timeOffset="-180682.13">11716 3904 0,'0'0'0,"0"9"15,0 10-15,10 18 16,0 18-16,0 19 16,-10 0-16,0-19 15,-10 1 1,0-10-16,0-9 15,0-19-15,0-9 16,0-9-16,0-9 16,-19-9-16,9-10 15,0-9-15,20-18 16,10-1 0,10-8-16,19-10 15,21 0-15,10 19 16,-1 18-16,1 9 15,-21 19-15,1 0 16,-20 18-16,0 0 16,-20 0-16,0 0 15,0 1 1,-10 17-16,-10 1 16,-10 27-16,-10-8 15,10-20 1,0-8-16,0-1 15,10 1-15,10-1 16,0-9-16,0 10 16,20 8-16,0 1 15,0 0-15,-10 18 16,0 0-16,-20 19 16,-10-10-16,-20 10 15,-29 9 1,-11-10-16,1-8 15,19-20-15,20-17 16,11-19-16,19 0 16</inkml:trace>
  <inkml:trace contextRef="#ctx0" brushRef="#br0" timeOffset="-180464.72">12690 3747 0,'0'0'0,"0"0"16,0 9-16,20 10 15,0 18 1,0 18-16,10 19 16,-11 9-1,1-9-15,0-9 0,-20-65 0,20 55 16,10 19-16,-10-37 15</inkml:trace>
  <inkml:trace contextRef="#ctx0" brushRef="#br0" timeOffset="-179981.4">15850 3756 0,'0'0'0,"0"0"0,0 0 0,20 0 15,10 10-15,20-1 16,29 0 0,1-9-16,9 0 15,0 0-15,-9-9 16,-11 0-16,-9-1 16,-30 10-1,-10 0-15,-20 0 16,0 0-16</inkml:trace>
  <inkml:trace contextRef="#ctx0" brushRef="#br0" timeOffset="-179781.64">15969 4089 0,'0'0'0,"0"18"0,0 47 15,-10 46-15,1-1 16,-1-8-16,0-1 15,0 1-15,-10-19 16,10-37-16,10-18 16,0-10-16,0-18 15,10 0 1</inkml:trace>
  <inkml:trace contextRef="#ctx0" brushRef="#br0" timeOffset="-179164.83">16427 3996 0,'0'0'0,"0"10"0,0-10 0,0 18 16,0 19-16,9 28 16,1 8-16,0-8 15,0-10 1,-10-18-16,0 0 0,-10-18 15,0-1 1,0 1-16,10-19 16,-9 0-16,-1 0 15,-10-19-15,0 1 16,0-19-16,0-9 16,20-10-16,0 1 15,20 0 1,0 8-16,10 20 15,9-1-15,1 0 16,0 10-16,0 9 16,-1 9-16,-9 9 15,0 9-15,-10 1 16,-10-1 0,0 10-16,-10 9 15,-10 0-15,0 9 16,-10-9-16,0-9 15,10-1-15,10 1 16,0 0-16,0-1 16,20 1-1,0 18 1,10 10-16,0-1 0,-20 10 16,-10 18-16,-30 18 15,-20-9-15,-10-9 16,1-18-1,-11-10-15,-9-18 16,-1-9-16,11-19 16,19-9-16,10-27 15,30 8-15</inkml:trace>
  <inkml:trace contextRef="#ctx0" brushRef="#br0" timeOffset="-178782.04">16963 4209 0,'0'0'0,"0"0"16,0 0-16,20 0 16,10 0-16,20 9 15,9 0 1,-9 0-16,0 1 15,-11-1-15,-9 9 16,-10-8-16,-10-1 16,0 18-16,-10 1 15,-10 9 1,-20 9-16,0-9 16,0-9-16,11 9 15,-1-19-15,20 1 16,10-10-16,29 0 15,91-18-15,68-19 16,51-27 0,9-19-16,1-9 15,-31 18-15,100-55 16</inkml:trace>
  <inkml:trace contextRef="#ctx0" brushRef="#br0" timeOffset="-178105.56">20282 3544 0,'0'0'0,"20"9"0,50-9 16,39 10-16,20-1 15,30 9 1,10-18-16,-10 0 15,-10-9-15,-40 0 16,-49 0-16,-20-1 16,-20-8-16,-10-1 15,-30 1-15,-20-10 16,-10-9 0,11 10-16,-1 18 15,10 9-15,10 9 16,0 0-16,-10 28 15,11 9-15,-1 28 16,-10 18-16,0 28 16,0 9-1,0 1-15,1-20 16,-1-17-16,10-1 16,0-27-16,0-19 15,20-9 1,0-19-16</inkml:trace>
  <inkml:trace contextRef="#ctx0" brushRef="#br0" timeOffset="-177465.42">21882 3720 0,'0'0'0,"0"9"15,0 18 1,10 57-16,0 45 16,-10 0-16,-10-9 15,0-19 1,0-27-16,0-37 16,10-18-16,-10-19 15,0-19-15,-19-36 16,-1-28-16,-10-28 15,20-9-15,0 9 16,20 19-16,0 46 16,20 9-16,0 0 15,10 9-15,20 10 16,9 9-16,11-1 16,-11 1-1,-9 9-15,0 9 16,-20 1-16,-1-1 15,-19 0 1,0 0-16,0 10 16,-20-1-16,0 1 15,-20 8-15,-9 1 16,-1 0-16,0-10 16,20-18-16,10 9 15,10-9-15,0 10 16,20-1-1,0 19-15,20 9 16,10 9-16,-21-9 16,1 9-16,-20-9 15,0 0-15,-20 9 16,0 9-16,-20-18 16,1 0-1,-21 0-15,-10 0 16,21-19-16,-1-18 15,20 0-15</inkml:trace>
  <inkml:trace contextRef="#ctx0" brushRef="#br0" timeOffset="-176915.44">22737 3655 0,'0'0'0,"0"0"0,0 0 0,20 0 16,19 9 0,1 0-16,0 1 15,0-10-15,-11 9 16,1 0-16,-10 0 15,-10 1-15,0-1 16,0-9 0,-10 9-16,-10 0 15,-20 19-15,-19 0 16,-1-1-16,10 1 16,10-10-16,10 1 15,1-10 1,19-9-16,0 9 15,9 1-15,21-1 16,20 19-16,10-10 16,-11 10-16,1-1 15,-20-8-15,0 9 16,-20-1-16,-1 1 16,-18 0-1,-1-1-15,-20 19 16,-20-9-16,0 0 15,11-18-15,-1-1 16,10 1-16,10-19 16,10 0-16,10 0 15</inkml:trace>
  <inkml:trace contextRef="#ctx0" brushRef="#br0" timeOffset="-176582.87">25231 4172 0,'0'0'0,"0"0"0,0 0 16,0 0-16,0 0 16,0 0-16,0 0 15,0 0-15,0 0 16,10-9-16,10-10 15</inkml:trace>
  <inkml:trace contextRef="#ctx0" brushRef="#br0" timeOffset="-176381.78">26155 4098 0,'0'0'0,"0"0"0,0 0 0,0 0 16,0 9 0,10-9-16,0 0 15,0 0-15,10 0 16,10-9-16,-10 0 16</inkml:trace>
  <inkml:trace contextRef="#ctx0" brushRef="#br0" timeOffset="-176181.75">27696 4070 0,'0'0'0,"0"0"16,0 0-16</inkml:trace>
  <inkml:trace contextRef="#ctx0" brushRef="#br0" timeOffset="-172115.86">14310 4264 0,'0'0'0,"0"0"0,0 0 0,0 0 15,0 9-15,0 1 16,0-1-16,0 0 16,0 19-16,0-1 15,-10 1-15,10 0 16,0-1-1,0 10-15,0 0 16,0-9-16,0 0 16,0 9-16,-10 9 15,0 0-15,0 9 16,10 1 0,0 8-16,0 1 15,0-10-15,10 1 16,0-1-16,0 0 15,0-8-15,0-1 16,0 18-16,0 1 16,0 9-16,0 9 15,-10-9 1,9-10-16,-9-8 16,0-1-16,0 0 15,0-18-15,0 0 16,0 0-1,0-9-15,0-10 16,0 1-16,0-1 16,0-9-16,0 1 15,0 8-15,0-9 16,0-9-16,0 0 16,0 10-1,0-10-15,0 0 16,0 9-16,0-9 15,0 0-15,0 0 16,0 0-16,0 9 16,0-9-16,0 0 15,0 0 1,0 0-16,0 0 16,0 0-16,0 0 15</inkml:trace>
  <inkml:trace contextRef="#ctx0" brushRef="#br0" timeOffset="-170116.22">19676 3978 0,'0'0'0,"0"0"0,0 0 16,-10 9 0,0 0-16,-10 1 15,0-1-15,10 0 16,1 0-16,-1 1 16,10 8-16,0-9 15,0 1-15,-10-1 16,10 18-1,0 1-15,0 9 16,0 18-16,0 10 16,0 9-16,10 9 15,0-9 1,-1 9-16,1 9 0,0 0 16,-10-18-1,10-9-15,0-10 16,-10-9-16,0-9 15,0 0-15,0 0 16,0-18 0,0-1-16,0 1 15,0-10-15,0 0 16,0 0-16,0 0 16,0 1-16,0-1 15,0 0-15,0 0 16,0 1-16,0-1 15,10 0-15,-10 0 16,10 1-16,-10-10 16,0 9-1,10 0-15,-10 0 16,10-9-16,-10 0 16,0 0-16,0 0 15</inkml:trace>
  <inkml:trace contextRef="#ctx0" brushRef="#br0" timeOffset="-161350.81">7533 16798 0,'0'0'0,"0"0"0,0 0 16,0 0-16,9 0 16,1 0-1,10 0-15,0 0 16,0 0-16,0 0 16,0 0-16,0 0 15,0-9-15,-1 9 16,1 0-16,0 0 15,0 0 1,0 0-16,10 0 16,0 0-1,9 0-15,1 0 0,0 9 16,9 0 0,1-9-16,-10 9 15,0-9-15,-1 0 16,-9 0-16,10 10 15,0-10-15,-1 0 16,1 0-16,10 0 16,0 0-16,-1 0 15,1 0 1,-10 0-16,-1 0 16,11 0-16,-10 0 15,0 0-15,19-10 16,-9 1-16,10 0 15,-11 0 1,1 9-16,0-9 16,-11-1-16,1 1 15,0 9-15,0-9 16,-1 0-16,1 9 16,0 0-16,0 0 15,-11 0-15,1 0 16,0 0-1,0 0-15,0 0 16,0 0-16,-1 0 16,1 0-16,0 0 15,-10 0-15,10 9 16,-1 0 0,1-9-16,10 9 15,0-9-15,0 10 16,-1-10-16,1 0 15,-10 9-15,0-9 16,-1 0 0,1 0-16,0 0 15,0 0-15,0 0 16,9 9-16,1-9 16,0 0-16,-10 0 15,10 0-15,-1 9 16,1-9-16,0-9 15,-10 9 1,-1 0-16,1 0 16,10 0-16,-10 9 15,10-9-15,-11 0 16,11 0-16,0 0 16,-10 0-16,9 0 15,-9 0 1,0 0-16,0 0 15,0 0-15,-1 0 16,1 0-16,0 0 16,0 0-1,0 0-15,0 0 16,9 0-16,-9 0 16,10 0-16,0-9 15,-1 0-15,1 9 16,0-9-16,-10-1 15,9 1 1,-9 9-16,10 0 16,0-9-16,-1 9 15,-9 0-15,10 0 16,0 0-16,-10 0 16,-1 0-16,1 0 15,0 0-15,0 0 16,0-9-1,-1 9-15,1 0 16,0 0-16,0 0 16,0-10-16,-10 10 15,9-9-15,1 9 16,-10 0 0,10-9-16,0 9 15,0-9-15,-1 9 16,1-10-16,0 1 15,0 9-15,10 0 16,-11 0-16,11-9 16,-10 0-1,10 9-15,-1 0 16,1 0-16,0-9 16,0 9-16,-1 0 15,1 0-15,0 0 16,-10 0-1,-1 0-15,11 0 16,-10 0-16,0 0 16,0 0-16,-1 0 15,1 0-15,0 0 16,0 0-16,0 9 16,0-9-16,-1 0 15,1 0 1,0 0-16,0 0 15,-10 0-15,9 0 16,-9 0-16,0 0 16,10 0-16,-10 0 15,0 0 1,0 0-16,9 0 16,1 0-16,-10 0 15,10 0-15,0 0 16,0 0-16,-1 0 15,1 9 1,0-9-16,0 0 16,0 0-16,-1 0 15,-9 0-15,0 0 16,10 0-16,-10 0 16,0 0-16,0 0 15,0 0-15,-1 0 16,1 0-1,-10 0-15,10 0 16,-10 0-16,10 0 16,-10 0-16,0 0 15,0 0-15,10 0 16,-10 0-16,-1 0 16,1 0-16,0 0 15,0 0 1,0 0-16,0 0 15,0 0-15,0 0 16,0 0-16,0 0 16,0 0-1,0 0-15,0 0 16,0 0-16,0 0 16,0 0-16,-1 0 15,-9 0-15,10 0 16,-10 0-16,0 0 15,10 0-15,-10 0 16,0 0 0,10 0-16,-10 0 15,0 0-15,10 0 16,-10 0-16,10-9 16,-10 9-16,10-9 15,-10-10 1,10-27-16,0 9 15</inkml:trace>
  <inkml:trace contextRef="#ctx0" brushRef="#br0" timeOffset="-152385.91">13793 5464 0,'0'0'0,"0"0"0,0 0 0,0 0 16,0 0-16,0 0 16,0 9-1,10 10-15,10 8 16,0 19-16,10 1 16,9-1-16,-9-9 15,0 0 1,0 0-16,-10-19 15,-10 0-15,9-8 16,1-10-16,0-10 16,20-17-16,10-19 15,-1-19-15,1-18 16,0-19-16,-11 10 16,-9 28-1,-20 17-15,0 1 16,0 19-16,0-10 15,0 9-15,0 19 16,-10-1-16,0 1 16,0 0-16,0 9 15,0 0 1,0 0-16,0 0 16,10-9-16</inkml:trace>
  <inkml:trace contextRef="#ctx0" brushRef="#br0" timeOffset="-152070.22">14658 5122 0,'0'0'0,"0"0"16,0 19-16,0 27 15,0 19-15,0 9 16,0 9 0,0 9-16,0-9 15,0-9-15,0-19 16,0-9-16,0-9 16,0-9-16,0-19 15,0 10 1,0-10-16,0-9 15,0 0-15,10 0 16,0 0-16</inkml:trace>
  <inkml:trace contextRef="#ctx0" brushRef="#br0" timeOffset="-150952.83">18354 4726 0,'0'0'0,"0"0"15,0 0-15,0 0 16,0 0-16,0 9 16,0 0-16,0 0 15,0 19-15,0 0 16,0-1 0,0 1-16,0 0 15,0 9-15,10-10 16,0 1-16,10-10 15,0 10-15,0-9 16,10-1-16,9 1 16,1-1-1,0-9-15,10-9 16,-1-9-16,11-9 16,0-19-16,-1-10 15,11 1-15,-21 0 16,1 0-1,-10 9-15,-10-9 16,0 18-16,-11 1 16,1 8-16,-10 1 15,0-1-15,0 10 16,0 0 0,0 0-16,0-1 15,0 1-15,0 0 16,0 0-16,0-10 15,0 1-15,-1 8 16</inkml:trace>
  <inkml:trace contextRef="#ctx0" brushRef="#br0" timeOffset="-150470.52">19408 4495 0,'0'0'0,"0"0"15,0 0-15,0 0 16,0 0-16,0 0 16,0 9-16,0 0 15,0 19 1,0 0-16,20-1 16,-1-8-16,1-1 15,10 1-15,10-1 16,-10 1-16,0-10 15,-1 9 1,1 1-16,-10-10 16,0 0-16,0 19 15,-10 0-15,0-1 16,0 1-16,-10 9 16,-10 9-16,0 0 15,0-9 1,-10 0-16,0-9 15,0-10-15,0 1 16,10-10-16,0 0 16,10-9-16,0 0 15,0 0-15,20 0 16,10-18 0,20-1-16,29-8 15,1-1-15,-1 0 16,-9 10-16,-30-1 15</inkml:trace>
  <inkml:trace contextRef="#ctx0" brushRef="#br0" timeOffset="-149036.78">24446 3544 0,'0'0'0,"0"0"0,0 0 0,0 0 0,0 9 16,0 1-16,0 17 16,0 19-16,0 1 15,10 17-15,-10 1 16,10-1-16,-10 10 15,10-9-15,-10 0 16,0-1 0,0 10-16,0 0 15,10-37-15</inkml:trace>
  <inkml:trace contextRef="#ctx0" brushRef="#br0" timeOffset="-148220.42">24893 3701 0,'0'0'0,"0"0"0,0 0 15,0 9 1,0 1-16,0 17 16,10 10-16,0-9 15,0 0-15,0-1 16,0-8-16,0-1 16,-10-9-16,10 10 15,0-10 1,0-9-16,10 0 15,-1 0-15,21-18 16,10-10-16,9-9 16,1-9-16,-10 0 15,-1-10-15,1 1 16,-20 9 0,0 0-16,-10 18 15,0 0-15,-1 1 16,-9 8-16</inkml:trace>
  <inkml:trace contextRef="#ctx0" brushRef="#br0" timeOffset="-147637.92">25599 3729 0,'0'0'0,"0"0"16,0 0-16,0 0 15,0 0-15,0 9 16,20 0-16,-1 0 15,21 1 1,0-1-16,-10 0 16,0 0-16,-1 1 15,-9-1-15,-10 0 16,0 0-16,0 1 16,0-1-16,0 0 15,-10 0 1,0 10-16,-10-1 15,0 1-15,0 8 16,10-8-16,0-10 16,0-9-1,0 9-15,0 0 0,10 1 16,0-1 0,10 0-16,-10 0 15,10 1-15,0-1 16,-1 19-16,-9-10 15,0-9 1,0 10-16,-10 8 16,-10 1-16,-10 18 15,-19 10-15,-21-10 16,-39 0-16,-11 0 16,51-28-16</inkml:trace>
</inkml:ink>
</file>

<file path=ppt/ink/ink3.xml><?xml version="1.0" encoding="utf-8"?>
<inkml:ink xmlns:inkml="http://www.w3.org/2003/InkML">
  <inkml:definitions>
    <inkml:context xml:id="ctx0">
      <inkml:inkSource xml:id="inkSrc0">
        <inkml:traceFormat>
          <inkml:channel name="X" type="integer" max="3408" units="cm"/>
          <inkml:channel name="Y" type="integer" max="2064" units="cm"/>
          <inkml:channel name="T" type="integer" max="2.14748E9" units="dev"/>
        </inkml:traceFormat>
        <inkml:channelProperties>
          <inkml:channelProperty channel="X" name="resolution" value="110.29126" units="1/cm"/>
          <inkml:channelProperty channel="Y" name="resolution" value="118.62069" units="1/cm"/>
          <inkml:channelProperty channel="T" name="resolution" value="1" units="1/dev"/>
        </inkml:channelProperties>
      </inkml:inkSource>
      <inkml:timestamp xml:id="ts0" timeString="2025-12-08T07:01:34.628"/>
    </inkml:context>
    <inkml:brush xml:id="br0">
      <inkml:brushProperty name="width" value="0.05292" units="cm"/>
      <inkml:brushProperty name="height" value="0.05292" units="cm"/>
      <inkml:brushProperty name="color" value="#FF0000"/>
    </inkml:brush>
  </inkml:definitions>
  <inkml:trace contextRef="#ctx0" brushRef="#br0">15204 5159 0,'0'0'0,"10"0"0,-10 0 0,50 10 0,9-10 16,21 0-16,19 0 16,1 0-16,9 0 15,0 0 1,11-10-16,19 1 15,-10 0-15,10 0 16,10-1-16,0 10 16,0-9-16,10 0 15,0 0 1,-20 0-16,10-10 16,0 1-16,1-1 15,9 1-15,0-1 16,-10-8-16,10-1 15,-10 9-15,0 1 16,0-10 0,0 10-16,0 9 15,-10-10-15,0-9 16,0 10-16,-10-10 16,1 10-1,-1-10-15,0 10 16,-10-1-16,10-8 15,1-1-15,-1 19 16,-10-10-16,10 1 16,10 8-16,-9 1 15,-11 0 1,20-9-16,-10 8 0,-20 1 16,11 0-16,9-10 15,-10 10 1,0 0-16,-9 0 15,9-1-15,-10 1 16,-9 0-16,9 0 16,10 0-16,-10-1 15,1 1-15,-21 0 16,1 9 0,-1-9-16,-9 9 15,-11-10-15,1 10 16,-21 0-16,11 0 15,-10 0 1,9 10-16,1-10 16,-10 0-16,-1 0 15,1 0-15,-10 0 16,-10 0-16,-1 0 16,1 0-16,0 0 15,0 0 1,-10 0-16,0 0 15,-1 0-15,1-10 16,0 10-16,0 0 16,0 0-16,0 0 15,0 0-15,-10 0 16,0 0 0,0 0-16,-1 0 15,1 0-15,0-9 16,0 0-16,10-10 15,-10 10-15</inkml:trace>
  <inkml:trace contextRef="#ctx0" brushRef="#br0" timeOffset="397.14">24058 3849 0,'0'0'0,"0"0"15,0 0-15,0 0 16,0 9-16,0 0 15,10 10 1,10-1-16,0 10 16,20 0-16,10 8 15,9 1-15,1 10 16,9-11-16,1 11 16,-10-1-16,-11 9 15,-19 0-15,-20 19 16,-30 0-1,-39 18-15,-71 10 16,-68-1-16,-150 66 16</inkml:trace>
  <inkml:trace contextRef="#ctx0" brushRef="#br0" timeOffset="1162.58">15920 4698 0,'0'0'0,"0"0"15,0 0-15,-10 9 16,-20 0-16,-10 19 16,-19 9-16,-11 9 15,0 0 1,-9 10-16,-10-1 16,9-18-16,1-9 15,-1-1-15,20 10 16,1-9-16,19 0 15,0-1-15,1-8 16,19-1 0,0-9-16,10 10 15,10-10-15,0 0 16,0 10 0,20-1-16,0 1 15,19 8-15,1 1 16,0 0-16,10-1 15,-1 1-15,1 0 16,0 0-16,-11-1 16,-9-8-16,-10-10 15</inkml:trace>
  <inkml:trace contextRef="#ctx0" brushRef="#br0" timeOffset="9806.08">15810 4421 0,'0'0'0,"0"0"0,0 0 0,0 0 15,0 0-15,0 0 16,0 9-16,0 0 15,0 10 1,0 9-16,0-1 16,0 1-16,0 9 15,-10 9-15,10 0 16,0 10-16,-9 8 16,9 10-16,0-9 15,0 8 1,0 11-16,9 8 15,1-18-15,0 9 16,0 0-16,0-9 16,0-1-1,0-8-15,0-10 16,0-8-16,-10-10 16,0-1-16,0-8 15,0-9-15,0-1 16,0-9-16,0 1 15,0-1-15,0 0 16,0-9 0,0 0-16,0 9 15,-10 0-15,10 1 16</inkml:trace>
  <inkml:trace contextRef="#ctx0" brushRef="#br0" timeOffset="10249.67">15214 6082 0,'0'0'0,"0"0"0,0 0 16,0 10-16,10 17 15,10 10 1,0 9-16,-10 19 16,0 0-16,0-1 15,0-8-15,-10-10 16,0-9-16,0 0 16,0-1-1,0-8-15,0-9 16,0-1-16,-10-9 15,10 0-15</inkml:trace>
  <inkml:trace contextRef="#ctx0" brushRef="#br0" timeOffset="10610.88">15731 6212 0,'0'0'0,"0"0"0,0 0 16,0 0-16,0 9 16,0 0-16,-10 19 15,0-1 1,-20 1-16,0 9 16,1-9-16,-11 9 15,0-10-15,10-8 16,10-1-16,1 1 15,-1-10 1,10 0-16,10 10 16,0 8-16,10 1 15,19 9-15,11 0 16,0 0-16,20-10 16,-11 10-16,1-18 15,0-1 1,-21 1-16,-9-19 15</inkml:trace>
  <inkml:trace contextRef="#ctx0" brushRef="#br0" timeOffset="11078.9">16019 6415 0,'0'0'0,"0"0"16,0 9-16,-10 9 15,0 10-15,10 18 16,0 10-16,0-10 16,0-9-1,10-1-15,0-17 16,10-1-1,20 1-15,9-19 0,11-19 16,10-18 0,-11 1-16,11-20 15,-21 10-15,1 0 16,-10 0-16,-10 9 16,-10 9-16,-10 0 15,-1 10-15,-18 0 16,-1-1-16,-10 1 15,-20 8 1,-20 10-16,-19 10 16,-1-1-16,21 0 15,9 0-15,20-9 16,20 0 0</inkml:trace>
  <inkml:trace contextRef="#ctx0" brushRef="#br0" timeOffset="12210.92">23393 3553 0,'0'0'0,"0"0"0,0 0 15,0 0 1,0 0-16,0 10 15,0-1-15,0 19 16,0-1-16,0 10 16,10 0-16,-10 0 15,10 9-15,-1 19 16,1-1 0,0 1-16,-10 18 15,10-9-15,0-10 16,-10 10-16,0 9 15,0-9 1,0 0-16,0-9 16,0-19-16,0-9 15,0-10-15,0 1 16,0-9-16,0 8 16,0-18-16</inkml:trace>
  <inkml:trace contextRef="#ctx0" brushRef="#br0" timeOffset="12800.98">23422 5233 0,'0'0'0,"0"0"16,0 0-16,0 0 16,0 0-16,-9 0 15,-21 0-15,0 9 16,0-9-16,-10 10 16,-9-10-16,-1 9 15,0 0 1,-9 0-16,-1 1 15,0 8-15,21 1 16,-1-1-16,10 0 16,10 10-1,0-9-15,10 8 0,10 1 16,20 9 0,10 9-16,30-9 15,-1 0-15,1 0 16,0 0-16,9-19 15,-9 1-15,-11-1 16,-19 1 0,0-19-16,0 0 15,-10 0-15,-10-10 16</inkml:trace>
  <inkml:trace contextRef="#ctx0" brushRef="#br0" timeOffset="13218.62">23780 5279 0,'0'0'0,"0"0"0,0 0 16,0 0-16,0 10 15,0-1-15,-10 9 16,0 10-1,0 0-15,0 9 16,1-1-16,9-8 16,0 0-16,0 0 15,0-1-15,9 1 16,11 0 0,0-1-16,0-8 15,10-1-15,0 1 16,0-10-16,-1-9 15,1 0-15,0 0 16,-10 0 0,0-9-16,-10-1 15,0 1-15,0-9 16,-1 9-16,-9-19 16,-19-9-16,-51-37 15,20 28-15</inkml:trace>
  <inkml:trace contextRef="#ctx0" brushRef="#br0" timeOffset="16863.56">18056 4218 0,'0'0'0,"0"0"0,0 0 0,0 0 16,0 9-1,0 0-15,10 19 16,0 0-16,0 18 15,10 0-15,0 9 16,0 1-16,0-1 16,-1-9-1,1 1-15,0 8 16,0 0-16,0 1 16,0 8-16,0-8 15,-10-1-15,0 0 16,0-8-1,9 8-15,-9-18 16,0 0-16,0-10 16,0 1-16,0-9 15,0-1-15,0 1 16,10-10-16,-10 9 16,0-9-16,0-9 15,10 0 1,-1 0-16,1-9 15</inkml:trace>
  <inkml:trace contextRef="#ctx0" brushRef="#br0" timeOffset="17642.8">20849 4015 0,'0'0'0,"0"0"16,0 0-16,0 0 15,0 0-15,0 0 16,0 9-16,0 10 16,10 8-16,0 10 15,-1 9 1,1 19-16,0 0 16,0-1-16,0-8 15,0-1-15,0 0 16,0-9-16,0 10 15,-10-1-15,0 1 16,10-1 0,0-18-16,0 9 15,0-9-15,0-9 16,0-10-16,-10 1 16,0-1-16,0-9 15,0 0 1,0-9-16,0 0 15,0 0-15,0 0 16,0 0-16</inkml:trace>
  <inkml:trace contextRef="#ctx0" brushRef="#br0" timeOffset="20076.62">19219 5279 0,'0'0'0,"0"0"0,0 0 15,0 0 1,0 0-16,0 10 15,0-1-15,0 9 16,0 10-16,0 0 16,0 9-16,0 18 15,0 0 1,0 1-16,0-10 16,0 0-16,0 9 15,0-18-15,0 0 16,0-9-16,0-10 15,0 1 1,0-1-16,0-18 16,0 0-16,0 0 15,0 0-15,0 0 16,-10 0-16,0-9 16,0-9-16,0-1 15,0 1-15,-10-10 16,1 0-1,9 1-15,10-1 16,0 0-16,0-9 16,0 0-16,10 0 15,9 1-15,1-11 16,0 1 0,0 0-16,0 9 15,10 10-15,-10 8 16,-1-9-16,1 19 15,10 0-15,-10 0 16,10-1-16,-10 10 16,0 0-16,-11 10 15,1-1 1,0 0-16,0 10 16,0 8-16,-10 1 15,-10 0-15,0-1 16,-10 1-16,1 0 15,-1-1 1,0-8-16,0-1 16,0 1-16,10-1 15,0 1-15,0-10 16,10 0-16,0 0 16,0 1-16,0-1 15,0 0 1,20 19-16,0-10 15,10 1-15,0-1 16,-1 1-16,1-1 16,0 1-16,-10-1 15,0-9 1,-10 0-16,0-9 16,0 0-16</inkml:trace>
  <inkml:trace contextRef="#ctx0" brushRef="#br0" timeOffset="20608.36">19676 5649 0,'0'0'0,"0"0"15,0 0-15,0 0 16,0 9-16,10 0 16,0 0-16,10-9 15,0 0 1,0 0-16,9 0 16,1-9-16,0-9 15,0-1-15,0 1 16,-11-1-16,1 1 15,0-1 1,0 1-16,-10 9 16,0-1-16,0 1 15,0 0-15,-10 0 16,0 9-16,0 0 16,-10 0-16,0 0 15,0 0 1,-10 0-16,-10 9 15,1 0-15,9 10 16,0-1-16,0 10 16,0-1-16,10-8 15,10 9-15,0-1 16,10 1 0,20 0-16,10-1 15,9-8-15,1-1 16,-30-9-16</inkml:trace>
  <inkml:trace contextRef="#ctx0" brushRef="#br0" timeOffset="21092.57">20272 5122 0,'0'0'0,"0"0"16,0 0-16,0 0 15,0 0-15,0 0 16,0 0-16,0 0 15,0 0-15,0 10 16,0-1-16,0 0 16,0 19-1,0 0-15,0 8 16,0 11-16,0 8 16,0 0-16,10 10 15,0 0-15,10 27 16,0 0-1,-10-18-15,0-19 16,0-8-16,0-11 16,0 1-16,-10-9 15,0-9-15,0-10 16,0-9-16,0 0 16,0 0-16,0 0 15</inkml:trace>
  <inkml:trace contextRef="#ctx0" brushRef="#br0" timeOffset="21509.06">20223 5335 0,'0'0'0,"0"0"0,0 0 15,0 9-15,0 0 16,0 0 0,10 1-16,-10-10 15,0 0-15,0 9 16,9-9-16,-9 9 15,10-9-15,-10 0 16,0 0 0,0 0-16,10 0 15,0 0-15,0 0 16,10 0-16,0 0 16,0 0-16,0 0 15,0 0-15,-10 0 16,-1 0-1,1 0-15,0 0 16</inkml:trace>
  <inkml:trace contextRef="#ctx0" brushRef="#br0" timeOffset="21808.44">20252 5122 0,'0'0'0,"0"0"16,0 0 0,0 0-16,0 0 15,20 0-15,0 0 16,20 0-16,0 0 15,-1 0-15,21 0 16,-10 0-16,-1 0 16,1 0-16,-10 0 15,-10 0-15</inkml:trace>
  <inkml:trace contextRef="#ctx0" brushRef="#br0" timeOffset="24531.49">21803 3636 0,'0'0'0,"0"0"16,0 0-16,0 0 15,0 0-15,0 0 16,-10 0 0,0 0-16,0 0 15,0 10-15,-10-1 16,-10 0-16,10 10 16,-9-1-16,9 1 15,0 8-15,0 1 16,20 0-16,0 9 15,20-1 1,0 1-16,9-9 16,21 9-16,10-19 15,9-8-15,1-29 16,-10-18-16,-11 0 16,-19-9-1,0 19-15,-10-1 16,-10 0-16,0 19 15,0 0-15,-1-1 16,-9 10-16,0 0 16,0 0-16,0 0 15,0 0-15,0 10 16,-9-1 0,-1 19-16,-10-1 15,0 1-15,0 9 16,0-19-16,10 1 15,10-1-15,0 1 16,0-10 0,10 0-16,0-9 15,10 0-15,10 0 16,9-18-16,1-1 16,-10 1-1,0-1-15,-10 1 16,-10 9-16,0-1 15,0 1-15,-1 0 16,-9-9-16,0 8 16,0 1-16,0 0 15,0 0 1,0-1-16,0 1 16,0 0-16,0 0 15,0 9-15,10 9 16,10 0-16,0 0 15,-10 10-15,0 9 16,0-10-16,0 0 16,0 1-1,0-10-15,-10 0 16,0-9-16,0 0 16,0 0-16,0 0 15,0 0-15,20 0 16,0-18-16,-1-1 15,1 1 1,0 9-16,0 0 16,-10-1-16,0 1 15,0 0-15,0 9 16,10 9-16,0 0 16,-11 1-16,1-1 15,0 0 1,0 0-16,0-9 15,0 0-15,-10 0 16,20 0-16,0-18 16,0 9-16</inkml:trace>
  <inkml:trace contextRef="#ctx0" brushRef="#br0" timeOffset="24824.64">23055 3581 0,'0'0'0,"0"0"16,0 0-16,0 9 15,-10 1-15,0 8 16,0 0-16,-10 1 16,0 9-1,0-10-15,0 1 16,1-1-16,9-9 16,10-9-16,0 9 15,0 1-15,10-1 16,9 0-16,1 0 15,0 10-15,0-1 16,-10 1 0,0-1-16,0 10 15,-20-10-15,-10 10 16,-40 0-16,31-19 16</inkml:trace>
  <inkml:trace contextRef="#ctx0" brushRef="#br0" timeOffset="26525.6">16824 3720 0,'0'0'0,"0"0"0,0 0 16,0 0-16,0 0 15,0 0-15,-10 0 16,0 0-1,0 0-15,0 0 16,10-10-16</inkml:trace>
  <inkml:trace contextRef="#ctx0" brushRef="#br0" timeOffset="47887.58">16238 3987 0,'0'0'0,"0"0"0,10 0 0,10 0 15,-1 0 1,11 0-16,10 0 15,0 0-15,-1-9 16,21 0-16,0 0 16,-1-1-16,1 10 15,-10-9-15,-1 9 16,-9-9 0,0 9-16,10 0 15,-1 0-15,1 0 16,0 0-16,-11 0 15,1 0-15,-10 0 16,0 0 0,0 0-16,-1 0 15,1 0-15,0 0 16,-10 0-16,-10 0 16,0 0-16,0 0 15,0 0 1,0 0-16,-1 0 15,1 0-15,0 0 16,0 0-16,0 0 16,0 0-16,0 0 15,0 0-15,0 0 16,10 0-16,-10 0 16,0 0-1,0 0-15,10 0 16,-1 0-16,-9-9 15,10-10-15,-10 10 16</inkml:trace>
  <inkml:trace contextRef="#ctx0" brushRef="#br0" timeOffset="48486.67">17699 3489 0,'0'0'0,"0"0"15,0 0-15,0 0 16,0 9-16,0-9 15,0 9-15,0 0 16,0-9-16,0 10 16,0-10-1,0 9-15,0 0 16,9 0-16,1 1 16,0-1-16,10 0 15,-10 10-15,0-10 16,0 9-16,10 1 15,-10-1-15,0 1 16,0-1 0,0 10-16,0-1 15,-10 1-15,-10 0 16,0 0-16,0 8 16,-20-8-1,-10-9 1,-9-1-16,19-18 0</inkml:trace>
  <inkml:trace contextRef="#ctx0" brushRef="#br0" timeOffset="49404.4">16486 3775 0,'0'0'0,"0"0"16,0 0-16,0 0 15,0 0-15,-10 9 16,0 0-16,0 1 16,0-1-16,0 9 15,-9 1-15,-1-1 16,-10-9 0,0 10-16,0-1 15,0 1-15,-9-1 16,9 1-16,0-1 15,0 1-15,10-1 16,1-9 0,-1 1-16,10-1 15,0 0-15,10-9 16,0 0-16,0 0 16,0 0-16,0 0 15,0 9-15,0 1 16,0-1-1,10 0-15,0 0 16,0 0-16,0 1 16,9-1-16,1 0 15,0 0-15,0-9 16,0 0-16,10 10 16,0-10-1,-1 0-15,-9 9 16,0-9-16,0 9 15,-10-9-15,0 9 16,0 0-16,0-9 16</inkml:trace>
  <inkml:trace contextRef="#ctx0" brushRef="#br0" timeOffset="55970.08">16943 4209 0,'0'0'0,"0"0"0,0 0 0,0 0 16,0 0-16,0 0 16,0 0-1,0 0-15,-10 0 16,0 0-16,0 0 15,1 0-15,-1 0 16,0 0-16,10 0 16,0 0-16,0 0 15,0 0-15,0 9 16,10-9 0,9 9-16,21 0 15,20 1-15,-1-10 16,-9 9-16,0-9 15,-10 0-15,-1-9 16,-9 9 0,0 0-16,0 0 15,0 0-15,-20-10 16,-1 10-16,1 0 16,-10 0-16,0 0 15,0 0-15</inkml:trace>
  <inkml:trace contextRef="#ctx0" brushRef="#br0" timeOffset="56236.75">17172 4292 0,'0'0'0,"0"0"0,0 0 16,0 9-1,0 19-15,10 27 16,0 10-16,0-1 16,0 10-16,0-9 15,-1-10-15,1-18 16,-10 0-16,10-9 16,0-1-1,0-8-15,0-1 16,-10-18-16</inkml:trace>
  <inkml:trace contextRef="#ctx0" brushRef="#br0" timeOffset="56536.73">16874 4892 0,'0'0'0,"0"0"16,0 0-16,0 0 16,0 0-16,20 0 15,9 9-15,11-9 16,30 0 0,-1 0-16,1-19 15,-20 10-15,-1-9 16,1 9-1,-10-10-15,-11 10 16,1 0-16,-10-1 16,0 1-16</inkml:trace>
  <inkml:trace contextRef="#ctx0" brushRef="#br0" timeOffset="57044.53">17460 4559 0,'0'0'0,"0"0"16,0 10-16,0-1 15,0 9-15,10 10 16,0 0-1,0-1-15,0-8 16,0-1-16,0 1 16,0-1-16,0 1 15,-1-1-15,1-18 16,-10 0-16,0 0 16,0 9-1,0-9-15,0 0 16,0 0-16,0 0 15,0 0-15,0 0 16,0 0-16,0-9 16,0-9-16,0-1 15,10 10 1,0 0-16,0 0 16,0-1-16,0 1 15,0 9-15,0-9 16,10 9-16,0 9 15,0 0 1,-1 10-16,1-1 16,0 1-16,0-1 15,-10-9-15</inkml:trace>
  <inkml:trace contextRef="#ctx0" brushRef="#br0" timeOffset="57652.78">17848 4430 0,'0'0'0,"0"0"0,0 0 0,0 0 16,0 9-16,0 1 15,10 17 1,9 10-16,-9 0 15,10 0-15,-10-9 16,10 0-16,0-1 16,0-8-16,0-1 15,-10 1-15,0-10 16,-1-9 0,1 0-16,0 0 15,0-9-15,10-10 16,0-18-16,10-18 15,0-19-15,9 0 16,21 0 0,-30 28-16</inkml:trace>
  <inkml:trace contextRef="#ctx0" brushRef="#br0" timeOffset="99795.7">8715 4190 0,'0'0'0,"0"0"0,0 0 0,0 0 0,0 0 15,0 0-15,20 9 16,0-9 0,20 10-16,19-1 15,31-9-15,-1 0 16,10 0-16,21 0 16,19 0-16,-20-9 15,0 9-15,11-10 16,19 1-1,0 9-15,10-9 16,0 0-16,-10 0 16,0-1-16,20-8 15,-30 9-15,10-10 16,10 10-16,-20 0 16,0 9-1,0 0-15,0 0 16,-9-9-16,-1 9 15,10 0-15,-10 0 16,-20 0-16,11 9 16,9-9-16,-10 9 15,-20 9 1,11-8-16,9 8 16,-10 1-16,1-1 15,-11 10 1,20-10-16,-9 1 15,-21-1-15,0-9 16,1 10-16,9 8 16,-9-8-16,-1-10 15,-19 0-15,-11 10 16,1-10-16,9 0 16,-9 1-16,0 8 15,-1-9 1,-9 0-16,0 1 15,-11-1-15,1 0 16,0 0-16,0 1 16,-1-1-16,-9 0 15,0 0-15,0 1 16,-10-1 0,0 0-16,0 0 15,-11-9-15,1 0 16,0 0-16,0 0 15,0 0-15,-10 0 16,10 0 0,-10 0-16,10-18 15,0 9-15</inkml:trace>
  <inkml:trace contextRef="#ctx0" brushRef="#br0" timeOffset="100165.98">15065 4043 0,'0'0'0,"0"0"0,0 0 16,0 0-16,0 0 16,0 0-16,0 0 15,0 0-15,0 0 16,0 0-16,0 0 15,0 0 1,0 0-16,0 9 16,10 0-16,0 0 15,10 1-15,0 8 16,0 0-16,-1-8 16,1 8-1,0 10-15,10-1 16,-10 1-16,0 18 15,-10 10-15,-20 8 16,-20 1-16,-30 9 16,-79 46-16,-139 120 15</inkml:trace>
  <inkml:trace contextRef="#ctx0" brushRef="#br0" timeOffset="102628.64">2107 3784 0,'0'0'0,"0"0"16,0 0-16,0 0 15,0 0 1,0 0-16,0 0 16,0 9-16,0 10 15,0 9-15,0 18 16,0 0-16,-10 9 15,10 1-15,0-10 16,0 9 0,0-9-16,0 0 15,0-9-15,0 0 16,0-9-16,0-10 16,0 1-16,0-10 15,-10 0 1,10-9-16,0 0 15,-10 0-15,0 0 16,0-18-16,0-1 16,10-18-16,0-27 15,20-10-15,0-9 16,20 9 0,-1 10-16,21-1 15,0 19-15,-1 0 16,-9 9-16,0 9 15,-1 19-15,-9 0 16,10 9 0,-11 9-16,1 9 15,0 1-15,-10 8 16,0 1-16,-20 18 16,-1 10-16,-18 8 15,-11 1-15,-10 9 16,0-1-1,-10-8-15,1 0 16,-1-10-16,0-18 16,0-9-16,20-10 15,1 1 1,-1-10-16,10 0 0,10-9 16,0 0-16,0 0 15,0 0 1,0-9-16,20-10 15,-10 10-15</inkml:trace>
  <inkml:trace contextRef="#ctx0" brushRef="#br0" timeOffset="103178.37">3329 4061 0,'0'0'0,"0"0"0,0 0 0,-10 9 16,0 1 0,0 8-16,-20 10 15,1-1-15,-1 1 16,0 9-1,-10 0-15,10-9 16,-9 8-16,9 1 16,10 0-16,0-18 15,0-1-15,10 1 16,10-19-16,0 0 16,0 0-16,10 0 15,10-19-15,20 1 16,10-19-1,9-19-15,-9 10 16,-20 19-16,-1-1 16,1 19-16,-10-1 15,-10 1 1,10 18-16,0 1 16,0 17-16,0 1 15,-1 18-15,-9 0 16,0-9-16,0 0 15,0-9-15,0-10 16,0 10-16,0-19 16,-10-9-16,0 0 15,10 0 1</inkml:trace>
  <inkml:trace contextRef="#ctx0" brushRef="#br0" timeOffset="103429.65">4025 4061 0,'0'0'0,"0"0"16,0 9-16,0 1 16,0-1-16,0 18 15,0 1-15,0 18 16,0-9-16,0 0 15,0 0 1,0-19-16,0 1 16,0-19-16,0 0 15,0 0-15,0 0 16</inkml:trace>
  <inkml:trace contextRef="#ctx0" brushRef="#br0" timeOffset="103662.23">3816 3876 0,'0'0'0,"0"0"0,0 0 16,0 0-16,0 0 15,0 0 1,0 0-16,0 0 15,0 0-15,10-18 16,10-10-16,0 10 16</inkml:trace>
  <inkml:trace contextRef="#ctx0" brushRef="#br0" timeOffset="103978.38">4512 3535 0,'0'0'0,"0"0"16,0 0-16,0 9 15,0 0-15,10 19 16,-1 18 0,1 0-16,0 1 15,-10-1-15,10 9 16,-10 0-1,0-8-15,0 8 0,0-9 16,0 0 0,0-9-16,0 9 15,0 10-15,10-19 16,-10 0-16,0-1 16,10-8-16,0 0 15,-10-19-15,0-9 16</inkml:trace>
  <inkml:trace contextRef="#ctx0" brushRef="#br0" timeOffset="104544.72">4919 4163 0,'0'0'16,"0"0"-16,0 0 0,0 0 15,0 9 1,0 9-16,10 10 16,0 9-16,0 0 15,0-19-15,0 1 16,10-10-16,-1 0 16,21-9-16,0-9 15,0-10 1,-1 1-16,1-10 15,-10 1-15,0-10 16,0 0-16,-1-9 16,-9 18-16,0 0 15,-10 1 1,0 8-16,0 10 16,0 0-16,-10 9 15,0 0-15,0 0 16,0 9-16,10 19 15,0 9 1,-10 9-16,0 18 16,-10 10-16,0 9 15,-10 0-15,10-9 16,-20 0-16,1 0 16,-1 0-16,-10-10 15,0 1-15,0-10 16,1-18-1,9 0-15,0-9 16,0-10-16,0-9 16,1-9-16,19 0 15</inkml:trace>
  <inkml:trace contextRef="#ctx0" brushRef="#br0" timeOffset="105111.56">6271 3969 0,'0'0'0,"0"0"16,0 0-16,0 0 15,0 0-15,-10 9 16,0 19 0,0-1-16,-20 1 15,0 9-15,-10 0 16,1 0-16,19-10 15,0-8 1,10-1-16,10-8 16,0-10-16,0 9 15,20-9-15,29 0 16,11 0-16,-10-9 16,-1 9-16,-9 0 15,-10 0-15,0 9 16,-20-9-1,0 9-15,0 0 16,-10 1-16,-10 17 16,0 1-16,-20 9 15,0 9-15,0-9 16,1 0-16,-1-19 16,10 1-16,0-1 15,20-18 1,0 0-16</inkml:trace>
  <inkml:trace contextRef="#ctx0" brushRef="#br0" timeOffset="105394.47">7095 3424 0,'0'0'0,"0"0"0,0 9 16,0 10-16,20 36 15,0 28-15,-10 0 16,0 10-16,0-10 16,-10-19-16,0 10 15,0-9-15,0-10 16,0 1-16,0-1 15,-10-9 1,0-9-16,10-19 16</inkml:trace>
  <inkml:trace contextRef="#ctx0" brushRef="#br0" timeOffset="106010.9">6598 4319 0,'0'0'0,"0"0"0,0 0 15,20-18-15,20 0 16,10-10-16,19-9 16,11 0-16,19-18 15,10-19-15,-9 9 16,-21 1-1,-9-1-15,-10 19 16,-11 9-16,-9 9 16,-10 19-16,0 0 15,-20 0-15,-1 9 16,-9 9-16,0 0 16,-9 19-1,-1 9-15,0 9 16,-10 9-16,0-9 15,0-9-15,0 0 16,0 0-16,0-9 16,10-10-1,10 1-15,0-10 16,0 0-16,0 0 16,20-9-16,10 0 15,20-18 1,0-1-16,-1 1 15,1-10-15,-20 19 16,0 0-16,-1 0 16,-9 9-16,0 9 15,0 0-15,0 10 16,0 8-16,-10-8 16,0 8-1,0-8-15,-1-1 16,1-9-16,-10-9 15,0 0-15,0 0 16</inkml:trace>
  <inkml:trace contextRef="#ctx0" brushRef="#br0" timeOffset="106378.42">8089 3683 0,'0'0'0,"0"0"0,0 0 16,0 9-16,10 9 15,0 10-15,0 0 16,0-1-16,0 1 16,0-9-16,0-1 15,0 0 1,-1 1-16,1-10 16,0-9-16,-10 0 15,10 0-15,0 0 16,0 0-16,10 0 15,0 0-15,0 0 16,0 0 0,0 9-16,-1 1 15,1-1-15,0 9 16,0 10-16,0 0 16,-10-10-16,0 10 15,0-10 1,0 1-16,0-19 15,9 0-15,-9-9 16</inkml:trace>
  <inkml:trace contextRef="#ctx0" brushRef="#br0" timeOffset="106850.12">8934 3563 0,'0'0'0,"0"0"0,0 9 0,0 9 16,0 10-16,0 27 15,10 10-15,0-10 16,-10-18 0,0 0-16,0-18 15,0-1-15,0 1 16,0-19-16,0 0 15,0 0-15,0 0 16,0 0 0,0 0-16,0 0 15,-10 0-15,0 0 16,0-10-16,-10 1 16,0 0-16,0 0 15,0-1-15,0 10 16,1 10-16,-1-1 15,0 0 1,10 0-16,0 1 16,10-1-16,0 0 15,0 0-15,20 1 16,10-1-16,19-9 16,11 0-1,9 0-15,-39-9 16</inkml:trace>
  <inkml:trace contextRef="#ctx0" brushRef="#br0" timeOffset="107314.81">9371 3775 0,'0'0'0,"0"0"0,0 0 0,0 0 0,0 9 15,0 10-15,0 8 16,10 1-16,0 9 16,0-19-16,10 1 15,0-1 1,-1-18-16,11 0 16,10-9-16,0-9 15,-10-10-15,-1-9 16,1 0-16,0 0 15,-10 9 1,0 1-16,-10-1 16,0 10-16,0 8 15,-10 10-15,9-9 16,-9 9-16,0 0 16,10 9-16,0 10 15,0-1-15,10 10 16,-10 9-1,0 0-15,0 0 16,0-10-16,0 1 16,0-9-16,0-19 15,10 0-15,-1-19 16,1 10-16</inkml:trace>
  <inkml:trace contextRef="#ctx0" brushRef="#br0" timeOffset="107945.93">10275 3627 0,'0'0'0,"0"0"15,0 9-15,0 19 16,10 18 0,0 19-16,-10 18 15,0 9-15,0 1 16,0-1-16,0-9 15,0-28-15,-10 19 16,10-9 0,0-19-16,0-9 15,0 0-15,0-19 16,0 1-16,0-1 16,0-18-16,0 0 15,0 0-15,-10-9 16,0-10-1,-10-17-15,1-1 16,-1-19-16,0-8 16,0-10-16,10 0 15,0 0-15,0-9 16,10 0-16,0-9 16,10-10-1,10 19-15,0 9 16,0 10-16,0 17 15,-1 1-15,1 19 16,10-1-16,0 10 16,0 8-16,-10 1 15,9 9 1,-9 0-16,0 9 16,0 1-16,0 17 15,-10 1-15,0 18 16,-10 9-1,-10-8-15,0 8 16,-20-9-16,0-9 16,1 0-16,-1-9 15,0-1-15,0 1 16,-20-10-16,31-8 16</inkml:trace>
  <inkml:trace contextRef="#ctx0" brushRef="#br0" timeOffset="109252.73">11438 3138 0,'0'0'0,"0"0"0,0 0 15,0 0-15,0 0 16,0 9-16,0 1 16,-10 17-16,0 1 15,0 18-15,0 0 16,-20 19-16,1 18 16,-1 9-1,-20 10-15,0-1 16,-29 19-16,-11 0 15,51-55-15</inkml:trace>
  <inkml:trace contextRef="#ctx0" brushRef="#br0" timeOffset="110152.4">7781 4753 0,'0'0'0,"0"0"16,0 0-16,0 0 15,0 0 1,0 0-16,0 0 16,0 0-16,0 0 15,-10 0-15,-10 0 16,-10 0-1,1 0-15,-21 9 16,0 1-16,10 8 16,1 1-16,9-1 15,0 1-15,10 8 16,0-8-16,10-1 16,10 10-16,0 0 15,0-1 1,20-8-16,0-1 15,20 10-15,-10 0 16,-1-10-16,1 0 16,0 1-16,-10-1 15,-10 1 1,0-1-16,0 10 16,-20 0-16,0-1 15,0-8-15,-10 9 16,0-10-16,0 0 15,0 1 1,1-10-16,9 0 16,10-9-16</inkml:trace>
  <inkml:trace contextRef="#ctx0" brushRef="#br0" timeOffset="110566.11">8328 4818 0,'0'0'0,"0"0"0,0 0 16,0 0-16,-10 9 15,0 0-15,0 10 16,-20 8 0,0 10-16,-10 0 15,11-9-15,-11 0 16,10-1-16,0 1 16,10 0-1,0-10-15,10 10 16,10-10-16,0 1 15,10-1-15,10 1 16,10-1-16,0-9 16,10-9-16,-1 0 15,1-18 1,0 0-16,-20-1 16</inkml:trace>
  <inkml:trace contextRef="#ctx0" brushRef="#br0" timeOffset="110945.4">8546 4966 0,'0'0'0,"0"0"0,0 9 16,0 0 0,0 0-16,0 10 15,0 8-15,0 10 16,0 9-16,0-9 15,0 0-15,0-9 16,0-10 0,0 1-16,0-1 15,0-8-15,0-1 16,0-9-16,0 0 16,0 0-16,10 0 15,10-19 1,0-8-16,10-1 15,-10 0-15,9-9 16,-9 0-16,0 10 16,-10-1-16,0 10 15,0-1-15,0 1 16,0-1-16,0 10 16</inkml:trace>
  <inkml:trace contextRef="#ctx0" brushRef="#br0" timeOffset="111429.67">8954 5067 0,'0'0'0,"0"0"0,0 9 15,0 19-15,0 9 16,0 18-16,10 1 16,-1-19-16,1 0 15,0-19 1,10 0-16,0-18 16,0 0-16,0 0 15,10-18-15,-10 0 16,9-1-16,-9 1 15,0-1-15,-10 1 16,0-1 0,0 1-16,0 9 15,0-1-15,0 1 16,0 0-16,-10 9 16,0 0-16,0 0 15,0 0-15,0 9 16,10 0-1,0 1-15,-1 17 16,1 1-16,0 9 16,0-9-16,0-10 15,10 0-15,-10-8 16</inkml:trace>
  <inkml:trace contextRef="#ctx0" brushRef="#br0" timeOffset="112094.04">9679 5002 0,'0'0'0,"0"0"16,0 10-16,0-1 15,0 19 1,0 18-16,0-9 15,0 0-15,0 0 16,-10-1-16,10-8 16,0-9-1,0-1-15,0-9 16,0-9-16,0 0 16,0 0-16,0 0 15,0 0-15,10-18 16,10-10-16,0 0 15,0 1-15,-10-1 16,9 10 0,-9 8-16,0 1 15,0 0-15,0 9 16,0 0-16,0 9 16,0 0-16,0 1 15,0-1 1,0 0-16,0 0 15,0 10-15,0-10 16,0-9-16,-10 0 16,0 0-16,0 0 15,0 0-15,19-9 16,1-10 0,0 1-16,10-10 15,0 0-15,0 1 16,-1-1-16,-9 10 15,-10 8-15,10 1 16,-10 9-16,10 9 16,0 1-16,-10-1 15,10 9 1,-10 10-16,9 0 16,1 9-16,-10-19 15</inkml:trace>
  <inkml:trace contextRef="#ctx0" brushRef="#br0" timeOffset="123275.61">7413 10651 0,'0'0'0,"0"0"0,0 0 0,0 0 16,20 0-16,0 0 15,20 0-15,0 0 16,9-9-16,1 0 16,0-1-16,-1 10 15,1-9 1,10 0-16,9 0 16,1-1-16,-1 10 15,1-9-15,-11 9 16,1 0-1,10 0-15,9-9 16,1 9-16,-11 0 16,1 0-16,-11-9 15,1 9-15,10 0 16,9 0-16,1-10 16,-11 10-16,1 0 15,-11 0 1,1 0-16,19 0 15,1 0-15,-10 0 16,-1 0-16,1 0 16,-21 0-16,1 0 15,10 0 1,-11 0-16,1 0 16,0 0-16,-11-9 15,1 0-15,-10 0 16,0 9-16,0 0 15,-1 0-15,-9 0 16,0-9 0,-10 9-16,0 0 15,0 0-15,0 0 16,0 0-16,0 0 16,0 0-16,0 0 15,-10 0-15,0 0 16,0 0-16,10 0 15,-10 0 1,10 0-16,0-10 16</inkml:trace>
  <inkml:trace contextRef="#ctx0" brushRef="#br0" timeOffset="125658.45">8387 12045 0,'0'0'0,"0"0"0,0 0 15,0 0-15,0 0 16,0 0-16,0 0 16,0 0-1,0 0-15,0 0 16,0 0-16,10 0 15,10 0-15,0 9 16,10 0-16,-1 0 16,11-9-1,0 0-15,0 0 16,-10 10-16,9-10 16,1 0-16,0 0 15,0 0-15,-1 0 16,11 0-16,0-10 15,-1 10 1,1-9 0,-10 0-16,0 9 0,-11 0 15,1 0-15,10-9 16,-10-1-16,9 1 16,-9 9-16,10 0 15,0-9 1,0 0-16,-1 0 15,-9-1-15,10 10 16,-10 0 0,-1-9-16,1 0 15,0 9-15,-10-9 16,10 9-16,-10-10 16,0 1-16,9 0 15,-9 0-15,0 9 16,0 0-16,0-10 15,0 10-15,-10 0 16,0 0 0,0 0-16,-1 0 15,1 0-15,0-9 16,0 9-16,0 0 16,0 0-16,0 0 15,0 0-15,0-9 16,0 9-16,0-9 15,0 9 1,-10 0-16,0 0 16,10 0-16</inkml:trace>
  <inkml:trace contextRef="#ctx0" brushRef="#br0" timeOffset="126641.33">14151 10734 0,'0'0'0,"0"0"0,0 0 16,0 0-16,0 0 16,0 0-16,0 0 15,0 0-15,0 0 16,0 0-16,0 0 16,-10 0-1,0 0-15,-20 0 16,0 0-16,-19 9 15,-11 10-15,0-10 16,11 9 0,-1 10-16,10 0 15,1 0-15,-1 8 16,0 11-16,10-1 16,10 0-16,0-9 15,20 9 1,0-9-16,10 9 15,10 0-15,20-9 16,10 9-16,9-9 16,-9-18-16,0-1 15,-20-9-15,-1-9 16,1 0-16,-10 0 16,-10 0-16,0 0 15,0 0 1,0 0-16,-10 0 15,10-9-15,0 9 16</inkml:trace>
  <inkml:trace contextRef="#ctx0" brushRef="#br0" timeOffset="127599.89">14528 10660 0,'0'0'0,"0"0"0,0 0 0,0 0 16,0 9 0,0 19-16,10 0 15,0 18-15,0 0 16,-10 0-16,0 0 15,0-9-15,0 0 16,0 0 0,0-9-16,0 9 15,0-10-15,0 10 16,0-18-16,0-1 16,0 1-16,0-1 15,0-9-15,0-9 16,0 10-1,0-1-15,0-9 16,0 0-16,0 0 16,0 0-16,-10-19 15,10 1-15,-10-10 16,10-18-16,0 0 16,0-9-1,0-1-15,0 1 16,10 0-16,10-19 15,10 0-15,10 0 16,9-9-16,11 18 16,-10 10-1,-1 9-15,1 18 16,0 0-16,-10 19 16,-11 0-16,1 9 15,-10 0-15,0 9 16,-10 0-16,0 1 15,0-1 1,0 0-16,-10 0 16,0 1-16,-10 17 15,0 10-15,-10-9 16,0 9-16,0 0 16,-10 0-1,1 0-15,-1-1 16,0-8-16,-10 0 15,0 0-15,1-10 16,9 0-16,10 1 16,0-10-1,0 10-15,10-10 16,10 0-16,0 0 16,0 1-16,10 17 15,10 1-15,20 18 16,0 0-16,9 0 15,1 0-15,-10 1 16,0-1 0,-1-9-16,1 0 15,0 0-15,-10-1 16,-1 11-16,1-1 16,-20 0-16,-10-28 15</inkml:trace>
  <inkml:trace contextRef="#ctx0" brushRef="#br0" timeOffset="132357.47">6261 13235 0,'0'0'0,"0"0"0,0 0 0,0 0 0,0 0 15,0 0-15,10 0 16,9-9 0,-9 0-16,0 0 15,10 9-15,-10-10 16,10 10-1,0 0-15,0 0 16,9 0-16,11 0 16,0 0-16,0 0 15,-1 0-15,11 0 16,0 0-16,-10 0 16,-1 0-16,1 0 15,20 0 1,-1 0-16,1 0 15,0 0-15,-1 0 16,-9 0-16,0 0 16,-1 0-16,11 0 15,0 10-15,9-10 16,-9 0 0,-1 0-16,1 0 15,-10 0-15,-1 0 16,11-10-16,0 10 15,-1-9-15,-9 9 16,0-9 0,-1 9-16,1-9 15,0 9-15,-1-10 16,-9 1-16,-10 9 16,10-9-16,-1 0 15,-9 0-15,0 9 16,0 0-16,0 0 15,-10 0 1,9 0-16,-9-10 16,-10 10-16,0 0 15,0 0-15,0-9 16,0 9-16,0 0 16,-10 0-16,10 0 15,0-9 1,-10 9-16</inkml:trace>
  <inkml:trace contextRef="#ctx0" brushRef="#br0" timeOffset="169517.22">5833 14463 0,'0'0'0,"0"0"0,0 0 0,0 0 0,10 0 16,0 0-16,10 0 16,0 0-16,0 0 15,0 0-15,0 0 16,-1 0 0,11 0-16,0 0 15,10 0-15,0 0 16,-1 0-1,-9 9-15,10 0 16,-10 1-16,9-1 16,1 0-16,0 0 15,0 0-15,-1 1 16,11-1-16,0 0 16,-1 0-16,1 1 15,0-1-15,-1 0 16,1 10-1,0-10-15,9 0 16,-9 9-16,10-8 16,-1 8-16,-9 1 15,10-10-15,-1 0 16,-9 0-16,0 1 16,9-1-1,1 0-15,0 9 16,-1-8-16,1-1 15,-10 0-15,-1 0 16,11 1 0,-10-1-16,9 0 15,1 0-15,-11 1 16,11-10-16,-10 9 16,-1-9-16,11 0 15,-10 0-15,9 0 16,1 0-16,-10 0 15,9 0-15,1-9 16,0 9 0,-11-10-16,1 1 15,0 9-15,9-9 16,1 0-16,0 9 16,-1 0-16,1 0 15,-1 0 1,-9-10-16,10 10 15,-1-9-15,1 0 16,0 0-16,9 9 16,-9 0-16,-1 0 15,1 0 1,0-10-16,-1 10 16,1 0-16,0 0 15,-11 0-15,1 0 16,0 0-16,-1-9 15,1 9-15,0-9 16,-1 9-16,11-9 16,0 9-1,-11 0-15,1 0 16,10 0-16,-11-9 16,1-1-16,10 10 15,-11-9 1,1 9-16,0-9 15,9 0-15,-9 9 16,0 0-16,-1-10 16,-9 1-16,0 9 15,0 0-15,9-9 16,-9 0-16,0-1 16,0 10-1,-1 0-15,1-9 16,0 9-16,-10-9 15,-1 9-15,1 0 16,0-9-16,0 9 16,0 0-16,-1 0 15,1 0 1,0-9-16,0 9 16,-10 0-16,10 0 15,-11-10-15,11 10 16,-10 0-1,0 0-15,0-9 16,10 0-16,-10 9 16,-1 0-16,1 0 15,0 0-15,0 0 16,0 0-16,-10-9 16,0 9-16,10 0 15,-10 0 1,0 0-16,0 0 15,-1 0-15,1 0 16,0 0-16,0 0 16,0 0-16,0 0 15,0 0-15,0-10 16,0 10 0,0 0-16,0 0 15,-10 0-15,0 0 16,0 0-1,10-9-15,0 0 0,0 0 16,0-1 0</inkml:trace>
</inkml:ink>
</file>

<file path=ppt/ink/ink4.xml><?xml version="1.0" encoding="utf-8"?>
<inkml:ink xmlns:inkml="http://www.w3.org/2003/InkML">
  <inkml:definitions>
    <inkml:context xml:id="ctx0">
      <inkml:inkSource xml:id="inkSrc0">
        <inkml:traceFormat>
          <inkml:channel name="X" type="integer" max="3408" units="cm"/>
          <inkml:channel name="Y" type="integer" max="2064" units="cm"/>
          <inkml:channel name="T" type="integer" max="2.14748E9" units="dev"/>
        </inkml:traceFormat>
        <inkml:channelProperties>
          <inkml:channelProperty channel="X" name="resolution" value="110.29126" units="1/cm"/>
          <inkml:channelProperty channel="Y" name="resolution" value="118.62069" units="1/cm"/>
          <inkml:channelProperty channel="T" name="resolution" value="1" units="1/dev"/>
        </inkml:channelProperties>
      </inkml:inkSource>
      <inkml:timestamp xml:id="ts0" timeString="2025-12-08T07:05:51.472"/>
    </inkml:context>
    <inkml:brush xml:id="br0">
      <inkml:brushProperty name="width" value="0.05292" units="cm"/>
      <inkml:brushProperty name="height" value="0.05292" units="cm"/>
      <inkml:brushProperty name="color" value="#FF0000"/>
    </inkml:brush>
  </inkml:definitions>
  <inkml:trace contextRef="#ctx0" brushRef="#br0">22786 11509 0,'0'0'0,"0"0"0,0 0 0,0 0 16,0 0-16,0 0 15,0 0 1,0 0-16,0 0 16,0 0-16,0 0 15,10 0-15,10 10 16,0-10-16,0 0 15,10 0-15,0 9 16,-1 0 0,1 0-16,0 1 15,10-1-15,0 0 16,9 0-16,1 0 16,10 1-1,-1-1-15,1-9 16,-10 0-16,9 9 15,1 0-15,9 1 16,11-1-16,-1-9 16,1 9-16,-11-9 15,1 9-15,9-9 16,1 0 0,-1 0-16,-9 10 15,0-10-15,-11 0 16,1 0-16,-1 9 15,11 0-15,0-9 16,-1 0-16,1 9 16,-11-9-1,1 0-15,0 0 16,-1 0-16,1 0 16,9 0-16,-19 0 15,10 0 1,-11 0-16,1 0 0,0 0 15,9 0 1,1-9-16,0 9 16,-1 0-16,-9-9 15,0 9-15,-1-9 16,1 9-16,0 0 16,-1-10-16,1 10 15,0 0 1,-1-9-16,1 9 15,0 0-15,-1 0 16,-9-9-16,0 9 16,0-9-16,-1 9 15,1 0-15,0 0 16,0 0 0,-1 0-16,11 0 15,-10 0-15,0 9 16,-1 0-16,1-9 15,0 9 1,0-9-16,-1 0 16,1 0-16,0 0 15,10 0-15,-11 0 16,11 0-16,-10 10 16,0-10-16,-1 0 15,1 0-15,0 0 16,9 9-16,-9-9 15,0-9 1,10 18-16,-1 0 16,1-9-16,-10 0 15,9 0-15,-9 9 16,10-9-16,-10 0 16,9 0-1,-9 0-15,10 0 16,-1 0-16,1 9 15,0-9-15,-10 0 16,-1 0-16,1 10 16,0-10-16,0 9 15,-1 0 1,1-9-16,0 0 16,0 0-16,-1 0 15,-9 0-15,10 0 16,-10 0-16,0 0 15,-1 0 1,11 0-16,-10 0 16,0 0-16,0 9 15,9-9-15,-9 0 16,0-9-16,10 9 16,-11 0-16,1 0 15,0 0-15,0-9 16,0 9-1,0 0-15,-1 0 16,1 0-16,-10 0 16,0 0-16,0 0 15,0 0-15,0 0 16,-1 0-16,1 0 16,0 0-1,-10 0-15,10 0 16,0 0-16,-10-9 15,10 9 1,-10 0-16,9 0 16,1 0-16,-10-10 15,10 10-15,-10 0 16,0 0-16,10 0 16,0 0-16,-10-9 15,10 9 1,-10 0-16,-1 0 0,1 0 15,0 0 1,0 0-16,0 0 16,10 0-16,-10 0 15,0 0-15,0 0 16,0 0-16,0 0 16,0 0-16,0 0 15,0 0 1,0 0-16,-1 0 15,1 0-15,0 0 16,0 0-16,0 0 16,-10 0-16,10 0 15,0 0-15,-10 0 16,10 0 0,0 0-16,0 0 15,0 0-15,-10 0 16,10 0-16,-10 0 15,10 0 1,0-9-16,-10 9 16,10-9-16,0 0 15,-10 9-15,9 0 16,-9 0-16,10 0 16,-10 0-16,10 0 15,-10 0-15,0 0 16,0 0-16,0 0 15,10 0 1,-10 0-16,10 0 16,-10 0-16,0 0 15,10 0-15,-10 0 16,10 0-16,-10 0 16,0 0-1,10-10-15,-10 10 16,10 0-16,-10 0 15,10 0-15,-10 0 16,0 0-16,0 0 16,0 0-16,10 0 15,-10 0 1,0 0-16,10 0 16,0 0-16,-10 0 15,0 0-15,0 0 16,10 0-16,-10 0 15,0 0-15,10-9 16,-10 9 0,10 0-16,-10 0 15,0 0-15,9 0 16,-9 0-16,0 0 16,0 0-16,0 0 15,10 0 1,-10 0-16,0 0 15,10-9-15,-10 9 16,0 0-16,0 0 16,0 0-16,0 0 15,0 0-15,0 0 16,0 0 0,10-9-16,0-10 15,0 10-15</inkml:trace>
</inkml:ink>
</file>

<file path=ppt/ink/ink5.xml><?xml version="1.0" encoding="utf-8"?>
<inkml:ink xmlns:inkml="http://www.w3.org/2003/InkML">
  <inkml:definitions>
    <inkml:context xml:id="ctx0">
      <inkml:inkSource xml:id="inkSrc0">
        <inkml:traceFormat>
          <inkml:channel name="X" type="integer" max="3408" units="cm"/>
          <inkml:channel name="Y" type="integer" max="2064" units="cm"/>
          <inkml:channel name="T" type="integer" max="2.14748E9" units="dev"/>
        </inkml:traceFormat>
        <inkml:channelProperties>
          <inkml:channelProperty channel="X" name="resolution" value="110.29126" units="1/cm"/>
          <inkml:channelProperty channel="Y" name="resolution" value="118.62069" units="1/cm"/>
          <inkml:channelProperty channel="T" name="resolution" value="1" units="1/dev"/>
        </inkml:channelProperties>
      </inkml:inkSource>
      <inkml:timestamp xml:id="ts0" timeString="2025-12-08T07:07:02.935"/>
    </inkml:context>
    <inkml:brush xml:id="br0">
      <inkml:brushProperty name="width" value="0.05292" units="cm"/>
      <inkml:brushProperty name="height" value="0.05292" units="cm"/>
      <inkml:brushProperty name="color" value="#FF0000"/>
    </inkml:brush>
  </inkml:definitions>
  <inkml:trace contextRef="#ctx0" brushRef="#br0">26354 5279 0,'0'0'0,"0"0"0,0 0 0,-10 10 16,-10-1-16,-10 0 15,1 0-15,-21 10 16,0-1 0,0 1-16,1 8 15,-21 1-15,-9-10 16,-11 10-16,11 0 15,-1 0-15,-9-1 16,-30 19 0,-1 1-16,1-1 15,10 9-15,-10 0 16,-1 1-16,21-10 16,10 0-1,9-9-15,1 0 16,-1 0-16,10-9 15,11-1-15,-1-8 16,11 8-16,9-8 16,0-1-16,0 1 15,1-1 1,9 1-16,0-1 16,10-9-16,0 1 15,0-1-15,0 0 16,1 0-16,9-9 15,0 0-15,10 0 16,-10 0-16,10 0 16,0 0-1,0 0-15,-10 0 16,10 0-16,-10 10 16,10-10-16,0 0 15,0 0-15,0 0 16,0 0-16,0 0 15,-10 0 1,10 0-16,-10 0 16,0 0-16,10 0 15,-10 0 1,10 0-16</inkml:trace>
  <inkml:trace contextRef="#ctx0" brushRef="#br0" timeOffset="316.95">23909 5722 0,'0'0'0,"0"0"0,0 0 0,0 0 15,0 0-15,0 0 16,0 0-16,0 0 16,0 0-1,0 0-15,0 0 16,0 0-16,-10 0 15,10 0-15</inkml:trace>
  <inkml:trace contextRef="#ctx0" brushRef="#br0" timeOffset="1982.18">23790 5676 0,'0'0'0,"0"0"0,0 0 0,0 0 15,0 0-15,0 0 16,0 9-16,0 1 16,0-1-1,0 19-15,0-1 16,0 1-16,0 9 16,0 0-16,0-9 15,-10-1-15,10 10 16,0 0-1,0-9-15,0-1 16,0 10-16,0 9 16,0-9-16,0 0 15,0 0-15,10 0 16,10-9-16,0 9 16,0-10-16,0 1 15,9 0 1,1 0-16,0-10 15,0 0-15,10 1 16,-1-1-16,1 1 16,20-1-16,-11 1 15,1-1-15,0-9 16,-10 1 0,-11-1-16,1 0 15,0-9-15,0 0 16,-10 0-16,0 0 15,-1 0-15,1 0 16,-10 0-16,0 0 16,0-18-1,0-1-15</inkml:trace>
  <inkml:trace contextRef="#ctx0" brushRef="#br0" timeOffset="2470.02">23651 5575 0,'0'0'0,"0"0"16,0 0-16,0 0 15,0 9-15,20 0 16,0 10-16,10 8 15,9 19 1,1 1-16,-10-10 16,10-1-16,-1 11 15,1-1-15,-10 0 16,10 0-16,-1 9 16,1 10-1,10 0-15,0-10 16,-1 10-16,1-10 15,0-9-15,-21 10 16,1-20-16,0 1 16,0 0-16,-10-9 15,-10-10 1,0 1-16,0-1 16,0 1-16,-1-10 15,1 0-15,0 0 16,0-9-16,-10 0 15,0 0-15,0 0 16,0 0-16,0 0 16</inkml:trace>
  <inkml:trace contextRef="#ctx0" brushRef="#br0" timeOffset="13152.96">815 9876 0,'0'0'0,"0"0"0,0 0 0,0 0 16,0 0-16,0 0 15,0 0-15,0 0 16,0 0 0,0 0-16,0 0 15,20 0-15,19-10 16,-9-8-16,10 0 15,30-10-15,-21-9 16,11 0 0,19 0-16,1-9 15,9 0-15,-9 0 16,-11 9-16,11-9 16,-1-1-16,1 1 15,-1 0-15,-9 18 16,0 1-1,-11-1-15,1 0 16,-1 1-16,1-1 16,0 10-16,-1-1 15,-9 1-15,0 8 16,-1 1-16,-9 0 16,0 0-1,0 0-15,-1-1 16,-9 1-16,0 0 15,0 0-15,0-1 16,-1 1-16,1 0 16,0 0-16,-10 9 15,0-10 1,0 10-16,-10 0 16,0 0-16,9 0 15,-9 0-15,0 0 16,0 0-16,0-9 15,0 9-15,0 0 16,0 0 0,0 0-16,0-9 15,0 9-15,0-9 16,0 0-16,0-1 16,0 1-1</inkml:trace>
  <inkml:trace contextRef="#ctx0" brushRef="#br0" timeOffset="13713.47">2544 8750 0,'0'0'0,"0"0"0,0 0 16,0 0-16,0 0 15,0 0-15,0 0 16,0 0-1,10 0-15,10 0 16,0 0-16,0 0 16,-1 0-16,11 0 15,10 0-15,0 0 16,-1 0-16,1 0 16,-10 9-1,0-9-15,0 9 16,-10 0-16,-1 1 15,1 17 1,0 1-16,-10 9 0,0 9 16,-10 0-1,-10 0-15,0 10 16,-10-1-16,0-9 16,1-9-16,-11 0 15,10 0 1,0-19-16,0 1 15,10-1-15,0-8 16,0-10-16,10 0 16</inkml:trace>
  <inkml:trace contextRef="#ctx0" brushRef="#br0" timeOffset="14196.84">2534 8888 0,'0'0'0,"0"0"0,0 0 0,0 0 15,0 9-15,0 1 16,0 17-16,0 1 16,0 0-16,0-1 15,10 10 1,0 0-16,0 9 15,0 10-15,0 8 16,0-8-16,0-10 16,0 0-16,-1 0 15,1 10 1,0-1-16,0-18 16,0 0-16,0-10 15,0-8-15,-10-1 16,0-18-16,0 10 15,0-10-15</inkml:trace>
  <inkml:trace contextRef="#ctx0" brushRef="#br0" timeOffset="47675.11">14986 12746 0,'0'0'0,"0"0"0,0 0 16,0 0-16,-10 0 15,0-9-15,-20 0 16,-20-1 0,-19-8-16,-21 9 15,-29-10-15,-40-8 16,-10 8-16,-40 1 15,1-1-15,-11 10 16,-10-9 0,31 8-16,-1 20 15,30-1-15,10-9 16,20 9-16,10-9 16,39 9-16,11 0 15,-1 1-15,11-1 16,9-9-1,1 0-15,19 0 16,0 0-16,20 0 16,0 0-16,0 0 15,1 0-15,9 0 16,0 0-16,0 0 16,-10-9-1,-10-1-15,-10-8 16,10 0-16</inkml:trace>
  <inkml:trace contextRef="#ctx0" brushRef="#br0" timeOffset="48174.78">12124 11786 0,'0'0'0,"0"0"16,0 0-16,0 0 16,0 0-16,-10 9 15,-10 10-15,-10 9 16,-20 18 0,-9 9-16,-1 1 15,0-10-15,11 9 16,-11 0-1,1 1-15,-1-1 16,10 10-16,10-10 16,1 1-16,19-1 15,0-18-15,10 0 16,10 0-16,0 0 16,0-10-1,10 10-15,0-9 16,0 0-16,10-1 15,0 1-15,-1-10 16,1 1-16,0 9 16,10-10-16,0 1 15,10-1-15,-1 0 16,1-8 0,0-10-16,-10-10 15,9-26-15,-19 8 16</inkml:trace>
  <inkml:trace contextRef="#ctx0" brushRef="#br0" timeOffset="48491.25">12283 11832 0,'0'0'0,"0"0"15,0 0-15,0 10 16,-10 8-16,0 19 15,-20 18-15,0 19 16,-20 28 0,1 18-16,-11 18 15,-9 1-15,9 8 16,0 1-16,11 0 16,9-10-16,10-18 15,10-18-15,0-29 16,20-26-1,0-20-15,0-8 16,0-19-16,0 0 16,0 0-16,0 0 15,0 0-15</inkml:trace>
  <inkml:trace contextRef="#ctx0" brushRef="#br0" timeOffset="49846.54">14499 11611 0,'0'0'0,"0"0"16,0 0-16,0 0 16,0 0-16,0 0 15,0 0-15,0 0 16,20 0-16,-1 0 16,21 9-1,10-9-15,29 9 16,1-9-16,9 0 15,21 0-15,9 0 16,-20 0-16,-29-9 16,-1 9-1,1-9-15,-10 9 16,-1 0-16,-9 0 16,0 0-16,-21 0 15,1 0-15,0 0 16,-20 0-16,0 0 15,0 0 1,-10 0-16,0 0 16,0 0-16</inkml:trace>
  <inkml:trace contextRef="#ctx0" brushRef="#br0" timeOffset="50123.46">15333 11639 0,'0'0'0,"0"0"0,0 9 16,0 0-1,-10 10-15,1 8 0,-1 19 16,0 10-16,0 27 16,-10 9-1,0-9-15,0 9 16,0-8-16,0-11 15,10 1-15,0-9 16,1-19 0,9-9-16,0-19 15,0-8-15,0-10 16</inkml:trace>
  <inkml:trace contextRef="#ctx0" brushRef="#br0" timeOffset="51173.78">15482 12239 0,'0'0'0,"0"0"0,0 0 16,0 0-16,0 0 15,0 0-15,0 0 16,10 0-16,10 0 15,20 0-15,10-19 16,9-9 0,-9 1-16,0-1 15,-20-9-15,-1 9 16,-9 10-16,-10-1 16,0 1-16,0 0 15,0 8-15,-10-8 16,0 9-1,-10-1-15,0 1 16,0 0-16,-10 9 16,0 0-16,1 9 15,-1 0 1,0 1-16,0-1 16,0 0-16,0 0 15,0 10-15,10 8 16,0-8-16,0 9 15,10-10-15,0 10 16,20-1-16,0 1 16,20 0-16,10 9 15,9-10 1,1 1-16,19 0 16,-9-10-16,-10 1 15,-11-10-15,-19-9 16,0 0-16,-10 0 15,0 0 1,0-9-16,-1 0 16,1-10-16,30-27 15,20-28-15,19 0 16,-19 10 0,-1-1-16,-19 10 15,-1-1-15,-9 10 16,0 0-16,-10 18 15,0 10-15,-11-1 16,-9 10-16,0 0 16,0 0-1,-10 9-15,0 0 0,0 0 16,-10 0 0,-10 9-16,-29 0 15,-31 19-15,-9-1 16,9 1-16,21 0 15,-1 9 1,10-10-16,11 1 16,19-9-16,0-10 15,20 0-15,0 0 16,20 1-16,10 8 16,9 0-16,21 10 15,-10-9-15,-21-1 16,1 1-1,-20-1-15,0 10 16,-10-1-16,-10-8 16,0 9-16,-10-1 15,1 1-15,-1 0 16,0-10-16,0 1 16,10-1-1,10-18-15,0 0 16,0 0-16</inkml:trace>
  <inkml:trace contextRef="#ctx0" brushRef="#br0" timeOffset="51515.18">17500 11177 0,'0'0'0,"0"0"0,0 0 16,0 9-1,0 10-15,0 18 16,-10 18-16,0 19 16,0 27-16,0 10 15,0-28-15,0 19 16,-10 18-16,0-19 15,-9-8 1,-1-1-16,10 0 16,0-18-16,0-28 15,20-9-15,0-18 16,0-19-16,0 0 16</inkml:trace>
  <inkml:trace contextRef="#ctx0" brushRef="#br0" timeOffset="51741.1">17192 11768 0,'0'0'0,"0"0"16,20 9-1,-1-9-15,1 0 16,20 9-16,30 0 16,29 1-16,0-1 15,-49-9 1</inkml:trace>
  <inkml:trace contextRef="#ctx0" brushRef="#br0" timeOffset="52353.38">16367 13069 0,'0'0'0,"0"0"16,0 0-16,0 0 16,-10 0-16,0 9 15,-20 1-15,-19 8 16,-1 1 0,-10 8-16,1 1 15,-1 0-15,-10-1 16,1 1-16,9 0 15,1-1 1,-1 10-16,20 0 0,20-9 16,0 0-1,11-1-15,9 1 16,29 9-16,21 0 16,10 0-16,9 0 15,11-19-15,-11 1 16,1-1-1,-11-18-15,-9 0 16,-10 0-16,-10-9 16,0 0-1,-21-1-15</inkml:trace>
  <inkml:trace contextRef="#ctx0" brushRef="#br0" timeOffset="52891.36">16854 13106 0,'0'0'0,"0"0"0,0 0 16,-10 9-16,-10 1 15,-20 26 1,-29 11-16,-11 8 15,1 10-15,-1-10 16,1 0-16,19-8 16,0-1-1,21-9-15,19-19 0,0 1 16,20-1 0,0-9-16,20 0 15,20-9-15,9-9 16,11-9-16,0-10 15,-1-9 1,-9 9-16,-10-8 16,-11 8-16,1 0 15,-20 10-15,0 8 16,0 1-16,0 0 16,-10 9-16,0 0 15,0 0-15,0 9 16,10 19-1,10 9-15,-10 9 16,0 9-16,0 1 16,0-19-16,-1-19 15,-9 1-15,0-19 16,0 0-16</inkml:trace>
  <inkml:trace contextRef="#ctx0" brushRef="#br0" timeOffset="53375.14">17609 12986 0,'0'0'0,"0"0"15,0 0-15,0 0 16,-10 9-16,0 1 15,-20 8-15,-9 10 16,-11-1-16,-20 10 16,-9 0-1,9 0-15,11 0 16,19-9-16,0-10 16,20 1-1,0-1-15,20-9 0,0 1 16,0-1-16,20 9 15,20 1 1,10-1-16,-1 1 16,-19-1-16,0 1 15,-20-10-15,0 9 16,0 1 0,0-1-16,-20 10 15,0 0-15,-20-1 16,0 1-16,1 0 15,-11-10-15,20 1 16,0-10-16,10-9 16,0 0-1,10 0-15,0-9 16,0-1-16</inkml:trace>
  <inkml:trace contextRef="#ctx0" brushRef="#br0" timeOffset="53832.58">17420 13549 0,'0'0'0,"0"0"15,0 0 1,10 0-16,10 0 16,0 0-16,10 0 15,10 0-15,-1 0 16,1-9-16,0-10 15,9-8-15,-9-10 16,10 0-16,-20 0 16,0 0-1,-11 9-15,-9 1 16,0-1-16,0 0 16,-10 10-16,0-1 15,-10 1-15,0 9 16,0-1-1,-19 1-15,-1 0 16,-10 18-16,-10 0 16,1 19-16,9 0 15,10 0 1,10 18-16,10 28 16,30 18-16,20 9 15,20-27-15,-1 0 16,21-28-16,-1-18 15,-9-28-15,-11 0 16,-29-9-16</inkml:trace>
</inkml:ink>
</file>

<file path=ppt/ink/ink6.xml><?xml version="1.0" encoding="utf-8"?>
<inkml:ink xmlns:inkml="http://www.w3.org/2003/InkML">
  <inkml:definitions>
    <inkml:context xml:id="ctx0">
      <inkml:inkSource xml:id="inkSrc0">
        <inkml:traceFormat>
          <inkml:channel name="X" type="integer" max="3408" units="cm"/>
          <inkml:channel name="Y" type="integer" max="2064" units="cm"/>
          <inkml:channel name="T" type="integer" max="2.14748E9" units="dev"/>
        </inkml:traceFormat>
        <inkml:channelProperties>
          <inkml:channelProperty channel="X" name="resolution" value="110.29126" units="1/cm"/>
          <inkml:channelProperty channel="Y" name="resolution" value="118.62069" units="1/cm"/>
          <inkml:channelProperty channel="T" name="resolution" value="1" units="1/dev"/>
        </inkml:channelProperties>
      </inkml:inkSource>
      <inkml:timestamp xml:id="ts0" timeString="2025-12-08T07:09:13.736"/>
    </inkml:context>
    <inkml:brush xml:id="br0">
      <inkml:brushProperty name="width" value="0.05292" units="cm"/>
      <inkml:brushProperty name="height" value="0.05292" units="cm"/>
      <inkml:brushProperty name="color" value="#FF0000"/>
    </inkml:brush>
  </inkml:definitions>
  <inkml:trace contextRef="#ctx0" brushRef="#br0">23224 6295 0,'-20'9'0,"-50"37"0,70-46 0,-159 111 15,0 9 1,70-46-16,29-19 0,20-9 15,21-18 1,9-1-16,10 1 16,20 0-16,19 0 15,41 8-15,39 11 16,0-10-16,10-1 16,-9 11-16,-41-1 15,-19 18 1,-40 19-16,-40 19 15,-20 18-15,-29 0 16,-11-19-16,-9 10 16,-1-18-16,21-29 15,19-27 1,10-9-16,20-10 16,20-18-16,0-9 15,20-46-15,10-1 16</inkml:trace>
  <inkml:trace contextRef="#ctx0" brushRef="#br0" timeOffset="427.01">23760 7042 0,'0'0'0,"0"0"0,0 9 16,0 10-16,-10 18 15,0 9-15,-19 28 16,-1 18-16,0 10 15,0-10 1,10 0-16,0 1 16,11-20-16,9-8 15,0-28-15,19 0 16,1 0-16,30-10 16,49-8-16,21-38 15,39-36 1,10-19-16,-20-27 15,-40-1-15,-49 28 16,-31 19-16,-19 9 16,-10-19-16,-20 10 15,-19-1-15,-41 10 16,-9 19-16,-1-1 16,11 19-1,-1 18-15,11 0 16,9 0-16,20 1 15,1-1-15,19 0 16,10-9 0,10 0-16</inkml:trace>
  <inkml:trace contextRef="#ctx0" brushRef="#br0" timeOffset="3192.16">23373 8048 0,'0'0'0,"0"0"0,0 0 15,20 0-15,0 9 16,19 1-16,1-1 16,20 0-1,19 10-15,11-1 16,29 10-16,10-1 16,30 1-16,40 18 15,39 0 1,11 10-16,-1 8 15,-9 10-15,-1 9 16,11 10-16,9 17 16,0 10-16,1 10 15,19-1-15,0 9 16,0 10 0,-29-19-16,-1 10 15,-29 8-15,-50-18 16,0 1-16,-30-1 15,-20 0-15,-10-18 16,-9 9 0,-1 18-16,-19 1 15,9 8-15,-9 1 16,-1 18-16,-9 10 16,-21-29-16,1-8 15,-10 8-15,-10 10 16,-1-18-16,1-10 15,-20 9 1,0-8-16,0-10 16,-10 9-16,0 9 15,0-18-15,-10 19 16,0 18-16,0-19 16,-10 0-16,1-18 15,-11-9 1,0 0-16,0-9 15,0-29-15,-9 1 16,-11 0-16,0-9 16,0-1-16,11-18 15,-11 10 1,-10 8-16,-9-8 16,-1-1-16,1 1 15,-11-10-15,1 0 16,-1 9-16,-19 1 15,-1-1 1,-9-9-16,-10 9 16,-10 1-16,0-1 15,9-9-15,-9-18 16,-20 9-16,0 0 16,10-19-1,-10 1-15,0-1 16,0 1-16,0-1 15,0-9-15,-1-9 16,1 0-16,0 0 16,0 0-16,-10 0 15,0-9-15,0 9 16,-10 0-16,20 0 16,0-9-1,-20 9-15,20 0 16,0 0-16,-20 0 15,20 0-15,-10 9 16,-10-9-16,10-9 16,0 9-1,-10 0-15,10 0 16,0 0-16,0 9 16,0-9-16,10 9 15,0 1 1,0-10-16,0 0 15,0 9-15,10 0 16,-10 10-16,-10-19 16,20 9-16,0 0 15,-10 0-15,-1 0 16,11 1-16,-10-10 16,0 0-16,10-10 15,10 10 1,10-9-16,-1 9 15,11-9-15,10 0 16,-11 9-16,1 0 16,10-9-16,-1 9 15,11-10-15,-10 10 16,9-9 0,11 9-16,-1 0 15,1 0-15,9 0 16,1 9-16,-1 1 15,0-1 1,11-9-16,9 0 16,0 0-16,11 9 15,-1 0-15,0-9 16,0 0-16,1 0 16,-1 9-16,0-9 15,10 0-15,1 0 16,-1 0-1,10 0 1,0 10-16,0-10 16,0 0-16,10 0 0,0 0 15,0 0-15,0 0 16,10 0 0,0 0-16,-9 0 0,9 0 15,-10 0 1,10 0-16,0 0 15,0 0-15,0 0 16,0 0-16,0 0 16,0 0-16,-10 0 15,10 0 1</inkml:trace>
  <inkml:trace contextRef="#ctx0" brushRef="#br0" timeOffset="3991.79">17947 15229 0,'0'0'0,"0"0"16,0 0-16,0 0 16,0 0-16,0 0 15,0 0-15,0 0 16,0 0-16,0 9 15,0 0-15,0 1 16,10-1 0,0 0-16,0 10 15,0 8-15,0-8 16,0 8-16,0 1 16,-1 18-16,1 0 15,0 1 1,0-11-16,0 1 15,0 0-15,0-9 16,0-10 0,0 1-16,0-1 0,-10-8 15,0-10-15,0 0 16,0 0-16,0 0 16,0 0-1,0 0-15</inkml:trace>
  <inkml:trace contextRef="#ctx0" brushRef="#br0" timeOffset="4608.81">17808 15460 0,'0'0'0,"0"0"0,0 0 16,0 0-16,0 0 16,0 0-16,0 0 15,0 0-15,0 0 16,0 0-16,0 0 15,0 0-15,0 0 16,0 0-16,0 9 16,-10 0-1,0 19-15,0 0 16,-10-1-16,0 1 16,0 0-16,1-1 15,-1 1-15,0 0 16,10 9-1,0-10-15,0 1 16,0-10-16,10 1 16,0 9-16,0-10 15,0-9-15,0 0 16,0 1 0,10-1-16,10 0 15,0 10-15,0-1 16,9 1-16,1-10 15,0 0-15,0 0 16,0 0-16,-1 1 16,-9-10-1,0 0-15,-10 0 16,0 0-16,0 0 16,0 0-16,0 0 15,-10 0-15</inkml:trace>
  <inkml:trace contextRef="#ctx0" brushRef="#br0" timeOffset="9169.2">21713 5547 0,'0'0'0,"10"0"0,90-28 16,49 1-16,20-10 15,19 0-15,21 0 16,0-9-16,9 9 16,21 0-16,19 0 15,20 0 1,40 19-16,20 8 16,-10 1-16,10 9 15,10 9-15,-20 19 16,0 9-16,39 9 15,1 19-15,-30 9 16,-10-10 0,-10-27-16,-50-9 15,-9-1-15,-21-17 16,1-1-16,-11 0 16,-9-18-16,-10 9 15,-31 0 1,1-9-16,-20 9 15,-10 0-15,-10-10 16,-9 1-16,-21 0 16,-20 0-16,-19 0 15,0 9-15,-1-10 16,-19 10 0,-1 0-16,-19 0 15,0 0-15,0 0 16,-10 0-16,-10 0 15,0-9-15,0-19 16,-30-18 0,0 19-16</inkml:trace>
  <inkml:trace contextRef="#ctx0" brushRef="#br0" timeOffset="9345.86">28083 4283 0,'0'0'0,"-10"-10"0,0 1 0</inkml:trace>
  <inkml:trace contextRef="#ctx0" brushRef="#br0" timeOffset="9681.42">27387 4061 0,'0'0'0,"0"0"15,0 19-15,0 17 16,10 20-16,10 18 15,-10 27-15,0 10 16,-20 9 0,10 9-16,-10 0 15,0 1-15,10-10 16,0 9-16,0-18 16,0-10-16,0-18 15,0 0-15,10-9 16,-10-19-1,10-8-15,10-11 16,0 1-16,10 10 16,19 8-16,-19-37 15</inkml:trace>
  <inkml:trace contextRef="#ctx0" brushRef="#br0" timeOffset="10052.78">29981 4199 0,'0'0'0,"0"0"16,0 10-16,-10 8 16,10 19-16,0 28 15,0 27-15,0 19 16,10 0 0,-10 8-16,10-8 15,0 18-15,0 1 16,10-29-16,0-8 15,0 8 1,-1 1-16,-9-10 16,0 0-16,0-46 15</inkml:trace>
  <inkml:trace contextRef="#ctx0" brushRef="#br0" timeOffset="10707.21">28848 3701 0,'0'0'0,"0"0"15,-10 9-15,-19 1 16,-31 8-16,-30 19 15,-9 9 1,10 9-16,-1-8 16,-9 8-16,29-9 15,11 0-15,19-9 16,0 0-16,20-9 16,20-1-1,10 1-15,20 9 16,40 9-16,29 10 15,50-19-15,10-10 16,-40-8-16,-19-19 16,-31 0-1,-9-10-15,-10-8 16,-21-10-16,-19 10 16</inkml:trace>
  <inkml:trace contextRef="#ctx0" brushRef="#br0" timeOffset="11073.95">29136 3923 0,'0'0'0,"0"0"0,0 0 16,0 0-16,-9 9 16,-1 9-1,-20 19-15,0 0 16,-10 0-16,-9 0 16,9 0-16,0 0 15,0-10-15,20 1 16,1-9-1,19-1-15,0 1 16,0-10-16,19 9 16,11-9-16,20 1 15,19-10-15,1-10 16,-20 1 0,-20-9-16,-1 9 15,-19-1-15,0 1 16,0 0-16,0 0 15,0-1-15,-10 1 16,0 0-16,0 0 16,0-1-16,0-8 15,20 0 1,-10 8-16</inkml:trace>
  <inkml:trace contextRef="#ctx0" brushRef="#br0" timeOffset="11524.26">29544 4080 0,'0'0'0,"0"0"16,0 9-16,0 28 15,-10 18-15,0 37 16,-10 1-16,10-20 15,0-8-15,0-10 16,10-18 0,0-9-16,0-9 15,0-19-15,0 0 16,10 0-16,10-19 16,20-9-1,0-18-15,9-28 0,1 1 16,0 26-1,-20 10-15,-1 10 16,1 18-16,-10-1 16,10 20-16,0-1 15,-1 0 1,-9 9-16,0 1 16,-10-1-16,0-8 15,0-1-15,0 0 16,0-9-16,-10 0 15,0 0-15,10-9 16</inkml:trace>
  <inkml:trace contextRef="#ctx0" brushRef="#br0" timeOffset="11935.14">30309 3858 0,'0'0'0,"0"0"0,-10 9 16,-20 19-16,-29 27 16,-1 1-16,0-10 15,11-9 1,19-19-16,10-9 15,20 1-15,0-10 16,0 9-16,20 0 16,20 19-16,9-1 15,1 1-15,0 0 16,-20 0-16,-1-1 16,-19 1-16,0 9 15,-20 0-15,-10 9 16,-19 9-1,-31-9-15,-9-9 16,9-9-16,10-9 16,11-10-16,39-9 15</inkml:trace>
  <inkml:trace contextRef="#ctx0" brushRef="#br0" timeOffset="52300.2">21127 4486 0,'0'0'0,"0"0"0,0 0 0,0 9 0,0 0 15,-10 0-15,0 1 16,0 17-16,0 1 16,0 0-1,0-1-15,0 10 16,10 0-16,-10 18 16,10 1-16,0 8 15,10 1-15,10 18 16,20 0-1,30 10-15,69 17 0,129 19 16,129 28 0,21-9-16</inkml:trace>
  <inkml:trace contextRef="#ctx0" brushRef="#br0" timeOffset="52917.99">31710 4726 0,'10'18'0,"60"56"0,39 55 15,-10 0-15,-19-9 16,-20-9-16,-21-28 16,-29-9-16,0-9 15,-20 8 1,-20-8-16,-29 9 15,-41 0-15,-29-19 16,-79-9-16,-160 0 16</inkml:trace>
  <inkml:trace contextRef="#ctx0" brushRef="#br0" timeOffset="54250.04">25410 5732 0,'0'0'0,"0"0"15,0 0-15,0 0 16,0 0 0,0 9-16,0 0 15,0 0-15,10 1 16,10-1-16,0 9 15,19 10-15,31 0 16,19 9-16,1-1 16,-21-17-16,-9 9 15,-10-10 1,-1 1-16,-9-1 16,-10-9-16,0 0 15,0-9-15,-1 10 16,-19-10-16</inkml:trace>
  <inkml:trace contextRef="#ctx0" brushRef="#br0" timeOffset="54534.92">25847 5972 0,'0'0'0,"0"9"16,-10 0-16,0 28 16,-10 9-16,1 19 15,-1 9-15,0 9 16,0 0-16,10-19 16,10-8-16,0-1 15,0-9 1,0-9-16,10 0 15,10 0-15,0-9 16,0-19-16</inkml:trace>
  <inkml:trace contextRef="#ctx0" brushRef="#br0" timeOffset="54883.08">26443 5935 0,'0'0'0,"0"0"15,0 9-15,0 0 16,0 28-16,-10 18 16,1 10-16,-1 0 15,-10-1 1,0 10-16,0-9 16,10-28-16,0 0 15,0-10-15,0 10 16,0-9-16,10-19 15</inkml:trace>
  <inkml:trace contextRef="#ctx0" brushRef="#br0" timeOffset="55552.34">26344 6055 0,'0'0'0,"0"0"15,0 0-15,0 0 16,0 0-16,0 0 16,20 0-16,0 0 15,20 0-15,19 0 16,21-10-1,-1 1-15,1 9 16,-31 0-16,-19 0 16,0 9-16,-10 1 15,-10-1-15,0 0 16,0 0-16,0 10 16,-20 8-1,0 10-15,0 0 16,-20 0-16,0 0 15,-10 0-15,11-18 16,-1-1-16,10 0 16,0-8-1,10-1-15,10-9 16,0 0-16,0 9 16,20 0-16,20 10 15,9 9-15,11-1 16,0 1-16,-11 0 15,-9-1 1,-10 1-16,-10 0 16,-10-1-16,0 1 15,-20 18-15,0-9 16,-10 0-16,-10 0 16,-20 9-16,-9 9 15,-1-18 1,1 0-16,-1 0 15,10-18-15,10-1 16,1-18-16,-11 0 16,20-9-1</inkml:trace>
  <inkml:trace contextRef="#ctx0" brushRef="#br0" timeOffset="88541.51">9003 9977 0,'0'0'0,"0"0"0,20 0 16,0 0-16,20-9 16,0 9-16,-1 0 15,1-9-15,20 9 16,-1 0-16,11-9 16,-1 9-1,1 0-15,0 0 16,-11 0-16,1 0 15,9 0-15,1 0 16,-1 0-16,1 0 16,0-10-16,-1 10 15,1 0 1,9 0-16,1 0 16,-11 0-16,1 0 15,-1-9-15,1 0 16,9 9-16,1-9 15,-1-1 1,1 1-16,-10 9 16,9 0-16,1-9 15,-1 0-15,1-1 16,-1 10-16,-9-9 16,-1 9-16,1 0 15,9-9-15,1 0 16,-11 9-1,1-9-15,9 9 16,-9 0-16,9 0 16,1-10-16,-1 10 15,1 0-15,-11 0 16,1 0 0,10 0-16,-1 0 15,1 0-15,-11 0 16,1 0-16,-1-9 15,1 9-15,9 0 16,1 0 0,-11 0-16,1 0 15,-1 0-15,1 0 16,-10-9-16,-1 9 16,11 0-16,-1 0 15,1-9 1,-1 9-16,-9-10 0,0 10 15,9 0 1,1-9-16,-1 9 16,1-9-16,0 9 15,-1 0-15,1 0 16,-1 0-16,1-9 16,-1 9-1,1-9-15,-10 9 16,-1 0-16,1-10 15,-1 10-15,1-9 16,0 9-16,9-9 16,-9 9-16,-1 9 15,1-9 1,0 0-16,9 0 16,1 0-16,-11 0 15,1 0-15,-10 0 16,-1 9-16,1 1 15,0-10-15,-10 9 16,-1-9 0,11 0-16,-10 0 15,0 0-15,9 9 16,-9 0-16,0 0 16,-1 1-1,1-1-15,0 0 16,-10 0-16,0 1 15,-1-1-15,1-9 16,0 9-16,0-9 16,0 0-16,-1 0 15,1 0-15,-10 9 16,0-9 0,0 0-16,0 0 15,0 0-15,0 0 16,-1 0-16,1 0 15,-10 0-15,0 0 16,0 0 0</inkml:trace>
  <inkml:trace contextRef="#ctx0" brushRef="#br0" timeOffset="128837.68">1789 16660 0,'0'0'0,"0"0"0,0 0 15,0 0-15,0 0 16,0 0-16,0 0 15,0 9 1,0-9-16,0 0 16,0 0-16,0 0 15,0 0-15,0 0 16,0 0-16,0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7636fb1cab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g37636fb1ca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7636fb1cab_0_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37636fb1cab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7636fb1cab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g37636fb1cab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7636fb1cab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g37636fb1cab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7636fb1cab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g37636fb1cab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7636fb1cab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g37636fb1cab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7636fb1cab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g37636fb1cab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7636fb1cab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g37636fb1cab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7636fb1cab_0_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g37636fb1cab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7636fb1cab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g37636fb1cab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7636fb1cab_0_9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g37636fb1cab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7636fb1cab_0_1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g37636fb1cab_0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7636fb1cab_0_1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g37636fb1cab_0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Layout01">
  <p:cSld name="Layout01">
    <p:spTree>
      <p:nvGrpSpPr>
        <p:cNvPr id="1" name="Shape 19"/>
        <p:cNvGrpSpPr/>
        <p:nvPr/>
      </p:nvGrpSpPr>
      <p:grpSpPr>
        <a:xfrm>
          <a:off x="0" y="0"/>
          <a:ext cx="0" cy="0"/>
          <a:chOff x="0" y="0"/>
          <a:chExt cx="0" cy="0"/>
        </a:xfrm>
      </p:grpSpPr>
      <p:pic>
        <p:nvPicPr>
          <p:cNvPr id="20" name="Google Shape;20;p9" descr="Background pattern&#10;&#10;Description automatically generated"/>
          <p:cNvPicPr preferRelativeResize="0"/>
          <p:nvPr/>
        </p:nvPicPr>
        <p:blipFill rotWithShape="1">
          <a:blip r:embed="rId2">
            <a:alphaModFix amt="63000"/>
          </a:blip>
          <a:srcRect/>
          <a:stretch/>
        </p:blipFill>
        <p:spPr>
          <a:xfrm rot="10800000" flipH="1">
            <a:off x="1390488" y="0"/>
            <a:ext cx="10801512" cy="6858000"/>
          </a:xfrm>
          <a:prstGeom prst="rect">
            <a:avLst/>
          </a:prstGeom>
          <a:noFill/>
          <a:ln>
            <a:noFill/>
          </a:ln>
        </p:spPr>
      </p:pic>
      <p:sp>
        <p:nvSpPr>
          <p:cNvPr id="21" name="Google Shape;21;p9"/>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9"/>
          <p:cNvSpPr/>
          <p:nvPr/>
        </p:nvSpPr>
        <p:spPr>
          <a:xfrm rot="10800000" flipH="1">
            <a:off x="2395148" y="-4501"/>
            <a:ext cx="4843223" cy="6862501"/>
          </a:xfrm>
          <a:custGeom>
            <a:avLst/>
            <a:gdLst/>
            <a:ahLst/>
            <a:cxnLst/>
            <a:rect l="l" t="t" r="r" b="b"/>
            <a:pathLst>
              <a:path w="3347129" h="6834887" extrusionOk="0">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23;p9"/>
          <p:cNvSpPr txBox="1">
            <a:spLocks noGrp="1"/>
          </p:cNvSpPr>
          <p:nvPr>
            <p:ph type="title"/>
          </p:nvPr>
        </p:nvSpPr>
        <p:spPr>
          <a:xfrm>
            <a:off x="584603" y="2120702"/>
            <a:ext cx="4120911" cy="264429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9"/>
          <p:cNvSpPr/>
          <p:nvPr/>
        </p:nvSpPr>
        <p:spPr>
          <a:xfrm rot="5400000">
            <a:off x="-765719" y="3361414"/>
            <a:ext cx="1662113" cy="130676"/>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5" name="Google Shape;25;p9" descr="Logo&#10;&#10;Description automatically generated"/>
          <p:cNvPicPr preferRelativeResize="0"/>
          <p:nvPr/>
        </p:nvPicPr>
        <p:blipFill rotWithShape="1">
          <a:blip r:embed="rId3">
            <a:alphaModFix/>
          </a:blip>
          <a:srcRect/>
          <a:stretch/>
        </p:blipFill>
        <p:spPr>
          <a:xfrm>
            <a:off x="9371467" y="404628"/>
            <a:ext cx="2133841" cy="720849"/>
          </a:xfrm>
          <a:prstGeom prst="rect">
            <a:avLst/>
          </a:prstGeom>
          <a:noFill/>
          <a:ln>
            <a:noFill/>
          </a:ln>
        </p:spPr>
      </p:pic>
      <p:pic>
        <p:nvPicPr>
          <p:cNvPr id="26" name="Google Shape;26;p9"/>
          <p:cNvPicPr preferRelativeResize="0"/>
          <p:nvPr/>
        </p:nvPicPr>
        <p:blipFill rotWithShape="1">
          <a:blip r:embed="rId4">
            <a:alphaModFix/>
          </a:blip>
          <a:srcRect/>
          <a:stretch/>
        </p:blipFill>
        <p:spPr>
          <a:xfrm>
            <a:off x="8044256" y="6511235"/>
            <a:ext cx="3922822" cy="2198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07">
  <p:cSld name="Layout07">
    <p:spTree>
      <p:nvGrpSpPr>
        <p:cNvPr id="1" name="Shape 27"/>
        <p:cNvGrpSpPr/>
        <p:nvPr/>
      </p:nvGrpSpPr>
      <p:grpSpPr>
        <a:xfrm>
          <a:off x="0" y="0"/>
          <a:ext cx="0" cy="0"/>
          <a:chOff x="0" y="0"/>
          <a:chExt cx="0" cy="0"/>
        </a:xfrm>
      </p:grpSpPr>
      <p:sp>
        <p:nvSpPr>
          <p:cNvPr id="28" name="Google Shape;28;p10"/>
          <p:cNvSpPr/>
          <p:nvPr/>
        </p:nvSpPr>
        <p:spPr>
          <a:xfrm>
            <a:off x="0" y="668539"/>
            <a:ext cx="574431" cy="59372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1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1" name="Google Shape;31;p10"/>
          <p:cNvSpPr>
            <a:spLocks noGrp="1"/>
          </p:cNvSpPr>
          <p:nvPr>
            <p:ph type="pic" idx="2"/>
          </p:nvPr>
        </p:nvSpPr>
        <p:spPr>
          <a:xfrm>
            <a:off x="738551" y="2110157"/>
            <a:ext cx="3681046" cy="3910612"/>
          </a:xfrm>
          <a:prstGeom prst="flowChartInputOutput">
            <a:avLst/>
          </a:prstGeom>
          <a:noFill/>
          <a:ln>
            <a:noFill/>
          </a:ln>
        </p:spPr>
        <p:txBody>
          <a:bodyPr/>
          <a:lstStyle/>
          <a:p>
            <a:endParaRPr lang="en-MY"/>
          </a:p>
        </p:txBody>
      </p:sp>
      <p:sp>
        <p:nvSpPr>
          <p:cNvPr id="32" name="Google Shape;32;p10"/>
          <p:cNvSpPr>
            <a:spLocks noGrp="1"/>
          </p:cNvSpPr>
          <p:nvPr>
            <p:ph type="pic" idx="3"/>
          </p:nvPr>
        </p:nvSpPr>
        <p:spPr>
          <a:xfrm>
            <a:off x="4112204" y="2110157"/>
            <a:ext cx="3681046" cy="3910612"/>
          </a:xfrm>
          <a:prstGeom prst="flowChartInputOutput">
            <a:avLst/>
          </a:prstGeom>
          <a:noFill/>
          <a:ln>
            <a:noFill/>
          </a:ln>
        </p:spPr>
        <p:txBody>
          <a:bodyPr/>
          <a:lstStyle/>
          <a:p>
            <a:endParaRPr lang="en-MY"/>
          </a:p>
        </p:txBody>
      </p:sp>
      <p:sp>
        <p:nvSpPr>
          <p:cNvPr id="33" name="Google Shape;33;p10"/>
          <p:cNvSpPr>
            <a:spLocks noGrp="1"/>
          </p:cNvSpPr>
          <p:nvPr>
            <p:ph type="pic" idx="4"/>
          </p:nvPr>
        </p:nvSpPr>
        <p:spPr>
          <a:xfrm>
            <a:off x="7504930" y="2110157"/>
            <a:ext cx="3681046" cy="3910612"/>
          </a:xfrm>
          <a:prstGeom prst="flowChartInputOutput">
            <a:avLst/>
          </a:prstGeom>
          <a:noFill/>
          <a:ln>
            <a:noFill/>
          </a:ln>
        </p:spPr>
        <p:txBody>
          <a:bodyPr/>
          <a:lstStyle/>
          <a:p>
            <a:endParaRPr lang="en-MY"/>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26">
  <p:cSld name="Layout26">
    <p:bg>
      <p:bgPr>
        <a:solidFill>
          <a:srgbClr val="F2F2F2"/>
        </a:solidFill>
        <a:effectLst/>
      </p:bgPr>
    </p:bg>
    <p:spTree>
      <p:nvGrpSpPr>
        <p:cNvPr id="1" name="Shape 34"/>
        <p:cNvGrpSpPr/>
        <p:nvPr/>
      </p:nvGrpSpPr>
      <p:grpSpPr>
        <a:xfrm>
          <a:off x="0" y="0"/>
          <a:ext cx="0" cy="0"/>
          <a:chOff x="0" y="0"/>
          <a:chExt cx="0" cy="0"/>
        </a:xfrm>
      </p:grpSpPr>
      <p:sp>
        <p:nvSpPr>
          <p:cNvPr id="35" name="Google Shape;35;p13"/>
          <p:cNvSpPr/>
          <p:nvPr/>
        </p:nvSpPr>
        <p:spPr>
          <a:xfrm rot="10800000">
            <a:off x="6096000" y="0"/>
            <a:ext cx="6096000" cy="6871855"/>
          </a:xfrm>
          <a:custGeom>
            <a:avLst/>
            <a:gdLst/>
            <a:ahLst/>
            <a:cxnLst/>
            <a:rect l="l" t="t" r="r" b="b"/>
            <a:pathLst>
              <a:path w="6096000" h="6871855" extrusionOk="0">
                <a:moveTo>
                  <a:pt x="0" y="13855"/>
                </a:moveTo>
                <a:lnTo>
                  <a:pt x="4544292"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6" name="Google Shape;36;p13"/>
          <p:cNvPicPr preferRelativeResize="0"/>
          <p:nvPr/>
        </p:nvPicPr>
        <p:blipFill rotWithShape="1">
          <a:blip r:embed="rId2">
            <a:alphaModFix amt="17000"/>
          </a:blip>
          <a:srcRect/>
          <a:stretch/>
        </p:blipFill>
        <p:spPr>
          <a:xfrm>
            <a:off x="6082780" y="9216"/>
            <a:ext cx="6109220" cy="6858000"/>
          </a:xfrm>
          <a:prstGeom prst="rect">
            <a:avLst/>
          </a:prstGeom>
          <a:noFill/>
          <a:ln>
            <a:noFill/>
          </a:ln>
        </p:spPr>
      </p:pic>
      <p:sp>
        <p:nvSpPr>
          <p:cNvPr id="37" name="Google Shape;37;p13"/>
          <p:cNvSpPr>
            <a:spLocks noGrp="1"/>
          </p:cNvSpPr>
          <p:nvPr>
            <p:ph type="pic" idx="2"/>
          </p:nvPr>
        </p:nvSpPr>
        <p:spPr>
          <a:xfrm>
            <a:off x="0" y="0"/>
            <a:ext cx="7645186" cy="6861429"/>
          </a:xfrm>
          <a:prstGeom prst="rect">
            <a:avLst/>
          </a:prstGeom>
          <a:noFill/>
          <a:ln>
            <a:noFill/>
          </a:ln>
        </p:spPr>
        <p:txBody>
          <a:bodyPr/>
          <a:lstStyle/>
          <a:p>
            <a:endParaRPr lang="en-MY"/>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02">
  <p:cSld name="Layout02">
    <p:spTree>
      <p:nvGrpSpPr>
        <p:cNvPr id="1" name="Shape 38"/>
        <p:cNvGrpSpPr/>
        <p:nvPr/>
      </p:nvGrpSpPr>
      <p:grpSpPr>
        <a:xfrm>
          <a:off x="0" y="0"/>
          <a:ext cx="0" cy="0"/>
          <a:chOff x="0" y="0"/>
          <a:chExt cx="0" cy="0"/>
        </a:xfrm>
      </p:grpSpPr>
      <p:sp>
        <p:nvSpPr>
          <p:cNvPr id="39" name="Google Shape;39;p1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40" name="Google Shape;40;p14"/>
          <p:cNvSpPr/>
          <p:nvPr/>
        </p:nvSpPr>
        <p:spPr>
          <a:xfrm>
            <a:off x="3400700"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1" name="Google Shape;41;p14"/>
          <p:cNvSpPr/>
          <p:nvPr/>
        </p:nvSpPr>
        <p:spPr>
          <a:xfrm>
            <a:off x="-237846" y="-3393"/>
            <a:ext cx="3801533" cy="344098"/>
          </a:xfrm>
          <a:custGeom>
            <a:avLst/>
            <a:gdLst/>
            <a:ahLst/>
            <a:cxnLst/>
            <a:rect l="l" t="t" r="r" b="b"/>
            <a:pathLst>
              <a:path w="10556322" h="791286" extrusionOk="0">
                <a:moveTo>
                  <a:pt x="0" y="0"/>
                </a:moveTo>
                <a:lnTo>
                  <a:pt x="9998765" y="0"/>
                </a:lnTo>
                <a:lnTo>
                  <a:pt x="10556322"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2" name="Google Shape;42;p14"/>
          <p:cNvSpPr/>
          <p:nvPr/>
        </p:nvSpPr>
        <p:spPr>
          <a:xfrm>
            <a:off x="3724602"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3" name="Google Shape;4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yout03">
  <p:cSld name="Layout03">
    <p:spTree>
      <p:nvGrpSpPr>
        <p:cNvPr id="1" name="Shape 44"/>
        <p:cNvGrpSpPr/>
        <p:nvPr/>
      </p:nvGrpSpPr>
      <p:grpSpPr>
        <a:xfrm>
          <a:off x="0" y="0"/>
          <a:ext cx="0" cy="0"/>
          <a:chOff x="0" y="0"/>
          <a:chExt cx="0" cy="0"/>
        </a:xfrm>
      </p:grpSpPr>
      <p:sp>
        <p:nvSpPr>
          <p:cNvPr id="45" name="Google Shape;45;p15"/>
          <p:cNvSpPr/>
          <p:nvPr/>
        </p:nvSpPr>
        <p:spPr>
          <a:xfrm>
            <a:off x="64158" y="507763"/>
            <a:ext cx="325728" cy="327043"/>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 name="Google Shape;46;p1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47" name="Google Shape;47;p15"/>
          <p:cNvSpPr/>
          <p:nvPr/>
        </p:nvSpPr>
        <p:spPr>
          <a:xfrm>
            <a:off x="201412" y="344385"/>
            <a:ext cx="638687" cy="64126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 name="Google Shape;4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yout04">
  <p:cSld name="Layout04">
    <p:spTree>
      <p:nvGrpSpPr>
        <p:cNvPr id="1" name="Shape 49"/>
        <p:cNvGrpSpPr/>
        <p:nvPr/>
      </p:nvGrpSpPr>
      <p:grpSpPr>
        <a:xfrm>
          <a:off x="0" y="0"/>
          <a:ext cx="0" cy="0"/>
          <a:chOff x="0" y="0"/>
          <a:chExt cx="0" cy="0"/>
        </a:xfrm>
      </p:grpSpPr>
      <p:sp>
        <p:nvSpPr>
          <p:cNvPr id="50" name="Google Shape;50;p1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51" name="Google Shape;51;p16"/>
          <p:cNvSpPr/>
          <p:nvPr/>
        </p:nvSpPr>
        <p:spPr>
          <a:xfrm>
            <a:off x="-607982" y="448235"/>
            <a:ext cx="1000815" cy="1004858"/>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 name="Google Shape;52;p16"/>
          <p:cNvSpPr txBox="1">
            <a:spLocks noGrp="1"/>
          </p:cNvSpPr>
          <p:nvPr>
            <p:ph type="title"/>
          </p:nvPr>
        </p:nvSpPr>
        <p:spPr>
          <a:xfrm>
            <a:off x="497541" y="311336"/>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05">
  <p:cSld name="Layout05">
    <p:bg>
      <p:bgPr>
        <a:solidFill>
          <a:srgbClr val="6C1D35"/>
        </a:solidFill>
        <a:effectLst/>
      </p:bgPr>
    </p:bg>
    <p:spTree>
      <p:nvGrpSpPr>
        <p:cNvPr id="1" name="Shape 53"/>
        <p:cNvGrpSpPr/>
        <p:nvPr/>
      </p:nvGrpSpPr>
      <p:grpSpPr>
        <a:xfrm>
          <a:off x="0" y="0"/>
          <a:ext cx="0" cy="0"/>
          <a:chOff x="0" y="0"/>
          <a:chExt cx="0" cy="0"/>
        </a:xfrm>
      </p:grpSpPr>
      <p:cxnSp>
        <p:nvCxnSpPr>
          <p:cNvPr id="54" name="Google Shape;54;p17"/>
          <p:cNvCxnSpPr/>
          <p:nvPr/>
        </p:nvCxnSpPr>
        <p:spPr>
          <a:xfrm>
            <a:off x="480645" y="1172309"/>
            <a:ext cx="11711354" cy="0"/>
          </a:xfrm>
          <a:prstGeom prst="straightConnector1">
            <a:avLst/>
          </a:prstGeom>
          <a:noFill/>
          <a:ln w="9525" cap="flat" cmpd="sng">
            <a:solidFill>
              <a:srgbClr val="F2F2F2"/>
            </a:solidFill>
            <a:prstDash val="solid"/>
            <a:miter lim="800000"/>
            <a:headEnd type="none" w="sm" len="sm"/>
            <a:tailEnd type="none" w="sm" len="sm"/>
          </a:ln>
        </p:spPr>
      </p:cxnSp>
      <p:sp>
        <p:nvSpPr>
          <p:cNvPr id="55" name="Google Shape;55;p17"/>
          <p:cNvSpPr/>
          <p:nvPr/>
        </p:nvSpPr>
        <p:spPr>
          <a:xfrm>
            <a:off x="0" y="1101927"/>
            <a:ext cx="2128058" cy="166255"/>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 name="Google Shape;56;p17"/>
          <p:cNvSpPr txBox="1">
            <a:spLocks noGrp="1"/>
          </p:cNvSpPr>
          <p:nvPr>
            <p:ph type="body" idx="1"/>
          </p:nvPr>
        </p:nvSpPr>
        <p:spPr>
          <a:xfrm>
            <a:off x="814385"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2057393" y="188182"/>
            <a:ext cx="7883842" cy="9037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8" name="Google Shape;58;p17"/>
          <p:cNvSpPr txBox="1">
            <a:spLocks noGrp="1"/>
          </p:cNvSpPr>
          <p:nvPr>
            <p:ph type="body" idx="2"/>
          </p:nvPr>
        </p:nvSpPr>
        <p:spPr>
          <a:xfrm>
            <a:off x="4386254"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7"/>
          <p:cNvSpPr txBox="1">
            <a:spLocks noGrp="1"/>
          </p:cNvSpPr>
          <p:nvPr>
            <p:ph type="body" idx="3"/>
          </p:nvPr>
        </p:nvSpPr>
        <p:spPr>
          <a:xfrm>
            <a:off x="7929556"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1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06">
  <p:cSld name="Layout06">
    <p:spTree>
      <p:nvGrpSpPr>
        <p:cNvPr id="1" name="Shape 61"/>
        <p:cNvGrpSpPr/>
        <p:nvPr/>
      </p:nvGrpSpPr>
      <p:grpSpPr>
        <a:xfrm>
          <a:off x="0" y="0"/>
          <a:ext cx="0" cy="0"/>
          <a:chOff x="0" y="0"/>
          <a:chExt cx="0" cy="0"/>
        </a:xfrm>
      </p:grpSpPr>
      <p:cxnSp>
        <p:nvCxnSpPr>
          <p:cNvPr id="62" name="Google Shape;62;p18"/>
          <p:cNvCxnSpPr/>
          <p:nvPr/>
        </p:nvCxnSpPr>
        <p:spPr>
          <a:xfrm>
            <a:off x="480645" y="1465384"/>
            <a:ext cx="11711354" cy="0"/>
          </a:xfrm>
          <a:prstGeom prst="straightConnector1">
            <a:avLst/>
          </a:prstGeom>
          <a:noFill/>
          <a:ln w="9525" cap="flat" cmpd="sng">
            <a:solidFill>
              <a:schemeClr val="accent1"/>
            </a:solidFill>
            <a:prstDash val="solid"/>
            <a:miter lim="800000"/>
            <a:headEnd type="none" w="sm" len="sm"/>
            <a:tailEnd type="none" w="sm" len="sm"/>
          </a:ln>
        </p:spPr>
      </p:cxnSp>
      <p:sp>
        <p:nvSpPr>
          <p:cNvPr id="63" name="Google Shape;63;p18"/>
          <p:cNvSpPr txBox="1">
            <a:spLocks noGrp="1"/>
          </p:cNvSpPr>
          <p:nvPr>
            <p:ph type="title"/>
          </p:nvPr>
        </p:nvSpPr>
        <p:spPr>
          <a:xfrm>
            <a:off x="712787" y="38556"/>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18"/>
          <p:cNvSpPr txBox="1">
            <a:spLocks noGrp="1"/>
          </p:cNvSpPr>
          <p:nvPr>
            <p:ph type="body" idx="1"/>
          </p:nvPr>
        </p:nvSpPr>
        <p:spPr>
          <a:xfrm>
            <a:off x="839788" y="1828799"/>
            <a:ext cx="10261599" cy="67627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600"/>
              <a:buNone/>
              <a:defRPr sz="1600" b="0" i="0">
                <a:latin typeface="Lato"/>
                <a:ea typeface="Lato"/>
                <a:cs typeface="Lato"/>
                <a:sym typeface="Lato"/>
              </a:defRPr>
            </a:lvl1pPr>
            <a:lvl2pPr marL="914400" lvl="1" indent="-228600" algn="l">
              <a:lnSpc>
                <a:spcPct val="90000"/>
              </a:lnSpc>
              <a:spcBef>
                <a:spcPts val="500"/>
              </a:spcBef>
              <a:spcAft>
                <a:spcPts val="0"/>
              </a:spcAft>
              <a:buClr>
                <a:srgbClr val="595959"/>
              </a:buClr>
              <a:buSzPts val="2000"/>
              <a:buNone/>
              <a:defRPr sz="2000" b="1"/>
            </a:lvl2pPr>
            <a:lvl3pPr marL="1371600" lvl="2" indent="-228600" algn="l">
              <a:lnSpc>
                <a:spcPct val="90000"/>
              </a:lnSpc>
              <a:spcBef>
                <a:spcPts val="500"/>
              </a:spcBef>
              <a:spcAft>
                <a:spcPts val="0"/>
              </a:spcAft>
              <a:buClr>
                <a:srgbClr val="595959"/>
              </a:buClr>
              <a:buSzPts val="1800"/>
              <a:buNone/>
              <a:defRPr sz="1800" b="1"/>
            </a:lvl3pPr>
            <a:lvl4pPr marL="1828800" lvl="3" indent="-228600" algn="l">
              <a:lnSpc>
                <a:spcPct val="90000"/>
              </a:lnSpc>
              <a:spcBef>
                <a:spcPts val="500"/>
              </a:spcBef>
              <a:spcAft>
                <a:spcPts val="0"/>
              </a:spcAft>
              <a:buClr>
                <a:srgbClr val="595959"/>
              </a:buClr>
              <a:buSzPts val="1600"/>
              <a:buNone/>
              <a:defRPr sz="1600" b="1"/>
            </a:lvl4pPr>
            <a:lvl5pPr marL="2286000" lvl="4" indent="-228600" algn="l">
              <a:lnSpc>
                <a:spcPct val="90000"/>
              </a:lnSpc>
              <a:spcBef>
                <a:spcPts val="500"/>
              </a:spcBef>
              <a:spcAft>
                <a:spcPts val="0"/>
              </a:spcAft>
              <a:buClr>
                <a:srgbClr val="5959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5" name="Google Shape;65;p1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18"/>
          <p:cNvSpPr/>
          <p:nvPr/>
        </p:nvSpPr>
        <p:spPr>
          <a:xfrm>
            <a:off x="0" y="1383280"/>
            <a:ext cx="2128058" cy="16625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08">
  <p:cSld name="Layout08">
    <p:spTree>
      <p:nvGrpSpPr>
        <p:cNvPr id="1" name="Shape 67"/>
        <p:cNvGrpSpPr/>
        <p:nvPr/>
      </p:nvGrpSpPr>
      <p:grpSpPr>
        <a:xfrm>
          <a:off x="0" y="0"/>
          <a:ext cx="0" cy="0"/>
          <a:chOff x="0" y="0"/>
          <a:chExt cx="0" cy="0"/>
        </a:xfrm>
      </p:grpSpPr>
      <p:sp>
        <p:nvSpPr>
          <p:cNvPr id="68" name="Google Shape;68;p19"/>
          <p:cNvSpPr/>
          <p:nvPr/>
        </p:nvSpPr>
        <p:spPr>
          <a:xfrm>
            <a:off x="3708"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9" name="Google Shape;69;p19"/>
          <p:cNvSpPr/>
          <p:nvPr/>
        </p:nvSpPr>
        <p:spPr>
          <a:xfrm rot="10800000">
            <a:off x="4596135"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70" name="Google Shape;70;p19"/>
          <p:cNvCxnSpPr/>
          <p:nvPr/>
        </p:nvCxnSpPr>
        <p:spPr>
          <a:xfrm>
            <a:off x="0" y="6534150"/>
            <a:ext cx="0" cy="0"/>
          </a:xfrm>
          <a:prstGeom prst="straightConnector1">
            <a:avLst/>
          </a:prstGeom>
          <a:noFill/>
          <a:ln w="19050" cap="flat" cmpd="sng">
            <a:solidFill>
              <a:srgbClr val="D8D8D8"/>
            </a:solidFill>
            <a:prstDash val="solid"/>
            <a:miter lim="800000"/>
            <a:headEnd type="none" w="sm" len="sm"/>
            <a:tailEnd type="none" w="sm" len="sm"/>
          </a:ln>
        </p:spPr>
      </p:cxnSp>
      <p:sp>
        <p:nvSpPr>
          <p:cNvPr id="71" name="Google Shape;71;p1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72" name="Google Shape;72;p19"/>
          <p:cNvSpPr>
            <a:spLocks noGrp="1"/>
          </p:cNvSpPr>
          <p:nvPr>
            <p:ph type="pic" idx="2"/>
          </p:nvPr>
        </p:nvSpPr>
        <p:spPr>
          <a:xfrm>
            <a:off x="103240" y="0"/>
            <a:ext cx="5615898" cy="6442797"/>
          </a:xfrm>
          <a:prstGeom prst="flowChartInputOutput">
            <a:avLst/>
          </a:prstGeom>
          <a:noFill/>
          <a:ln>
            <a:noFill/>
          </a:ln>
        </p:spPr>
      </p:sp>
      <p:sp>
        <p:nvSpPr>
          <p:cNvPr id="73" name="Google Shape;73;p19"/>
          <p:cNvSpPr txBox="1">
            <a:spLocks noGrp="1"/>
          </p:cNvSpPr>
          <p:nvPr>
            <p:ph type="title"/>
          </p:nvPr>
        </p:nvSpPr>
        <p:spPr>
          <a:xfrm>
            <a:off x="6201508" y="2686295"/>
            <a:ext cx="5562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09">
  <p:cSld name="Layout09">
    <p:spTree>
      <p:nvGrpSpPr>
        <p:cNvPr id="1" name="Shape 74"/>
        <p:cNvGrpSpPr/>
        <p:nvPr/>
      </p:nvGrpSpPr>
      <p:grpSpPr>
        <a:xfrm>
          <a:off x="0" y="0"/>
          <a:ext cx="0" cy="0"/>
          <a:chOff x="0" y="0"/>
          <a:chExt cx="0" cy="0"/>
        </a:xfrm>
      </p:grpSpPr>
      <p:sp>
        <p:nvSpPr>
          <p:cNvPr id="75" name="Google Shape;75;p20"/>
          <p:cNvSpPr/>
          <p:nvPr/>
        </p:nvSpPr>
        <p:spPr>
          <a:xfrm>
            <a:off x="4778476" y="819148"/>
            <a:ext cx="7413523" cy="4976967"/>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6" name="Google Shape;76;p20"/>
          <p:cNvSpPr txBox="1">
            <a:spLocks noGrp="1"/>
          </p:cNvSpPr>
          <p:nvPr>
            <p:ph type="title"/>
          </p:nvPr>
        </p:nvSpPr>
        <p:spPr>
          <a:xfrm>
            <a:off x="5153891" y="1316968"/>
            <a:ext cx="6480896" cy="11312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7" name="Google Shape;77;p20"/>
          <p:cNvSpPr>
            <a:spLocks noGrp="1"/>
          </p:cNvSpPr>
          <p:nvPr>
            <p:ph type="pic" idx="2"/>
          </p:nvPr>
        </p:nvSpPr>
        <p:spPr>
          <a:xfrm>
            <a:off x="0" y="0"/>
            <a:ext cx="4763924" cy="6356350"/>
          </a:xfrm>
          <a:prstGeom prst="rect">
            <a:avLst/>
          </a:prstGeom>
          <a:noFill/>
          <a:ln>
            <a:noFill/>
          </a:ln>
        </p:spPr>
      </p:sp>
      <p:sp>
        <p:nvSpPr>
          <p:cNvPr id="78" name="Google Shape;78;p20"/>
          <p:cNvSpPr txBox="1">
            <a:spLocks noGrp="1"/>
          </p:cNvSpPr>
          <p:nvPr>
            <p:ph type="body" idx="1"/>
          </p:nvPr>
        </p:nvSpPr>
        <p:spPr>
          <a:xfrm>
            <a:off x="5153890" y="2580967"/>
            <a:ext cx="6480897" cy="25957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b="0" i="0">
                <a:solidFill>
                  <a:schemeClr val="lt1"/>
                </a:solidFill>
                <a:latin typeface="Lato"/>
                <a:ea typeface="Lato"/>
                <a:cs typeface="Lato"/>
                <a:sym typeface="Lato"/>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10">
  <p:cSld name="Layout10">
    <p:spTree>
      <p:nvGrpSpPr>
        <p:cNvPr id="1" name="Shape 80"/>
        <p:cNvGrpSpPr/>
        <p:nvPr/>
      </p:nvGrpSpPr>
      <p:grpSpPr>
        <a:xfrm>
          <a:off x="0" y="0"/>
          <a:ext cx="0" cy="0"/>
          <a:chOff x="0" y="0"/>
          <a:chExt cx="0" cy="0"/>
        </a:xfrm>
      </p:grpSpPr>
      <p:sp>
        <p:nvSpPr>
          <p:cNvPr id="81" name="Google Shape;81;p21"/>
          <p:cNvSpPr/>
          <p:nvPr/>
        </p:nvSpPr>
        <p:spPr>
          <a:xfrm>
            <a:off x="0" y="-13856"/>
            <a:ext cx="8423564" cy="6871855"/>
          </a:xfrm>
          <a:custGeom>
            <a:avLst/>
            <a:gdLst/>
            <a:ahLst/>
            <a:cxnLst/>
            <a:rect l="l" t="t" r="r" b="b"/>
            <a:pathLst>
              <a:path w="8423564" h="6871855" extrusionOk="0">
                <a:moveTo>
                  <a:pt x="0" y="13855"/>
                </a:moveTo>
                <a:lnTo>
                  <a:pt x="8423564"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2" name="Google Shape;82;p21"/>
          <p:cNvSpPr txBox="1">
            <a:spLocks noGrp="1"/>
          </p:cNvSpPr>
          <p:nvPr>
            <p:ph type="title"/>
          </p:nvPr>
        </p:nvSpPr>
        <p:spPr>
          <a:xfrm>
            <a:off x="7120335" y="4237932"/>
            <a:ext cx="4677218" cy="187899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3" name="Google Shape;83;p21"/>
          <p:cNvSpPr>
            <a:spLocks noGrp="1"/>
          </p:cNvSpPr>
          <p:nvPr>
            <p:ph type="pic" idx="2"/>
          </p:nvPr>
        </p:nvSpPr>
        <p:spPr>
          <a:xfrm>
            <a:off x="0" y="-13856"/>
            <a:ext cx="7647882" cy="6871856"/>
          </a:xfrm>
          <a:prstGeom prst="parallelogram">
            <a:avLst>
              <a:gd name="adj" fmla="val 33669"/>
            </a:avLst>
          </a:prstGeom>
          <a:noFill/>
          <a:ln>
            <a:noFill/>
          </a:ln>
        </p:spPr>
      </p:sp>
      <p:sp>
        <p:nvSpPr>
          <p:cNvPr id="84" name="Google Shape;84;p2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pic>
        <p:nvPicPr>
          <p:cNvPr id="85" name="Google Shape;85;p21"/>
          <p:cNvPicPr preferRelativeResize="0"/>
          <p:nvPr/>
        </p:nvPicPr>
        <p:blipFill rotWithShape="1">
          <a:blip r:embed="rId2">
            <a:alphaModFix/>
          </a:blip>
          <a:srcRect/>
          <a:stretch/>
        </p:blipFill>
        <p:spPr>
          <a:xfrm>
            <a:off x="838200" y="6513174"/>
            <a:ext cx="2824372" cy="15826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ayout11">
  <p:cSld name="Layout11">
    <p:bg>
      <p:bgPr>
        <a:solidFill>
          <a:srgbClr val="6C1D35"/>
        </a:solidFill>
        <a:effectLst/>
      </p:bgPr>
    </p:bg>
    <p:spTree>
      <p:nvGrpSpPr>
        <p:cNvPr id="1" name="Shape 86"/>
        <p:cNvGrpSpPr/>
        <p:nvPr/>
      </p:nvGrpSpPr>
      <p:grpSpPr>
        <a:xfrm>
          <a:off x="0" y="0"/>
          <a:ext cx="0" cy="0"/>
          <a:chOff x="0" y="0"/>
          <a:chExt cx="0" cy="0"/>
        </a:xfrm>
      </p:grpSpPr>
      <p:sp>
        <p:nvSpPr>
          <p:cNvPr id="87" name="Google Shape;87;p2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88" name="Google Shape;8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600" b="1">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12">
  <p:cSld name="Layout12">
    <p:spTree>
      <p:nvGrpSpPr>
        <p:cNvPr id="1" name="Shape 89"/>
        <p:cNvGrpSpPr/>
        <p:nvPr/>
      </p:nvGrpSpPr>
      <p:grpSpPr>
        <a:xfrm>
          <a:off x="0" y="0"/>
          <a:ext cx="0" cy="0"/>
          <a:chOff x="0" y="0"/>
          <a:chExt cx="0" cy="0"/>
        </a:xfrm>
      </p:grpSpPr>
      <p:sp>
        <p:nvSpPr>
          <p:cNvPr id="90" name="Google Shape;90;p23"/>
          <p:cNvSpPr>
            <a:spLocks noGrp="1"/>
          </p:cNvSpPr>
          <p:nvPr>
            <p:ph type="pic" idx="2"/>
          </p:nvPr>
        </p:nvSpPr>
        <p:spPr>
          <a:xfrm>
            <a:off x="-1" y="-2358"/>
            <a:ext cx="7753847" cy="6863012"/>
          </a:xfrm>
          <a:prstGeom prst="rect">
            <a:avLst/>
          </a:prstGeom>
          <a:noFill/>
          <a:ln>
            <a:noFill/>
          </a:ln>
        </p:spPr>
      </p:sp>
      <p:sp>
        <p:nvSpPr>
          <p:cNvPr id="91" name="Google Shape;91;p23"/>
          <p:cNvSpPr/>
          <p:nvPr/>
        </p:nvSpPr>
        <p:spPr>
          <a:xfrm>
            <a:off x="9476509" y="1"/>
            <a:ext cx="2715490" cy="6880888"/>
          </a:xfrm>
          <a:prstGeom prst="rect">
            <a:avLst/>
          </a:prstGeom>
          <a:solidFill>
            <a:srgbClr val="4B47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2;p23"/>
          <p:cNvSpPr/>
          <p:nvPr/>
        </p:nvSpPr>
        <p:spPr>
          <a:xfrm rot="10800000">
            <a:off x="5250869" y="-1"/>
            <a:ext cx="6858001" cy="688570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23"/>
          <p:cNvSpPr txBox="1">
            <a:spLocks noGrp="1"/>
          </p:cNvSpPr>
          <p:nvPr>
            <p:ph type="title"/>
          </p:nvPr>
        </p:nvSpPr>
        <p:spPr>
          <a:xfrm>
            <a:off x="5832762" y="1995054"/>
            <a:ext cx="3768438" cy="308956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1">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4" name="Google Shape;94;p2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None/>
              <a:defRPr sz="1200" b="0" i="0" u="none" strike="noStrike" cap="none">
                <a:solidFill>
                  <a:schemeClr val="lt1"/>
                </a:solidFill>
                <a:latin typeface="Roboto"/>
                <a:ea typeface="Roboto"/>
                <a:cs typeface="Roboto"/>
                <a:sym typeface="Roboto"/>
              </a:defRPr>
            </a:lvl1pPr>
            <a:lvl2pPr marL="0" marR="0" lvl="1" indent="0" algn="ctr">
              <a:spcBef>
                <a:spcPts val="0"/>
              </a:spcBef>
              <a:spcAft>
                <a:spcPts val="0"/>
              </a:spcAft>
              <a:buNone/>
              <a:defRPr sz="1200" b="0" i="0" u="none" strike="noStrike" cap="none">
                <a:solidFill>
                  <a:schemeClr val="lt1"/>
                </a:solidFill>
                <a:latin typeface="Roboto"/>
                <a:ea typeface="Roboto"/>
                <a:cs typeface="Roboto"/>
                <a:sym typeface="Roboto"/>
              </a:defRPr>
            </a:lvl2pPr>
            <a:lvl3pPr marL="0" marR="0" lvl="2" indent="0" algn="ctr">
              <a:spcBef>
                <a:spcPts val="0"/>
              </a:spcBef>
              <a:spcAft>
                <a:spcPts val="0"/>
              </a:spcAft>
              <a:buNone/>
              <a:defRPr sz="1200" b="0" i="0" u="none" strike="noStrike" cap="none">
                <a:solidFill>
                  <a:schemeClr val="lt1"/>
                </a:solidFill>
                <a:latin typeface="Roboto"/>
                <a:ea typeface="Roboto"/>
                <a:cs typeface="Roboto"/>
                <a:sym typeface="Roboto"/>
              </a:defRPr>
            </a:lvl3pPr>
            <a:lvl4pPr marL="0" marR="0" lvl="3" indent="0" algn="ctr">
              <a:spcBef>
                <a:spcPts val="0"/>
              </a:spcBef>
              <a:spcAft>
                <a:spcPts val="0"/>
              </a:spcAft>
              <a:buNone/>
              <a:defRPr sz="1200" b="0" i="0" u="none" strike="noStrike" cap="none">
                <a:solidFill>
                  <a:schemeClr val="lt1"/>
                </a:solidFill>
                <a:latin typeface="Roboto"/>
                <a:ea typeface="Roboto"/>
                <a:cs typeface="Roboto"/>
                <a:sym typeface="Roboto"/>
              </a:defRPr>
            </a:lvl4pPr>
            <a:lvl5pPr marL="0" marR="0" lvl="4" indent="0" algn="ctr">
              <a:spcBef>
                <a:spcPts val="0"/>
              </a:spcBef>
              <a:spcAft>
                <a:spcPts val="0"/>
              </a:spcAft>
              <a:buNone/>
              <a:defRPr sz="1200" b="0" i="0" u="none" strike="noStrike" cap="none">
                <a:solidFill>
                  <a:schemeClr val="lt1"/>
                </a:solidFill>
                <a:latin typeface="Roboto"/>
                <a:ea typeface="Roboto"/>
                <a:cs typeface="Roboto"/>
                <a:sym typeface="Roboto"/>
              </a:defRPr>
            </a:lvl5pPr>
            <a:lvl6pPr marL="0" marR="0" lvl="5" indent="0" algn="ctr">
              <a:spcBef>
                <a:spcPts val="0"/>
              </a:spcBef>
              <a:spcAft>
                <a:spcPts val="0"/>
              </a:spcAft>
              <a:buNone/>
              <a:defRPr sz="1200" b="0" i="0" u="none" strike="noStrike" cap="none">
                <a:solidFill>
                  <a:schemeClr val="lt1"/>
                </a:solidFill>
                <a:latin typeface="Roboto"/>
                <a:ea typeface="Roboto"/>
                <a:cs typeface="Roboto"/>
                <a:sym typeface="Roboto"/>
              </a:defRPr>
            </a:lvl6pPr>
            <a:lvl7pPr marL="0" marR="0" lvl="6" indent="0" algn="ctr">
              <a:spcBef>
                <a:spcPts val="0"/>
              </a:spcBef>
              <a:spcAft>
                <a:spcPts val="0"/>
              </a:spcAft>
              <a:buNone/>
              <a:defRPr sz="1200" b="0" i="0" u="none" strike="noStrike" cap="none">
                <a:solidFill>
                  <a:schemeClr val="lt1"/>
                </a:solidFill>
                <a:latin typeface="Roboto"/>
                <a:ea typeface="Roboto"/>
                <a:cs typeface="Roboto"/>
                <a:sym typeface="Roboto"/>
              </a:defRPr>
            </a:lvl7pPr>
            <a:lvl8pPr marL="0" marR="0" lvl="7" indent="0" algn="ctr">
              <a:spcBef>
                <a:spcPts val="0"/>
              </a:spcBef>
              <a:spcAft>
                <a:spcPts val="0"/>
              </a:spcAft>
              <a:buNone/>
              <a:defRPr sz="1200" b="0" i="0" u="none" strike="noStrike" cap="none">
                <a:solidFill>
                  <a:schemeClr val="lt1"/>
                </a:solidFill>
                <a:latin typeface="Roboto"/>
                <a:ea typeface="Roboto"/>
                <a:cs typeface="Roboto"/>
                <a:sym typeface="Roboto"/>
              </a:defRPr>
            </a:lvl8pPr>
            <a:lvl9pPr marL="0" marR="0" lvl="8" indent="0" algn="ctr">
              <a:spcBef>
                <a:spcPts val="0"/>
              </a:spcBef>
              <a:spcAft>
                <a:spcPts val="0"/>
              </a:spcAft>
              <a:buNone/>
              <a:defRPr sz="1200" b="0" i="0" u="none" strike="noStrike" cap="none">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ayout13">
  <p:cSld name="Layout13">
    <p:spTree>
      <p:nvGrpSpPr>
        <p:cNvPr id="1" name="Shape 95"/>
        <p:cNvGrpSpPr/>
        <p:nvPr/>
      </p:nvGrpSpPr>
      <p:grpSpPr>
        <a:xfrm>
          <a:off x="0" y="0"/>
          <a:ext cx="0" cy="0"/>
          <a:chOff x="0" y="0"/>
          <a:chExt cx="0" cy="0"/>
        </a:xfrm>
      </p:grpSpPr>
      <p:sp>
        <p:nvSpPr>
          <p:cNvPr id="96" name="Google Shape;96;p24"/>
          <p:cNvSpPr/>
          <p:nvPr/>
        </p:nvSpPr>
        <p:spPr>
          <a:xfrm>
            <a:off x="6350" y="1"/>
            <a:ext cx="4329113" cy="6880888"/>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7" name="Google Shape;97;p24"/>
          <p:cNvPicPr preferRelativeResize="0"/>
          <p:nvPr/>
        </p:nvPicPr>
        <p:blipFill rotWithShape="1">
          <a:blip r:embed="rId2">
            <a:alphaModFix amt="11000"/>
          </a:blip>
          <a:srcRect/>
          <a:stretch/>
        </p:blipFill>
        <p:spPr>
          <a:xfrm>
            <a:off x="0" y="-1"/>
            <a:ext cx="4336976" cy="6858000"/>
          </a:xfrm>
          <a:prstGeom prst="rect">
            <a:avLst/>
          </a:prstGeom>
          <a:noFill/>
          <a:ln>
            <a:noFill/>
          </a:ln>
        </p:spPr>
      </p:pic>
      <p:sp>
        <p:nvSpPr>
          <p:cNvPr id="98" name="Google Shape;98;p24"/>
          <p:cNvSpPr/>
          <p:nvPr/>
        </p:nvSpPr>
        <p:spPr>
          <a:xfrm>
            <a:off x="1431389" y="0"/>
            <a:ext cx="1662113" cy="6826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9" name="Google Shape;99;p2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00" name="Google Shape;100;p24"/>
          <p:cNvSpPr txBox="1">
            <a:spLocks noGrp="1"/>
          </p:cNvSpPr>
          <p:nvPr>
            <p:ph type="title"/>
          </p:nvPr>
        </p:nvSpPr>
        <p:spPr>
          <a:xfrm>
            <a:off x="352821" y="2616709"/>
            <a:ext cx="3523452" cy="105276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0"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1" name="Google Shape;101;p24"/>
          <p:cNvSpPr txBox="1">
            <a:spLocks noGrp="1"/>
          </p:cNvSpPr>
          <p:nvPr>
            <p:ph type="body" idx="1"/>
          </p:nvPr>
        </p:nvSpPr>
        <p:spPr>
          <a:xfrm>
            <a:off x="352821" y="3880241"/>
            <a:ext cx="3523452" cy="116677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2F2F2"/>
              </a:buClr>
              <a:buSzPts val="1600"/>
              <a:buNone/>
              <a:defRPr sz="1600" b="0" i="0">
                <a:solidFill>
                  <a:srgbClr val="F2F2F2"/>
                </a:solidFill>
                <a:latin typeface="Lato"/>
                <a:ea typeface="Lato"/>
                <a:cs typeface="Lato"/>
                <a:sym typeface="Lato"/>
              </a:defRPr>
            </a:lvl1pPr>
            <a:lvl2pPr marL="914400" lvl="1" indent="-228600" algn="l">
              <a:lnSpc>
                <a:spcPct val="90000"/>
              </a:lnSpc>
              <a:spcBef>
                <a:spcPts val="500"/>
              </a:spcBef>
              <a:spcAft>
                <a:spcPts val="0"/>
              </a:spcAft>
              <a:buClr>
                <a:srgbClr val="595959"/>
              </a:buClr>
              <a:buSzPts val="1400"/>
              <a:buNone/>
              <a:defRPr sz="1400"/>
            </a:lvl2pPr>
            <a:lvl3pPr marL="1371600" lvl="2" indent="-228600" algn="l">
              <a:lnSpc>
                <a:spcPct val="90000"/>
              </a:lnSpc>
              <a:spcBef>
                <a:spcPts val="500"/>
              </a:spcBef>
              <a:spcAft>
                <a:spcPts val="0"/>
              </a:spcAft>
              <a:buClr>
                <a:srgbClr val="595959"/>
              </a:buClr>
              <a:buSzPts val="1200"/>
              <a:buNone/>
              <a:defRPr sz="1200"/>
            </a:lvl3pPr>
            <a:lvl4pPr marL="1828800" lvl="3" indent="-228600" algn="l">
              <a:lnSpc>
                <a:spcPct val="90000"/>
              </a:lnSpc>
              <a:spcBef>
                <a:spcPts val="500"/>
              </a:spcBef>
              <a:spcAft>
                <a:spcPts val="0"/>
              </a:spcAft>
              <a:buClr>
                <a:srgbClr val="595959"/>
              </a:buClr>
              <a:buSzPts val="1000"/>
              <a:buNone/>
              <a:defRPr sz="1000"/>
            </a:lvl4pPr>
            <a:lvl5pPr marL="2286000" lvl="4" indent="-228600" algn="l">
              <a:lnSpc>
                <a:spcPct val="90000"/>
              </a:lnSpc>
              <a:spcBef>
                <a:spcPts val="500"/>
              </a:spcBef>
              <a:spcAft>
                <a:spcPts val="0"/>
              </a:spcAft>
              <a:buClr>
                <a:srgbClr val="5959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2" name="Google Shape;102;p24"/>
          <p:cNvSpPr>
            <a:spLocks noGrp="1"/>
          </p:cNvSpPr>
          <p:nvPr>
            <p:ph type="pic" idx="2"/>
          </p:nvPr>
        </p:nvSpPr>
        <p:spPr>
          <a:xfrm>
            <a:off x="4322618" y="0"/>
            <a:ext cx="7552707" cy="6858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yout14">
  <p:cSld name="Layout14">
    <p:spTree>
      <p:nvGrpSpPr>
        <p:cNvPr id="1" name="Shape 103"/>
        <p:cNvGrpSpPr/>
        <p:nvPr/>
      </p:nvGrpSpPr>
      <p:grpSpPr>
        <a:xfrm>
          <a:off x="0" y="0"/>
          <a:ext cx="0" cy="0"/>
          <a:chOff x="0" y="0"/>
          <a:chExt cx="0" cy="0"/>
        </a:xfrm>
      </p:grpSpPr>
      <p:sp>
        <p:nvSpPr>
          <p:cNvPr id="104" name="Google Shape;104;p25"/>
          <p:cNvSpPr/>
          <p:nvPr/>
        </p:nvSpPr>
        <p:spPr>
          <a:xfrm>
            <a:off x="-324" y="-2845"/>
            <a:ext cx="2589145"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alpha val="7686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2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06" name="Google Shape;10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ayout15">
  <p:cSld name="Layout15">
    <p:bg>
      <p:bgPr>
        <a:solidFill>
          <a:srgbClr val="6C1D35"/>
        </a:solidFill>
        <a:effectLst/>
      </p:bgPr>
    </p:bg>
    <p:spTree>
      <p:nvGrpSpPr>
        <p:cNvPr id="1" name="Shape 107"/>
        <p:cNvGrpSpPr/>
        <p:nvPr/>
      </p:nvGrpSpPr>
      <p:grpSpPr>
        <a:xfrm>
          <a:off x="0" y="0"/>
          <a:ext cx="0" cy="0"/>
          <a:chOff x="0" y="0"/>
          <a:chExt cx="0" cy="0"/>
        </a:xfrm>
      </p:grpSpPr>
      <p:sp>
        <p:nvSpPr>
          <p:cNvPr id="108" name="Google Shape;108;p26"/>
          <p:cNvSpPr/>
          <p:nvPr/>
        </p:nvSpPr>
        <p:spPr>
          <a:xfrm rot="5400000">
            <a:off x="5964357" y="-1538287"/>
            <a:ext cx="134938" cy="3211512"/>
          </a:xfrm>
          <a:prstGeom prst="rect">
            <a:avLst/>
          </a:pr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9" name="Google Shape;10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2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ayout16">
  <p:cSld name="Layout16">
    <p:bg>
      <p:bgPr>
        <a:solidFill>
          <a:srgbClr val="F2F2F2">
            <a:alpha val="33725"/>
          </a:srgbClr>
        </a:solidFill>
        <a:effectLst/>
      </p:bgPr>
    </p:bg>
    <p:spTree>
      <p:nvGrpSpPr>
        <p:cNvPr id="1" name="Shape 111"/>
        <p:cNvGrpSpPr/>
        <p:nvPr/>
      </p:nvGrpSpPr>
      <p:grpSpPr>
        <a:xfrm>
          <a:off x="0" y="0"/>
          <a:ext cx="0" cy="0"/>
          <a:chOff x="0" y="0"/>
          <a:chExt cx="0" cy="0"/>
        </a:xfrm>
      </p:grpSpPr>
      <p:sp>
        <p:nvSpPr>
          <p:cNvPr id="112" name="Google Shape;112;p27"/>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27"/>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4" name="Google Shape;114;p27"/>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5" name="Google Shape;115;p2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16" name="Google Shape;116;p27"/>
          <p:cNvSpPr txBox="1">
            <a:spLocks noGrp="1"/>
          </p:cNvSpPr>
          <p:nvPr>
            <p:ph type="title"/>
          </p:nvPr>
        </p:nvSpPr>
        <p:spPr>
          <a:xfrm>
            <a:off x="1389318"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ayout17">
  <p:cSld name="Layout17">
    <p:bg>
      <p:bgPr>
        <a:solidFill>
          <a:srgbClr val="F2F2F2">
            <a:alpha val="33725"/>
          </a:srgbClr>
        </a:solidFill>
        <a:effectLst/>
      </p:bgPr>
    </p:bg>
    <p:spTree>
      <p:nvGrpSpPr>
        <p:cNvPr id="1" name="Shape 117"/>
        <p:cNvGrpSpPr/>
        <p:nvPr/>
      </p:nvGrpSpPr>
      <p:grpSpPr>
        <a:xfrm>
          <a:off x="0" y="0"/>
          <a:ext cx="0" cy="0"/>
          <a:chOff x="0" y="0"/>
          <a:chExt cx="0" cy="0"/>
        </a:xfrm>
      </p:grpSpPr>
      <p:sp>
        <p:nvSpPr>
          <p:cNvPr id="118" name="Google Shape;118;p28"/>
          <p:cNvSpPr/>
          <p:nvPr/>
        </p:nvSpPr>
        <p:spPr>
          <a:xfrm>
            <a:off x="8688288" y="253363"/>
            <a:ext cx="1091121" cy="781258"/>
          </a:xfrm>
          <a:custGeom>
            <a:avLst/>
            <a:gdLst/>
            <a:ahLst/>
            <a:cxnLst/>
            <a:rect l="l" t="t" r="r" b="b"/>
            <a:pathLst>
              <a:path w="1110304" h="794993" extrusionOk="0">
                <a:moveTo>
                  <a:pt x="0" y="0"/>
                </a:moveTo>
                <a:lnTo>
                  <a:pt x="668996" y="0"/>
                </a:lnTo>
                <a:lnTo>
                  <a:pt x="1110304" y="794993"/>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9" name="Google Shape;119;p28"/>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0" name="Google Shape;120;p28"/>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1" name="Google Shape;121;p28"/>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2" name="Google Shape;122;p2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23" name="Google Shape;123;p28"/>
          <p:cNvSpPr txBox="1">
            <a:spLocks noGrp="1"/>
          </p:cNvSpPr>
          <p:nvPr>
            <p:ph type="title"/>
          </p:nvPr>
        </p:nvSpPr>
        <p:spPr>
          <a:xfrm>
            <a:off x="1391093"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ayout18">
  <p:cSld name="Layout18">
    <p:spTree>
      <p:nvGrpSpPr>
        <p:cNvPr id="1" name="Shape 124"/>
        <p:cNvGrpSpPr/>
        <p:nvPr/>
      </p:nvGrpSpPr>
      <p:grpSpPr>
        <a:xfrm>
          <a:off x="0" y="0"/>
          <a:ext cx="0" cy="0"/>
          <a:chOff x="0" y="0"/>
          <a:chExt cx="0" cy="0"/>
        </a:xfrm>
      </p:grpSpPr>
      <p:sp>
        <p:nvSpPr>
          <p:cNvPr id="125" name="Google Shape;125;p29"/>
          <p:cNvSpPr/>
          <p:nvPr/>
        </p:nvSpPr>
        <p:spPr>
          <a:xfrm flipH="1">
            <a:off x="0" y="0"/>
            <a:ext cx="12192000" cy="6329548"/>
          </a:xfrm>
          <a:custGeom>
            <a:avLst/>
            <a:gdLst/>
            <a:ahLst/>
            <a:cxnLst/>
            <a:rect l="l" t="t" r="r" b="b"/>
            <a:pathLst>
              <a:path w="10003" h="10000" extrusionOk="0">
                <a:moveTo>
                  <a:pt x="3" y="5641"/>
                </a:moveTo>
                <a:lnTo>
                  <a:pt x="2003" y="0"/>
                </a:lnTo>
                <a:lnTo>
                  <a:pt x="10003" y="0"/>
                </a:lnTo>
                <a:lnTo>
                  <a:pt x="10003" y="10000"/>
                </a:lnTo>
                <a:lnTo>
                  <a:pt x="3" y="10000"/>
                </a:lnTo>
                <a:cubicBezTo>
                  <a:pt x="-7" y="8290"/>
                  <a:pt x="13" y="7351"/>
                  <a:pt x="3" y="5641"/>
                </a:cubicBezTo>
                <a:close/>
              </a:path>
            </a:pathLst>
          </a:custGeom>
          <a:solidFill>
            <a:srgbClr val="6C1D35"/>
          </a:solidFill>
          <a:ln w="12700" cap="flat" cmpd="sng">
            <a:solidFill>
              <a:srgbClr val="5F192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6" name="Google Shape;126;p29"/>
          <p:cNvSpPr txBox="1">
            <a:spLocks noGrp="1"/>
          </p:cNvSpPr>
          <p:nvPr>
            <p:ph type="title"/>
          </p:nvPr>
        </p:nvSpPr>
        <p:spPr>
          <a:xfrm>
            <a:off x="1804589" y="430242"/>
            <a:ext cx="8686800" cy="9663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7" name="Google Shape;127;p2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yout19">
  <p:cSld name="Layout19">
    <p:spTree>
      <p:nvGrpSpPr>
        <p:cNvPr id="1" name="Shape 128"/>
        <p:cNvGrpSpPr/>
        <p:nvPr/>
      </p:nvGrpSpPr>
      <p:grpSpPr>
        <a:xfrm>
          <a:off x="0" y="0"/>
          <a:ext cx="0" cy="0"/>
          <a:chOff x="0" y="0"/>
          <a:chExt cx="0" cy="0"/>
        </a:xfrm>
      </p:grpSpPr>
      <p:sp>
        <p:nvSpPr>
          <p:cNvPr id="129" name="Google Shape;129;p30"/>
          <p:cNvSpPr/>
          <p:nvPr/>
        </p:nvSpPr>
        <p:spPr>
          <a:xfrm>
            <a:off x="0" y="3049589"/>
            <a:ext cx="12192000" cy="3808412"/>
          </a:xfrm>
          <a:prstGeom prst="rect">
            <a:avLst/>
          </a:prstGeom>
          <a:solidFill>
            <a:schemeClr val="lt1">
              <a:alpha val="6862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130;p30"/>
          <p:cNvSpPr>
            <a:spLocks noGrp="1"/>
          </p:cNvSpPr>
          <p:nvPr>
            <p:ph type="pic" idx="2"/>
          </p:nvPr>
        </p:nvSpPr>
        <p:spPr>
          <a:xfrm>
            <a:off x="0" y="-11393"/>
            <a:ext cx="12192000" cy="3060981"/>
          </a:xfrm>
          <a:prstGeom prst="rect">
            <a:avLst/>
          </a:prstGeom>
          <a:noFill/>
          <a:ln>
            <a:noFill/>
          </a:ln>
        </p:spPr>
      </p:sp>
      <p:sp>
        <p:nvSpPr>
          <p:cNvPr id="131" name="Google Shape;131;p3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yout20">
  <p:cSld name="Layout20">
    <p:bg>
      <p:bgPr>
        <a:solidFill>
          <a:srgbClr val="4B473E"/>
        </a:solidFill>
        <a:effectLst/>
      </p:bgPr>
    </p:bg>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4" name="Google Shape;134;p3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cxnSp>
        <p:nvCxnSpPr>
          <p:cNvPr id="135" name="Google Shape;135;p31"/>
          <p:cNvCxnSpPr/>
          <p:nvPr/>
        </p:nvCxnSpPr>
        <p:spPr>
          <a:xfrm>
            <a:off x="-12700" y="101600"/>
            <a:ext cx="121920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ayout21">
  <p:cSld name="Layout21">
    <p:bg>
      <p:bgPr>
        <a:solidFill>
          <a:schemeClr val="lt1"/>
        </a:solidFill>
        <a:effectLst/>
      </p:bgPr>
    </p:bg>
    <p:spTree>
      <p:nvGrpSpPr>
        <p:cNvPr id="1" name="Shape 136"/>
        <p:cNvGrpSpPr/>
        <p:nvPr/>
      </p:nvGrpSpPr>
      <p:grpSpPr>
        <a:xfrm>
          <a:off x="0" y="0"/>
          <a:ext cx="0" cy="0"/>
          <a:chOff x="0" y="0"/>
          <a:chExt cx="0" cy="0"/>
        </a:xfrm>
      </p:grpSpPr>
      <p:sp>
        <p:nvSpPr>
          <p:cNvPr id="137" name="Google Shape;137;p3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ayout22">
  <p:cSld name="Layout22">
    <p:spTree>
      <p:nvGrpSpPr>
        <p:cNvPr id="1" name="Shape 138"/>
        <p:cNvGrpSpPr/>
        <p:nvPr/>
      </p:nvGrpSpPr>
      <p:grpSpPr>
        <a:xfrm>
          <a:off x="0" y="0"/>
          <a:ext cx="0" cy="0"/>
          <a:chOff x="0" y="0"/>
          <a:chExt cx="0" cy="0"/>
        </a:xfrm>
      </p:grpSpPr>
      <p:sp>
        <p:nvSpPr>
          <p:cNvPr id="139" name="Google Shape;139;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0" name="Google Shape;140;p3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41" name="Google Shape;141;p33"/>
          <p:cNvSpPr/>
          <p:nvPr/>
        </p:nvSpPr>
        <p:spPr>
          <a:xfrm rot="5400000">
            <a:off x="6013275" y="327219"/>
            <a:ext cx="214683" cy="1164747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ayout23">
  <p:cSld name="Layout23">
    <p:bg>
      <p:bgPr>
        <a:solidFill>
          <a:schemeClr val="lt1"/>
        </a:solidFill>
        <a:effectLst/>
      </p:bgPr>
    </p:bg>
    <p:spTree>
      <p:nvGrpSpPr>
        <p:cNvPr id="1" name="Shape 142"/>
        <p:cNvGrpSpPr/>
        <p:nvPr/>
      </p:nvGrpSpPr>
      <p:grpSpPr>
        <a:xfrm>
          <a:off x="0" y="0"/>
          <a:ext cx="0" cy="0"/>
          <a:chOff x="0" y="0"/>
          <a:chExt cx="0" cy="0"/>
        </a:xfrm>
      </p:grpSpPr>
      <p:sp>
        <p:nvSpPr>
          <p:cNvPr id="143" name="Google Shape;143;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4" name="Google Shape;144;p3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45" name="Google Shape;145;p34"/>
          <p:cNvSpPr/>
          <p:nvPr/>
        </p:nvSpPr>
        <p:spPr>
          <a:xfrm rot="5400000">
            <a:off x="6070760" y="476921"/>
            <a:ext cx="45719" cy="11701465"/>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ayout24">
  <p:cSld name="Layout24">
    <p:spTree>
      <p:nvGrpSpPr>
        <p:cNvPr id="1" name="Shape 146"/>
        <p:cNvGrpSpPr/>
        <p:nvPr/>
      </p:nvGrpSpPr>
      <p:grpSpPr>
        <a:xfrm>
          <a:off x="0" y="0"/>
          <a:ext cx="0" cy="0"/>
          <a:chOff x="0" y="0"/>
          <a:chExt cx="0" cy="0"/>
        </a:xfrm>
      </p:grpSpPr>
      <p:sp>
        <p:nvSpPr>
          <p:cNvPr id="147" name="Google Shape;147;p35"/>
          <p:cNvSpPr/>
          <p:nvPr/>
        </p:nvSpPr>
        <p:spPr>
          <a:xfrm>
            <a:off x="0" y="-2845"/>
            <a:ext cx="7528884"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48" name="Google Shape;148;p35"/>
          <p:cNvPicPr preferRelativeResize="0"/>
          <p:nvPr/>
        </p:nvPicPr>
        <p:blipFill rotWithShape="1">
          <a:blip r:embed="rId2">
            <a:alphaModFix/>
          </a:blip>
          <a:srcRect/>
          <a:stretch/>
        </p:blipFill>
        <p:spPr>
          <a:xfrm>
            <a:off x="0" y="847435"/>
            <a:ext cx="6356825" cy="5497382"/>
          </a:xfrm>
          <a:prstGeom prst="rect">
            <a:avLst/>
          </a:prstGeom>
          <a:noFill/>
          <a:ln>
            <a:noFill/>
          </a:ln>
        </p:spPr>
      </p:pic>
      <p:sp>
        <p:nvSpPr>
          <p:cNvPr id="149" name="Google Shape;149;p35"/>
          <p:cNvSpPr txBox="1">
            <a:spLocks noGrp="1"/>
          </p:cNvSpPr>
          <p:nvPr>
            <p:ph type="title"/>
          </p:nvPr>
        </p:nvSpPr>
        <p:spPr>
          <a:xfrm>
            <a:off x="6705600" y="2239645"/>
            <a:ext cx="498348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0" name="Google Shape;150;p3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51" name="Google Shape;151;p35"/>
          <p:cNvSpPr>
            <a:spLocks noGrp="1"/>
          </p:cNvSpPr>
          <p:nvPr>
            <p:ph type="pic" idx="2"/>
          </p:nvPr>
        </p:nvSpPr>
        <p:spPr>
          <a:xfrm>
            <a:off x="270294" y="1112838"/>
            <a:ext cx="5810466" cy="326363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yout25">
  <p:cSld name="Layout25">
    <p:spTree>
      <p:nvGrpSpPr>
        <p:cNvPr id="1" name="Shape 152"/>
        <p:cNvGrpSpPr/>
        <p:nvPr/>
      </p:nvGrpSpPr>
      <p:grpSpPr>
        <a:xfrm>
          <a:off x="0" y="0"/>
          <a:ext cx="0" cy="0"/>
          <a:chOff x="0" y="0"/>
          <a:chExt cx="0" cy="0"/>
        </a:xfrm>
      </p:grpSpPr>
      <p:sp>
        <p:nvSpPr>
          <p:cNvPr id="153" name="Google Shape;153;p36"/>
          <p:cNvSpPr/>
          <p:nvPr/>
        </p:nvSpPr>
        <p:spPr>
          <a:xfrm>
            <a:off x="0" y="-2845"/>
            <a:ext cx="7528884" cy="6486772"/>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4" name="Google Shape;154;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3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pic>
        <p:nvPicPr>
          <p:cNvPr id="156" name="Google Shape;156;p36"/>
          <p:cNvPicPr preferRelativeResize="0"/>
          <p:nvPr/>
        </p:nvPicPr>
        <p:blipFill rotWithShape="1">
          <a:blip r:embed="rId2">
            <a:alphaModFix/>
          </a:blip>
          <a:srcRect/>
          <a:stretch/>
        </p:blipFill>
        <p:spPr>
          <a:xfrm>
            <a:off x="708409" y="2103120"/>
            <a:ext cx="1944123" cy="3956064"/>
          </a:xfrm>
          <a:prstGeom prst="rect">
            <a:avLst/>
          </a:prstGeom>
          <a:noFill/>
          <a:ln>
            <a:noFill/>
          </a:ln>
        </p:spPr>
      </p:pic>
      <p:sp>
        <p:nvSpPr>
          <p:cNvPr id="157" name="Google Shape;157;p36"/>
          <p:cNvSpPr>
            <a:spLocks noGrp="1"/>
          </p:cNvSpPr>
          <p:nvPr>
            <p:ph type="pic" idx="2"/>
          </p:nvPr>
        </p:nvSpPr>
        <p:spPr>
          <a:xfrm>
            <a:off x="824948" y="2225675"/>
            <a:ext cx="1709530" cy="3702050"/>
          </a:xfrm>
          <a:prstGeom prst="roundRect">
            <a:avLst>
              <a:gd name="adj" fmla="val 7790"/>
            </a:avLst>
          </a:prstGeom>
          <a:noFill/>
          <a:ln>
            <a:noFill/>
          </a:ln>
        </p:spPr>
      </p:sp>
      <p:pic>
        <p:nvPicPr>
          <p:cNvPr id="158" name="Google Shape;158;p36"/>
          <p:cNvPicPr preferRelativeResize="0"/>
          <p:nvPr/>
        </p:nvPicPr>
        <p:blipFill rotWithShape="1">
          <a:blip r:embed="rId3">
            <a:alphaModFix/>
          </a:blip>
          <a:srcRect/>
          <a:stretch/>
        </p:blipFill>
        <p:spPr>
          <a:xfrm>
            <a:off x="2717545" y="1816925"/>
            <a:ext cx="3481374" cy="4567444"/>
          </a:xfrm>
          <a:prstGeom prst="rect">
            <a:avLst/>
          </a:prstGeom>
          <a:noFill/>
          <a:ln>
            <a:noFill/>
          </a:ln>
        </p:spPr>
      </p:pic>
      <p:sp>
        <p:nvSpPr>
          <p:cNvPr id="159" name="Google Shape;159;p36"/>
          <p:cNvSpPr>
            <a:spLocks noGrp="1"/>
          </p:cNvSpPr>
          <p:nvPr>
            <p:ph type="pic" idx="3"/>
          </p:nvPr>
        </p:nvSpPr>
        <p:spPr>
          <a:xfrm>
            <a:off x="2869284" y="1977842"/>
            <a:ext cx="3185349" cy="4266203"/>
          </a:xfrm>
          <a:prstGeom prst="roundRect">
            <a:avLst>
              <a:gd name="adj" fmla="val 1868"/>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Layout07">
  <p:cSld name="Layout07">
    <p:spTree>
      <p:nvGrpSpPr>
        <p:cNvPr id="1" name="Shape 170"/>
        <p:cNvGrpSpPr/>
        <p:nvPr/>
      </p:nvGrpSpPr>
      <p:grpSpPr>
        <a:xfrm>
          <a:off x="0" y="0"/>
          <a:ext cx="0" cy="0"/>
          <a:chOff x="0" y="0"/>
          <a:chExt cx="0" cy="0"/>
        </a:xfrm>
      </p:grpSpPr>
      <p:sp>
        <p:nvSpPr>
          <p:cNvPr id="171" name="Google Shape;171;p12"/>
          <p:cNvSpPr/>
          <p:nvPr/>
        </p:nvSpPr>
        <p:spPr>
          <a:xfrm>
            <a:off x="0" y="668539"/>
            <a:ext cx="574431" cy="59372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2" name="Google Shape;172;p1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73" name="Google Shape;17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4" name="Google Shape;174;p12"/>
          <p:cNvSpPr>
            <a:spLocks noGrp="1"/>
          </p:cNvSpPr>
          <p:nvPr>
            <p:ph type="pic" idx="2"/>
          </p:nvPr>
        </p:nvSpPr>
        <p:spPr>
          <a:xfrm>
            <a:off x="738551" y="2110157"/>
            <a:ext cx="3681046" cy="3910612"/>
          </a:xfrm>
          <a:prstGeom prst="flowChartInputOutput">
            <a:avLst/>
          </a:prstGeom>
          <a:noFill/>
          <a:ln>
            <a:noFill/>
          </a:ln>
        </p:spPr>
        <p:txBody>
          <a:bodyPr/>
          <a:lstStyle/>
          <a:p>
            <a:endParaRPr lang="en-MY"/>
          </a:p>
        </p:txBody>
      </p:sp>
      <p:sp>
        <p:nvSpPr>
          <p:cNvPr id="175" name="Google Shape;175;p12"/>
          <p:cNvSpPr>
            <a:spLocks noGrp="1"/>
          </p:cNvSpPr>
          <p:nvPr>
            <p:ph type="pic" idx="3"/>
          </p:nvPr>
        </p:nvSpPr>
        <p:spPr>
          <a:xfrm>
            <a:off x="4112204" y="2110157"/>
            <a:ext cx="3681046" cy="3910612"/>
          </a:xfrm>
          <a:prstGeom prst="flowChartInputOutput">
            <a:avLst/>
          </a:prstGeom>
          <a:noFill/>
          <a:ln>
            <a:noFill/>
          </a:ln>
        </p:spPr>
        <p:txBody>
          <a:bodyPr/>
          <a:lstStyle/>
          <a:p>
            <a:endParaRPr lang="en-MY"/>
          </a:p>
        </p:txBody>
      </p:sp>
      <p:sp>
        <p:nvSpPr>
          <p:cNvPr id="176" name="Google Shape;176;p12"/>
          <p:cNvSpPr>
            <a:spLocks noGrp="1"/>
          </p:cNvSpPr>
          <p:nvPr>
            <p:ph type="pic" idx="4"/>
          </p:nvPr>
        </p:nvSpPr>
        <p:spPr>
          <a:xfrm>
            <a:off x="7504930" y="2110157"/>
            <a:ext cx="3681046" cy="3910612"/>
          </a:xfrm>
          <a:prstGeom prst="flowChartInputOutput">
            <a:avLst/>
          </a:prstGeom>
          <a:noFill/>
          <a:ln>
            <a:noFill/>
          </a:ln>
        </p:spPr>
        <p:txBody>
          <a:bodyPr/>
          <a:lstStyle/>
          <a:p>
            <a:endParaRPr lang="en-MY"/>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Layout01">
  <p:cSld name="Layout01">
    <p:spTree>
      <p:nvGrpSpPr>
        <p:cNvPr id="1" name="Shape 177"/>
        <p:cNvGrpSpPr/>
        <p:nvPr/>
      </p:nvGrpSpPr>
      <p:grpSpPr>
        <a:xfrm>
          <a:off x="0" y="0"/>
          <a:ext cx="0" cy="0"/>
          <a:chOff x="0" y="0"/>
          <a:chExt cx="0" cy="0"/>
        </a:xfrm>
      </p:grpSpPr>
      <p:pic>
        <p:nvPicPr>
          <p:cNvPr id="178" name="Google Shape;178;p37" descr="Background pattern&#10;&#10;Description automatically generated"/>
          <p:cNvPicPr preferRelativeResize="0"/>
          <p:nvPr/>
        </p:nvPicPr>
        <p:blipFill rotWithShape="1">
          <a:blip r:embed="rId2">
            <a:alphaModFix amt="63000"/>
          </a:blip>
          <a:srcRect/>
          <a:stretch/>
        </p:blipFill>
        <p:spPr>
          <a:xfrm rot="10800000" flipH="1">
            <a:off x="1390488" y="0"/>
            <a:ext cx="10801512" cy="6858000"/>
          </a:xfrm>
          <a:prstGeom prst="rect">
            <a:avLst/>
          </a:prstGeom>
          <a:noFill/>
          <a:ln>
            <a:noFill/>
          </a:ln>
        </p:spPr>
      </p:pic>
      <p:sp>
        <p:nvSpPr>
          <p:cNvPr id="179" name="Google Shape;179;p37"/>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37"/>
          <p:cNvSpPr/>
          <p:nvPr/>
        </p:nvSpPr>
        <p:spPr>
          <a:xfrm rot="10800000" flipH="1">
            <a:off x="2395148" y="-4501"/>
            <a:ext cx="4843223" cy="6862501"/>
          </a:xfrm>
          <a:custGeom>
            <a:avLst/>
            <a:gdLst/>
            <a:ahLst/>
            <a:cxnLst/>
            <a:rect l="l" t="t" r="r" b="b"/>
            <a:pathLst>
              <a:path w="3347129" h="6834887" extrusionOk="0">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37"/>
          <p:cNvSpPr txBox="1">
            <a:spLocks noGrp="1"/>
          </p:cNvSpPr>
          <p:nvPr>
            <p:ph type="title"/>
          </p:nvPr>
        </p:nvSpPr>
        <p:spPr>
          <a:xfrm>
            <a:off x="584603" y="2120702"/>
            <a:ext cx="4120911" cy="264429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2" name="Google Shape;182;p37"/>
          <p:cNvSpPr/>
          <p:nvPr/>
        </p:nvSpPr>
        <p:spPr>
          <a:xfrm rot="5400000">
            <a:off x="-765719" y="3361414"/>
            <a:ext cx="1662113" cy="130676"/>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83" name="Google Shape;183;p37" descr="Logo&#10;&#10;Description automatically generated"/>
          <p:cNvPicPr preferRelativeResize="0"/>
          <p:nvPr/>
        </p:nvPicPr>
        <p:blipFill rotWithShape="1">
          <a:blip r:embed="rId3">
            <a:alphaModFix/>
          </a:blip>
          <a:srcRect/>
          <a:stretch/>
        </p:blipFill>
        <p:spPr>
          <a:xfrm>
            <a:off x="9371467" y="404628"/>
            <a:ext cx="2133841" cy="720849"/>
          </a:xfrm>
          <a:prstGeom prst="rect">
            <a:avLst/>
          </a:prstGeom>
          <a:noFill/>
          <a:ln>
            <a:noFill/>
          </a:ln>
        </p:spPr>
      </p:pic>
      <p:pic>
        <p:nvPicPr>
          <p:cNvPr id="184" name="Google Shape;184;p37"/>
          <p:cNvPicPr preferRelativeResize="0"/>
          <p:nvPr/>
        </p:nvPicPr>
        <p:blipFill rotWithShape="1">
          <a:blip r:embed="rId4">
            <a:alphaModFix/>
          </a:blip>
          <a:srcRect/>
          <a:stretch/>
        </p:blipFill>
        <p:spPr>
          <a:xfrm>
            <a:off x="8044256" y="6511235"/>
            <a:ext cx="3922822" cy="2198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Layout02">
  <p:cSld name="Layout02">
    <p:spTree>
      <p:nvGrpSpPr>
        <p:cNvPr id="1" name="Shape 185"/>
        <p:cNvGrpSpPr/>
        <p:nvPr/>
      </p:nvGrpSpPr>
      <p:grpSpPr>
        <a:xfrm>
          <a:off x="0" y="0"/>
          <a:ext cx="0" cy="0"/>
          <a:chOff x="0" y="0"/>
          <a:chExt cx="0" cy="0"/>
        </a:xfrm>
      </p:grpSpPr>
      <p:sp>
        <p:nvSpPr>
          <p:cNvPr id="186" name="Google Shape;186;p3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87" name="Google Shape;187;p38"/>
          <p:cNvSpPr/>
          <p:nvPr/>
        </p:nvSpPr>
        <p:spPr>
          <a:xfrm>
            <a:off x="3400700"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8" name="Google Shape;188;p38"/>
          <p:cNvSpPr/>
          <p:nvPr/>
        </p:nvSpPr>
        <p:spPr>
          <a:xfrm>
            <a:off x="-237846" y="-3393"/>
            <a:ext cx="3801533" cy="344098"/>
          </a:xfrm>
          <a:custGeom>
            <a:avLst/>
            <a:gdLst/>
            <a:ahLst/>
            <a:cxnLst/>
            <a:rect l="l" t="t" r="r" b="b"/>
            <a:pathLst>
              <a:path w="10556322" h="791286" extrusionOk="0">
                <a:moveTo>
                  <a:pt x="0" y="0"/>
                </a:moveTo>
                <a:lnTo>
                  <a:pt x="9998765" y="0"/>
                </a:lnTo>
                <a:lnTo>
                  <a:pt x="10556322"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9" name="Google Shape;189;p38"/>
          <p:cNvSpPr/>
          <p:nvPr/>
        </p:nvSpPr>
        <p:spPr>
          <a:xfrm>
            <a:off x="3724602"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Layout03">
  <p:cSld name="Layout03">
    <p:spTree>
      <p:nvGrpSpPr>
        <p:cNvPr id="1" name="Shape 191"/>
        <p:cNvGrpSpPr/>
        <p:nvPr/>
      </p:nvGrpSpPr>
      <p:grpSpPr>
        <a:xfrm>
          <a:off x="0" y="0"/>
          <a:ext cx="0" cy="0"/>
          <a:chOff x="0" y="0"/>
          <a:chExt cx="0" cy="0"/>
        </a:xfrm>
      </p:grpSpPr>
      <p:sp>
        <p:nvSpPr>
          <p:cNvPr id="192" name="Google Shape;192;p39"/>
          <p:cNvSpPr/>
          <p:nvPr/>
        </p:nvSpPr>
        <p:spPr>
          <a:xfrm>
            <a:off x="64158" y="507763"/>
            <a:ext cx="325728" cy="327043"/>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3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94" name="Google Shape;194;p39"/>
          <p:cNvSpPr/>
          <p:nvPr/>
        </p:nvSpPr>
        <p:spPr>
          <a:xfrm>
            <a:off x="201412" y="344385"/>
            <a:ext cx="638687" cy="64126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ayout04">
  <p:cSld name="Layout04">
    <p:spTree>
      <p:nvGrpSpPr>
        <p:cNvPr id="1" name="Shape 196"/>
        <p:cNvGrpSpPr/>
        <p:nvPr/>
      </p:nvGrpSpPr>
      <p:grpSpPr>
        <a:xfrm>
          <a:off x="0" y="0"/>
          <a:ext cx="0" cy="0"/>
          <a:chOff x="0" y="0"/>
          <a:chExt cx="0" cy="0"/>
        </a:xfrm>
      </p:grpSpPr>
      <p:sp>
        <p:nvSpPr>
          <p:cNvPr id="197" name="Google Shape;197;p4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198" name="Google Shape;198;p40"/>
          <p:cNvSpPr/>
          <p:nvPr/>
        </p:nvSpPr>
        <p:spPr>
          <a:xfrm>
            <a:off x="-607982" y="448235"/>
            <a:ext cx="1000815" cy="1004858"/>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9" name="Google Shape;199;p40"/>
          <p:cNvSpPr txBox="1">
            <a:spLocks noGrp="1"/>
          </p:cNvSpPr>
          <p:nvPr>
            <p:ph type="title"/>
          </p:nvPr>
        </p:nvSpPr>
        <p:spPr>
          <a:xfrm>
            <a:off x="497541" y="311336"/>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ayout05">
  <p:cSld name="Layout05">
    <p:bg>
      <p:bgPr>
        <a:solidFill>
          <a:srgbClr val="6C1D35"/>
        </a:solidFill>
        <a:effectLst/>
      </p:bgPr>
    </p:bg>
    <p:spTree>
      <p:nvGrpSpPr>
        <p:cNvPr id="1" name="Shape 200"/>
        <p:cNvGrpSpPr/>
        <p:nvPr/>
      </p:nvGrpSpPr>
      <p:grpSpPr>
        <a:xfrm>
          <a:off x="0" y="0"/>
          <a:ext cx="0" cy="0"/>
          <a:chOff x="0" y="0"/>
          <a:chExt cx="0" cy="0"/>
        </a:xfrm>
      </p:grpSpPr>
      <p:cxnSp>
        <p:nvCxnSpPr>
          <p:cNvPr id="201" name="Google Shape;201;p41"/>
          <p:cNvCxnSpPr/>
          <p:nvPr/>
        </p:nvCxnSpPr>
        <p:spPr>
          <a:xfrm>
            <a:off x="480645" y="1172309"/>
            <a:ext cx="11711354" cy="0"/>
          </a:xfrm>
          <a:prstGeom prst="straightConnector1">
            <a:avLst/>
          </a:prstGeom>
          <a:noFill/>
          <a:ln w="9525" cap="flat" cmpd="sng">
            <a:solidFill>
              <a:srgbClr val="F2F2F2"/>
            </a:solidFill>
            <a:prstDash val="solid"/>
            <a:miter lim="800000"/>
            <a:headEnd type="none" w="sm" len="sm"/>
            <a:tailEnd type="none" w="sm" len="sm"/>
          </a:ln>
        </p:spPr>
      </p:cxnSp>
      <p:sp>
        <p:nvSpPr>
          <p:cNvPr id="202" name="Google Shape;202;p41"/>
          <p:cNvSpPr/>
          <p:nvPr/>
        </p:nvSpPr>
        <p:spPr>
          <a:xfrm>
            <a:off x="0" y="1101927"/>
            <a:ext cx="2128058" cy="166255"/>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3" name="Google Shape;203;p41"/>
          <p:cNvSpPr txBox="1">
            <a:spLocks noGrp="1"/>
          </p:cNvSpPr>
          <p:nvPr>
            <p:ph type="body" idx="1"/>
          </p:nvPr>
        </p:nvSpPr>
        <p:spPr>
          <a:xfrm>
            <a:off x="814385"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p41"/>
          <p:cNvSpPr txBox="1">
            <a:spLocks noGrp="1"/>
          </p:cNvSpPr>
          <p:nvPr>
            <p:ph type="title"/>
          </p:nvPr>
        </p:nvSpPr>
        <p:spPr>
          <a:xfrm>
            <a:off x="2057393" y="188182"/>
            <a:ext cx="7883842" cy="9037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05" name="Google Shape;205;p41"/>
          <p:cNvSpPr txBox="1">
            <a:spLocks noGrp="1"/>
          </p:cNvSpPr>
          <p:nvPr>
            <p:ph type="body" idx="2"/>
          </p:nvPr>
        </p:nvSpPr>
        <p:spPr>
          <a:xfrm>
            <a:off x="4386254"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41"/>
          <p:cNvSpPr txBox="1">
            <a:spLocks noGrp="1"/>
          </p:cNvSpPr>
          <p:nvPr>
            <p:ph type="body" idx="3"/>
          </p:nvPr>
        </p:nvSpPr>
        <p:spPr>
          <a:xfrm>
            <a:off x="7929556"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p4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Layout06">
  <p:cSld name="Layout06">
    <p:spTree>
      <p:nvGrpSpPr>
        <p:cNvPr id="1" name="Shape 208"/>
        <p:cNvGrpSpPr/>
        <p:nvPr/>
      </p:nvGrpSpPr>
      <p:grpSpPr>
        <a:xfrm>
          <a:off x="0" y="0"/>
          <a:ext cx="0" cy="0"/>
          <a:chOff x="0" y="0"/>
          <a:chExt cx="0" cy="0"/>
        </a:xfrm>
      </p:grpSpPr>
      <p:cxnSp>
        <p:nvCxnSpPr>
          <p:cNvPr id="209" name="Google Shape;209;p42"/>
          <p:cNvCxnSpPr/>
          <p:nvPr/>
        </p:nvCxnSpPr>
        <p:spPr>
          <a:xfrm>
            <a:off x="480645" y="1465384"/>
            <a:ext cx="11711354" cy="0"/>
          </a:xfrm>
          <a:prstGeom prst="straightConnector1">
            <a:avLst/>
          </a:prstGeom>
          <a:noFill/>
          <a:ln w="9525" cap="flat" cmpd="sng">
            <a:solidFill>
              <a:schemeClr val="accent1"/>
            </a:solidFill>
            <a:prstDash val="solid"/>
            <a:miter lim="800000"/>
            <a:headEnd type="none" w="sm" len="sm"/>
            <a:tailEnd type="none" w="sm" len="sm"/>
          </a:ln>
        </p:spPr>
      </p:cxnSp>
      <p:sp>
        <p:nvSpPr>
          <p:cNvPr id="210" name="Google Shape;210;p42"/>
          <p:cNvSpPr txBox="1">
            <a:spLocks noGrp="1"/>
          </p:cNvSpPr>
          <p:nvPr>
            <p:ph type="title"/>
          </p:nvPr>
        </p:nvSpPr>
        <p:spPr>
          <a:xfrm>
            <a:off x="712787" y="38556"/>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1" name="Google Shape;211;p42"/>
          <p:cNvSpPr txBox="1">
            <a:spLocks noGrp="1"/>
          </p:cNvSpPr>
          <p:nvPr>
            <p:ph type="body" idx="1"/>
          </p:nvPr>
        </p:nvSpPr>
        <p:spPr>
          <a:xfrm>
            <a:off x="839788" y="1828799"/>
            <a:ext cx="10261599" cy="67627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600"/>
              <a:buNone/>
              <a:defRPr sz="1600" b="0" i="0">
                <a:latin typeface="Lato"/>
                <a:ea typeface="Lato"/>
                <a:cs typeface="Lato"/>
                <a:sym typeface="Lato"/>
              </a:defRPr>
            </a:lvl1pPr>
            <a:lvl2pPr marL="914400" lvl="1" indent="-228600" algn="l">
              <a:lnSpc>
                <a:spcPct val="90000"/>
              </a:lnSpc>
              <a:spcBef>
                <a:spcPts val="500"/>
              </a:spcBef>
              <a:spcAft>
                <a:spcPts val="0"/>
              </a:spcAft>
              <a:buClr>
                <a:srgbClr val="595959"/>
              </a:buClr>
              <a:buSzPts val="2000"/>
              <a:buNone/>
              <a:defRPr sz="2000" b="1"/>
            </a:lvl2pPr>
            <a:lvl3pPr marL="1371600" lvl="2" indent="-228600" algn="l">
              <a:lnSpc>
                <a:spcPct val="90000"/>
              </a:lnSpc>
              <a:spcBef>
                <a:spcPts val="500"/>
              </a:spcBef>
              <a:spcAft>
                <a:spcPts val="0"/>
              </a:spcAft>
              <a:buClr>
                <a:srgbClr val="595959"/>
              </a:buClr>
              <a:buSzPts val="1800"/>
              <a:buNone/>
              <a:defRPr sz="1800" b="1"/>
            </a:lvl3pPr>
            <a:lvl4pPr marL="1828800" lvl="3" indent="-228600" algn="l">
              <a:lnSpc>
                <a:spcPct val="90000"/>
              </a:lnSpc>
              <a:spcBef>
                <a:spcPts val="500"/>
              </a:spcBef>
              <a:spcAft>
                <a:spcPts val="0"/>
              </a:spcAft>
              <a:buClr>
                <a:srgbClr val="595959"/>
              </a:buClr>
              <a:buSzPts val="1600"/>
              <a:buNone/>
              <a:defRPr sz="1600" b="1"/>
            </a:lvl4pPr>
            <a:lvl5pPr marL="2286000" lvl="4" indent="-228600" algn="l">
              <a:lnSpc>
                <a:spcPct val="90000"/>
              </a:lnSpc>
              <a:spcBef>
                <a:spcPts val="500"/>
              </a:spcBef>
              <a:spcAft>
                <a:spcPts val="0"/>
              </a:spcAft>
              <a:buClr>
                <a:srgbClr val="5959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2" name="Google Shape;212;p4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13" name="Google Shape;213;p42"/>
          <p:cNvSpPr/>
          <p:nvPr/>
        </p:nvSpPr>
        <p:spPr>
          <a:xfrm>
            <a:off x="0" y="1383280"/>
            <a:ext cx="2128058" cy="16625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Layout08">
  <p:cSld name="Layout08">
    <p:spTree>
      <p:nvGrpSpPr>
        <p:cNvPr id="1" name="Shape 214"/>
        <p:cNvGrpSpPr/>
        <p:nvPr/>
      </p:nvGrpSpPr>
      <p:grpSpPr>
        <a:xfrm>
          <a:off x="0" y="0"/>
          <a:ext cx="0" cy="0"/>
          <a:chOff x="0" y="0"/>
          <a:chExt cx="0" cy="0"/>
        </a:xfrm>
      </p:grpSpPr>
      <p:sp>
        <p:nvSpPr>
          <p:cNvPr id="215" name="Google Shape;215;p43"/>
          <p:cNvSpPr/>
          <p:nvPr/>
        </p:nvSpPr>
        <p:spPr>
          <a:xfrm>
            <a:off x="3708"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43"/>
          <p:cNvSpPr/>
          <p:nvPr/>
        </p:nvSpPr>
        <p:spPr>
          <a:xfrm rot="10800000">
            <a:off x="4596135"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217" name="Google Shape;217;p43"/>
          <p:cNvCxnSpPr/>
          <p:nvPr/>
        </p:nvCxnSpPr>
        <p:spPr>
          <a:xfrm>
            <a:off x="0" y="6534150"/>
            <a:ext cx="0" cy="0"/>
          </a:xfrm>
          <a:prstGeom prst="straightConnector1">
            <a:avLst/>
          </a:prstGeom>
          <a:noFill/>
          <a:ln w="19050" cap="flat" cmpd="sng">
            <a:solidFill>
              <a:srgbClr val="D8D8D8"/>
            </a:solidFill>
            <a:prstDash val="solid"/>
            <a:miter lim="800000"/>
            <a:headEnd type="none" w="sm" len="sm"/>
            <a:tailEnd type="none" w="sm" len="sm"/>
          </a:ln>
        </p:spPr>
      </p:cxnSp>
      <p:sp>
        <p:nvSpPr>
          <p:cNvPr id="218" name="Google Shape;218;p4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19" name="Google Shape;219;p43"/>
          <p:cNvSpPr>
            <a:spLocks noGrp="1"/>
          </p:cNvSpPr>
          <p:nvPr>
            <p:ph type="pic" idx="2"/>
          </p:nvPr>
        </p:nvSpPr>
        <p:spPr>
          <a:xfrm>
            <a:off x="103240" y="0"/>
            <a:ext cx="5615898" cy="6442797"/>
          </a:xfrm>
          <a:prstGeom prst="flowChartInputOutput">
            <a:avLst/>
          </a:prstGeom>
          <a:noFill/>
          <a:ln>
            <a:noFill/>
          </a:ln>
        </p:spPr>
      </p:sp>
      <p:sp>
        <p:nvSpPr>
          <p:cNvPr id="220" name="Google Shape;220;p43"/>
          <p:cNvSpPr txBox="1">
            <a:spLocks noGrp="1"/>
          </p:cNvSpPr>
          <p:nvPr>
            <p:ph type="title"/>
          </p:nvPr>
        </p:nvSpPr>
        <p:spPr>
          <a:xfrm>
            <a:off x="6201508" y="2686295"/>
            <a:ext cx="5562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Layout09">
  <p:cSld name="Layout09">
    <p:spTree>
      <p:nvGrpSpPr>
        <p:cNvPr id="1" name="Shape 221"/>
        <p:cNvGrpSpPr/>
        <p:nvPr/>
      </p:nvGrpSpPr>
      <p:grpSpPr>
        <a:xfrm>
          <a:off x="0" y="0"/>
          <a:ext cx="0" cy="0"/>
          <a:chOff x="0" y="0"/>
          <a:chExt cx="0" cy="0"/>
        </a:xfrm>
      </p:grpSpPr>
      <p:sp>
        <p:nvSpPr>
          <p:cNvPr id="222" name="Google Shape;222;p44"/>
          <p:cNvSpPr/>
          <p:nvPr/>
        </p:nvSpPr>
        <p:spPr>
          <a:xfrm>
            <a:off x="4778476" y="819148"/>
            <a:ext cx="7413523" cy="4976967"/>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3" name="Google Shape;223;p44"/>
          <p:cNvSpPr txBox="1">
            <a:spLocks noGrp="1"/>
          </p:cNvSpPr>
          <p:nvPr>
            <p:ph type="title"/>
          </p:nvPr>
        </p:nvSpPr>
        <p:spPr>
          <a:xfrm>
            <a:off x="5153891" y="1316968"/>
            <a:ext cx="6480896" cy="11312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24" name="Google Shape;224;p44"/>
          <p:cNvSpPr>
            <a:spLocks noGrp="1"/>
          </p:cNvSpPr>
          <p:nvPr>
            <p:ph type="pic" idx="2"/>
          </p:nvPr>
        </p:nvSpPr>
        <p:spPr>
          <a:xfrm>
            <a:off x="0" y="0"/>
            <a:ext cx="4763924" cy="6356350"/>
          </a:xfrm>
          <a:prstGeom prst="rect">
            <a:avLst/>
          </a:prstGeom>
          <a:noFill/>
          <a:ln>
            <a:noFill/>
          </a:ln>
        </p:spPr>
      </p:sp>
      <p:sp>
        <p:nvSpPr>
          <p:cNvPr id="225" name="Google Shape;225;p44"/>
          <p:cNvSpPr txBox="1">
            <a:spLocks noGrp="1"/>
          </p:cNvSpPr>
          <p:nvPr>
            <p:ph type="body" idx="1"/>
          </p:nvPr>
        </p:nvSpPr>
        <p:spPr>
          <a:xfrm>
            <a:off x="5153890" y="2580967"/>
            <a:ext cx="6480897" cy="25957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b="0" i="0">
                <a:solidFill>
                  <a:schemeClr val="lt1"/>
                </a:solidFill>
                <a:latin typeface="Lato"/>
                <a:ea typeface="Lato"/>
                <a:cs typeface="Lato"/>
                <a:sym typeface="Lato"/>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p4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ayout10">
  <p:cSld name="Layout10">
    <p:spTree>
      <p:nvGrpSpPr>
        <p:cNvPr id="1" name="Shape 227"/>
        <p:cNvGrpSpPr/>
        <p:nvPr/>
      </p:nvGrpSpPr>
      <p:grpSpPr>
        <a:xfrm>
          <a:off x="0" y="0"/>
          <a:ext cx="0" cy="0"/>
          <a:chOff x="0" y="0"/>
          <a:chExt cx="0" cy="0"/>
        </a:xfrm>
      </p:grpSpPr>
      <p:sp>
        <p:nvSpPr>
          <p:cNvPr id="228" name="Google Shape;228;p45"/>
          <p:cNvSpPr/>
          <p:nvPr/>
        </p:nvSpPr>
        <p:spPr>
          <a:xfrm>
            <a:off x="0" y="-13856"/>
            <a:ext cx="8423564" cy="6871855"/>
          </a:xfrm>
          <a:custGeom>
            <a:avLst/>
            <a:gdLst/>
            <a:ahLst/>
            <a:cxnLst/>
            <a:rect l="l" t="t" r="r" b="b"/>
            <a:pathLst>
              <a:path w="8423564" h="6871855" extrusionOk="0">
                <a:moveTo>
                  <a:pt x="0" y="13855"/>
                </a:moveTo>
                <a:lnTo>
                  <a:pt x="8423564"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9" name="Google Shape;229;p45"/>
          <p:cNvSpPr txBox="1">
            <a:spLocks noGrp="1"/>
          </p:cNvSpPr>
          <p:nvPr>
            <p:ph type="title"/>
          </p:nvPr>
        </p:nvSpPr>
        <p:spPr>
          <a:xfrm>
            <a:off x="7120335" y="4237932"/>
            <a:ext cx="4677218" cy="187899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0" name="Google Shape;230;p45"/>
          <p:cNvSpPr>
            <a:spLocks noGrp="1"/>
          </p:cNvSpPr>
          <p:nvPr>
            <p:ph type="pic" idx="2"/>
          </p:nvPr>
        </p:nvSpPr>
        <p:spPr>
          <a:xfrm>
            <a:off x="0" y="-13856"/>
            <a:ext cx="7647882" cy="6871856"/>
          </a:xfrm>
          <a:prstGeom prst="parallelogram">
            <a:avLst>
              <a:gd name="adj" fmla="val 33669"/>
            </a:avLst>
          </a:prstGeom>
          <a:noFill/>
          <a:ln>
            <a:noFill/>
          </a:ln>
        </p:spPr>
      </p:sp>
      <p:sp>
        <p:nvSpPr>
          <p:cNvPr id="231" name="Google Shape;231;p4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pic>
        <p:nvPicPr>
          <p:cNvPr id="232" name="Google Shape;232;p45"/>
          <p:cNvPicPr preferRelativeResize="0"/>
          <p:nvPr/>
        </p:nvPicPr>
        <p:blipFill rotWithShape="1">
          <a:blip r:embed="rId2">
            <a:alphaModFix/>
          </a:blip>
          <a:srcRect/>
          <a:stretch/>
        </p:blipFill>
        <p:spPr>
          <a:xfrm>
            <a:off x="838200" y="6513174"/>
            <a:ext cx="2824372" cy="15826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Layout11">
  <p:cSld name="Layout11">
    <p:bg>
      <p:bgPr>
        <a:solidFill>
          <a:srgbClr val="6C1D35"/>
        </a:solidFill>
        <a:effectLst/>
      </p:bgPr>
    </p:bg>
    <p:spTree>
      <p:nvGrpSpPr>
        <p:cNvPr id="1" name="Shape 233"/>
        <p:cNvGrpSpPr/>
        <p:nvPr/>
      </p:nvGrpSpPr>
      <p:grpSpPr>
        <a:xfrm>
          <a:off x="0" y="0"/>
          <a:ext cx="0" cy="0"/>
          <a:chOff x="0" y="0"/>
          <a:chExt cx="0" cy="0"/>
        </a:xfrm>
      </p:grpSpPr>
      <p:sp>
        <p:nvSpPr>
          <p:cNvPr id="234" name="Google Shape;234;p4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35" name="Google Shape;235;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600" b="1">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Layout12">
  <p:cSld name="Layout12">
    <p:spTree>
      <p:nvGrpSpPr>
        <p:cNvPr id="1" name="Shape 236"/>
        <p:cNvGrpSpPr/>
        <p:nvPr/>
      </p:nvGrpSpPr>
      <p:grpSpPr>
        <a:xfrm>
          <a:off x="0" y="0"/>
          <a:ext cx="0" cy="0"/>
          <a:chOff x="0" y="0"/>
          <a:chExt cx="0" cy="0"/>
        </a:xfrm>
      </p:grpSpPr>
      <p:sp>
        <p:nvSpPr>
          <p:cNvPr id="237" name="Google Shape;237;p47"/>
          <p:cNvSpPr>
            <a:spLocks noGrp="1"/>
          </p:cNvSpPr>
          <p:nvPr>
            <p:ph type="pic" idx="2"/>
          </p:nvPr>
        </p:nvSpPr>
        <p:spPr>
          <a:xfrm>
            <a:off x="-1" y="-2358"/>
            <a:ext cx="7753847" cy="6863012"/>
          </a:xfrm>
          <a:prstGeom prst="rect">
            <a:avLst/>
          </a:prstGeom>
          <a:noFill/>
          <a:ln>
            <a:noFill/>
          </a:ln>
        </p:spPr>
      </p:sp>
      <p:sp>
        <p:nvSpPr>
          <p:cNvPr id="238" name="Google Shape;238;p47"/>
          <p:cNvSpPr/>
          <p:nvPr/>
        </p:nvSpPr>
        <p:spPr>
          <a:xfrm>
            <a:off x="9476509" y="1"/>
            <a:ext cx="2715490" cy="6880888"/>
          </a:xfrm>
          <a:prstGeom prst="rect">
            <a:avLst/>
          </a:prstGeom>
          <a:solidFill>
            <a:srgbClr val="4B47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9" name="Google Shape;239;p47"/>
          <p:cNvSpPr/>
          <p:nvPr/>
        </p:nvSpPr>
        <p:spPr>
          <a:xfrm rot="10800000">
            <a:off x="5250869" y="-1"/>
            <a:ext cx="6858001" cy="688570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47"/>
          <p:cNvSpPr txBox="1">
            <a:spLocks noGrp="1"/>
          </p:cNvSpPr>
          <p:nvPr>
            <p:ph type="title"/>
          </p:nvPr>
        </p:nvSpPr>
        <p:spPr>
          <a:xfrm>
            <a:off x="5832762" y="1995054"/>
            <a:ext cx="3768438" cy="308956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1">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1" name="Google Shape;241;p4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None/>
              <a:defRPr sz="1200" b="0" i="0" u="none" strike="noStrike" cap="none">
                <a:solidFill>
                  <a:schemeClr val="lt1"/>
                </a:solidFill>
                <a:latin typeface="Roboto"/>
                <a:ea typeface="Roboto"/>
                <a:cs typeface="Roboto"/>
                <a:sym typeface="Roboto"/>
              </a:defRPr>
            </a:lvl1pPr>
            <a:lvl2pPr marL="0" marR="0" lvl="1" indent="0" algn="ctr">
              <a:spcBef>
                <a:spcPts val="0"/>
              </a:spcBef>
              <a:spcAft>
                <a:spcPts val="0"/>
              </a:spcAft>
              <a:buNone/>
              <a:defRPr sz="1200" b="0" i="0" u="none" strike="noStrike" cap="none">
                <a:solidFill>
                  <a:schemeClr val="lt1"/>
                </a:solidFill>
                <a:latin typeface="Roboto"/>
                <a:ea typeface="Roboto"/>
                <a:cs typeface="Roboto"/>
                <a:sym typeface="Roboto"/>
              </a:defRPr>
            </a:lvl2pPr>
            <a:lvl3pPr marL="0" marR="0" lvl="2" indent="0" algn="ctr">
              <a:spcBef>
                <a:spcPts val="0"/>
              </a:spcBef>
              <a:spcAft>
                <a:spcPts val="0"/>
              </a:spcAft>
              <a:buNone/>
              <a:defRPr sz="1200" b="0" i="0" u="none" strike="noStrike" cap="none">
                <a:solidFill>
                  <a:schemeClr val="lt1"/>
                </a:solidFill>
                <a:latin typeface="Roboto"/>
                <a:ea typeface="Roboto"/>
                <a:cs typeface="Roboto"/>
                <a:sym typeface="Roboto"/>
              </a:defRPr>
            </a:lvl3pPr>
            <a:lvl4pPr marL="0" marR="0" lvl="3" indent="0" algn="ctr">
              <a:spcBef>
                <a:spcPts val="0"/>
              </a:spcBef>
              <a:spcAft>
                <a:spcPts val="0"/>
              </a:spcAft>
              <a:buNone/>
              <a:defRPr sz="1200" b="0" i="0" u="none" strike="noStrike" cap="none">
                <a:solidFill>
                  <a:schemeClr val="lt1"/>
                </a:solidFill>
                <a:latin typeface="Roboto"/>
                <a:ea typeface="Roboto"/>
                <a:cs typeface="Roboto"/>
                <a:sym typeface="Roboto"/>
              </a:defRPr>
            </a:lvl4pPr>
            <a:lvl5pPr marL="0" marR="0" lvl="4" indent="0" algn="ctr">
              <a:spcBef>
                <a:spcPts val="0"/>
              </a:spcBef>
              <a:spcAft>
                <a:spcPts val="0"/>
              </a:spcAft>
              <a:buNone/>
              <a:defRPr sz="1200" b="0" i="0" u="none" strike="noStrike" cap="none">
                <a:solidFill>
                  <a:schemeClr val="lt1"/>
                </a:solidFill>
                <a:latin typeface="Roboto"/>
                <a:ea typeface="Roboto"/>
                <a:cs typeface="Roboto"/>
                <a:sym typeface="Roboto"/>
              </a:defRPr>
            </a:lvl5pPr>
            <a:lvl6pPr marL="0" marR="0" lvl="5" indent="0" algn="ctr">
              <a:spcBef>
                <a:spcPts val="0"/>
              </a:spcBef>
              <a:spcAft>
                <a:spcPts val="0"/>
              </a:spcAft>
              <a:buNone/>
              <a:defRPr sz="1200" b="0" i="0" u="none" strike="noStrike" cap="none">
                <a:solidFill>
                  <a:schemeClr val="lt1"/>
                </a:solidFill>
                <a:latin typeface="Roboto"/>
                <a:ea typeface="Roboto"/>
                <a:cs typeface="Roboto"/>
                <a:sym typeface="Roboto"/>
              </a:defRPr>
            </a:lvl6pPr>
            <a:lvl7pPr marL="0" marR="0" lvl="6" indent="0" algn="ctr">
              <a:spcBef>
                <a:spcPts val="0"/>
              </a:spcBef>
              <a:spcAft>
                <a:spcPts val="0"/>
              </a:spcAft>
              <a:buNone/>
              <a:defRPr sz="1200" b="0" i="0" u="none" strike="noStrike" cap="none">
                <a:solidFill>
                  <a:schemeClr val="lt1"/>
                </a:solidFill>
                <a:latin typeface="Roboto"/>
                <a:ea typeface="Roboto"/>
                <a:cs typeface="Roboto"/>
                <a:sym typeface="Roboto"/>
              </a:defRPr>
            </a:lvl7pPr>
            <a:lvl8pPr marL="0" marR="0" lvl="7" indent="0" algn="ctr">
              <a:spcBef>
                <a:spcPts val="0"/>
              </a:spcBef>
              <a:spcAft>
                <a:spcPts val="0"/>
              </a:spcAft>
              <a:buNone/>
              <a:defRPr sz="1200" b="0" i="0" u="none" strike="noStrike" cap="none">
                <a:solidFill>
                  <a:schemeClr val="lt1"/>
                </a:solidFill>
                <a:latin typeface="Roboto"/>
                <a:ea typeface="Roboto"/>
                <a:cs typeface="Roboto"/>
                <a:sym typeface="Roboto"/>
              </a:defRPr>
            </a:lvl8pPr>
            <a:lvl9pPr marL="0" marR="0" lvl="8" indent="0" algn="ctr">
              <a:spcBef>
                <a:spcPts val="0"/>
              </a:spcBef>
              <a:spcAft>
                <a:spcPts val="0"/>
              </a:spcAft>
              <a:buNone/>
              <a:defRPr sz="1200" b="0" i="0" u="none" strike="noStrike" cap="none">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Layout13">
  <p:cSld name="Layout13">
    <p:spTree>
      <p:nvGrpSpPr>
        <p:cNvPr id="1" name="Shape 242"/>
        <p:cNvGrpSpPr/>
        <p:nvPr/>
      </p:nvGrpSpPr>
      <p:grpSpPr>
        <a:xfrm>
          <a:off x="0" y="0"/>
          <a:ext cx="0" cy="0"/>
          <a:chOff x="0" y="0"/>
          <a:chExt cx="0" cy="0"/>
        </a:xfrm>
      </p:grpSpPr>
      <p:sp>
        <p:nvSpPr>
          <p:cNvPr id="243" name="Google Shape;243;p48"/>
          <p:cNvSpPr/>
          <p:nvPr/>
        </p:nvSpPr>
        <p:spPr>
          <a:xfrm>
            <a:off x="6350" y="1"/>
            <a:ext cx="4329113" cy="6880888"/>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44" name="Google Shape;244;p48"/>
          <p:cNvPicPr preferRelativeResize="0"/>
          <p:nvPr/>
        </p:nvPicPr>
        <p:blipFill rotWithShape="1">
          <a:blip r:embed="rId2">
            <a:alphaModFix amt="11000"/>
          </a:blip>
          <a:srcRect/>
          <a:stretch/>
        </p:blipFill>
        <p:spPr>
          <a:xfrm>
            <a:off x="0" y="-1"/>
            <a:ext cx="4336976" cy="6858000"/>
          </a:xfrm>
          <a:prstGeom prst="rect">
            <a:avLst/>
          </a:prstGeom>
          <a:noFill/>
          <a:ln>
            <a:noFill/>
          </a:ln>
        </p:spPr>
      </p:pic>
      <p:sp>
        <p:nvSpPr>
          <p:cNvPr id="245" name="Google Shape;245;p48"/>
          <p:cNvSpPr/>
          <p:nvPr/>
        </p:nvSpPr>
        <p:spPr>
          <a:xfrm>
            <a:off x="1431389" y="0"/>
            <a:ext cx="1662113" cy="6826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6" name="Google Shape;246;p4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47" name="Google Shape;247;p48"/>
          <p:cNvSpPr txBox="1">
            <a:spLocks noGrp="1"/>
          </p:cNvSpPr>
          <p:nvPr>
            <p:ph type="title"/>
          </p:nvPr>
        </p:nvSpPr>
        <p:spPr>
          <a:xfrm>
            <a:off x="352821" y="2616709"/>
            <a:ext cx="3523452" cy="105276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0"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8" name="Google Shape;248;p48"/>
          <p:cNvSpPr txBox="1">
            <a:spLocks noGrp="1"/>
          </p:cNvSpPr>
          <p:nvPr>
            <p:ph type="body" idx="1"/>
          </p:nvPr>
        </p:nvSpPr>
        <p:spPr>
          <a:xfrm>
            <a:off x="352821" y="3880241"/>
            <a:ext cx="3523452" cy="116677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2F2F2"/>
              </a:buClr>
              <a:buSzPts val="1600"/>
              <a:buNone/>
              <a:defRPr sz="1600" b="0" i="0">
                <a:solidFill>
                  <a:srgbClr val="F2F2F2"/>
                </a:solidFill>
                <a:latin typeface="Lato"/>
                <a:ea typeface="Lato"/>
                <a:cs typeface="Lato"/>
                <a:sym typeface="Lato"/>
              </a:defRPr>
            </a:lvl1pPr>
            <a:lvl2pPr marL="914400" lvl="1" indent="-228600" algn="l">
              <a:lnSpc>
                <a:spcPct val="90000"/>
              </a:lnSpc>
              <a:spcBef>
                <a:spcPts val="500"/>
              </a:spcBef>
              <a:spcAft>
                <a:spcPts val="0"/>
              </a:spcAft>
              <a:buClr>
                <a:srgbClr val="595959"/>
              </a:buClr>
              <a:buSzPts val="1400"/>
              <a:buNone/>
              <a:defRPr sz="1400"/>
            </a:lvl2pPr>
            <a:lvl3pPr marL="1371600" lvl="2" indent="-228600" algn="l">
              <a:lnSpc>
                <a:spcPct val="90000"/>
              </a:lnSpc>
              <a:spcBef>
                <a:spcPts val="500"/>
              </a:spcBef>
              <a:spcAft>
                <a:spcPts val="0"/>
              </a:spcAft>
              <a:buClr>
                <a:srgbClr val="595959"/>
              </a:buClr>
              <a:buSzPts val="1200"/>
              <a:buNone/>
              <a:defRPr sz="1200"/>
            </a:lvl3pPr>
            <a:lvl4pPr marL="1828800" lvl="3" indent="-228600" algn="l">
              <a:lnSpc>
                <a:spcPct val="90000"/>
              </a:lnSpc>
              <a:spcBef>
                <a:spcPts val="500"/>
              </a:spcBef>
              <a:spcAft>
                <a:spcPts val="0"/>
              </a:spcAft>
              <a:buClr>
                <a:srgbClr val="595959"/>
              </a:buClr>
              <a:buSzPts val="1000"/>
              <a:buNone/>
              <a:defRPr sz="1000"/>
            </a:lvl4pPr>
            <a:lvl5pPr marL="2286000" lvl="4" indent="-228600" algn="l">
              <a:lnSpc>
                <a:spcPct val="90000"/>
              </a:lnSpc>
              <a:spcBef>
                <a:spcPts val="500"/>
              </a:spcBef>
              <a:spcAft>
                <a:spcPts val="0"/>
              </a:spcAft>
              <a:buClr>
                <a:srgbClr val="5959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49" name="Google Shape;249;p48"/>
          <p:cNvSpPr>
            <a:spLocks noGrp="1"/>
          </p:cNvSpPr>
          <p:nvPr>
            <p:ph type="pic" idx="2"/>
          </p:nvPr>
        </p:nvSpPr>
        <p:spPr>
          <a:xfrm>
            <a:off x="4322618" y="0"/>
            <a:ext cx="7552707" cy="6858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Layout14">
  <p:cSld name="Layout14">
    <p:spTree>
      <p:nvGrpSpPr>
        <p:cNvPr id="1" name="Shape 250"/>
        <p:cNvGrpSpPr/>
        <p:nvPr/>
      </p:nvGrpSpPr>
      <p:grpSpPr>
        <a:xfrm>
          <a:off x="0" y="0"/>
          <a:ext cx="0" cy="0"/>
          <a:chOff x="0" y="0"/>
          <a:chExt cx="0" cy="0"/>
        </a:xfrm>
      </p:grpSpPr>
      <p:sp>
        <p:nvSpPr>
          <p:cNvPr id="251" name="Google Shape;251;p49"/>
          <p:cNvSpPr/>
          <p:nvPr/>
        </p:nvSpPr>
        <p:spPr>
          <a:xfrm>
            <a:off x="-324" y="-2845"/>
            <a:ext cx="2589145"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alpha val="7686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2" name="Google Shape;252;p4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53" name="Google Shape;253;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Layout15">
  <p:cSld name="Layout15">
    <p:bg>
      <p:bgPr>
        <a:solidFill>
          <a:srgbClr val="6C1D35"/>
        </a:solidFill>
        <a:effectLst/>
      </p:bgPr>
    </p:bg>
    <p:spTree>
      <p:nvGrpSpPr>
        <p:cNvPr id="1" name="Shape 254"/>
        <p:cNvGrpSpPr/>
        <p:nvPr/>
      </p:nvGrpSpPr>
      <p:grpSpPr>
        <a:xfrm>
          <a:off x="0" y="0"/>
          <a:ext cx="0" cy="0"/>
          <a:chOff x="0" y="0"/>
          <a:chExt cx="0" cy="0"/>
        </a:xfrm>
      </p:grpSpPr>
      <p:sp>
        <p:nvSpPr>
          <p:cNvPr id="255" name="Google Shape;255;p50"/>
          <p:cNvSpPr/>
          <p:nvPr/>
        </p:nvSpPr>
        <p:spPr>
          <a:xfrm rot="5400000">
            <a:off x="5964357" y="-1538287"/>
            <a:ext cx="134938" cy="3211512"/>
          </a:xfrm>
          <a:prstGeom prst="rect">
            <a:avLst/>
          </a:pr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6" name="Google Shape;256;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7" name="Google Shape;257;p5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Layout16">
  <p:cSld name="Layout16">
    <p:bg>
      <p:bgPr>
        <a:solidFill>
          <a:srgbClr val="F2F2F2">
            <a:alpha val="33725"/>
          </a:srgbClr>
        </a:solidFill>
        <a:effectLst/>
      </p:bgPr>
    </p:bg>
    <p:spTree>
      <p:nvGrpSpPr>
        <p:cNvPr id="1" name="Shape 258"/>
        <p:cNvGrpSpPr/>
        <p:nvPr/>
      </p:nvGrpSpPr>
      <p:grpSpPr>
        <a:xfrm>
          <a:off x="0" y="0"/>
          <a:ext cx="0" cy="0"/>
          <a:chOff x="0" y="0"/>
          <a:chExt cx="0" cy="0"/>
        </a:xfrm>
      </p:grpSpPr>
      <p:sp>
        <p:nvSpPr>
          <p:cNvPr id="259" name="Google Shape;259;p51"/>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0" name="Google Shape;260;p51"/>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1" name="Google Shape;261;p51"/>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2" name="Google Shape;262;p5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63" name="Google Shape;263;p51"/>
          <p:cNvSpPr txBox="1">
            <a:spLocks noGrp="1"/>
          </p:cNvSpPr>
          <p:nvPr>
            <p:ph type="title"/>
          </p:nvPr>
        </p:nvSpPr>
        <p:spPr>
          <a:xfrm>
            <a:off x="1389318"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Layout17">
  <p:cSld name="Layout17">
    <p:bg>
      <p:bgPr>
        <a:solidFill>
          <a:srgbClr val="F2F2F2">
            <a:alpha val="33725"/>
          </a:srgbClr>
        </a:solidFill>
        <a:effectLst/>
      </p:bgPr>
    </p:bg>
    <p:spTree>
      <p:nvGrpSpPr>
        <p:cNvPr id="1" name="Shape 264"/>
        <p:cNvGrpSpPr/>
        <p:nvPr/>
      </p:nvGrpSpPr>
      <p:grpSpPr>
        <a:xfrm>
          <a:off x="0" y="0"/>
          <a:ext cx="0" cy="0"/>
          <a:chOff x="0" y="0"/>
          <a:chExt cx="0" cy="0"/>
        </a:xfrm>
      </p:grpSpPr>
      <p:sp>
        <p:nvSpPr>
          <p:cNvPr id="265" name="Google Shape;265;p52"/>
          <p:cNvSpPr/>
          <p:nvPr/>
        </p:nvSpPr>
        <p:spPr>
          <a:xfrm>
            <a:off x="8688288" y="253363"/>
            <a:ext cx="1091121" cy="781258"/>
          </a:xfrm>
          <a:custGeom>
            <a:avLst/>
            <a:gdLst/>
            <a:ahLst/>
            <a:cxnLst/>
            <a:rect l="l" t="t" r="r" b="b"/>
            <a:pathLst>
              <a:path w="1110304" h="794993" extrusionOk="0">
                <a:moveTo>
                  <a:pt x="0" y="0"/>
                </a:moveTo>
                <a:lnTo>
                  <a:pt x="668996" y="0"/>
                </a:lnTo>
                <a:lnTo>
                  <a:pt x="1110304" y="794993"/>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6" name="Google Shape;266;p52"/>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7" name="Google Shape;267;p52"/>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8" name="Google Shape;268;p52"/>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9" name="Google Shape;269;p5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70" name="Google Shape;270;p52"/>
          <p:cNvSpPr txBox="1">
            <a:spLocks noGrp="1"/>
          </p:cNvSpPr>
          <p:nvPr>
            <p:ph type="title"/>
          </p:nvPr>
        </p:nvSpPr>
        <p:spPr>
          <a:xfrm>
            <a:off x="1391093"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Layout18">
  <p:cSld name="Layout18">
    <p:spTree>
      <p:nvGrpSpPr>
        <p:cNvPr id="1" name="Shape 271"/>
        <p:cNvGrpSpPr/>
        <p:nvPr/>
      </p:nvGrpSpPr>
      <p:grpSpPr>
        <a:xfrm>
          <a:off x="0" y="0"/>
          <a:ext cx="0" cy="0"/>
          <a:chOff x="0" y="0"/>
          <a:chExt cx="0" cy="0"/>
        </a:xfrm>
      </p:grpSpPr>
      <p:sp>
        <p:nvSpPr>
          <p:cNvPr id="272" name="Google Shape;272;p53"/>
          <p:cNvSpPr/>
          <p:nvPr/>
        </p:nvSpPr>
        <p:spPr>
          <a:xfrm flipH="1">
            <a:off x="0" y="0"/>
            <a:ext cx="12192000" cy="6329548"/>
          </a:xfrm>
          <a:custGeom>
            <a:avLst/>
            <a:gdLst/>
            <a:ahLst/>
            <a:cxnLst/>
            <a:rect l="l" t="t" r="r" b="b"/>
            <a:pathLst>
              <a:path w="10003" h="10000" extrusionOk="0">
                <a:moveTo>
                  <a:pt x="3" y="5641"/>
                </a:moveTo>
                <a:lnTo>
                  <a:pt x="2003" y="0"/>
                </a:lnTo>
                <a:lnTo>
                  <a:pt x="10003" y="0"/>
                </a:lnTo>
                <a:lnTo>
                  <a:pt x="10003" y="10000"/>
                </a:lnTo>
                <a:lnTo>
                  <a:pt x="3" y="10000"/>
                </a:lnTo>
                <a:cubicBezTo>
                  <a:pt x="-7" y="8290"/>
                  <a:pt x="13" y="7351"/>
                  <a:pt x="3" y="5641"/>
                </a:cubicBezTo>
                <a:close/>
              </a:path>
            </a:pathLst>
          </a:custGeom>
          <a:solidFill>
            <a:srgbClr val="6C1D35"/>
          </a:solidFill>
          <a:ln w="12700" cap="flat" cmpd="sng">
            <a:solidFill>
              <a:srgbClr val="5F192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3" name="Google Shape;273;p53"/>
          <p:cNvSpPr txBox="1">
            <a:spLocks noGrp="1"/>
          </p:cNvSpPr>
          <p:nvPr>
            <p:ph type="title"/>
          </p:nvPr>
        </p:nvSpPr>
        <p:spPr>
          <a:xfrm>
            <a:off x="1804589" y="430242"/>
            <a:ext cx="8686800" cy="9663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74" name="Google Shape;274;p5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Layout19">
  <p:cSld name="Layout19">
    <p:spTree>
      <p:nvGrpSpPr>
        <p:cNvPr id="1" name="Shape 275"/>
        <p:cNvGrpSpPr/>
        <p:nvPr/>
      </p:nvGrpSpPr>
      <p:grpSpPr>
        <a:xfrm>
          <a:off x="0" y="0"/>
          <a:ext cx="0" cy="0"/>
          <a:chOff x="0" y="0"/>
          <a:chExt cx="0" cy="0"/>
        </a:xfrm>
      </p:grpSpPr>
      <p:sp>
        <p:nvSpPr>
          <p:cNvPr id="276" name="Google Shape;276;p54"/>
          <p:cNvSpPr/>
          <p:nvPr/>
        </p:nvSpPr>
        <p:spPr>
          <a:xfrm>
            <a:off x="0" y="3049589"/>
            <a:ext cx="12192000" cy="3808412"/>
          </a:xfrm>
          <a:prstGeom prst="rect">
            <a:avLst/>
          </a:prstGeom>
          <a:solidFill>
            <a:schemeClr val="lt1">
              <a:alpha val="6862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7" name="Google Shape;277;p54"/>
          <p:cNvSpPr>
            <a:spLocks noGrp="1"/>
          </p:cNvSpPr>
          <p:nvPr>
            <p:ph type="pic" idx="2"/>
          </p:nvPr>
        </p:nvSpPr>
        <p:spPr>
          <a:xfrm>
            <a:off x="0" y="-11393"/>
            <a:ext cx="12192000" cy="3060981"/>
          </a:xfrm>
          <a:prstGeom prst="rect">
            <a:avLst/>
          </a:prstGeom>
          <a:noFill/>
          <a:ln>
            <a:noFill/>
          </a:ln>
        </p:spPr>
      </p:sp>
      <p:sp>
        <p:nvSpPr>
          <p:cNvPr id="278" name="Google Shape;278;p5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Layout20">
  <p:cSld name="Layout20">
    <p:bg>
      <p:bgPr>
        <a:solidFill>
          <a:srgbClr val="4B473E"/>
        </a:solidFill>
        <a:effectLst/>
      </p:bgPr>
    </p:bg>
    <p:spTree>
      <p:nvGrpSpPr>
        <p:cNvPr id="1" name="Shape 279"/>
        <p:cNvGrpSpPr/>
        <p:nvPr/>
      </p:nvGrpSpPr>
      <p:grpSpPr>
        <a:xfrm>
          <a:off x="0" y="0"/>
          <a:ext cx="0" cy="0"/>
          <a:chOff x="0" y="0"/>
          <a:chExt cx="0" cy="0"/>
        </a:xfrm>
      </p:grpSpPr>
      <p:sp>
        <p:nvSpPr>
          <p:cNvPr id="280" name="Google Shape;280;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1" name="Google Shape;281;p5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cxnSp>
        <p:nvCxnSpPr>
          <p:cNvPr id="282" name="Google Shape;282;p55"/>
          <p:cNvCxnSpPr/>
          <p:nvPr/>
        </p:nvCxnSpPr>
        <p:spPr>
          <a:xfrm>
            <a:off x="-12700" y="101600"/>
            <a:ext cx="121920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Layout21">
  <p:cSld name="Layout21">
    <p:bg>
      <p:bgPr>
        <a:solidFill>
          <a:schemeClr val="lt1"/>
        </a:solidFill>
        <a:effectLst/>
      </p:bgPr>
    </p:bg>
    <p:spTree>
      <p:nvGrpSpPr>
        <p:cNvPr id="1" name="Shape 283"/>
        <p:cNvGrpSpPr/>
        <p:nvPr/>
      </p:nvGrpSpPr>
      <p:grpSpPr>
        <a:xfrm>
          <a:off x="0" y="0"/>
          <a:ext cx="0" cy="0"/>
          <a:chOff x="0" y="0"/>
          <a:chExt cx="0" cy="0"/>
        </a:xfrm>
      </p:grpSpPr>
      <p:sp>
        <p:nvSpPr>
          <p:cNvPr id="284" name="Google Shape;284;p5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Layout22">
  <p:cSld name="Layout22">
    <p:spTree>
      <p:nvGrpSpPr>
        <p:cNvPr id="1" name="Shape 285"/>
        <p:cNvGrpSpPr/>
        <p:nvPr/>
      </p:nvGrpSpPr>
      <p:grpSpPr>
        <a:xfrm>
          <a:off x="0" y="0"/>
          <a:ext cx="0" cy="0"/>
          <a:chOff x="0" y="0"/>
          <a:chExt cx="0" cy="0"/>
        </a:xfrm>
      </p:grpSpPr>
      <p:sp>
        <p:nvSpPr>
          <p:cNvPr id="286" name="Google Shape;286;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7" name="Google Shape;287;p5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88" name="Google Shape;288;p57"/>
          <p:cNvSpPr/>
          <p:nvPr/>
        </p:nvSpPr>
        <p:spPr>
          <a:xfrm rot="5400000">
            <a:off x="6013275" y="327219"/>
            <a:ext cx="214683" cy="1164747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Layout23">
  <p:cSld name="Layout23">
    <p:bg>
      <p:bgPr>
        <a:solidFill>
          <a:schemeClr val="lt1"/>
        </a:solidFill>
        <a:effectLst/>
      </p:bgPr>
    </p:bg>
    <p:spTree>
      <p:nvGrpSpPr>
        <p:cNvPr id="1" name="Shape 289"/>
        <p:cNvGrpSpPr/>
        <p:nvPr/>
      </p:nvGrpSpPr>
      <p:grpSpPr>
        <a:xfrm>
          <a:off x="0" y="0"/>
          <a:ext cx="0" cy="0"/>
          <a:chOff x="0" y="0"/>
          <a:chExt cx="0" cy="0"/>
        </a:xfrm>
      </p:grpSpPr>
      <p:sp>
        <p:nvSpPr>
          <p:cNvPr id="290" name="Google Shape;290;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1" name="Google Shape;291;p5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92" name="Google Shape;292;p58"/>
          <p:cNvSpPr/>
          <p:nvPr/>
        </p:nvSpPr>
        <p:spPr>
          <a:xfrm rot="5400000">
            <a:off x="6070760" y="476921"/>
            <a:ext cx="45719" cy="11701465"/>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Layout24">
  <p:cSld name="Layout24">
    <p:spTree>
      <p:nvGrpSpPr>
        <p:cNvPr id="1" name="Shape 293"/>
        <p:cNvGrpSpPr/>
        <p:nvPr/>
      </p:nvGrpSpPr>
      <p:grpSpPr>
        <a:xfrm>
          <a:off x="0" y="0"/>
          <a:ext cx="0" cy="0"/>
          <a:chOff x="0" y="0"/>
          <a:chExt cx="0" cy="0"/>
        </a:xfrm>
      </p:grpSpPr>
      <p:sp>
        <p:nvSpPr>
          <p:cNvPr id="294" name="Google Shape;294;p59"/>
          <p:cNvSpPr/>
          <p:nvPr/>
        </p:nvSpPr>
        <p:spPr>
          <a:xfrm>
            <a:off x="0" y="-2845"/>
            <a:ext cx="7528884"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95" name="Google Shape;295;p59"/>
          <p:cNvPicPr preferRelativeResize="0"/>
          <p:nvPr/>
        </p:nvPicPr>
        <p:blipFill rotWithShape="1">
          <a:blip r:embed="rId2">
            <a:alphaModFix/>
          </a:blip>
          <a:srcRect/>
          <a:stretch/>
        </p:blipFill>
        <p:spPr>
          <a:xfrm>
            <a:off x="0" y="847435"/>
            <a:ext cx="6356825" cy="5497382"/>
          </a:xfrm>
          <a:prstGeom prst="rect">
            <a:avLst/>
          </a:prstGeom>
          <a:noFill/>
          <a:ln>
            <a:noFill/>
          </a:ln>
        </p:spPr>
      </p:pic>
      <p:sp>
        <p:nvSpPr>
          <p:cNvPr id="296" name="Google Shape;296;p59"/>
          <p:cNvSpPr txBox="1">
            <a:spLocks noGrp="1"/>
          </p:cNvSpPr>
          <p:nvPr>
            <p:ph type="title"/>
          </p:nvPr>
        </p:nvSpPr>
        <p:spPr>
          <a:xfrm>
            <a:off x="6705600" y="2239645"/>
            <a:ext cx="498348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7" name="Google Shape;297;p5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sp>
        <p:nvSpPr>
          <p:cNvPr id="298" name="Google Shape;298;p59"/>
          <p:cNvSpPr>
            <a:spLocks noGrp="1"/>
          </p:cNvSpPr>
          <p:nvPr>
            <p:ph type="pic" idx="2"/>
          </p:nvPr>
        </p:nvSpPr>
        <p:spPr>
          <a:xfrm>
            <a:off x="270294" y="1112838"/>
            <a:ext cx="5810466" cy="326363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Layout25">
  <p:cSld name="Layout25">
    <p:spTree>
      <p:nvGrpSpPr>
        <p:cNvPr id="1" name="Shape 299"/>
        <p:cNvGrpSpPr/>
        <p:nvPr/>
      </p:nvGrpSpPr>
      <p:grpSpPr>
        <a:xfrm>
          <a:off x="0" y="0"/>
          <a:ext cx="0" cy="0"/>
          <a:chOff x="0" y="0"/>
          <a:chExt cx="0" cy="0"/>
        </a:xfrm>
      </p:grpSpPr>
      <p:sp>
        <p:nvSpPr>
          <p:cNvPr id="300" name="Google Shape;300;p60"/>
          <p:cNvSpPr/>
          <p:nvPr/>
        </p:nvSpPr>
        <p:spPr>
          <a:xfrm>
            <a:off x="0" y="-2845"/>
            <a:ext cx="7528884" cy="6486772"/>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1" name="Google Shape;301;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2" name="Google Shape;302;p6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US"/>
              <a:t>‹#›</a:t>
            </a:fld>
            <a:endParaRPr/>
          </a:p>
        </p:txBody>
      </p:sp>
      <p:pic>
        <p:nvPicPr>
          <p:cNvPr id="303" name="Google Shape;303;p60"/>
          <p:cNvPicPr preferRelativeResize="0"/>
          <p:nvPr/>
        </p:nvPicPr>
        <p:blipFill rotWithShape="1">
          <a:blip r:embed="rId2">
            <a:alphaModFix/>
          </a:blip>
          <a:srcRect/>
          <a:stretch/>
        </p:blipFill>
        <p:spPr>
          <a:xfrm>
            <a:off x="708409" y="2103120"/>
            <a:ext cx="1944123" cy="3956064"/>
          </a:xfrm>
          <a:prstGeom prst="rect">
            <a:avLst/>
          </a:prstGeom>
          <a:noFill/>
          <a:ln>
            <a:noFill/>
          </a:ln>
        </p:spPr>
      </p:pic>
      <p:sp>
        <p:nvSpPr>
          <p:cNvPr id="304" name="Google Shape;304;p60"/>
          <p:cNvSpPr>
            <a:spLocks noGrp="1"/>
          </p:cNvSpPr>
          <p:nvPr>
            <p:ph type="pic" idx="2"/>
          </p:nvPr>
        </p:nvSpPr>
        <p:spPr>
          <a:xfrm>
            <a:off x="824948" y="2225675"/>
            <a:ext cx="1709530" cy="3702050"/>
          </a:xfrm>
          <a:prstGeom prst="roundRect">
            <a:avLst>
              <a:gd name="adj" fmla="val 7790"/>
            </a:avLst>
          </a:prstGeom>
          <a:noFill/>
          <a:ln>
            <a:noFill/>
          </a:ln>
        </p:spPr>
      </p:sp>
      <p:pic>
        <p:nvPicPr>
          <p:cNvPr id="305" name="Google Shape;305;p60"/>
          <p:cNvPicPr preferRelativeResize="0"/>
          <p:nvPr/>
        </p:nvPicPr>
        <p:blipFill rotWithShape="1">
          <a:blip r:embed="rId3">
            <a:alphaModFix/>
          </a:blip>
          <a:srcRect/>
          <a:stretch/>
        </p:blipFill>
        <p:spPr>
          <a:xfrm>
            <a:off x="2717545" y="1816925"/>
            <a:ext cx="3481374" cy="4567444"/>
          </a:xfrm>
          <a:prstGeom prst="rect">
            <a:avLst/>
          </a:prstGeom>
          <a:noFill/>
          <a:ln>
            <a:noFill/>
          </a:ln>
        </p:spPr>
      </p:pic>
      <p:sp>
        <p:nvSpPr>
          <p:cNvPr id="306" name="Google Shape;306;p60"/>
          <p:cNvSpPr>
            <a:spLocks noGrp="1"/>
          </p:cNvSpPr>
          <p:nvPr>
            <p:ph type="pic" idx="3"/>
          </p:nvPr>
        </p:nvSpPr>
        <p:spPr>
          <a:xfrm>
            <a:off x="2869284" y="1977842"/>
            <a:ext cx="3185349" cy="4266203"/>
          </a:xfrm>
          <a:prstGeom prst="roundRect">
            <a:avLst>
              <a:gd name="adj" fmla="val 1868"/>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Layout26">
  <p:cSld name="Layout26">
    <p:bg>
      <p:bgPr>
        <a:solidFill>
          <a:srgbClr val="F2F2F2"/>
        </a:solidFill>
        <a:effectLst/>
      </p:bgPr>
    </p:bg>
    <p:spTree>
      <p:nvGrpSpPr>
        <p:cNvPr id="1" name="Shape 307"/>
        <p:cNvGrpSpPr/>
        <p:nvPr/>
      </p:nvGrpSpPr>
      <p:grpSpPr>
        <a:xfrm>
          <a:off x="0" y="0"/>
          <a:ext cx="0" cy="0"/>
          <a:chOff x="0" y="0"/>
          <a:chExt cx="0" cy="0"/>
        </a:xfrm>
      </p:grpSpPr>
      <p:sp>
        <p:nvSpPr>
          <p:cNvPr id="308" name="Google Shape;308;p61"/>
          <p:cNvSpPr/>
          <p:nvPr/>
        </p:nvSpPr>
        <p:spPr>
          <a:xfrm rot="10800000">
            <a:off x="6096000" y="0"/>
            <a:ext cx="6096000" cy="6871855"/>
          </a:xfrm>
          <a:custGeom>
            <a:avLst/>
            <a:gdLst/>
            <a:ahLst/>
            <a:cxnLst/>
            <a:rect l="l" t="t" r="r" b="b"/>
            <a:pathLst>
              <a:path w="6096000" h="6871855" extrusionOk="0">
                <a:moveTo>
                  <a:pt x="0" y="13855"/>
                </a:moveTo>
                <a:lnTo>
                  <a:pt x="4544292"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9" name="Google Shape;309;p61"/>
          <p:cNvPicPr preferRelativeResize="0"/>
          <p:nvPr/>
        </p:nvPicPr>
        <p:blipFill rotWithShape="1">
          <a:blip r:embed="rId2">
            <a:alphaModFix amt="17000"/>
          </a:blip>
          <a:srcRect/>
          <a:stretch/>
        </p:blipFill>
        <p:spPr>
          <a:xfrm>
            <a:off x="6082780" y="9216"/>
            <a:ext cx="6109220" cy="6858000"/>
          </a:xfrm>
          <a:prstGeom prst="rect">
            <a:avLst/>
          </a:prstGeom>
          <a:noFill/>
          <a:ln>
            <a:noFill/>
          </a:ln>
        </p:spPr>
      </p:pic>
      <p:sp>
        <p:nvSpPr>
          <p:cNvPr id="310" name="Google Shape;310;p61"/>
          <p:cNvSpPr>
            <a:spLocks noGrp="1"/>
          </p:cNvSpPr>
          <p:nvPr>
            <p:ph type="pic" idx="2"/>
          </p:nvPr>
        </p:nvSpPr>
        <p:spPr>
          <a:xfrm>
            <a:off x="0" y="0"/>
            <a:ext cx="7645186" cy="6861429"/>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2.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alpha val="33725"/>
          </a:srgbClr>
        </a:solidFill>
        <a:effectLst/>
      </p:bgPr>
    </p:bg>
    <p:spTree>
      <p:nvGrpSpPr>
        <p:cNvPr id="1" name="Shape 9"/>
        <p:cNvGrpSpPr/>
        <p:nvPr/>
      </p:nvGrpSpPr>
      <p:grpSpPr>
        <a:xfrm>
          <a:off x="0" y="0"/>
          <a:ext cx="0" cy="0"/>
          <a:chOff x="0" y="0"/>
          <a:chExt cx="0" cy="0"/>
        </a:xfrm>
      </p:grpSpPr>
      <p:sp>
        <p:nvSpPr>
          <p:cNvPr id="10" name="Google Shape;10;p8"/>
          <p:cNvSpPr/>
          <p:nvPr/>
        </p:nvSpPr>
        <p:spPr>
          <a:xfrm>
            <a:off x="628226" y="6484103"/>
            <a:ext cx="3185744" cy="212676"/>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1" name="Google Shape;11;p8"/>
          <p:cNvCxnSpPr/>
          <p:nvPr/>
        </p:nvCxnSpPr>
        <p:spPr>
          <a:xfrm>
            <a:off x="0" y="6580451"/>
            <a:ext cx="12192000" cy="0"/>
          </a:xfrm>
          <a:prstGeom prst="straightConnector1">
            <a:avLst/>
          </a:prstGeom>
          <a:noFill/>
          <a:ln w="19050" cap="flat" cmpd="sng">
            <a:solidFill>
              <a:schemeClr val="lt1"/>
            </a:solidFill>
            <a:prstDash val="solid"/>
            <a:miter lim="800000"/>
            <a:headEnd type="none" w="sm" len="sm"/>
            <a:tailEnd type="none" w="sm" len="sm"/>
          </a:ln>
        </p:spPr>
      </p:cxnSp>
      <p:sp>
        <p:nvSpPr>
          <p:cNvPr id="12" name="Google Shape;12;p8"/>
          <p:cNvSpPr/>
          <p:nvPr/>
        </p:nvSpPr>
        <p:spPr>
          <a:xfrm>
            <a:off x="10637134" y="6470465"/>
            <a:ext cx="756421" cy="260177"/>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600" b="1" i="0" u="none" strike="noStrike" cap="none">
                <a:solidFill>
                  <a:srgbClr val="3F3F3F"/>
                </a:solidFill>
                <a:latin typeface="Lato"/>
                <a:ea typeface="Lato"/>
                <a:cs typeface="Lato"/>
                <a:sym typeface="Lato"/>
              </a:defRPr>
            </a:lvl1pPr>
            <a:lvl2pPr marR="0" lvl="1"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2pPr>
            <a:lvl3pPr marR="0" lvl="2"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3pPr>
            <a:lvl4pPr marR="0" lvl="3"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4pPr>
            <a:lvl5pPr marR="0" lvl="4"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5pPr>
            <a:lvl6pPr marR="0" lvl="5"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6pPr>
            <a:lvl7pPr marR="0" lvl="6"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7pPr>
            <a:lvl8pPr marR="0" lvl="7"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8pPr>
            <a:lvl9pPr marR="0" lvl="8"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9pPr>
          </a:lstStyle>
          <a:p>
            <a:endParaRPr/>
          </a:p>
        </p:txBody>
      </p:sp>
      <p:sp>
        <p:nvSpPr>
          <p:cNvPr id="14" name="Google Shape;14;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595959"/>
              </a:buClr>
              <a:buSzPts val="2800"/>
              <a:buFont typeface="Arial"/>
              <a:buChar char="•"/>
              <a:defRPr sz="2800" b="0" i="0" u="none" strike="noStrike" cap="none">
                <a:solidFill>
                  <a:srgbClr val="595959"/>
                </a:solidFill>
                <a:latin typeface="Lato"/>
                <a:ea typeface="Lato"/>
                <a:cs typeface="Lato"/>
                <a:sym typeface="Lato"/>
              </a:defRPr>
            </a:lvl1pPr>
            <a:lvl2pPr marL="914400" marR="0" lvl="1" indent="-381000" algn="l" rtl="0">
              <a:lnSpc>
                <a:spcPct val="90000"/>
              </a:lnSpc>
              <a:spcBef>
                <a:spcPts val="500"/>
              </a:spcBef>
              <a:spcAft>
                <a:spcPts val="0"/>
              </a:spcAft>
              <a:buClr>
                <a:srgbClr val="595959"/>
              </a:buClr>
              <a:buSzPts val="2400"/>
              <a:buFont typeface="Arial"/>
              <a:buChar char="•"/>
              <a:defRPr sz="2400" b="0" i="0" u="none" strike="noStrike" cap="none">
                <a:solidFill>
                  <a:srgbClr val="595959"/>
                </a:solidFill>
                <a:latin typeface="Lato"/>
                <a:ea typeface="Lato"/>
                <a:cs typeface="Lato"/>
                <a:sym typeface="Lato"/>
              </a:defRPr>
            </a:lvl2pPr>
            <a:lvl3pPr marL="1371600" marR="0" lvl="2" indent="-355600" algn="l" rtl="0">
              <a:lnSpc>
                <a:spcPct val="90000"/>
              </a:lnSpc>
              <a:spcBef>
                <a:spcPts val="500"/>
              </a:spcBef>
              <a:spcAft>
                <a:spcPts val="0"/>
              </a:spcAft>
              <a:buClr>
                <a:srgbClr val="595959"/>
              </a:buClr>
              <a:buSzPts val="2000"/>
              <a:buFont typeface="Arial"/>
              <a:buChar char="•"/>
              <a:defRPr sz="2000" b="0" i="0" u="none" strike="noStrike" cap="none">
                <a:solidFill>
                  <a:srgbClr val="595959"/>
                </a:solidFill>
                <a:latin typeface="Lato"/>
                <a:ea typeface="Lato"/>
                <a:cs typeface="Lato"/>
                <a:sym typeface="Lato"/>
              </a:defRPr>
            </a:lvl3pPr>
            <a:lvl4pPr marL="1828800" marR="0" lvl="3"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4pPr>
            <a:lvl5pPr marL="2286000" marR="0" lvl="4"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 name="Google Shape;15;p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None/>
              <a:defRPr sz="1200" b="0" i="0" u="none" strike="noStrike" cap="none">
                <a:solidFill>
                  <a:srgbClr val="83233E"/>
                </a:solidFill>
                <a:latin typeface="Roboto"/>
                <a:ea typeface="Roboto"/>
                <a:cs typeface="Roboto"/>
                <a:sym typeface="Roboto"/>
              </a:defRPr>
            </a:lvl1pPr>
            <a:lvl2pPr marL="0" marR="0" lvl="1" indent="0" algn="ctr" rtl="0">
              <a:spcBef>
                <a:spcPts val="0"/>
              </a:spcBef>
              <a:spcAft>
                <a:spcPts val="0"/>
              </a:spcAft>
              <a:buNone/>
              <a:defRPr sz="1200" b="0" i="0" u="none" strike="noStrike" cap="none">
                <a:solidFill>
                  <a:srgbClr val="83233E"/>
                </a:solidFill>
                <a:latin typeface="Roboto"/>
                <a:ea typeface="Roboto"/>
                <a:cs typeface="Roboto"/>
                <a:sym typeface="Roboto"/>
              </a:defRPr>
            </a:lvl2pPr>
            <a:lvl3pPr marL="0" marR="0" lvl="2" indent="0" algn="ctr" rtl="0">
              <a:spcBef>
                <a:spcPts val="0"/>
              </a:spcBef>
              <a:spcAft>
                <a:spcPts val="0"/>
              </a:spcAft>
              <a:buNone/>
              <a:defRPr sz="1200" b="0" i="0" u="none" strike="noStrike" cap="none">
                <a:solidFill>
                  <a:srgbClr val="83233E"/>
                </a:solidFill>
                <a:latin typeface="Roboto"/>
                <a:ea typeface="Roboto"/>
                <a:cs typeface="Roboto"/>
                <a:sym typeface="Roboto"/>
              </a:defRPr>
            </a:lvl3pPr>
            <a:lvl4pPr marL="0" marR="0" lvl="3" indent="0" algn="ctr" rtl="0">
              <a:spcBef>
                <a:spcPts val="0"/>
              </a:spcBef>
              <a:spcAft>
                <a:spcPts val="0"/>
              </a:spcAft>
              <a:buNone/>
              <a:defRPr sz="1200" b="0" i="0" u="none" strike="noStrike" cap="none">
                <a:solidFill>
                  <a:srgbClr val="83233E"/>
                </a:solidFill>
                <a:latin typeface="Roboto"/>
                <a:ea typeface="Roboto"/>
                <a:cs typeface="Roboto"/>
                <a:sym typeface="Roboto"/>
              </a:defRPr>
            </a:lvl4pPr>
            <a:lvl5pPr marL="0" marR="0" lvl="4" indent="0" algn="ctr" rtl="0">
              <a:spcBef>
                <a:spcPts val="0"/>
              </a:spcBef>
              <a:spcAft>
                <a:spcPts val="0"/>
              </a:spcAft>
              <a:buNone/>
              <a:defRPr sz="1200" b="0" i="0" u="none" strike="noStrike" cap="none">
                <a:solidFill>
                  <a:srgbClr val="83233E"/>
                </a:solidFill>
                <a:latin typeface="Roboto"/>
                <a:ea typeface="Roboto"/>
                <a:cs typeface="Roboto"/>
                <a:sym typeface="Roboto"/>
              </a:defRPr>
            </a:lvl5pPr>
            <a:lvl6pPr marL="0" marR="0" lvl="5" indent="0" algn="ctr" rtl="0">
              <a:spcBef>
                <a:spcPts val="0"/>
              </a:spcBef>
              <a:spcAft>
                <a:spcPts val="0"/>
              </a:spcAft>
              <a:buNone/>
              <a:defRPr sz="1200" b="0" i="0" u="none" strike="noStrike" cap="none">
                <a:solidFill>
                  <a:srgbClr val="83233E"/>
                </a:solidFill>
                <a:latin typeface="Roboto"/>
                <a:ea typeface="Roboto"/>
                <a:cs typeface="Roboto"/>
                <a:sym typeface="Roboto"/>
              </a:defRPr>
            </a:lvl6pPr>
            <a:lvl7pPr marL="0" marR="0" lvl="6" indent="0" algn="ctr" rtl="0">
              <a:spcBef>
                <a:spcPts val="0"/>
              </a:spcBef>
              <a:spcAft>
                <a:spcPts val="0"/>
              </a:spcAft>
              <a:buNone/>
              <a:defRPr sz="1200" b="0" i="0" u="none" strike="noStrike" cap="none">
                <a:solidFill>
                  <a:srgbClr val="83233E"/>
                </a:solidFill>
                <a:latin typeface="Roboto"/>
                <a:ea typeface="Roboto"/>
                <a:cs typeface="Roboto"/>
                <a:sym typeface="Roboto"/>
              </a:defRPr>
            </a:lvl7pPr>
            <a:lvl8pPr marL="0" marR="0" lvl="7" indent="0" algn="ctr" rtl="0">
              <a:spcBef>
                <a:spcPts val="0"/>
              </a:spcBef>
              <a:spcAft>
                <a:spcPts val="0"/>
              </a:spcAft>
              <a:buNone/>
              <a:defRPr sz="1200" b="0" i="0" u="none" strike="noStrike" cap="none">
                <a:solidFill>
                  <a:srgbClr val="83233E"/>
                </a:solidFill>
                <a:latin typeface="Roboto"/>
                <a:ea typeface="Roboto"/>
                <a:cs typeface="Roboto"/>
                <a:sym typeface="Roboto"/>
              </a:defRPr>
            </a:lvl8pPr>
            <a:lvl9pPr marL="0" marR="0" lvl="8" indent="0" algn="ctr" rtl="0">
              <a:spcBef>
                <a:spcPts val="0"/>
              </a:spcBef>
              <a:spcAft>
                <a:spcPts val="0"/>
              </a:spcAft>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US"/>
              <a:t>‹#›</a:t>
            </a:fld>
            <a:endParaRPr/>
          </a:p>
        </p:txBody>
      </p:sp>
      <p:pic>
        <p:nvPicPr>
          <p:cNvPr id="16" name="Google Shape;16;p8"/>
          <p:cNvPicPr preferRelativeResize="0"/>
          <p:nvPr/>
        </p:nvPicPr>
        <p:blipFill rotWithShape="1">
          <a:blip r:embed="rId28">
            <a:alphaModFix/>
          </a:blip>
          <a:srcRect/>
          <a:stretch/>
        </p:blipFill>
        <p:spPr>
          <a:xfrm>
            <a:off x="838200" y="6513174"/>
            <a:ext cx="2824372" cy="158262"/>
          </a:xfrm>
          <a:prstGeom prst="rect">
            <a:avLst/>
          </a:prstGeom>
          <a:noFill/>
          <a:ln>
            <a:noFill/>
          </a:ln>
        </p:spPr>
      </p:pic>
      <p:sp>
        <p:nvSpPr>
          <p:cNvPr id="17" name="Google Shape;17;p8"/>
          <p:cNvSpPr/>
          <p:nvPr/>
        </p:nvSpPr>
        <p:spPr>
          <a:xfrm>
            <a:off x="10328961" y="1"/>
            <a:ext cx="1860468" cy="780222"/>
          </a:xfrm>
          <a:custGeom>
            <a:avLst/>
            <a:gdLst/>
            <a:ahLst/>
            <a:cxnLst/>
            <a:rect l="l" t="t" r="r" b="b"/>
            <a:pathLst>
              <a:path w="1860468" h="997527" extrusionOk="0">
                <a:moveTo>
                  <a:pt x="0" y="0"/>
                </a:moveTo>
                <a:lnTo>
                  <a:pt x="1860468" y="0"/>
                </a:lnTo>
                <a:lnTo>
                  <a:pt x="1860468" y="997527"/>
                </a:lnTo>
                <a:lnTo>
                  <a:pt x="521805" y="997527"/>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8" name="Google Shape;18;p8" descr="Logo&#10;&#10;Description automatically generated"/>
          <p:cNvPicPr preferRelativeResize="0"/>
          <p:nvPr/>
        </p:nvPicPr>
        <p:blipFill rotWithShape="1">
          <a:blip r:embed="rId29">
            <a:alphaModFix/>
          </a:blip>
          <a:srcRect/>
          <a:stretch/>
        </p:blipFill>
        <p:spPr>
          <a:xfrm>
            <a:off x="10742685" y="161365"/>
            <a:ext cx="1344353" cy="45414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alpha val="33725"/>
          </a:srgbClr>
        </a:solidFill>
        <a:effectLst/>
      </p:bgPr>
    </p:bg>
    <p:spTree>
      <p:nvGrpSpPr>
        <p:cNvPr id="1" name="Shape 160"/>
        <p:cNvGrpSpPr/>
        <p:nvPr/>
      </p:nvGrpSpPr>
      <p:grpSpPr>
        <a:xfrm>
          <a:off x="0" y="0"/>
          <a:ext cx="0" cy="0"/>
          <a:chOff x="0" y="0"/>
          <a:chExt cx="0" cy="0"/>
        </a:xfrm>
      </p:grpSpPr>
      <p:sp>
        <p:nvSpPr>
          <p:cNvPr id="161" name="Google Shape;161;p11"/>
          <p:cNvSpPr/>
          <p:nvPr/>
        </p:nvSpPr>
        <p:spPr>
          <a:xfrm>
            <a:off x="628226" y="6484103"/>
            <a:ext cx="3185744" cy="212676"/>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62" name="Google Shape;162;p11"/>
          <p:cNvCxnSpPr/>
          <p:nvPr/>
        </p:nvCxnSpPr>
        <p:spPr>
          <a:xfrm>
            <a:off x="0" y="6580451"/>
            <a:ext cx="12192000" cy="0"/>
          </a:xfrm>
          <a:prstGeom prst="straightConnector1">
            <a:avLst/>
          </a:prstGeom>
          <a:noFill/>
          <a:ln w="19050" cap="flat" cmpd="sng">
            <a:solidFill>
              <a:schemeClr val="lt1"/>
            </a:solidFill>
            <a:prstDash val="solid"/>
            <a:miter lim="800000"/>
            <a:headEnd type="none" w="sm" len="sm"/>
            <a:tailEnd type="none" w="sm" len="sm"/>
          </a:ln>
        </p:spPr>
      </p:cxnSp>
      <p:sp>
        <p:nvSpPr>
          <p:cNvPr id="163" name="Google Shape;163;p11"/>
          <p:cNvSpPr/>
          <p:nvPr/>
        </p:nvSpPr>
        <p:spPr>
          <a:xfrm>
            <a:off x="10637134" y="6470465"/>
            <a:ext cx="756421" cy="260177"/>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4" name="Google Shape;164;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600" b="1" i="0" u="none" strike="noStrike" cap="none">
                <a:solidFill>
                  <a:srgbClr val="3F3F3F"/>
                </a:solidFill>
                <a:latin typeface="Lato"/>
                <a:ea typeface="Lato"/>
                <a:cs typeface="Lato"/>
                <a:sym typeface="Lato"/>
              </a:defRPr>
            </a:lvl1pPr>
            <a:lvl2pPr marR="0" lvl="1"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2pPr>
            <a:lvl3pPr marR="0" lvl="2"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3pPr>
            <a:lvl4pPr marR="0" lvl="3"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4pPr>
            <a:lvl5pPr marR="0" lvl="4"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5pPr>
            <a:lvl6pPr marR="0" lvl="5"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6pPr>
            <a:lvl7pPr marR="0" lvl="6"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7pPr>
            <a:lvl8pPr marR="0" lvl="7"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8pPr>
            <a:lvl9pPr marR="0" lvl="8"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9pPr>
          </a:lstStyle>
          <a:p>
            <a:endParaRPr/>
          </a:p>
        </p:txBody>
      </p:sp>
      <p:sp>
        <p:nvSpPr>
          <p:cNvPr id="165" name="Google Shape;165;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595959"/>
              </a:buClr>
              <a:buSzPts val="2800"/>
              <a:buFont typeface="Arial"/>
              <a:buChar char="•"/>
              <a:defRPr sz="2800" b="0" i="0" u="none" strike="noStrike" cap="none">
                <a:solidFill>
                  <a:srgbClr val="595959"/>
                </a:solidFill>
                <a:latin typeface="Lato"/>
                <a:ea typeface="Lato"/>
                <a:cs typeface="Lato"/>
                <a:sym typeface="Lato"/>
              </a:defRPr>
            </a:lvl1pPr>
            <a:lvl2pPr marL="914400" marR="0" lvl="1" indent="-381000" algn="l" rtl="0">
              <a:lnSpc>
                <a:spcPct val="90000"/>
              </a:lnSpc>
              <a:spcBef>
                <a:spcPts val="500"/>
              </a:spcBef>
              <a:spcAft>
                <a:spcPts val="0"/>
              </a:spcAft>
              <a:buClr>
                <a:srgbClr val="595959"/>
              </a:buClr>
              <a:buSzPts val="2400"/>
              <a:buFont typeface="Arial"/>
              <a:buChar char="•"/>
              <a:defRPr sz="2400" b="0" i="0" u="none" strike="noStrike" cap="none">
                <a:solidFill>
                  <a:srgbClr val="595959"/>
                </a:solidFill>
                <a:latin typeface="Lato"/>
                <a:ea typeface="Lato"/>
                <a:cs typeface="Lato"/>
                <a:sym typeface="Lato"/>
              </a:defRPr>
            </a:lvl2pPr>
            <a:lvl3pPr marL="1371600" marR="0" lvl="2" indent="-355600" algn="l" rtl="0">
              <a:lnSpc>
                <a:spcPct val="90000"/>
              </a:lnSpc>
              <a:spcBef>
                <a:spcPts val="500"/>
              </a:spcBef>
              <a:spcAft>
                <a:spcPts val="0"/>
              </a:spcAft>
              <a:buClr>
                <a:srgbClr val="595959"/>
              </a:buClr>
              <a:buSzPts val="2000"/>
              <a:buFont typeface="Arial"/>
              <a:buChar char="•"/>
              <a:defRPr sz="2000" b="0" i="0" u="none" strike="noStrike" cap="none">
                <a:solidFill>
                  <a:srgbClr val="595959"/>
                </a:solidFill>
                <a:latin typeface="Lato"/>
                <a:ea typeface="Lato"/>
                <a:cs typeface="Lato"/>
                <a:sym typeface="Lato"/>
              </a:defRPr>
            </a:lvl3pPr>
            <a:lvl4pPr marL="1828800" marR="0" lvl="3"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4pPr>
            <a:lvl5pPr marL="2286000" marR="0" lvl="4"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6" name="Google Shape;166;p1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None/>
              <a:defRPr sz="1200" b="0" i="0" u="none" strike="noStrike" cap="none">
                <a:solidFill>
                  <a:srgbClr val="83233E"/>
                </a:solidFill>
                <a:latin typeface="Roboto"/>
                <a:ea typeface="Roboto"/>
                <a:cs typeface="Roboto"/>
                <a:sym typeface="Roboto"/>
              </a:defRPr>
            </a:lvl1pPr>
            <a:lvl2pPr marL="0" marR="0" lvl="1" indent="0" algn="ctr" rtl="0">
              <a:spcBef>
                <a:spcPts val="0"/>
              </a:spcBef>
              <a:spcAft>
                <a:spcPts val="0"/>
              </a:spcAft>
              <a:buNone/>
              <a:defRPr sz="1200" b="0" i="0" u="none" strike="noStrike" cap="none">
                <a:solidFill>
                  <a:srgbClr val="83233E"/>
                </a:solidFill>
                <a:latin typeface="Roboto"/>
                <a:ea typeface="Roboto"/>
                <a:cs typeface="Roboto"/>
                <a:sym typeface="Roboto"/>
              </a:defRPr>
            </a:lvl2pPr>
            <a:lvl3pPr marL="0" marR="0" lvl="2" indent="0" algn="ctr" rtl="0">
              <a:spcBef>
                <a:spcPts val="0"/>
              </a:spcBef>
              <a:spcAft>
                <a:spcPts val="0"/>
              </a:spcAft>
              <a:buNone/>
              <a:defRPr sz="1200" b="0" i="0" u="none" strike="noStrike" cap="none">
                <a:solidFill>
                  <a:srgbClr val="83233E"/>
                </a:solidFill>
                <a:latin typeface="Roboto"/>
                <a:ea typeface="Roboto"/>
                <a:cs typeface="Roboto"/>
                <a:sym typeface="Roboto"/>
              </a:defRPr>
            </a:lvl3pPr>
            <a:lvl4pPr marL="0" marR="0" lvl="3" indent="0" algn="ctr" rtl="0">
              <a:spcBef>
                <a:spcPts val="0"/>
              </a:spcBef>
              <a:spcAft>
                <a:spcPts val="0"/>
              </a:spcAft>
              <a:buNone/>
              <a:defRPr sz="1200" b="0" i="0" u="none" strike="noStrike" cap="none">
                <a:solidFill>
                  <a:srgbClr val="83233E"/>
                </a:solidFill>
                <a:latin typeface="Roboto"/>
                <a:ea typeface="Roboto"/>
                <a:cs typeface="Roboto"/>
                <a:sym typeface="Roboto"/>
              </a:defRPr>
            </a:lvl4pPr>
            <a:lvl5pPr marL="0" marR="0" lvl="4" indent="0" algn="ctr" rtl="0">
              <a:spcBef>
                <a:spcPts val="0"/>
              </a:spcBef>
              <a:spcAft>
                <a:spcPts val="0"/>
              </a:spcAft>
              <a:buNone/>
              <a:defRPr sz="1200" b="0" i="0" u="none" strike="noStrike" cap="none">
                <a:solidFill>
                  <a:srgbClr val="83233E"/>
                </a:solidFill>
                <a:latin typeface="Roboto"/>
                <a:ea typeface="Roboto"/>
                <a:cs typeface="Roboto"/>
                <a:sym typeface="Roboto"/>
              </a:defRPr>
            </a:lvl5pPr>
            <a:lvl6pPr marL="0" marR="0" lvl="5" indent="0" algn="ctr" rtl="0">
              <a:spcBef>
                <a:spcPts val="0"/>
              </a:spcBef>
              <a:spcAft>
                <a:spcPts val="0"/>
              </a:spcAft>
              <a:buNone/>
              <a:defRPr sz="1200" b="0" i="0" u="none" strike="noStrike" cap="none">
                <a:solidFill>
                  <a:srgbClr val="83233E"/>
                </a:solidFill>
                <a:latin typeface="Roboto"/>
                <a:ea typeface="Roboto"/>
                <a:cs typeface="Roboto"/>
                <a:sym typeface="Roboto"/>
              </a:defRPr>
            </a:lvl6pPr>
            <a:lvl7pPr marL="0" marR="0" lvl="6" indent="0" algn="ctr" rtl="0">
              <a:spcBef>
                <a:spcPts val="0"/>
              </a:spcBef>
              <a:spcAft>
                <a:spcPts val="0"/>
              </a:spcAft>
              <a:buNone/>
              <a:defRPr sz="1200" b="0" i="0" u="none" strike="noStrike" cap="none">
                <a:solidFill>
                  <a:srgbClr val="83233E"/>
                </a:solidFill>
                <a:latin typeface="Roboto"/>
                <a:ea typeface="Roboto"/>
                <a:cs typeface="Roboto"/>
                <a:sym typeface="Roboto"/>
              </a:defRPr>
            </a:lvl7pPr>
            <a:lvl8pPr marL="0" marR="0" lvl="7" indent="0" algn="ctr" rtl="0">
              <a:spcBef>
                <a:spcPts val="0"/>
              </a:spcBef>
              <a:spcAft>
                <a:spcPts val="0"/>
              </a:spcAft>
              <a:buNone/>
              <a:defRPr sz="1200" b="0" i="0" u="none" strike="noStrike" cap="none">
                <a:solidFill>
                  <a:srgbClr val="83233E"/>
                </a:solidFill>
                <a:latin typeface="Roboto"/>
                <a:ea typeface="Roboto"/>
                <a:cs typeface="Roboto"/>
                <a:sym typeface="Roboto"/>
              </a:defRPr>
            </a:lvl8pPr>
            <a:lvl9pPr marL="0" marR="0" lvl="8" indent="0" algn="ctr" rtl="0">
              <a:spcBef>
                <a:spcPts val="0"/>
              </a:spcBef>
              <a:spcAft>
                <a:spcPts val="0"/>
              </a:spcAft>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US"/>
              <a:t>‹#›</a:t>
            </a:fld>
            <a:endParaRPr/>
          </a:p>
        </p:txBody>
      </p:sp>
      <p:pic>
        <p:nvPicPr>
          <p:cNvPr id="167" name="Google Shape;167;p11"/>
          <p:cNvPicPr preferRelativeResize="0"/>
          <p:nvPr/>
        </p:nvPicPr>
        <p:blipFill rotWithShape="1">
          <a:blip r:embed="rId28">
            <a:alphaModFix/>
          </a:blip>
          <a:srcRect/>
          <a:stretch/>
        </p:blipFill>
        <p:spPr>
          <a:xfrm>
            <a:off x="838200" y="6513174"/>
            <a:ext cx="2824372" cy="158262"/>
          </a:xfrm>
          <a:prstGeom prst="rect">
            <a:avLst/>
          </a:prstGeom>
          <a:noFill/>
          <a:ln>
            <a:noFill/>
          </a:ln>
        </p:spPr>
      </p:pic>
      <p:sp>
        <p:nvSpPr>
          <p:cNvPr id="168" name="Google Shape;168;p11"/>
          <p:cNvSpPr/>
          <p:nvPr/>
        </p:nvSpPr>
        <p:spPr>
          <a:xfrm>
            <a:off x="10328961" y="1"/>
            <a:ext cx="1860468" cy="780222"/>
          </a:xfrm>
          <a:custGeom>
            <a:avLst/>
            <a:gdLst/>
            <a:ahLst/>
            <a:cxnLst/>
            <a:rect l="l" t="t" r="r" b="b"/>
            <a:pathLst>
              <a:path w="1860468" h="997527" extrusionOk="0">
                <a:moveTo>
                  <a:pt x="0" y="0"/>
                </a:moveTo>
                <a:lnTo>
                  <a:pt x="1860468" y="0"/>
                </a:lnTo>
                <a:lnTo>
                  <a:pt x="1860468" y="997527"/>
                </a:lnTo>
                <a:lnTo>
                  <a:pt x="521805" y="997527"/>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69" name="Google Shape;169;p11" descr="Logo&#10;&#10;Description automatically generated"/>
          <p:cNvPicPr preferRelativeResize="0"/>
          <p:nvPr/>
        </p:nvPicPr>
        <p:blipFill rotWithShape="1">
          <a:blip r:embed="rId29">
            <a:alphaModFix/>
          </a:blip>
          <a:srcRect/>
          <a:stretch/>
        </p:blipFill>
        <p:spPr>
          <a:xfrm>
            <a:off x="10742685" y="161365"/>
            <a:ext cx="1344353" cy="45414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10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27.xml"/><Relationship Id="rId5" Type="http://schemas.openxmlformats.org/officeDocument/2006/relationships/image" Target="../media/image18.png"/><Relationship Id="rId4" Type="http://schemas.openxmlformats.org/officeDocument/2006/relationships/customXml" Target="../ink/ink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7.xml"/><Relationship Id="rId5" Type="http://schemas.openxmlformats.org/officeDocument/2006/relationships/image" Target="../media/image20.png"/><Relationship Id="rId4" Type="http://schemas.openxmlformats.org/officeDocument/2006/relationships/customXml" Target="../ink/ink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7.xml"/><Relationship Id="rId5" Type="http://schemas.openxmlformats.org/officeDocument/2006/relationships/image" Target="../media/image22.png"/><Relationship Id="rId4" Type="http://schemas.openxmlformats.org/officeDocument/2006/relationships/customXml" Target="../ink/ink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7.xml"/><Relationship Id="rId5" Type="http://schemas.openxmlformats.org/officeDocument/2006/relationships/image" Target="../media/image24.png"/><Relationship Id="rId4" Type="http://schemas.openxmlformats.org/officeDocument/2006/relationships/customXml" Target="../ink/ink5.xml"/></Relationships>
</file>

<file path=ppt/slides/_rels/slide13.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3.xml"/><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jpg"/><Relationship Id="rId7"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
          <p:cNvSpPr txBox="1">
            <a:spLocks noGrp="1"/>
          </p:cNvSpPr>
          <p:nvPr>
            <p:ph type="title"/>
          </p:nvPr>
        </p:nvSpPr>
        <p:spPr>
          <a:xfrm>
            <a:off x="584824" y="2120900"/>
            <a:ext cx="6198000" cy="264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4500"/>
              <a:t>DSDM Practise : </a:t>
            </a:r>
            <a:endParaRPr sz="4500"/>
          </a:p>
          <a:p>
            <a:pPr marL="0" lvl="0" indent="0" algn="l" rtl="0">
              <a:lnSpc>
                <a:spcPct val="100000"/>
              </a:lnSpc>
              <a:spcBef>
                <a:spcPts val="0"/>
              </a:spcBef>
              <a:spcAft>
                <a:spcPts val="0"/>
              </a:spcAft>
              <a:buNone/>
            </a:pPr>
            <a:endParaRPr sz="2100"/>
          </a:p>
          <a:p>
            <a:pPr marL="457200" lvl="0" indent="-381000" algn="l" rtl="0">
              <a:lnSpc>
                <a:spcPct val="150000"/>
              </a:lnSpc>
              <a:spcBef>
                <a:spcPts val="0"/>
              </a:spcBef>
              <a:spcAft>
                <a:spcPts val="0"/>
              </a:spcAft>
              <a:buClr>
                <a:schemeClr val="lt1"/>
              </a:buClr>
              <a:buSzPts val="2400"/>
              <a:buChar char="●"/>
            </a:pPr>
            <a:r>
              <a:rPr lang="en-US" sz="3400"/>
              <a:t>Facilitated Workshops </a:t>
            </a:r>
            <a:endParaRPr sz="3400"/>
          </a:p>
          <a:p>
            <a:pPr marL="457200" lvl="0" indent="-381000" algn="l" rtl="0">
              <a:lnSpc>
                <a:spcPct val="150000"/>
              </a:lnSpc>
              <a:spcBef>
                <a:spcPts val="0"/>
              </a:spcBef>
              <a:spcAft>
                <a:spcPts val="0"/>
              </a:spcAft>
              <a:buClr>
                <a:schemeClr val="lt1"/>
              </a:buClr>
              <a:buSzPts val="2400"/>
              <a:buChar char="●"/>
            </a:pPr>
            <a:r>
              <a:rPr lang="en-US" sz="3400"/>
              <a:t>Modelling </a:t>
            </a:r>
            <a:endParaRPr sz="3400"/>
          </a:p>
          <a:p>
            <a:pPr marL="457200" lvl="0" indent="-381000" algn="l" rtl="0">
              <a:lnSpc>
                <a:spcPct val="150000"/>
              </a:lnSpc>
              <a:spcBef>
                <a:spcPts val="0"/>
              </a:spcBef>
              <a:spcAft>
                <a:spcPts val="0"/>
              </a:spcAft>
              <a:buClr>
                <a:schemeClr val="lt1"/>
              </a:buClr>
              <a:buSzPts val="2400"/>
              <a:buChar char="●"/>
            </a:pPr>
            <a:r>
              <a:rPr lang="en-US" sz="3400"/>
              <a:t>Iterative Development</a:t>
            </a:r>
            <a:endParaRPr sz="3400"/>
          </a:p>
        </p:txBody>
      </p:sp>
      <p:sp>
        <p:nvSpPr>
          <p:cNvPr id="2" name="TextBox 1">
            <a:extLst>
              <a:ext uri="{FF2B5EF4-FFF2-40B4-BE49-F238E27FC236}">
                <a16:creationId xmlns:a16="http://schemas.microsoft.com/office/drawing/2014/main" id="{AC13EDE6-F860-FD59-FE14-34CC9E7DDF02}"/>
              </a:ext>
            </a:extLst>
          </p:cNvPr>
          <p:cNvSpPr txBox="1"/>
          <p:nvPr/>
        </p:nvSpPr>
        <p:spPr>
          <a:xfrm>
            <a:off x="8836960" y="2965076"/>
            <a:ext cx="3225052" cy="31393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100" dirty="0">
                <a:latin typeface="Cambria"/>
                <a:ea typeface="Cambria"/>
                <a:cs typeface="Calibri"/>
              </a:rPr>
              <a:t>This slide contains material that is copied from the book Agile Project Manager_v2_handbook by Agile Business Consortium. All rights reserved. No part of this material may be reproduced or transmitted in any form or by any means without the prior written permission of the copyright owner. This material is used here for educational purposes under the doctrine of fair use, with the intention to support learning and teaching.</a:t>
            </a:r>
            <a:endParaRPr lang="en-US" dirty="0">
              <a:latin typeface="Cambria"/>
              <a:ea typeface="Cambria"/>
            </a:endParaRPr>
          </a:p>
          <a:p>
            <a:pPr algn="just"/>
            <a:endParaRPr lang="en-US" sz="1100" dirty="0">
              <a:latin typeface="Cambria"/>
              <a:ea typeface="Cambria"/>
              <a:cs typeface="Calibri"/>
            </a:endParaRPr>
          </a:p>
          <a:p>
            <a:pPr algn="just"/>
            <a:r>
              <a:rPr lang="en-US" sz="1100" dirty="0">
                <a:latin typeface="Cambria"/>
                <a:ea typeface="Cambria"/>
                <a:cs typeface="Calibri"/>
              </a:rPr>
              <a:t>For more information, please refer to the original source: </a:t>
            </a:r>
            <a:endParaRPr lang="en-US">
              <a:latin typeface="Cambria"/>
              <a:ea typeface="Cambria"/>
              <a:cs typeface="Calibri" panose="020F0502020204030204" pitchFamily="34" charset="0"/>
            </a:endParaRPr>
          </a:p>
          <a:p>
            <a:pPr algn="just"/>
            <a:r>
              <a:rPr lang="en-US" sz="1100" b="1" dirty="0">
                <a:latin typeface="Cambria"/>
                <a:ea typeface="Cambria"/>
                <a:cs typeface="Calibri"/>
              </a:rPr>
              <a:t>Book Title: </a:t>
            </a:r>
            <a:r>
              <a:rPr lang="en-US" sz="1100" dirty="0">
                <a:latin typeface="Cambria"/>
                <a:ea typeface="Cambria"/>
                <a:cs typeface="Calibri"/>
              </a:rPr>
              <a:t>Agile Project Manager_v2_handbook</a:t>
            </a:r>
            <a:r>
              <a:rPr lang="en-US" sz="1100" b="1" dirty="0">
                <a:latin typeface="Cambria"/>
                <a:ea typeface="Cambria"/>
                <a:cs typeface="Calibri"/>
              </a:rPr>
              <a:t> Author: </a:t>
            </a:r>
            <a:r>
              <a:rPr lang="en-US" sz="1100" dirty="0">
                <a:latin typeface="Cambria"/>
                <a:ea typeface="Cambria"/>
                <a:cs typeface="Calibri"/>
              </a:rPr>
              <a:t>Agile Business Consortium</a:t>
            </a:r>
            <a:r>
              <a:rPr lang="en-US" sz="1100" b="1" dirty="0">
                <a:latin typeface="Cambria"/>
                <a:ea typeface="Cambria"/>
                <a:cs typeface="Calibri"/>
              </a:rPr>
              <a:t> </a:t>
            </a:r>
            <a:endParaRPr lang="en-US" b="1">
              <a:latin typeface="Cambria"/>
              <a:ea typeface="Cambria"/>
              <a:cs typeface="Calibri" panose="020F0502020204030204" pitchFamily="34" charset="0"/>
            </a:endParaRPr>
          </a:p>
          <a:p>
            <a:pPr algn="just"/>
            <a:r>
              <a:rPr lang="en-US" sz="1100" b="1" dirty="0">
                <a:latin typeface="Cambria"/>
                <a:ea typeface="Cambria"/>
                <a:cs typeface="Calibri"/>
              </a:rPr>
              <a:t>Publisher: </a:t>
            </a:r>
            <a:r>
              <a:rPr lang="en-US" sz="1100" dirty="0">
                <a:latin typeface="Cambria"/>
                <a:ea typeface="Cambria"/>
                <a:cs typeface="Calibri"/>
              </a:rPr>
              <a:t>Buckland Media Group Limited </a:t>
            </a:r>
            <a:endParaRPr lang="en-US">
              <a:latin typeface="Cambria"/>
              <a:ea typeface="Cambria"/>
              <a:cs typeface="Calibri" panose="020F0502020204030204" pitchFamily="34" charset="0"/>
            </a:endParaRPr>
          </a:p>
          <a:p>
            <a:pPr algn="just"/>
            <a:r>
              <a:rPr lang="en-US" sz="1100" b="1" dirty="0">
                <a:latin typeface="Cambria"/>
                <a:ea typeface="Cambria"/>
                <a:cs typeface="Calibri"/>
              </a:rPr>
              <a:t>Year of Publication: </a:t>
            </a:r>
            <a:r>
              <a:rPr lang="en-US" sz="1100" dirty="0">
                <a:latin typeface="Cambria"/>
                <a:ea typeface="Cambria"/>
                <a:cs typeface="Calibri"/>
              </a:rPr>
              <a:t>2017 </a:t>
            </a:r>
            <a:endParaRPr lang="en-US">
              <a:latin typeface="Cambria"/>
              <a:ea typeface="Cambria"/>
              <a:cs typeface="Calibri" panose="020F0502020204030204" pitchFamily="34" charset="0"/>
            </a:endParaRPr>
          </a:p>
          <a:p>
            <a:pPr algn="just"/>
            <a:r>
              <a:rPr lang="en-US" sz="1100" b="1" dirty="0">
                <a:latin typeface="Cambria"/>
                <a:ea typeface="Cambria"/>
                <a:cs typeface="Calibri"/>
              </a:rPr>
              <a:t>Please consult the book for further details and complete content.</a:t>
            </a:r>
            <a:endParaRPr lang="en-US" b="1">
              <a:latin typeface="Cambria"/>
              <a:ea typeface="Cambria"/>
              <a:cs typeface="Calibri" panose="020F0502020204030204" pitchFamily="34" charset="0"/>
            </a:endParaRPr>
          </a:p>
        </p:txBody>
      </p:sp>
      <p:sp>
        <p:nvSpPr>
          <p:cNvPr id="3" name="TextBox 2">
            <a:extLst>
              <a:ext uri="{FF2B5EF4-FFF2-40B4-BE49-F238E27FC236}">
                <a16:creationId xmlns:a16="http://schemas.microsoft.com/office/drawing/2014/main" id="{BCB55A17-192F-2A36-F03B-B6BB8D92CF3A}"/>
              </a:ext>
            </a:extLst>
          </p:cNvPr>
          <p:cNvSpPr txBox="1"/>
          <p:nvPr/>
        </p:nvSpPr>
        <p:spPr>
          <a:xfrm>
            <a:off x="8748966" y="1505415"/>
            <a:ext cx="3509294" cy="1015663"/>
          </a:xfrm>
          <a:prstGeom prst="rect">
            <a:avLst/>
          </a:prstGeom>
          <a:noFill/>
        </p:spPr>
        <p:txBody>
          <a:bodyPr wrap="none" rtlCol="0">
            <a:spAutoFit/>
          </a:bodyPr>
          <a:lstStyle/>
          <a:p>
            <a:r>
              <a:rPr lang="en-MY" sz="2000" dirty="0"/>
              <a:t>Rohayanti Hassan</a:t>
            </a:r>
          </a:p>
          <a:p>
            <a:r>
              <a:rPr lang="en-MY" sz="2000" dirty="0"/>
              <a:t>Faculty of Computing</a:t>
            </a:r>
          </a:p>
          <a:p>
            <a:r>
              <a:rPr lang="en-MY" sz="2000" dirty="0" err="1"/>
              <a:t>Universiti</a:t>
            </a:r>
            <a:r>
              <a:rPr lang="en-MY" sz="2000" dirty="0"/>
              <a:t> </a:t>
            </a:r>
            <a:r>
              <a:rPr lang="en-MY" sz="2000" dirty="0" err="1"/>
              <a:t>Teknologi</a:t>
            </a:r>
            <a:r>
              <a:rPr lang="en-MY" sz="2000" dirty="0"/>
              <a:t> Malaysia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
        <p:nvSpPr>
          <p:cNvPr id="321" name="Google Shape;321;p2"/>
          <p:cNvSpPr txBox="1">
            <a:spLocks noGrp="1"/>
          </p:cNvSpPr>
          <p:nvPr>
            <p:ph type="title"/>
          </p:nvPr>
        </p:nvSpPr>
        <p:spPr>
          <a:xfrm>
            <a:off x="838200" y="564505"/>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Outline</a:t>
            </a:r>
            <a:endParaRPr/>
          </a:p>
        </p:txBody>
      </p:sp>
      <p:sp>
        <p:nvSpPr>
          <p:cNvPr id="322" name="Google Shape;322;p2"/>
          <p:cNvSpPr txBox="1"/>
          <p:nvPr/>
        </p:nvSpPr>
        <p:spPr>
          <a:xfrm>
            <a:off x="838205" y="1830610"/>
            <a:ext cx="9908400" cy="2462700"/>
          </a:xfrm>
          <a:prstGeom prst="rect">
            <a:avLst/>
          </a:prstGeom>
          <a:noFill/>
          <a:ln>
            <a:noFill/>
          </a:ln>
        </p:spPr>
        <p:txBody>
          <a:bodyPr spcFirstLastPara="1" wrap="square" lIns="91425" tIns="45700" rIns="91425" bIns="45700" anchor="t" anchorCtr="0">
            <a:spAutoFit/>
          </a:bodyPr>
          <a:lstStyle/>
          <a:p>
            <a:pPr marL="457200" marR="0" lvl="0" indent="-406400" algn="l" rtl="0">
              <a:lnSpc>
                <a:spcPct val="150000"/>
              </a:lnSpc>
              <a:spcBef>
                <a:spcPts val="0"/>
              </a:spcBef>
              <a:spcAft>
                <a:spcPts val="0"/>
              </a:spcAft>
              <a:buClr>
                <a:srgbClr val="3F3F3F"/>
              </a:buClr>
              <a:buSzPts val="2800"/>
              <a:buFont typeface="Lato"/>
              <a:buChar char="●"/>
            </a:pPr>
            <a:r>
              <a:rPr lang="en-US" sz="2800">
                <a:solidFill>
                  <a:srgbClr val="3F3F3F"/>
                </a:solidFill>
                <a:latin typeface="Lato"/>
                <a:ea typeface="Lato"/>
                <a:cs typeface="Lato"/>
                <a:sym typeface="Lato"/>
              </a:rPr>
              <a:t>Other DSDM Practices : </a:t>
            </a:r>
            <a:endParaRPr sz="2800">
              <a:solidFill>
                <a:srgbClr val="3F3F3F"/>
              </a:solidFill>
              <a:latin typeface="Lato"/>
              <a:ea typeface="Lato"/>
              <a:cs typeface="Lato"/>
              <a:sym typeface="Lato"/>
            </a:endParaRPr>
          </a:p>
          <a:p>
            <a:pPr marL="914400" marR="0" lvl="1" indent="-406400" algn="l" rtl="0">
              <a:lnSpc>
                <a:spcPct val="150000"/>
              </a:lnSpc>
              <a:spcBef>
                <a:spcPts val="0"/>
              </a:spcBef>
              <a:spcAft>
                <a:spcPts val="0"/>
              </a:spcAft>
              <a:buClr>
                <a:srgbClr val="3F3F3F"/>
              </a:buClr>
              <a:buSzPts val="2800"/>
              <a:buFont typeface="Lato"/>
              <a:buChar char="○"/>
            </a:pPr>
            <a:r>
              <a:rPr lang="en-US" sz="2800">
                <a:solidFill>
                  <a:srgbClr val="3F3F3F"/>
                </a:solidFill>
                <a:latin typeface="Lato"/>
                <a:ea typeface="Lato"/>
                <a:cs typeface="Lato"/>
                <a:sym typeface="Lato"/>
              </a:rPr>
              <a:t>Facilitated Workshops</a:t>
            </a:r>
            <a:endParaRPr sz="2800">
              <a:solidFill>
                <a:srgbClr val="3F3F3F"/>
              </a:solidFill>
              <a:latin typeface="Lato"/>
              <a:ea typeface="Lato"/>
              <a:cs typeface="Lato"/>
              <a:sym typeface="Lato"/>
            </a:endParaRPr>
          </a:p>
          <a:p>
            <a:pPr marL="914400" marR="0" lvl="1" indent="-406400" algn="l" rtl="0">
              <a:lnSpc>
                <a:spcPct val="150000"/>
              </a:lnSpc>
              <a:spcBef>
                <a:spcPts val="0"/>
              </a:spcBef>
              <a:spcAft>
                <a:spcPts val="0"/>
              </a:spcAft>
              <a:buClr>
                <a:srgbClr val="3F3F3F"/>
              </a:buClr>
              <a:buSzPts val="2800"/>
              <a:buFont typeface="Lato"/>
              <a:buChar char="○"/>
            </a:pPr>
            <a:r>
              <a:rPr lang="en-US" sz="2800">
                <a:solidFill>
                  <a:srgbClr val="3F3F3F"/>
                </a:solidFill>
                <a:latin typeface="Lato"/>
                <a:ea typeface="Lato"/>
                <a:cs typeface="Lato"/>
                <a:sym typeface="Lato"/>
              </a:rPr>
              <a:t>Modelling</a:t>
            </a:r>
            <a:endParaRPr sz="2800">
              <a:solidFill>
                <a:srgbClr val="3F3F3F"/>
              </a:solidFill>
              <a:latin typeface="Lato"/>
              <a:ea typeface="Lato"/>
              <a:cs typeface="Lato"/>
              <a:sym typeface="Lato"/>
            </a:endParaRPr>
          </a:p>
          <a:p>
            <a:pPr marL="914400" marR="0" lvl="1" indent="-406400" algn="l" rtl="0">
              <a:lnSpc>
                <a:spcPct val="150000"/>
              </a:lnSpc>
              <a:spcBef>
                <a:spcPts val="0"/>
              </a:spcBef>
              <a:spcAft>
                <a:spcPts val="0"/>
              </a:spcAft>
              <a:buClr>
                <a:srgbClr val="3F3F3F"/>
              </a:buClr>
              <a:buSzPts val="2800"/>
              <a:buFont typeface="Lato"/>
              <a:buChar char="○"/>
            </a:pPr>
            <a:r>
              <a:rPr lang="en-US" sz="2800">
                <a:solidFill>
                  <a:srgbClr val="3F3F3F"/>
                </a:solidFill>
                <a:latin typeface="Lato"/>
                <a:ea typeface="Lato"/>
                <a:cs typeface="Lato"/>
                <a:sym typeface="Lato"/>
              </a:rPr>
              <a:t>Iterative Development</a:t>
            </a:r>
            <a:endParaRPr sz="2800">
              <a:solidFill>
                <a:srgbClr val="3F3F3F"/>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37636fb1cab_0_0"/>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
        <p:nvSpPr>
          <p:cNvPr id="328" name="Google Shape;328;g37636fb1cab_0_0"/>
          <p:cNvSpPr txBox="1">
            <a:spLocks noGrp="1"/>
          </p:cNvSpPr>
          <p:nvPr>
            <p:ph type="title"/>
          </p:nvPr>
        </p:nvSpPr>
        <p:spPr>
          <a:xfrm>
            <a:off x="3476450" y="470550"/>
            <a:ext cx="4989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Facilitated Workshops</a:t>
            </a:r>
            <a:endParaRPr/>
          </a:p>
        </p:txBody>
      </p:sp>
      <p:sp>
        <p:nvSpPr>
          <p:cNvPr id="329" name="Google Shape;329;g37636fb1cab_0_0"/>
          <p:cNvSpPr txBox="1"/>
          <p:nvPr/>
        </p:nvSpPr>
        <p:spPr>
          <a:xfrm>
            <a:off x="728730" y="2262310"/>
            <a:ext cx="9908400" cy="34785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3F3F3F"/>
              </a:buClr>
              <a:buSzPts val="2200"/>
              <a:buFont typeface="Arial"/>
              <a:buNone/>
            </a:pPr>
            <a:r>
              <a:rPr lang="en-US" sz="2200" b="0" i="0" u="none" strike="noStrike" cap="none">
                <a:solidFill>
                  <a:srgbClr val="3F3F3F"/>
                </a:solidFill>
                <a:latin typeface="Lato"/>
                <a:ea typeface="Lato"/>
                <a:cs typeface="Lato"/>
                <a:sym typeface="Lato"/>
              </a:rPr>
              <a:t>Success Factors</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Effective, trained, independent Workshop Facilitator</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Flexibility in format, within clearly defined objectives</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Thorough preparation (by Facilitator and Participants)</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Ability to build in outputs from previous workshops</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Decisions and agreements not forced</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Workshop report distributed to participants soon afterwards</a:t>
            </a:r>
            <a:endParaRPr sz="2200" b="0" i="0" u="none" strike="noStrike" cap="none">
              <a:solidFill>
                <a:srgbClr val="3F3F3F"/>
              </a:solidFill>
              <a:latin typeface="Lato"/>
              <a:ea typeface="Lato"/>
              <a:cs typeface="Lato"/>
              <a:sym typeface="Lato"/>
            </a:endParaRPr>
          </a:p>
        </p:txBody>
      </p:sp>
      <p:sp>
        <p:nvSpPr>
          <p:cNvPr id="330" name="Google Shape;330;g37636fb1cab_0_0"/>
          <p:cNvSpPr txBox="1"/>
          <p:nvPr/>
        </p:nvSpPr>
        <p:spPr>
          <a:xfrm>
            <a:off x="1017055" y="1272458"/>
            <a:ext cx="99084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3F3F3F"/>
              </a:buClr>
              <a:buSzPts val="2000"/>
              <a:buFont typeface="Arial"/>
              <a:buNone/>
            </a:pPr>
            <a:r>
              <a:rPr lang="en-US" sz="2000" b="0" i="1" u="none" strike="noStrike" cap="none">
                <a:solidFill>
                  <a:srgbClr val="3F3F3F"/>
                </a:solidFill>
                <a:latin typeface="Lato"/>
                <a:ea typeface="Lato"/>
                <a:cs typeface="Lato"/>
                <a:sym typeface="Lato"/>
              </a:rPr>
              <a:t>"A structured group meeting to enable participants to reach a predetermined objective in a compressed </a:t>
            </a:r>
            <a:r>
              <a:rPr lang="en-US" sz="2000" i="1">
                <a:solidFill>
                  <a:srgbClr val="3F3F3F"/>
                </a:solidFill>
                <a:latin typeface="Lato"/>
                <a:ea typeface="Lato"/>
                <a:cs typeface="Lato"/>
                <a:sym typeface="Lato"/>
              </a:rPr>
              <a:t>time frame</a:t>
            </a:r>
            <a:r>
              <a:rPr lang="en-US" sz="2000" b="0" i="1" u="none" strike="noStrike" cap="none">
                <a:solidFill>
                  <a:srgbClr val="3F3F3F"/>
                </a:solidFill>
                <a:latin typeface="Lato"/>
                <a:ea typeface="Lato"/>
                <a:cs typeface="Lato"/>
                <a:sym typeface="Lato"/>
              </a:rPr>
              <a:t>, supported by a </a:t>
            </a:r>
            <a:r>
              <a:rPr lang="en-US" sz="2000" b="1" i="1" u="sng" strike="noStrike" cap="none">
                <a:solidFill>
                  <a:srgbClr val="002060"/>
                </a:solidFill>
                <a:latin typeface="Lato"/>
                <a:ea typeface="Lato"/>
                <a:cs typeface="Lato"/>
                <a:sym typeface="Lato"/>
              </a:rPr>
              <a:t>neutral facilitator</a:t>
            </a:r>
            <a:r>
              <a:rPr lang="en-US" sz="2000" b="0" i="1" u="none" strike="noStrike" cap="none">
                <a:solidFill>
                  <a:srgbClr val="3F3F3F"/>
                </a:solidFill>
                <a:latin typeface="Lato"/>
                <a:ea typeface="Lato"/>
                <a:cs typeface="Lato"/>
                <a:sym typeface="Lato"/>
              </a:rPr>
              <a:t>.”</a:t>
            </a:r>
            <a:endParaRPr sz="2000" b="0" i="1" u="none" strike="noStrike" cap="none">
              <a:solidFill>
                <a:srgbClr val="3F3F3F"/>
              </a:solidFill>
              <a:latin typeface="Lato"/>
              <a:ea typeface="Lato"/>
              <a:cs typeface="Lato"/>
              <a:sym typeface="Lato"/>
            </a:endParaRPr>
          </a:p>
        </p:txBody>
      </p:sp>
      <p:pic>
        <p:nvPicPr>
          <p:cNvPr id="331" name="Google Shape;331;g37636fb1cab_0_0"/>
          <p:cNvPicPr preferRelativeResize="0"/>
          <p:nvPr/>
        </p:nvPicPr>
        <p:blipFill>
          <a:blip r:embed="rId3">
            <a:alphaModFix/>
          </a:blip>
          <a:stretch>
            <a:fillRect/>
          </a:stretch>
        </p:blipFill>
        <p:spPr>
          <a:xfrm>
            <a:off x="8181650" y="2900325"/>
            <a:ext cx="3530500" cy="1701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37636fb1cab_0_76"/>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sp>
        <p:nvSpPr>
          <p:cNvPr id="337" name="Google Shape;337;g37636fb1cab_0_76"/>
          <p:cNvSpPr txBox="1">
            <a:spLocks noGrp="1"/>
          </p:cNvSpPr>
          <p:nvPr>
            <p:ph type="title"/>
          </p:nvPr>
        </p:nvSpPr>
        <p:spPr>
          <a:xfrm>
            <a:off x="3476450" y="470550"/>
            <a:ext cx="4989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Facilitated Workshops</a:t>
            </a:r>
            <a:endParaRPr/>
          </a:p>
        </p:txBody>
      </p:sp>
      <p:sp>
        <p:nvSpPr>
          <p:cNvPr id="338" name="Google Shape;338;g37636fb1cab_0_76"/>
          <p:cNvSpPr txBox="1"/>
          <p:nvPr/>
        </p:nvSpPr>
        <p:spPr>
          <a:xfrm>
            <a:off x="4848576" y="2621163"/>
            <a:ext cx="6953700" cy="2462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3F3F3F"/>
              </a:buClr>
              <a:buSzPts val="2200"/>
              <a:buFont typeface="Arial"/>
              <a:buNone/>
            </a:pPr>
            <a:r>
              <a:rPr lang="en-US" sz="2200" b="0" i="0" u="none" strike="noStrike" cap="none">
                <a:solidFill>
                  <a:srgbClr val="3F3F3F"/>
                </a:solidFill>
                <a:latin typeface="Lato"/>
                <a:ea typeface="Lato"/>
                <a:cs typeface="Lato"/>
                <a:sym typeface="Lato"/>
              </a:rPr>
              <a:t>Benefits</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Rapid, high quality team decisions</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Greater buy-in and ownership from all stakeholders</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Clarification of issues and enhanced communication</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Building team spirit and consensus</a:t>
            </a:r>
            <a:endParaRPr sz="2200" b="0" i="0" u="none" strike="noStrike" cap="none">
              <a:solidFill>
                <a:srgbClr val="3F3F3F"/>
              </a:solidFill>
              <a:latin typeface="Lato"/>
              <a:ea typeface="Lato"/>
              <a:cs typeface="Lato"/>
              <a:sym typeface="Lato"/>
            </a:endParaRPr>
          </a:p>
        </p:txBody>
      </p:sp>
      <p:sp>
        <p:nvSpPr>
          <p:cNvPr id="339" name="Google Shape;339;g37636fb1cab_0_76"/>
          <p:cNvSpPr txBox="1"/>
          <p:nvPr/>
        </p:nvSpPr>
        <p:spPr>
          <a:xfrm>
            <a:off x="1017055" y="1272458"/>
            <a:ext cx="99084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3F3F3F"/>
              </a:buClr>
              <a:buSzPts val="2000"/>
              <a:buFont typeface="Arial"/>
              <a:buNone/>
            </a:pPr>
            <a:r>
              <a:rPr lang="en-US" sz="2000" b="0" i="1" u="none" strike="noStrike" cap="none">
                <a:solidFill>
                  <a:srgbClr val="3F3F3F"/>
                </a:solidFill>
                <a:latin typeface="Lato"/>
                <a:ea typeface="Lato"/>
                <a:cs typeface="Lato"/>
                <a:sym typeface="Lato"/>
              </a:rPr>
              <a:t>"A structured group meeting to enable participants to reach a predetermined objective in a compressed </a:t>
            </a:r>
            <a:r>
              <a:rPr lang="en-US" sz="2000" i="1">
                <a:solidFill>
                  <a:srgbClr val="3F3F3F"/>
                </a:solidFill>
                <a:latin typeface="Lato"/>
                <a:ea typeface="Lato"/>
                <a:cs typeface="Lato"/>
                <a:sym typeface="Lato"/>
              </a:rPr>
              <a:t>time frame</a:t>
            </a:r>
            <a:r>
              <a:rPr lang="en-US" sz="2000" b="0" i="1" u="none" strike="noStrike" cap="none">
                <a:solidFill>
                  <a:srgbClr val="3F3F3F"/>
                </a:solidFill>
                <a:latin typeface="Lato"/>
                <a:ea typeface="Lato"/>
                <a:cs typeface="Lato"/>
                <a:sym typeface="Lato"/>
              </a:rPr>
              <a:t>, supported by a </a:t>
            </a:r>
            <a:r>
              <a:rPr lang="en-US" sz="2000" b="1" i="1" u="sng" strike="noStrike" cap="none">
                <a:solidFill>
                  <a:srgbClr val="002060"/>
                </a:solidFill>
                <a:latin typeface="Lato"/>
                <a:ea typeface="Lato"/>
                <a:cs typeface="Lato"/>
                <a:sym typeface="Lato"/>
              </a:rPr>
              <a:t>neutral facilitator</a:t>
            </a:r>
            <a:r>
              <a:rPr lang="en-US" sz="2000" b="0" i="1" u="none" strike="noStrike" cap="none">
                <a:solidFill>
                  <a:srgbClr val="3F3F3F"/>
                </a:solidFill>
                <a:latin typeface="Lato"/>
                <a:ea typeface="Lato"/>
                <a:cs typeface="Lato"/>
                <a:sym typeface="Lato"/>
              </a:rPr>
              <a:t>.”</a:t>
            </a:r>
            <a:endParaRPr sz="2000" b="0" i="1" u="none" strike="noStrike" cap="none">
              <a:solidFill>
                <a:srgbClr val="3F3F3F"/>
              </a:solidFill>
              <a:latin typeface="Lato"/>
              <a:ea typeface="Lato"/>
              <a:cs typeface="Lato"/>
              <a:sym typeface="Lato"/>
            </a:endParaRPr>
          </a:p>
        </p:txBody>
      </p:sp>
      <p:pic>
        <p:nvPicPr>
          <p:cNvPr id="340" name="Google Shape;340;g37636fb1cab_0_76"/>
          <p:cNvPicPr preferRelativeResize="0"/>
          <p:nvPr/>
        </p:nvPicPr>
        <p:blipFill>
          <a:blip r:embed="rId3">
            <a:alphaModFix/>
          </a:blip>
          <a:stretch>
            <a:fillRect/>
          </a:stretch>
        </p:blipFill>
        <p:spPr>
          <a:xfrm>
            <a:off x="562525" y="2553421"/>
            <a:ext cx="3659750" cy="272599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a:t>
            </a:fld>
            <a:endParaRPr/>
          </a:p>
        </p:txBody>
      </p:sp>
      <p:sp>
        <p:nvSpPr>
          <p:cNvPr id="346" name="Google Shape;346;p3"/>
          <p:cNvSpPr txBox="1">
            <a:spLocks noGrp="1"/>
          </p:cNvSpPr>
          <p:nvPr>
            <p:ph type="title"/>
          </p:nvPr>
        </p:nvSpPr>
        <p:spPr>
          <a:xfrm>
            <a:off x="838200" y="5772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Modelling</a:t>
            </a:r>
            <a:endParaRPr/>
          </a:p>
        </p:txBody>
      </p:sp>
      <p:sp>
        <p:nvSpPr>
          <p:cNvPr id="347" name="Google Shape;347;p3"/>
          <p:cNvSpPr txBox="1"/>
          <p:nvPr/>
        </p:nvSpPr>
        <p:spPr>
          <a:xfrm>
            <a:off x="699125" y="2047275"/>
            <a:ext cx="6231600" cy="29706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Visual representation of problem or solution</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Description or analogy to help visualise something that cannot be directly observed.</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A small but exact copy of something</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A pattern or figure of something to be made</a:t>
            </a:r>
            <a:endParaRPr sz="2200" b="0" i="0" u="none" strike="noStrike" cap="none">
              <a:solidFill>
                <a:srgbClr val="3F3F3F"/>
              </a:solidFill>
              <a:latin typeface="Lato"/>
              <a:ea typeface="Lato"/>
              <a:cs typeface="Lato"/>
              <a:sym typeface="Lato"/>
            </a:endParaRPr>
          </a:p>
          <a:p>
            <a:pPr marL="342900" marR="0" lvl="0" indent="-342900" algn="l" rtl="0">
              <a:lnSpc>
                <a:spcPct val="150000"/>
              </a:lnSpc>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Often used to describe a set of diagrams</a:t>
            </a:r>
            <a:endParaRPr sz="2200" b="0" i="0" u="none" strike="noStrike" cap="none">
              <a:solidFill>
                <a:srgbClr val="3F3F3F"/>
              </a:solidFill>
              <a:latin typeface="Lato"/>
              <a:ea typeface="Lato"/>
              <a:cs typeface="Lato"/>
              <a:sym typeface="Lato"/>
            </a:endParaRPr>
          </a:p>
        </p:txBody>
      </p:sp>
      <p:pic>
        <p:nvPicPr>
          <p:cNvPr id="348" name="Google Shape;348;p3"/>
          <p:cNvPicPr preferRelativeResize="0"/>
          <p:nvPr/>
        </p:nvPicPr>
        <p:blipFill>
          <a:blip r:embed="rId3">
            <a:alphaModFix/>
          </a:blip>
          <a:stretch>
            <a:fillRect/>
          </a:stretch>
        </p:blipFill>
        <p:spPr>
          <a:xfrm>
            <a:off x="7223700" y="1930910"/>
            <a:ext cx="4169850" cy="3203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37636fb1cab_0_7"/>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a:t>
            </a:fld>
            <a:endParaRPr/>
          </a:p>
        </p:txBody>
      </p:sp>
      <p:sp>
        <p:nvSpPr>
          <p:cNvPr id="354" name="Google Shape;354;g37636fb1cab_0_7"/>
          <p:cNvSpPr txBox="1">
            <a:spLocks noGrp="1"/>
          </p:cNvSpPr>
          <p:nvPr>
            <p:ph type="title"/>
          </p:nvPr>
        </p:nvSpPr>
        <p:spPr>
          <a:xfrm>
            <a:off x="838200" y="5772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Modelling</a:t>
            </a:r>
            <a:endParaRPr/>
          </a:p>
        </p:txBody>
      </p:sp>
      <p:sp>
        <p:nvSpPr>
          <p:cNvPr id="355" name="Google Shape;355;g37636fb1cab_0_7"/>
          <p:cNvSpPr txBox="1"/>
          <p:nvPr/>
        </p:nvSpPr>
        <p:spPr>
          <a:xfrm>
            <a:off x="667800" y="1379125"/>
            <a:ext cx="7414500" cy="49731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800" b="1">
                <a:solidFill>
                  <a:srgbClr val="3F3F3F"/>
                </a:solidFill>
                <a:latin typeface="Lato"/>
                <a:ea typeface="Lato"/>
                <a:cs typeface="Lato"/>
                <a:sym typeface="Lato"/>
              </a:rPr>
              <a:t>Purpose of Modelling</a:t>
            </a:r>
            <a:endParaRPr sz="1800" b="1">
              <a:solidFill>
                <a:srgbClr val="3F3F3F"/>
              </a:solidFill>
              <a:latin typeface="Lato"/>
              <a:ea typeface="Lato"/>
              <a:cs typeface="Lato"/>
              <a:sym typeface="Lato"/>
            </a:endParaRPr>
          </a:p>
          <a:p>
            <a:pPr marL="457200" lvl="0" indent="-342900" algn="l" rtl="0">
              <a:lnSpc>
                <a:spcPct val="115000"/>
              </a:lnSpc>
              <a:spcBef>
                <a:spcPts val="1200"/>
              </a:spcBef>
              <a:spcAft>
                <a:spcPts val="0"/>
              </a:spcAft>
              <a:buClr>
                <a:srgbClr val="3F3F3F"/>
              </a:buClr>
              <a:buSzPts val="1800"/>
              <a:buFont typeface="Lato"/>
              <a:buChar char="●"/>
            </a:pPr>
            <a:r>
              <a:rPr lang="en-US" sz="1800">
                <a:solidFill>
                  <a:srgbClr val="3F3F3F"/>
                </a:solidFill>
                <a:latin typeface="Lato"/>
                <a:ea typeface="Lato"/>
                <a:cs typeface="Lato"/>
                <a:sym typeface="Lato"/>
              </a:rPr>
              <a:t>Improves communication and prompts the right questions.</a:t>
            </a:r>
            <a:endParaRPr sz="1800">
              <a:solidFill>
                <a:srgbClr val="3F3F3F"/>
              </a:solidFill>
              <a:latin typeface="Lato"/>
              <a:ea typeface="Lato"/>
              <a:cs typeface="Lato"/>
              <a:sym typeface="Lato"/>
            </a:endParaRPr>
          </a:p>
          <a:p>
            <a:pPr marL="457200" lvl="0" indent="-342900" algn="l" rtl="0">
              <a:lnSpc>
                <a:spcPct val="115000"/>
              </a:lnSpc>
              <a:spcBef>
                <a:spcPts val="0"/>
              </a:spcBef>
              <a:spcAft>
                <a:spcPts val="0"/>
              </a:spcAft>
              <a:buClr>
                <a:srgbClr val="3F3F3F"/>
              </a:buClr>
              <a:buSzPts val="1800"/>
              <a:buFont typeface="Lato"/>
              <a:buChar char="●"/>
            </a:pPr>
            <a:r>
              <a:rPr lang="en-US" sz="1800">
                <a:solidFill>
                  <a:srgbClr val="3F3F3F"/>
                </a:solidFill>
                <a:latin typeface="Lato"/>
                <a:ea typeface="Lato"/>
                <a:cs typeface="Lato"/>
                <a:sym typeface="Lato"/>
              </a:rPr>
              <a:t>Helps confirm expectations, test achievability of objectives, and validate requirements.</a:t>
            </a:r>
            <a:endParaRPr sz="1800">
              <a:solidFill>
                <a:srgbClr val="3F3F3F"/>
              </a:solidFill>
              <a:latin typeface="Lato"/>
              <a:ea typeface="Lato"/>
              <a:cs typeface="Lato"/>
              <a:sym typeface="Lato"/>
            </a:endParaRPr>
          </a:p>
          <a:p>
            <a:pPr marL="457200" lvl="0" indent="-342900" algn="l" rtl="0">
              <a:lnSpc>
                <a:spcPct val="115000"/>
              </a:lnSpc>
              <a:spcBef>
                <a:spcPts val="0"/>
              </a:spcBef>
              <a:spcAft>
                <a:spcPts val="0"/>
              </a:spcAft>
              <a:buClr>
                <a:srgbClr val="3F3F3F"/>
              </a:buClr>
              <a:buSzPts val="1800"/>
              <a:buFont typeface="Lato"/>
              <a:buChar char="●"/>
            </a:pPr>
            <a:r>
              <a:rPr lang="en-US" sz="1800">
                <a:solidFill>
                  <a:srgbClr val="3F3F3F"/>
                </a:solidFill>
                <a:latin typeface="Lato"/>
                <a:ea typeface="Lato"/>
                <a:cs typeface="Lato"/>
                <a:sym typeface="Lato"/>
              </a:rPr>
              <a:t>Makes solution elements visible early (e.g., diagrams, prototypes, mock-ups).</a:t>
            </a:r>
            <a:endParaRPr sz="1800">
              <a:solidFill>
                <a:srgbClr val="3F3F3F"/>
              </a:solidFill>
              <a:latin typeface="Lato"/>
              <a:ea typeface="Lato"/>
              <a:cs typeface="Lato"/>
              <a:sym typeface="Lato"/>
            </a:endParaRPr>
          </a:p>
          <a:p>
            <a:pPr marL="457200" lvl="0" indent="-342900" algn="l" rtl="0">
              <a:lnSpc>
                <a:spcPct val="115000"/>
              </a:lnSpc>
              <a:spcBef>
                <a:spcPts val="0"/>
              </a:spcBef>
              <a:spcAft>
                <a:spcPts val="0"/>
              </a:spcAft>
              <a:buClr>
                <a:srgbClr val="3F3F3F"/>
              </a:buClr>
              <a:buSzPts val="1800"/>
              <a:buFont typeface="Lato"/>
              <a:buChar char="●"/>
            </a:pPr>
            <a:r>
              <a:rPr lang="en-US" sz="1800">
                <a:solidFill>
                  <a:srgbClr val="3F3F3F"/>
                </a:solidFill>
                <a:latin typeface="Lato"/>
                <a:ea typeface="Lato"/>
                <a:cs typeface="Lato"/>
                <a:sym typeface="Lato"/>
              </a:rPr>
              <a:t>Should only be detailed enough to serve the purpose—avoid unnecessary effort.</a:t>
            </a:r>
            <a:endParaRPr sz="1800">
              <a:solidFill>
                <a:srgbClr val="3F3F3F"/>
              </a:solidFill>
              <a:latin typeface="Lato"/>
              <a:ea typeface="Lato"/>
              <a:cs typeface="Lato"/>
              <a:sym typeface="Lato"/>
            </a:endParaRPr>
          </a:p>
          <a:p>
            <a:pPr marL="457200" lvl="0" indent="-342900" algn="l" rtl="0">
              <a:lnSpc>
                <a:spcPct val="115000"/>
              </a:lnSpc>
              <a:spcBef>
                <a:spcPts val="0"/>
              </a:spcBef>
              <a:spcAft>
                <a:spcPts val="0"/>
              </a:spcAft>
              <a:buClr>
                <a:srgbClr val="3F3F3F"/>
              </a:buClr>
              <a:buSzPts val="1800"/>
              <a:buChar char="●"/>
            </a:pPr>
            <a:r>
              <a:rPr lang="en-US" sz="1800">
                <a:solidFill>
                  <a:srgbClr val="3F3F3F"/>
                </a:solidFill>
                <a:latin typeface="Lato"/>
                <a:ea typeface="Lato"/>
                <a:cs typeface="Lato"/>
                <a:sym typeface="Lato"/>
              </a:rPr>
              <a:t>Often involves </a:t>
            </a:r>
            <a:r>
              <a:rPr lang="en-US" sz="1800" b="1">
                <a:solidFill>
                  <a:srgbClr val="3F3F3F"/>
                </a:solidFill>
                <a:latin typeface="Lato"/>
                <a:ea typeface="Lato"/>
                <a:cs typeface="Lato"/>
                <a:sym typeface="Lato"/>
              </a:rPr>
              <a:t>abstraction</a:t>
            </a:r>
            <a:r>
              <a:rPr lang="en-US" sz="1800">
                <a:solidFill>
                  <a:srgbClr val="3F3F3F"/>
                </a:solidFill>
                <a:latin typeface="Lato"/>
                <a:ea typeface="Lato"/>
                <a:cs typeface="Lato"/>
                <a:sym typeface="Lato"/>
              </a:rPr>
              <a:t>: omitting details to focus on specific aspects.</a:t>
            </a:r>
            <a:endParaRPr sz="1800">
              <a:solidFill>
                <a:srgbClr val="3F3F3F"/>
              </a:solidFill>
              <a:latin typeface="Lato"/>
              <a:ea typeface="Lato"/>
              <a:cs typeface="Lato"/>
              <a:sym typeface="Lato"/>
            </a:endParaRPr>
          </a:p>
          <a:p>
            <a:pPr marL="0" lvl="0" indent="0" algn="l" rtl="0">
              <a:lnSpc>
                <a:spcPct val="115000"/>
              </a:lnSpc>
              <a:spcBef>
                <a:spcPts val="1200"/>
              </a:spcBef>
              <a:spcAft>
                <a:spcPts val="0"/>
              </a:spcAft>
              <a:buClr>
                <a:schemeClr val="dk1"/>
              </a:buClr>
              <a:buSzPts val="1100"/>
              <a:buFont typeface="Arial"/>
              <a:buNone/>
            </a:pPr>
            <a:r>
              <a:rPr lang="en-US" sz="1800" b="1">
                <a:solidFill>
                  <a:srgbClr val="3F3F3F"/>
                </a:solidFill>
                <a:latin typeface="Lato"/>
                <a:ea typeface="Lato"/>
                <a:cs typeface="Lato"/>
                <a:sym typeface="Lato"/>
              </a:rPr>
              <a:t>Modelling Perspectives</a:t>
            </a:r>
            <a:endParaRPr sz="1800" b="1">
              <a:solidFill>
                <a:srgbClr val="3F3F3F"/>
              </a:solidFill>
              <a:latin typeface="Lato"/>
              <a:ea typeface="Lato"/>
              <a:cs typeface="Lato"/>
              <a:sym typeface="Lato"/>
            </a:endParaRPr>
          </a:p>
          <a:p>
            <a:pPr marL="457200" lvl="0" indent="-342900" algn="l" rtl="0">
              <a:lnSpc>
                <a:spcPct val="115000"/>
              </a:lnSpc>
              <a:spcBef>
                <a:spcPts val="1200"/>
              </a:spcBef>
              <a:spcAft>
                <a:spcPts val="0"/>
              </a:spcAft>
              <a:buClr>
                <a:srgbClr val="3F3F3F"/>
              </a:buClr>
              <a:buSzPts val="1800"/>
              <a:buChar char="●"/>
            </a:pPr>
            <a:r>
              <a:rPr lang="en-US" sz="1800">
                <a:solidFill>
                  <a:srgbClr val="3F3F3F"/>
                </a:solidFill>
                <a:latin typeface="Lato"/>
                <a:ea typeface="Lato"/>
                <a:cs typeface="Lato"/>
                <a:sym typeface="Lato"/>
              </a:rPr>
              <a:t>Provides a </a:t>
            </a:r>
            <a:r>
              <a:rPr lang="en-US" sz="1800" b="1">
                <a:solidFill>
                  <a:srgbClr val="3F3F3F"/>
                </a:solidFill>
                <a:latin typeface="Lato"/>
                <a:ea typeface="Lato"/>
                <a:cs typeface="Lato"/>
                <a:sym typeface="Lato"/>
              </a:rPr>
              <a:t>coherent picture of a solution area</a:t>
            </a:r>
            <a:r>
              <a:rPr lang="en-US" sz="1800">
                <a:solidFill>
                  <a:srgbClr val="3F3F3F"/>
                </a:solidFill>
                <a:latin typeface="Lato"/>
                <a:ea typeface="Lato"/>
                <a:cs typeface="Lato"/>
                <a:sym typeface="Lato"/>
              </a:rPr>
              <a:t>.</a:t>
            </a:r>
            <a:endParaRPr sz="1800">
              <a:solidFill>
                <a:srgbClr val="3F3F3F"/>
              </a:solidFill>
              <a:latin typeface="Lato"/>
              <a:ea typeface="Lato"/>
              <a:cs typeface="Lato"/>
              <a:sym typeface="Lato"/>
            </a:endParaRPr>
          </a:p>
          <a:p>
            <a:pPr marL="457200" lvl="0" indent="-342900" algn="l" rtl="0">
              <a:lnSpc>
                <a:spcPct val="115000"/>
              </a:lnSpc>
              <a:spcBef>
                <a:spcPts val="0"/>
              </a:spcBef>
              <a:spcAft>
                <a:spcPts val="0"/>
              </a:spcAft>
              <a:buClr>
                <a:srgbClr val="3F3F3F"/>
              </a:buClr>
              <a:buSzPts val="1800"/>
              <a:buChar char="●"/>
            </a:pPr>
            <a:r>
              <a:rPr lang="en-US" sz="1800">
                <a:solidFill>
                  <a:srgbClr val="3F3F3F"/>
                </a:solidFill>
                <a:latin typeface="Lato"/>
                <a:ea typeface="Lato"/>
                <a:cs typeface="Lato"/>
                <a:sym typeface="Lato"/>
              </a:rPr>
              <a:t>Considers perspectives: </a:t>
            </a:r>
            <a:r>
              <a:rPr lang="en-US" sz="1800" b="1">
                <a:solidFill>
                  <a:srgbClr val="3F3F3F"/>
                </a:solidFill>
                <a:latin typeface="Lato"/>
                <a:ea typeface="Lato"/>
                <a:cs typeface="Lato"/>
                <a:sym typeface="Lato"/>
              </a:rPr>
              <a:t>What, How, Where, Who, When, Why</a:t>
            </a:r>
            <a:r>
              <a:rPr lang="en-US" sz="1800">
                <a:solidFill>
                  <a:srgbClr val="3F3F3F"/>
                </a:solidFill>
                <a:latin typeface="Lato"/>
                <a:ea typeface="Lato"/>
                <a:cs typeface="Lato"/>
                <a:sym typeface="Lato"/>
              </a:rPr>
              <a:t>.</a:t>
            </a:r>
            <a:endParaRPr sz="1800">
              <a:solidFill>
                <a:srgbClr val="3F3F3F"/>
              </a:solidFill>
              <a:latin typeface="Lato"/>
              <a:ea typeface="Lato"/>
              <a:cs typeface="Lato"/>
              <a:sym typeface="Lato"/>
            </a:endParaRPr>
          </a:p>
          <a:p>
            <a:pPr marL="457200" lvl="0" indent="-342900" algn="l" rtl="0">
              <a:lnSpc>
                <a:spcPct val="115000"/>
              </a:lnSpc>
              <a:spcBef>
                <a:spcPts val="0"/>
              </a:spcBef>
              <a:spcAft>
                <a:spcPts val="0"/>
              </a:spcAft>
              <a:buClr>
                <a:srgbClr val="3F3F3F"/>
              </a:buClr>
              <a:buSzPts val="1800"/>
              <a:buFont typeface="Lato"/>
              <a:buChar char="●"/>
            </a:pPr>
            <a:r>
              <a:rPr lang="en-US" sz="1800">
                <a:solidFill>
                  <a:srgbClr val="3F3F3F"/>
                </a:solidFill>
                <a:latin typeface="Lato"/>
                <a:ea typeface="Lato"/>
                <a:cs typeface="Lato"/>
                <a:sym typeface="Lato"/>
              </a:rPr>
              <a:t>Shows relationships between these perspectives.</a:t>
            </a:r>
            <a:endParaRPr sz="1800">
              <a:solidFill>
                <a:srgbClr val="3F3F3F"/>
              </a:solidFill>
              <a:latin typeface="Lato"/>
              <a:ea typeface="Lato"/>
              <a:cs typeface="Lato"/>
              <a:sym typeface="Lato"/>
            </a:endParaRPr>
          </a:p>
        </p:txBody>
      </p:sp>
      <p:pic>
        <p:nvPicPr>
          <p:cNvPr id="356" name="Google Shape;356;g37636fb1cab_0_7"/>
          <p:cNvPicPr preferRelativeResize="0"/>
          <p:nvPr/>
        </p:nvPicPr>
        <p:blipFill rotWithShape="1">
          <a:blip r:embed="rId3">
            <a:alphaModFix/>
          </a:blip>
          <a:srcRect r="10778"/>
          <a:stretch/>
        </p:blipFill>
        <p:spPr>
          <a:xfrm>
            <a:off x="8082300" y="2189125"/>
            <a:ext cx="3339350" cy="2827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37636fb1cab_0_25"/>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8</a:t>
            </a:fld>
            <a:endParaRPr/>
          </a:p>
        </p:txBody>
      </p:sp>
      <p:sp>
        <p:nvSpPr>
          <p:cNvPr id="362" name="Google Shape;362;g37636fb1cab_0_25"/>
          <p:cNvSpPr txBox="1">
            <a:spLocks noGrp="1"/>
          </p:cNvSpPr>
          <p:nvPr>
            <p:ph type="title"/>
          </p:nvPr>
        </p:nvSpPr>
        <p:spPr>
          <a:xfrm>
            <a:off x="838200" y="5772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Modelling</a:t>
            </a:r>
            <a:endParaRPr/>
          </a:p>
        </p:txBody>
      </p:sp>
      <p:sp>
        <p:nvSpPr>
          <p:cNvPr id="363" name="Google Shape;363;g37636fb1cab_0_25"/>
          <p:cNvSpPr txBox="1"/>
          <p:nvPr/>
        </p:nvSpPr>
        <p:spPr>
          <a:xfrm>
            <a:off x="652150" y="1546225"/>
            <a:ext cx="6162000" cy="42483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400"/>
              </a:spcBef>
              <a:spcAft>
                <a:spcPts val="0"/>
              </a:spcAft>
              <a:buNone/>
            </a:pPr>
            <a:r>
              <a:rPr lang="en-US" sz="2000" b="1">
                <a:solidFill>
                  <a:srgbClr val="4B473E"/>
                </a:solidFill>
                <a:latin typeface="Lato"/>
                <a:ea typeface="Lato"/>
                <a:cs typeface="Lato"/>
                <a:sym typeface="Lato"/>
              </a:rPr>
              <a:t>Diagram: Modelling Perspectives</a:t>
            </a:r>
            <a:endParaRPr sz="2000" b="1">
              <a:solidFill>
                <a:srgbClr val="4B473E"/>
              </a:solidFill>
              <a:latin typeface="Lato"/>
              <a:ea typeface="Lato"/>
              <a:cs typeface="Lato"/>
              <a:sym typeface="Lato"/>
            </a:endParaRPr>
          </a:p>
          <a:p>
            <a:pPr marL="0" lvl="0" indent="0" algn="l" rtl="0">
              <a:lnSpc>
                <a:spcPct val="115000"/>
              </a:lnSpc>
              <a:spcBef>
                <a:spcPts val="1200"/>
              </a:spcBef>
              <a:spcAft>
                <a:spcPts val="0"/>
              </a:spcAft>
              <a:buNone/>
            </a:pPr>
            <a:r>
              <a:rPr lang="en-US" sz="2000">
                <a:solidFill>
                  <a:srgbClr val="4B473E"/>
                </a:solidFill>
                <a:latin typeface="Lato"/>
                <a:ea typeface="Lato"/>
                <a:cs typeface="Lato"/>
                <a:sym typeface="Lato"/>
              </a:rPr>
              <a:t>A Venn diagram shows the six perspectives:</a:t>
            </a:r>
            <a:endParaRPr sz="2000">
              <a:solidFill>
                <a:srgbClr val="4B473E"/>
              </a:solidFill>
              <a:latin typeface="Lato"/>
              <a:ea typeface="Lato"/>
              <a:cs typeface="Lato"/>
              <a:sym typeface="Lato"/>
            </a:endParaRPr>
          </a:p>
          <a:p>
            <a:pPr marL="457200" lvl="0" indent="-355600" algn="l" rtl="0">
              <a:lnSpc>
                <a:spcPct val="115000"/>
              </a:lnSpc>
              <a:spcBef>
                <a:spcPts val="1200"/>
              </a:spcBef>
              <a:spcAft>
                <a:spcPts val="0"/>
              </a:spcAft>
              <a:buClr>
                <a:srgbClr val="4B473E"/>
              </a:buClr>
              <a:buSzPts val="2000"/>
              <a:buChar char="●"/>
            </a:pPr>
            <a:r>
              <a:rPr lang="en-US" sz="2000" b="1">
                <a:solidFill>
                  <a:srgbClr val="4B473E"/>
                </a:solidFill>
                <a:latin typeface="Lato"/>
                <a:ea typeface="Lato"/>
                <a:cs typeface="Lato"/>
                <a:sym typeface="Lato"/>
              </a:rPr>
              <a:t>WHAT</a:t>
            </a:r>
            <a:r>
              <a:rPr lang="en-US" sz="2000">
                <a:solidFill>
                  <a:srgbClr val="4B473E"/>
                </a:solidFill>
                <a:latin typeface="Lato"/>
                <a:ea typeface="Lato"/>
                <a:cs typeface="Lato"/>
                <a:sym typeface="Lato"/>
              </a:rPr>
              <a:t> – Information within the solution area (data, relationships, business rules).</a:t>
            </a:r>
            <a:endParaRPr sz="2000">
              <a:solidFill>
                <a:srgbClr val="4B473E"/>
              </a:solidFill>
              <a:latin typeface="Lato"/>
              <a:ea typeface="Lato"/>
              <a:cs typeface="Lato"/>
              <a:sym typeface="Lato"/>
            </a:endParaRPr>
          </a:p>
          <a:p>
            <a:pPr marL="457200" lvl="0" indent="-355600" algn="l" rtl="0">
              <a:lnSpc>
                <a:spcPct val="115000"/>
              </a:lnSpc>
              <a:spcBef>
                <a:spcPts val="0"/>
              </a:spcBef>
              <a:spcAft>
                <a:spcPts val="0"/>
              </a:spcAft>
              <a:buClr>
                <a:srgbClr val="4B473E"/>
              </a:buClr>
              <a:buSzPts val="2000"/>
              <a:buChar char="●"/>
            </a:pPr>
            <a:r>
              <a:rPr lang="en-US" sz="2000" b="1">
                <a:solidFill>
                  <a:srgbClr val="4B473E"/>
                </a:solidFill>
                <a:latin typeface="Lato"/>
                <a:ea typeface="Lato"/>
                <a:cs typeface="Lato"/>
                <a:sym typeface="Lato"/>
              </a:rPr>
              <a:t>HOW</a:t>
            </a:r>
            <a:r>
              <a:rPr lang="en-US" sz="2000">
                <a:solidFill>
                  <a:srgbClr val="4B473E"/>
                </a:solidFill>
                <a:latin typeface="Lato"/>
                <a:ea typeface="Lato"/>
                <a:cs typeface="Lato"/>
                <a:sym typeface="Lato"/>
              </a:rPr>
              <a:t> – Functions, features, and processes.</a:t>
            </a:r>
            <a:endParaRPr sz="2000">
              <a:solidFill>
                <a:srgbClr val="4B473E"/>
              </a:solidFill>
              <a:latin typeface="Lato"/>
              <a:ea typeface="Lato"/>
              <a:cs typeface="Lato"/>
              <a:sym typeface="Lato"/>
            </a:endParaRPr>
          </a:p>
          <a:p>
            <a:pPr marL="457200" lvl="0" indent="-355600" algn="l" rtl="0">
              <a:lnSpc>
                <a:spcPct val="115000"/>
              </a:lnSpc>
              <a:spcBef>
                <a:spcPts val="0"/>
              </a:spcBef>
              <a:spcAft>
                <a:spcPts val="0"/>
              </a:spcAft>
              <a:buClr>
                <a:srgbClr val="4B473E"/>
              </a:buClr>
              <a:buSzPts val="2000"/>
              <a:buChar char="●"/>
            </a:pPr>
            <a:r>
              <a:rPr lang="en-US" sz="2000" b="1">
                <a:solidFill>
                  <a:srgbClr val="4B473E"/>
                </a:solidFill>
                <a:latin typeface="Lato"/>
                <a:ea typeface="Lato"/>
                <a:cs typeface="Lato"/>
                <a:sym typeface="Lato"/>
              </a:rPr>
              <a:t>WHERE</a:t>
            </a:r>
            <a:r>
              <a:rPr lang="en-US" sz="2000">
                <a:solidFill>
                  <a:srgbClr val="4B473E"/>
                </a:solidFill>
                <a:latin typeface="Lato"/>
                <a:ea typeface="Lato"/>
                <a:cs typeface="Lato"/>
                <a:sym typeface="Lato"/>
              </a:rPr>
              <a:t> – Locations of business operations (in relation to the solution).</a:t>
            </a:r>
            <a:endParaRPr sz="2000">
              <a:solidFill>
                <a:srgbClr val="4B473E"/>
              </a:solidFill>
              <a:latin typeface="Lato"/>
              <a:ea typeface="Lato"/>
              <a:cs typeface="Lato"/>
              <a:sym typeface="Lato"/>
            </a:endParaRPr>
          </a:p>
          <a:p>
            <a:pPr marL="457200" lvl="0" indent="-355600" algn="l" rtl="0">
              <a:lnSpc>
                <a:spcPct val="115000"/>
              </a:lnSpc>
              <a:spcBef>
                <a:spcPts val="0"/>
              </a:spcBef>
              <a:spcAft>
                <a:spcPts val="0"/>
              </a:spcAft>
              <a:buClr>
                <a:srgbClr val="4B473E"/>
              </a:buClr>
              <a:buSzPts val="2000"/>
              <a:buChar char="●"/>
            </a:pPr>
            <a:r>
              <a:rPr lang="en-US" sz="2000" b="1">
                <a:solidFill>
                  <a:srgbClr val="4B473E"/>
                </a:solidFill>
                <a:latin typeface="Lato"/>
                <a:ea typeface="Lato"/>
                <a:cs typeface="Lato"/>
                <a:sym typeface="Lato"/>
              </a:rPr>
              <a:t>WHO</a:t>
            </a:r>
            <a:r>
              <a:rPr lang="en-US" sz="2000">
                <a:solidFill>
                  <a:srgbClr val="4B473E"/>
                </a:solidFill>
                <a:latin typeface="Lato"/>
                <a:ea typeface="Lato"/>
                <a:cs typeface="Lato"/>
                <a:sym typeface="Lato"/>
              </a:rPr>
              <a:t> – People (customers, users, stakeholders).</a:t>
            </a:r>
            <a:endParaRPr sz="2000">
              <a:solidFill>
                <a:srgbClr val="4B473E"/>
              </a:solidFill>
              <a:latin typeface="Lato"/>
              <a:ea typeface="Lato"/>
              <a:cs typeface="Lato"/>
              <a:sym typeface="Lato"/>
            </a:endParaRPr>
          </a:p>
          <a:p>
            <a:pPr marL="457200" lvl="0" indent="-355600" algn="l" rtl="0">
              <a:lnSpc>
                <a:spcPct val="115000"/>
              </a:lnSpc>
              <a:spcBef>
                <a:spcPts val="0"/>
              </a:spcBef>
              <a:spcAft>
                <a:spcPts val="0"/>
              </a:spcAft>
              <a:buClr>
                <a:srgbClr val="4B473E"/>
              </a:buClr>
              <a:buSzPts val="2000"/>
              <a:buChar char="●"/>
            </a:pPr>
            <a:r>
              <a:rPr lang="en-US" sz="2000" b="1">
                <a:solidFill>
                  <a:srgbClr val="4B473E"/>
                </a:solidFill>
                <a:latin typeface="Lato"/>
                <a:ea typeface="Lato"/>
                <a:cs typeface="Lato"/>
                <a:sym typeface="Lato"/>
              </a:rPr>
              <a:t>WHEN</a:t>
            </a:r>
            <a:r>
              <a:rPr lang="en-US" sz="2000">
                <a:solidFill>
                  <a:srgbClr val="4B473E"/>
                </a:solidFill>
                <a:latin typeface="Lato"/>
                <a:ea typeface="Lato"/>
                <a:cs typeface="Lato"/>
                <a:sym typeface="Lato"/>
              </a:rPr>
              <a:t> – Events important to the business (time, scheduling).</a:t>
            </a:r>
            <a:endParaRPr sz="2000">
              <a:solidFill>
                <a:srgbClr val="4B473E"/>
              </a:solidFill>
              <a:latin typeface="Lato"/>
              <a:ea typeface="Lato"/>
              <a:cs typeface="Lato"/>
              <a:sym typeface="Lato"/>
            </a:endParaRPr>
          </a:p>
          <a:p>
            <a:pPr marL="457200" lvl="0" indent="-355600" algn="l" rtl="0">
              <a:lnSpc>
                <a:spcPct val="115000"/>
              </a:lnSpc>
              <a:spcBef>
                <a:spcPts val="0"/>
              </a:spcBef>
              <a:spcAft>
                <a:spcPts val="0"/>
              </a:spcAft>
              <a:buClr>
                <a:srgbClr val="4B473E"/>
              </a:buClr>
              <a:buSzPts val="2000"/>
              <a:buChar char="●"/>
            </a:pPr>
            <a:r>
              <a:rPr lang="en-US" sz="2000" b="1">
                <a:solidFill>
                  <a:srgbClr val="4B473E"/>
                </a:solidFill>
                <a:latin typeface="Lato"/>
                <a:ea typeface="Lato"/>
                <a:cs typeface="Lato"/>
                <a:sym typeface="Lato"/>
              </a:rPr>
              <a:t>WHY</a:t>
            </a:r>
            <a:r>
              <a:rPr lang="en-US" sz="2000">
                <a:solidFill>
                  <a:srgbClr val="4B473E"/>
                </a:solidFill>
                <a:latin typeface="Lato"/>
                <a:ea typeface="Lato"/>
                <a:cs typeface="Lato"/>
                <a:sym typeface="Lato"/>
              </a:rPr>
              <a:t> – Business objectives and strategy.</a:t>
            </a:r>
            <a:endParaRPr sz="2000" b="1">
              <a:solidFill>
                <a:srgbClr val="4B473E"/>
              </a:solidFill>
              <a:latin typeface="Lato"/>
              <a:ea typeface="Lato"/>
              <a:cs typeface="Lato"/>
              <a:sym typeface="Lato"/>
            </a:endParaRPr>
          </a:p>
        </p:txBody>
      </p:sp>
      <p:pic>
        <p:nvPicPr>
          <p:cNvPr id="364" name="Google Shape;364;g37636fb1cab_0_25"/>
          <p:cNvPicPr preferRelativeResize="0"/>
          <p:nvPr/>
        </p:nvPicPr>
        <p:blipFill rotWithShape="1">
          <a:blip r:embed="rId3">
            <a:alphaModFix/>
          </a:blip>
          <a:srcRect/>
          <a:stretch/>
        </p:blipFill>
        <p:spPr>
          <a:xfrm>
            <a:off x="6814150" y="1980725"/>
            <a:ext cx="4678676" cy="4099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
        <p:nvSpPr>
          <p:cNvPr id="370" name="Google Shape;370;p4"/>
          <p:cNvSpPr txBox="1">
            <a:spLocks noGrp="1"/>
          </p:cNvSpPr>
          <p:nvPr>
            <p:ph type="title"/>
          </p:nvPr>
        </p:nvSpPr>
        <p:spPr>
          <a:xfrm>
            <a:off x="838200" y="525355"/>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371" name="Google Shape;371;p4"/>
          <p:cNvSpPr txBox="1"/>
          <p:nvPr/>
        </p:nvSpPr>
        <p:spPr>
          <a:xfrm>
            <a:off x="652145" y="1546225"/>
            <a:ext cx="8392795" cy="246126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Solution evolves through cycles of iterative development</a:t>
            </a:r>
            <a:endParaRPr sz="2200" b="0" i="0" u="none" strike="noStrike" cap="none">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Each cycle moves solution from high-level concept closer to something with acknowledged business value</a:t>
            </a:r>
            <a:endParaRPr sz="2200" b="0" i="0" u="none" strike="noStrike" cap="none">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Each cycle should be:</a:t>
            </a:r>
            <a:endParaRPr sz="2200" b="0" i="0" u="none" strike="noStrike" cap="none">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Arial"/>
              <a:buNone/>
            </a:pPr>
            <a:r>
              <a:rPr lang="en-US" sz="2200" b="0" i="0" u="none" strike="noStrike" cap="none">
                <a:solidFill>
                  <a:srgbClr val="3F3F3F"/>
                </a:solidFill>
                <a:latin typeface="Lato"/>
                <a:ea typeface="Lato"/>
                <a:cs typeface="Lato"/>
                <a:sym typeface="Lato"/>
              </a:rPr>
              <a:t>	- As short as possible</a:t>
            </a:r>
            <a:endParaRPr sz="2200" b="0" i="0" u="none" strike="noStrike" cap="none">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Arial"/>
              <a:buNone/>
            </a:pPr>
            <a:r>
              <a:rPr lang="en-US" sz="2200" b="0" i="0" u="none" strike="noStrike" cap="none">
                <a:solidFill>
                  <a:srgbClr val="3F3F3F"/>
                </a:solidFill>
                <a:latin typeface="Lato"/>
                <a:ea typeface="Lato"/>
                <a:cs typeface="Lato"/>
                <a:sym typeface="Lato"/>
              </a:rPr>
              <a:t>	- Only as formal as necessary</a:t>
            </a:r>
            <a:endParaRPr sz="2200" b="0" i="0" u="none" strike="noStrike" cap="none">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Arial"/>
              <a:buChar char="•"/>
            </a:pPr>
            <a:r>
              <a:rPr lang="en-US" sz="2200" b="0" i="0" u="none" strike="noStrike" cap="none">
                <a:solidFill>
                  <a:srgbClr val="3F3F3F"/>
                </a:solidFill>
                <a:latin typeface="Lato"/>
                <a:ea typeface="Lato"/>
                <a:cs typeface="Lato"/>
                <a:sym typeface="Lato"/>
              </a:rPr>
              <a:t>Typically after an initial conversation, follow cycles of</a:t>
            </a:r>
            <a:endParaRPr sz="2200" b="0" i="0" u="none" strike="noStrike" cap="none">
              <a:solidFill>
                <a:srgbClr val="3F3F3F"/>
              </a:solidFill>
              <a:latin typeface="Lato"/>
              <a:ea typeface="Lato"/>
              <a:cs typeface="Lato"/>
              <a:sym typeface="Lato"/>
            </a:endParaRPr>
          </a:p>
        </p:txBody>
      </p:sp>
      <p:sp>
        <p:nvSpPr>
          <p:cNvPr id="372" name="Google Shape;372;p4"/>
          <p:cNvSpPr txBox="1"/>
          <p:nvPr/>
        </p:nvSpPr>
        <p:spPr>
          <a:xfrm>
            <a:off x="838200" y="4589780"/>
            <a:ext cx="990854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C00000"/>
              </a:buClr>
              <a:buSzPts val="2800"/>
              <a:buFont typeface="Arial"/>
              <a:buNone/>
            </a:pPr>
            <a:r>
              <a:rPr lang="en-US" sz="2800" b="1" i="0" u="none" strike="noStrike" cap="none">
                <a:solidFill>
                  <a:srgbClr val="C00000"/>
                </a:solidFill>
                <a:latin typeface="Lato"/>
                <a:ea typeface="Lato"/>
                <a:cs typeface="Lato"/>
                <a:sym typeface="Lato"/>
              </a:rPr>
              <a:t>Thought, Action and Conversation</a:t>
            </a:r>
            <a:endParaRPr sz="2800" b="1" i="0" u="none" strike="noStrike" cap="none">
              <a:solidFill>
                <a:srgbClr val="C00000"/>
              </a:solidFill>
              <a:latin typeface="Lato"/>
              <a:ea typeface="Lato"/>
              <a:cs typeface="Lato"/>
              <a:sym typeface="Lato"/>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68D0340-1B69-D959-7F66-B5C7D2A62FD1}"/>
                  </a:ext>
                </a:extLst>
              </p14:cNvPr>
              <p14:cNvContentPartPr/>
              <p14:nvPr/>
            </p14:nvContentPartPr>
            <p14:xfrm>
              <a:off x="851400" y="1179720"/>
              <a:ext cx="10772280" cy="4784760"/>
            </p14:xfrm>
          </p:contentPart>
        </mc:Choice>
        <mc:Fallback xmlns="">
          <p:pic>
            <p:nvPicPr>
              <p:cNvPr id="2" name="Ink 1">
                <a:extLst>
                  <a:ext uri="{FF2B5EF4-FFF2-40B4-BE49-F238E27FC236}">
                    <a16:creationId xmlns:a16="http://schemas.microsoft.com/office/drawing/2014/main" id="{568D0340-1B69-D959-7F66-B5C7D2A62FD1}"/>
                  </a:ext>
                </a:extLst>
              </p:cNvPr>
              <p:cNvPicPr/>
              <p:nvPr/>
            </p:nvPicPr>
            <p:blipFill>
              <a:blip r:embed="rId4"/>
              <a:stretch>
                <a:fillRect/>
              </a:stretch>
            </p:blipFill>
            <p:spPr>
              <a:xfrm>
                <a:off x="842040" y="1170360"/>
                <a:ext cx="10791000" cy="480348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
        <p:nvSpPr>
          <p:cNvPr id="378" name="Google Shape;378;p5"/>
          <p:cNvSpPr txBox="1">
            <a:spLocks noGrp="1"/>
          </p:cNvSpPr>
          <p:nvPr>
            <p:ph type="title"/>
          </p:nvPr>
        </p:nvSpPr>
        <p:spPr>
          <a:xfrm>
            <a:off x="838200" y="6065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379" name="Google Shape;379;p5"/>
          <p:cNvSpPr txBox="1"/>
          <p:nvPr/>
        </p:nvSpPr>
        <p:spPr>
          <a:xfrm>
            <a:off x="633547" y="1500550"/>
            <a:ext cx="6516300" cy="47100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1800"/>
              </a:spcBef>
              <a:spcAft>
                <a:spcPts val="0"/>
              </a:spcAft>
              <a:buClr>
                <a:schemeClr val="dk1"/>
              </a:buClr>
              <a:buSzPts val="1100"/>
              <a:buFont typeface="Arial"/>
              <a:buNone/>
            </a:pPr>
            <a:r>
              <a:rPr lang="en-US" sz="2000" b="1">
                <a:solidFill>
                  <a:srgbClr val="3F3F3F"/>
                </a:solidFill>
                <a:latin typeface="Lato"/>
                <a:ea typeface="Lato"/>
                <a:cs typeface="Lato"/>
                <a:sym typeface="Lato"/>
              </a:rPr>
              <a:t>Planning Iterative Development</a:t>
            </a:r>
            <a:endParaRPr sz="2000" b="1">
              <a:solidFill>
                <a:srgbClr val="3F3F3F"/>
              </a:solidFill>
              <a:latin typeface="Lato"/>
              <a:ea typeface="Lato"/>
              <a:cs typeface="Lato"/>
              <a:sym typeface="Lato"/>
            </a:endParaRPr>
          </a:p>
          <a:p>
            <a:pPr marL="457200" lvl="0" indent="-355600" algn="l" rtl="0">
              <a:lnSpc>
                <a:spcPct val="150000"/>
              </a:lnSpc>
              <a:spcBef>
                <a:spcPts val="1200"/>
              </a:spcBef>
              <a:spcAft>
                <a:spcPts val="0"/>
              </a:spcAft>
              <a:buClr>
                <a:srgbClr val="3F3F3F"/>
              </a:buClr>
              <a:buSzPts val="2000"/>
              <a:buChar char="●"/>
            </a:pPr>
            <a:r>
              <a:rPr lang="en-US" sz="2000">
                <a:solidFill>
                  <a:srgbClr val="3F3F3F"/>
                </a:solidFill>
                <a:latin typeface="Lato"/>
                <a:ea typeface="Lato"/>
                <a:cs typeface="Lato"/>
                <a:sym typeface="Lato"/>
              </a:rPr>
              <a:t>Strategy decided during </a:t>
            </a:r>
            <a:r>
              <a:rPr lang="en-US" sz="2000" b="1">
                <a:solidFill>
                  <a:srgbClr val="3F3F3F"/>
                </a:solidFill>
                <a:latin typeface="Lato"/>
                <a:ea typeface="Lato"/>
                <a:cs typeface="Lato"/>
                <a:sym typeface="Lato"/>
              </a:rPr>
              <a:t>Foundations phase</a:t>
            </a:r>
            <a:endParaRPr sz="2000" b="1">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a:solidFill>
                  <a:srgbClr val="3F3F3F"/>
                </a:solidFill>
                <a:latin typeface="Lato"/>
                <a:ea typeface="Lato"/>
                <a:cs typeface="Lato"/>
                <a:sym typeface="Lato"/>
              </a:rPr>
              <a:t>Large solution broken into </a:t>
            </a:r>
            <a:r>
              <a:rPr lang="en-US" sz="2000" b="1">
                <a:solidFill>
                  <a:srgbClr val="3F3F3F"/>
                </a:solidFill>
                <a:latin typeface="Lato"/>
                <a:ea typeface="Lato"/>
                <a:cs typeface="Lato"/>
                <a:sym typeface="Lato"/>
              </a:rPr>
              <a:t>small manageable chunks</a:t>
            </a:r>
            <a:endParaRPr sz="2000" b="1">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a:solidFill>
                  <a:srgbClr val="3F3F3F"/>
                </a:solidFill>
                <a:latin typeface="Lato"/>
                <a:ea typeface="Lato"/>
                <a:cs typeface="Lato"/>
                <a:sym typeface="Lato"/>
              </a:rPr>
              <a:t>Work delivered in </a:t>
            </a:r>
            <a:r>
              <a:rPr lang="en-US" sz="2000" b="1">
                <a:solidFill>
                  <a:srgbClr val="3F3F3F"/>
                </a:solidFill>
                <a:latin typeface="Lato"/>
                <a:ea typeface="Lato"/>
                <a:cs typeface="Lato"/>
                <a:sym typeface="Lato"/>
              </a:rPr>
              <a:t>Timeboxes</a:t>
            </a:r>
            <a:r>
              <a:rPr lang="en-US" sz="2000">
                <a:solidFill>
                  <a:srgbClr val="3F3F3F"/>
                </a:solidFill>
                <a:latin typeface="Lato"/>
                <a:ea typeface="Lato"/>
                <a:cs typeface="Lato"/>
                <a:sym typeface="Lato"/>
              </a:rPr>
              <a:t> (short, fixed periods)</a:t>
            </a:r>
            <a:endParaRPr sz="2000">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Each Timebox contains prioritized requirements/user stories</a:t>
            </a:r>
            <a:endParaRPr sz="2000">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Benefits</a:t>
            </a:r>
            <a:r>
              <a:rPr lang="en-US" sz="2000">
                <a:solidFill>
                  <a:srgbClr val="3F3F3F"/>
                </a:solidFill>
                <a:latin typeface="Lato"/>
                <a:ea typeface="Lato"/>
                <a:cs typeface="Lato"/>
                <a:sym typeface="Lato"/>
              </a:rPr>
              <a:t>:</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Easier progress tracking</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Faster delivery of usable increments</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Reduced project risks</a:t>
            </a:r>
            <a:endParaRPr sz="2000">
              <a:solidFill>
                <a:srgbClr val="3F3F3F"/>
              </a:solidFill>
              <a:latin typeface="Lato"/>
              <a:ea typeface="Lato"/>
              <a:cs typeface="Lato"/>
              <a:sym typeface="Lato"/>
            </a:endParaRPr>
          </a:p>
        </p:txBody>
      </p:sp>
      <p:pic>
        <p:nvPicPr>
          <p:cNvPr id="380" name="Google Shape;380;p5"/>
          <p:cNvPicPr preferRelativeResize="0"/>
          <p:nvPr/>
        </p:nvPicPr>
        <p:blipFill rotWithShape="1">
          <a:blip r:embed="rId3">
            <a:alphaModFix/>
          </a:blip>
          <a:srcRect l="10454" t="3855" r="16488"/>
          <a:stretch/>
        </p:blipFill>
        <p:spPr>
          <a:xfrm>
            <a:off x="7149850" y="1784400"/>
            <a:ext cx="4681876" cy="393615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823BE48-C13D-555F-5372-60000E125A9C}"/>
                  </a:ext>
                </a:extLst>
              </p14:cNvPr>
              <p14:cNvContentPartPr/>
              <p14:nvPr/>
            </p14:nvContentPartPr>
            <p14:xfrm>
              <a:off x="2711880" y="69840"/>
              <a:ext cx="8664840" cy="5987880"/>
            </p14:xfrm>
          </p:contentPart>
        </mc:Choice>
        <mc:Fallback xmlns="">
          <p:pic>
            <p:nvPicPr>
              <p:cNvPr id="2" name="Ink 1">
                <a:extLst>
                  <a:ext uri="{FF2B5EF4-FFF2-40B4-BE49-F238E27FC236}">
                    <a16:creationId xmlns:a16="http://schemas.microsoft.com/office/drawing/2014/main" id="{8823BE48-C13D-555F-5372-60000E125A9C}"/>
                  </a:ext>
                </a:extLst>
              </p:cNvPr>
              <p:cNvPicPr/>
              <p:nvPr/>
            </p:nvPicPr>
            <p:blipFill>
              <a:blip r:embed="rId5"/>
              <a:stretch>
                <a:fillRect/>
              </a:stretch>
            </p:blipFill>
            <p:spPr>
              <a:xfrm>
                <a:off x="2702520" y="60480"/>
                <a:ext cx="8683560" cy="60066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37636fb1cab_0_34"/>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sp>
        <p:nvSpPr>
          <p:cNvPr id="386" name="Google Shape;386;g37636fb1cab_0_34"/>
          <p:cNvSpPr txBox="1">
            <a:spLocks noGrp="1"/>
          </p:cNvSpPr>
          <p:nvPr>
            <p:ph type="title"/>
          </p:nvPr>
        </p:nvSpPr>
        <p:spPr>
          <a:xfrm>
            <a:off x="838200" y="6065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387" name="Google Shape;387;g37636fb1cab_0_34"/>
          <p:cNvSpPr txBox="1"/>
          <p:nvPr/>
        </p:nvSpPr>
        <p:spPr>
          <a:xfrm>
            <a:off x="838190" y="1565505"/>
            <a:ext cx="9983400" cy="47100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1800"/>
              </a:spcBef>
              <a:spcAft>
                <a:spcPts val="0"/>
              </a:spcAft>
              <a:buNone/>
            </a:pPr>
            <a:r>
              <a:rPr lang="en-US" sz="2000" b="1">
                <a:solidFill>
                  <a:srgbClr val="3F3F3F"/>
                </a:solidFill>
                <a:latin typeface="Lato"/>
                <a:ea typeface="Lato"/>
                <a:cs typeface="Lato"/>
                <a:sym typeface="Lato"/>
              </a:rPr>
              <a:t>Controlling Iterative Development</a:t>
            </a:r>
            <a:endParaRPr sz="2000" b="1">
              <a:solidFill>
                <a:srgbClr val="3F3F3F"/>
              </a:solidFill>
              <a:latin typeface="Lato"/>
              <a:ea typeface="Lato"/>
              <a:cs typeface="Lato"/>
              <a:sym typeface="Lato"/>
            </a:endParaRPr>
          </a:p>
          <a:p>
            <a:pPr marL="457200" lvl="0" indent="-355600" algn="l" rtl="0">
              <a:lnSpc>
                <a:spcPct val="150000"/>
              </a:lnSpc>
              <a:spcBef>
                <a:spcPts val="1200"/>
              </a:spcBef>
              <a:spcAft>
                <a:spcPts val="0"/>
              </a:spcAft>
              <a:buClr>
                <a:srgbClr val="3F3F3F"/>
              </a:buClr>
              <a:buSzPts val="2000"/>
              <a:buChar char="●"/>
            </a:pPr>
            <a:r>
              <a:rPr lang="en-US" sz="2000">
                <a:solidFill>
                  <a:srgbClr val="3F3F3F"/>
                </a:solidFill>
                <a:latin typeface="Lato"/>
                <a:ea typeface="Lato"/>
                <a:cs typeface="Lato"/>
                <a:sym typeface="Lato"/>
              </a:rPr>
              <a:t>Each cycle delivers </a:t>
            </a:r>
            <a:r>
              <a:rPr lang="en-US" sz="2000" b="1">
                <a:solidFill>
                  <a:srgbClr val="3F3F3F"/>
                </a:solidFill>
                <a:latin typeface="Lato"/>
                <a:ea typeface="Lato"/>
                <a:cs typeface="Lato"/>
                <a:sym typeface="Lato"/>
              </a:rPr>
              <a:t>incremental improvements</a:t>
            </a:r>
            <a:endParaRPr sz="2000" b="1">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Reviews may show:</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Wrong evolution of solution</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Changing business needs</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New issues discovered</a:t>
            </a:r>
            <a:endParaRPr sz="2000">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Configuration Management</a:t>
            </a:r>
            <a:r>
              <a:rPr lang="en-US" sz="2000">
                <a:solidFill>
                  <a:srgbClr val="3F3F3F"/>
                </a:solidFill>
                <a:latin typeface="Lato"/>
                <a:ea typeface="Lato"/>
                <a:cs typeface="Lato"/>
                <a:sym typeface="Lato"/>
              </a:rPr>
              <a:t> ensures correct versions and stability</a:t>
            </a:r>
            <a:endParaRPr sz="2000">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Benefits</a:t>
            </a:r>
            <a:r>
              <a:rPr lang="en-US" sz="2000">
                <a:solidFill>
                  <a:srgbClr val="3F3F3F"/>
                </a:solidFill>
                <a:latin typeface="Lato"/>
                <a:ea typeface="Lato"/>
                <a:cs typeface="Lato"/>
                <a:sym typeface="Lato"/>
              </a:rPr>
              <a:t>:</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Maintains solution integrity</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Encourages flexibility and adaptability</a:t>
            </a:r>
            <a:endParaRPr sz="2000" b="1">
              <a:solidFill>
                <a:srgbClr val="3F3F3F"/>
              </a:solidFill>
              <a:latin typeface="Lato"/>
              <a:ea typeface="Lato"/>
              <a:cs typeface="Lato"/>
              <a:sym typeface="Lato"/>
            </a:endParaRPr>
          </a:p>
        </p:txBody>
      </p:sp>
      <p:pic>
        <p:nvPicPr>
          <p:cNvPr id="388" name="Google Shape;388;g37636fb1cab_0_34"/>
          <p:cNvPicPr preferRelativeResize="0"/>
          <p:nvPr/>
        </p:nvPicPr>
        <p:blipFill>
          <a:blip r:embed="rId3">
            <a:alphaModFix/>
          </a:blip>
          <a:stretch>
            <a:fillRect/>
          </a:stretch>
        </p:blipFill>
        <p:spPr>
          <a:xfrm>
            <a:off x="7655506" y="1656131"/>
            <a:ext cx="3698300" cy="2518298"/>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C540CB3-61ED-1573-08DA-62340A1D1BE7}"/>
                  </a:ext>
                </a:extLst>
              </p14:cNvPr>
              <p14:cNvContentPartPr/>
              <p14:nvPr/>
            </p14:nvContentPartPr>
            <p14:xfrm>
              <a:off x="736920" y="1129680"/>
              <a:ext cx="8121240" cy="4220280"/>
            </p14:xfrm>
          </p:contentPart>
        </mc:Choice>
        <mc:Fallback xmlns="">
          <p:pic>
            <p:nvPicPr>
              <p:cNvPr id="2" name="Ink 1">
                <a:extLst>
                  <a:ext uri="{FF2B5EF4-FFF2-40B4-BE49-F238E27FC236}">
                    <a16:creationId xmlns:a16="http://schemas.microsoft.com/office/drawing/2014/main" id="{EC540CB3-61ED-1573-08DA-62340A1D1BE7}"/>
                  </a:ext>
                </a:extLst>
              </p:cNvPr>
              <p:cNvPicPr/>
              <p:nvPr/>
            </p:nvPicPr>
            <p:blipFill>
              <a:blip r:embed="rId5"/>
              <a:stretch>
                <a:fillRect/>
              </a:stretch>
            </p:blipFill>
            <p:spPr>
              <a:xfrm>
                <a:off x="727560" y="1120320"/>
                <a:ext cx="8139960" cy="423900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37636fb1cab_0_41"/>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
        <p:nvSpPr>
          <p:cNvPr id="394" name="Google Shape;394;g37636fb1cab_0_41"/>
          <p:cNvSpPr txBox="1">
            <a:spLocks noGrp="1"/>
          </p:cNvSpPr>
          <p:nvPr>
            <p:ph type="title"/>
          </p:nvPr>
        </p:nvSpPr>
        <p:spPr>
          <a:xfrm>
            <a:off x="838200" y="6065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395" name="Google Shape;395;g37636fb1cab_0_41"/>
          <p:cNvSpPr txBox="1"/>
          <p:nvPr/>
        </p:nvSpPr>
        <p:spPr>
          <a:xfrm>
            <a:off x="4392472" y="1486725"/>
            <a:ext cx="7165800" cy="51717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1800"/>
              </a:spcBef>
              <a:spcAft>
                <a:spcPts val="0"/>
              </a:spcAft>
              <a:buNone/>
            </a:pPr>
            <a:r>
              <a:rPr lang="en-US" sz="2000" b="1">
                <a:solidFill>
                  <a:srgbClr val="3F3F3F"/>
                </a:solidFill>
                <a:latin typeface="Lato"/>
                <a:ea typeface="Lato"/>
                <a:cs typeface="Lato"/>
                <a:sym typeface="Lato"/>
              </a:rPr>
              <a:t>Quality in Iterative Development</a:t>
            </a:r>
            <a:endParaRPr sz="2000" b="1">
              <a:solidFill>
                <a:srgbClr val="3F3F3F"/>
              </a:solidFill>
              <a:latin typeface="Lato"/>
              <a:ea typeface="Lato"/>
              <a:cs typeface="Lato"/>
              <a:sym typeface="Lato"/>
            </a:endParaRPr>
          </a:p>
          <a:p>
            <a:pPr marL="457200" lvl="0" indent="-355600" algn="l" rtl="0">
              <a:lnSpc>
                <a:spcPct val="150000"/>
              </a:lnSpc>
              <a:spcBef>
                <a:spcPts val="1200"/>
              </a:spcBef>
              <a:spcAft>
                <a:spcPts val="0"/>
              </a:spcAft>
              <a:buClr>
                <a:srgbClr val="3F3F3F"/>
              </a:buClr>
              <a:buSzPts val="2000"/>
              <a:buChar char="●"/>
            </a:pPr>
            <a:r>
              <a:rPr lang="en-US" sz="2000">
                <a:solidFill>
                  <a:srgbClr val="3F3F3F"/>
                </a:solidFill>
                <a:latin typeface="Lato"/>
                <a:ea typeface="Lato"/>
                <a:cs typeface="Lato"/>
                <a:sym typeface="Lato"/>
              </a:rPr>
              <a:t>Core rule: </a:t>
            </a:r>
            <a:r>
              <a:rPr lang="en-US" sz="2000" b="1">
                <a:solidFill>
                  <a:srgbClr val="3F3F3F"/>
                </a:solidFill>
                <a:latin typeface="Lato"/>
                <a:ea typeface="Lato"/>
                <a:cs typeface="Lato"/>
                <a:sym typeface="Lato"/>
              </a:rPr>
              <a:t>Never compromise quality</a:t>
            </a:r>
            <a:endParaRPr sz="2000" b="1">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a:solidFill>
                  <a:srgbClr val="3F3F3F"/>
                </a:solidFill>
                <a:latin typeface="Lato"/>
                <a:ea typeface="Lato"/>
                <a:cs typeface="Lato"/>
                <a:sym typeface="Lato"/>
              </a:rPr>
              <a:t>Quality defined </a:t>
            </a:r>
            <a:r>
              <a:rPr lang="en-US" sz="2000" b="1">
                <a:solidFill>
                  <a:srgbClr val="3F3F3F"/>
                </a:solidFill>
                <a:latin typeface="Lato"/>
                <a:ea typeface="Lato"/>
                <a:cs typeface="Lato"/>
                <a:sym typeface="Lato"/>
              </a:rPr>
              <a:t>early</a:t>
            </a:r>
            <a:r>
              <a:rPr lang="en-US" sz="2000">
                <a:solidFill>
                  <a:srgbClr val="3F3F3F"/>
                </a:solidFill>
                <a:latin typeface="Lato"/>
                <a:ea typeface="Lato"/>
                <a:cs typeface="Lato"/>
                <a:sym typeface="Lato"/>
              </a:rPr>
              <a:t> and verified </a:t>
            </a:r>
            <a:r>
              <a:rPr lang="en-US" sz="2000" b="1">
                <a:solidFill>
                  <a:srgbClr val="3F3F3F"/>
                </a:solidFill>
                <a:latin typeface="Lato"/>
                <a:ea typeface="Lato"/>
                <a:cs typeface="Lato"/>
                <a:sym typeface="Lato"/>
              </a:rPr>
              <a:t>continuously</a:t>
            </a:r>
            <a:endParaRPr sz="2000" b="1">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Verification methods</a:t>
            </a:r>
            <a:r>
              <a:rPr lang="en-US" sz="2000">
                <a:solidFill>
                  <a:srgbClr val="3F3F3F"/>
                </a:solidFill>
                <a:latin typeface="Lato"/>
                <a:ea typeface="Lato"/>
                <a:cs typeface="Lato"/>
                <a:sym typeface="Lato"/>
              </a:rPr>
              <a:t>:</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Reviews (static):</a:t>
            </a:r>
            <a:r>
              <a:rPr lang="en-US" sz="2000">
                <a:solidFill>
                  <a:srgbClr val="3F3F3F"/>
                </a:solidFill>
                <a:latin typeface="Lato"/>
                <a:ea typeface="Lato"/>
                <a:cs typeface="Lato"/>
                <a:sym typeface="Lato"/>
              </a:rPr>
              <a:t> check documents, designs, code</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Testing (dynamic):</a:t>
            </a:r>
            <a:r>
              <a:rPr lang="en-US" sz="2000">
                <a:solidFill>
                  <a:srgbClr val="3F3F3F"/>
                </a:solidFill>
                <a:latin typeface="Lato"/>
                <a:ea typeface="Lato"/>
                <a:cs typeface="Lato"/>
                <a:sym typeface="Lato"/>
              </a:rPr>
              <a:t> run deliverables to confirm behavior</a:t>
            </a:r>
            <a:endParaRPr sz="2000">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Benefits</a:t>
            </a:r>
            <a:r>
              <a:rPr lang="en-US" sz="2000">
                <a:solidFill>
                  <a:srgbClr val="3F3F3F"/>
                </a:solidFill>
                <a:latin typeface="Lato"/>
                <a:ea typeface="Lato"/>
                <a:cs typeface="Lato"/>
                <a:sym typeface="Lato"/>
              </a:rPr>
              <a:t>:</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Detects defects early</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Builds stakeholder confidence</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Char char="○"/>
            </a:pPr>
            <a:r>
              <a:rPr lang="en-US" sz="2000">
                <a:solidFill>
                  <a:srgbClr val="3F3F3F"/>
                </a:solidFill>
                <a:latin typeface="Lato"/>
                <a:ea typeface="Lato"/>
                <a:cs typeface="Lato"/>
                <a:sym typeface="Lato"/>
              </a:rPr>
              <a:t>Ensures solution is </a:t>
            </a:r>
            <a:r>
              <a:rPr lang="en-US" sz="2000" b="1">
                <a:solidFill>
                  <a:srgbClr val="3F3F3F"/>
                </a:solidFill>
                <a:latin typeface="Lato"/>
                <a:ea typeface="Lato"/>
                <a:cs typeface="Lato"/>
                <a:sym typeface="Lato"/>
              </a:rPr>
              <a:t>fit for purpose</a:t>
            </a:r>
            <a:endParaRPr sz="2000" b="1">
              <a:solidFill>
                <a:srgbClr val="3F3F3F"/>
              </a:solidFill>
              <a:latin typeface="Lato"/>
              <a:ea typeface="Lato"/>
              <a:cs typeface="Lato"/>
              <a:sym typeface="Lato"/>
            </a:endParaRPr>
          </a:p>
        </p:txBody>
      </p:sp>
      <p:pic>
        <p:nvPicPr>
          <p:cNvPr id="396" name="Google Shape;396;g37636fb1cab_0_41"/>
          <p:cNvPicPr preferRelativeResize="0"/>
          <p:nvPr/>
        </p:nvPicPr>
        <p:blipFill>
          <a:blip r:embed="rId3">
            <a:alphaModFix/>
          </a:blip>
          <a:stretch>
            <a:fillRect/>
          </a:stretch>
        </p:blipFill>
        <p:spPr>
          <a:xfrm>
            <a:off x="838200" y="2234098"/>
            <a:ext cx="3383400" cy="331492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1BF4A7E-73A1-CDDE-6C8F-BB1610C4A6C3}"/>
                  </a:ext>
                </a:extLst>
              </p14:cNvPr>
              <p14:cNvContentPartPr/>
              <p14:nvPr/>
            </p14:nvContentPartPr>
            <p14:xfrm>
              <a:off x="8202960" y="4143240"/>
              <a:ext cx="2647800" cy="86760"/>
            </p14:xfrm>
          </p:contentPart>
        </mc:Choice>
        <mc:Fallback xmlns="">
          <p:pic>
            <p:nvPicPr>
              <p:cNvPr id="2" name="Ink 1">
                <a:extLst>
                  <a:ext uri="{FF2B5EF4-FFF2-40B4-BE49-F238E27FC236}">
                    <a16:creationId xmlns:a16="http://schemas.microsoft.com/office/drawing/2014/main" id="{F1BF4A7E-73A1-CDDE-6C8F-BB1610C4A6C3}"/>
                  </a:ext>
                </a:extLst>
              </p:cNvPr>
              <p:cNvPicPr/>
              <p:nvPr/>
            </p:nvPicPr>
            <p:blipFill>
              <a:blip r:embed="rId5"/>
              <a:stretch>
                <a:fillRect/>
              </a:stretch>
            </p:blipFill>
            <p:spPr>
              <a:xfrm>
                <a:off x="8193600" y="4133880"/>
                <a:ext cx="2666520" cy="1054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g37636fb1cab_0_48"/>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
        <p:nvSpPr>
          <p:cNvPr id="402" name="Google Shape;402;g37636fb1cab_0_48"/>
          <p:cNvSpPr txBox="1">
            <a:spLocks noGrp="1"/>
          </p:cNvSpPr>
          <p:nvPr>
            <p:ph type="title"/>
          </p:nvPr>
        </p:nvSpPr>
        <p:spPr>
          <a:xfrm>
            <a:off x="838200" y="6065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403" name="Google Shape;403;g37636fb1cab_0_48"/>
          <p:cNvSpPr txBox="1"/>
          <p:nvPr/>
        </p:nvSpPr>
        <p:spPr>
          <a:xfrm>
            <a:off x="838200" y="1519300"/>
            <a:ext cx="10020600" cy="4802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800"/>
              </a:spcBef>
              <a:spcAft>
                <a:spcPts val="0"/>
              </a:spcAft>
              <a:buNone/>
            </a:pPr>
            <a:r>
              <a:rPr lang="en-US" sz="2000" b="1">
                <a:solidFill>
                  <a:srgbClr val="3F3F3F"/>
                </a:solidFill>
                <a:latin typeface="Lato"/>
                <a:ea typeface="Lato"/>
                <a:cs typeface="Lato"/>
                <a:sym typeface="Lato"/>
              </a:rPr>
              <a:t>Reviews &amp; Testing</a:t>
            </a:r>
            <a:endParaRPr sz="2000" b="1">
              <a:solidFill>
                <a:srgbClr val="3F3F3F"/>
              </a:solidFill>
              <a:latin typeface="Lato"/>
              <a:ea typeface="Lato"/>
              <a:cs typeface="Lato"/>
              <a:sym typeface="Lato"/>
            </a:endParaRPr>
          </a:p>
          <a:p>
            <a:pPr marL="457200" lvl="0" indent="-355600" algn="l" rtl="0">
              <a:lnSpc>
                <a:spcPct val="115000"/>
              </a:lnSpc>
              <a:spcBef>
                <a:spcPts val="1200"/>
              </a:spcBef>
              <a:spcAft>
                <a:spcPts val="0"/>
              </a:spcAft>
              <a:buClr>
                <a:srgbClr val="3F3F3F"/>
              </a:buClr>
              <a:buSzPts val="2000"/>
              <a:buChar char="●"/>
            </a:pPr>
            <a:r>
              <a:rPr lang="en-US" sz="2000" b="1">
                <a:solidFill>
                  <a:srgbClr val="3F3F3F"/>
                </a:solidFill>
                <a:latin typeface="Lato"/>
                <a:ea typeface="Lato"/>
                <a:cs typeface="Lato"/>
                <a:sym typeface="Lato"/>
              </a:rPr>
              <a:t>Reviews</a:t>
            </a:r>
            <a:r>
              <a:rPr lang="en-US" sz="2000">
                <a:solidFill>
                  <a:srgbClr val="3F3F3F"/>
                </a:solidFill>
                <a:latin typeface="Lato"/>
                <a:ea typeface="Lato"/>
                <a:cs typeface="Lato"/>
                <a:sym typeface="Lato"/>
              </a:rPr>
              <a:t>: from informal peer checks → structured formal reviews</a:t>
            </a:r>
            <a:endParaRPr sz="2000">
              <a:solidFill>
                <a:srgbClr val="3F3F3F"/>
              </a:solidFill>
              <a:latin typeface="Lato"/>
              <a:ea typeface="Lato"/>
              <a:cs typeface="Lato"/>
              <a:sym typeface="Lato"/>
            </a:endParaRPr>
          </a:p>
          <a:p>
            <a:pPr marL="457200" lvl="0" indent="-355600" algn="l" rtl="0">
              <a:lnSpc>
                <a:spcPct val="115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Types of Tests</a:t>
            </a:r>
            <a:r>
              <a:rPr lang="en-US" sz="2000">
                <a:solidFill>
                  <a:srgbClr val="3F3F3F"/>
                </a:solidFill>
                <a:latin typeface="Lato"/>
                <a:ea typeface="Lato"/>
                <a:cs typeface="Lato"/>
                <a:sym typeface="Lato"/>
              </a:rPr>
              <a:t>:</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Positive</a:t>
            </a:r>
            <a:r>
              <a:rPr lang="en-US" sz="2000">
                <a:solidFill>
                  <a:srgbClr val="3F3F3F"/>
                </a:solidFill>
                <a:latin typeface="Lato"/>
                <a:ea typeface="Lato"/>
                <a:cs typeface="Lato"/>
                <a:sym typeface="Lato"/>
              </a:rPr>
              <a:t> – confirm expected behavior </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Negative</a:t>
            </a:r>
            <a:r>
              <a:rPr lang="en-US" sz="2000">
                <a:solidFill>
                  <a:srgbClr val="3F3F3F"/>
                </a:solidFill>
                <a:latin typeface="Lato"/>
                <a:ea typeface="Lato"/>
                <a:cs typeface="Lato"/>
                <a:sym typeface="Lato"/>
              </a:rPr>
              <a:t> – block invalid actions </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Unhappy Path</a:t>
            </a:r>
            <a:r>
              <a:rPr lang="en-US" sz="2000">
                <a:solidFill>
                  <a:srgbClr val="3F3F3F"/>
                </a:solidFill>
                <a:latin typeface="Lato"/>
                <a:ea typeface="Lato"/>
                <a:cs typeface="Lato"/>
                <a:sym typeface="Lato"/>
              </a:rPr>
              <a:t> – test unusual cases </a:t>
            </a:r>
            <a:endParaRPr sz="2000">
              <a:solidFill>
                <a:srgbClr val="3F3F3F"/>
              </a:solidFill>
              <a:latin typeface="Lato"/>
              <a:ea typeface="Lato"/>
              <a:cs typeface="Lato"/>
              <a:sym typeface="Lato"/>
            </a:endParaRPr>
          </a:p>
          <a:p>
            <a:pPr marL="457200" lvl="0" indent="-355600" algn="l" rtl="0">
              <a:lnSpc>
                <a:spcPct val="115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Good tests include</a:t>
            </a:r>
            <a:r>
              <a:rPr lang="en-US" sz="2000">
                <a:solidFill>
                  <a:srgbClr val="3F3F3F"/>
                </a:solidFill>
                <a:latin typeface="Lato"/>
                <a:ea typeface="Lato"/>
                <a:cs typeface="Lato"/>
                <a:sym typeface="Lato"/>
              </a:rPr>
              <a:t>:</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Starting state</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Set of actions</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Expected outcome</a:t>
            </a:r>
            <a:endParaRPr sz="2000">
              <a:solidFill>
                <a:srgbClr val="3F3F3F"/>
              </a:solidFill>
              <a:latin typeface="Lato"/>
              <a:ea typeface="Lato"/>
              <a:cs typeface="Lato"/>
              <a:sym typeface="Lato"/>
            </a:endParaRPr>
          </a:p>
          <a:p>
            <a:pPr marL="457200" lvl="0" indent="-355600" algn="l" rtl="0">
              <a:lnSpc>
                <a:spcPct val="115000"/>
              </a:lnSpc>
              <a:spcBef>
                <a:spcPts val="0"/>
              </a:spcBef>
              <a:spcAft>
                <a:spcPts val="0"/>
              </a:spcAft>
              <a:buClr>
                <a:srgbClr val="3F3F3F"/>
              </a:buClr>
              <a:buSzPts val="2000"/>
              <a:buChar char="●"/>
            </a:pPr>
            <a:r>
              <a:rPr lang="en-US" sz="2000" b="1">
                <a:solidFill>
                  <a:srgbClr val="3F3F3F"/>
                </a:solidFill>
                <a:latin typeface="Lato"/>
                <a:ea typeface="Lato"/>
                <a:cs typeface="Lato"/>
                <a:sym typeface="Lato"/>
              </a:rPr>
              <a:t>Benefits</a:t>
            </a:r>
            <a:r>
              <a:rPr lang="en-US" sz="2000">
                <a:solidFill>
                  <a:srgbClr val="3F3F3F"/>
                </a:solidFill>
                <a:latin typeface="Lato"/>
                <a:ea typeface="Lato"/>
                <a:cs typeface="Lato"/>
                <a:sym typeface="Lato"/>
              </a:rPr>
              <a:t>:</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Improves reliability</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Reduces risk of failure</a:t>
            </a:r>
            <a:endParaRPr sz="2000" b="1">
              <a:solidFill>
                <a:srgbClr val="3F3F3F"/>
              </a:solidFill>
              <a:latin typeface="Lato"/>
              <a:ea typeface="Lato"/>
              <a:cs typeface="Lato"/>
              <a:sym typeface="Lato"/>
            </a:endParaRPr>
          </a:p>
        </p:txBody>
      </p:sp>
      <p:pic>
        <p:nvPicPr>
          <p:cNvPr id="404" name="Google Shape;404;g37636fb1cab_0_48"/>
          <p:cNvPicPr preferRelativeResize="0"/>
          <p:nvPr/>
        </p:nvPicPr>
        <p:blipFill>
          <a:blip r:embed="rId3">
            <a:alphaModFix/>
          </a:blip>
          <a:stretch>
            <a:fillRect/>
          </a:stretch>
        </p:blipFill>
        <p:spPr>
          <a:xfrm>
            <a:off x="6904806" y="2612156"/>
            <a:ext cx="3541175" cy="362582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0AEAD40-1BB1-16D5-6B85-042506DEBE2E}"/>
                  </a:ext>
                </a:extLst>
              </p14:cNvPr>
              <p14:cNvContentPartPr/>
              <p14:nvPr/>
            </p14:nvContentPartPr>
            <p14:xfrm>
              <a:off x="293400" y="1900440"/>
              <a:ext cx="9194400" cy="3060720"/>
            </p14:xfrm>
          </p:contentPart>
        </mc:Choice>
        <mc:Fallback xmlns="">
          <p:pic>
            <p:nvPicPr>
              <p:cNvPr id="2" name="Ink 1">
                <a:extLst>
                  <a:ext uri="{FF2B5EF4-FFF2-40B4-BE49-F238E27FC236}">
                    <a16:creationId xmlns:a16="http://schemas.microsoft.com/office/drawing/2014/main" id="{D0AEAD40-1BB1-16D5-6B85-042506DEBE2E}"/>
                  </a:ext>
                </a:extLst>
              </p:cNvPr>
              <p:cNvPicPr/>
              <p:nvPr/>
            </p:nvPicPr>
            <p:blipFill>
              <a:blip r:embed="rId5"/>
              <a:stretch>
                <a:fillRect/>
              </a:stretch>
            </p:blipFill>
            <p:spPr>
              <a:xfrm>
                <a:off x="284040" y="1891080"/>
                <a:ext cx="9213120" cy="307944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37636fb1cab_0_55"/>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
        <p:nvSpPr>
          <p:cNvPr id="410" name="Google Shape;410;g37636fb1cab_0_55"/>
          <p:cNvSpPr txBox="1">
            <a:spLocks noGrp="1"/>
          </p:cNvSpPr>
          <p:nvPr>
            <p:ph type="title"/>
          </p:nvPr>
        </p:nvSpPr>
        <p:spPr>
          <a:xfrm>
            <a:off x="838200" y="6065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411" name="Google Shape;411;g37636fb1cab_0_55"/>
          <p:cNvSpPr txBox="1"/>
          <p:nvPr/>
        </p:nvSpPr>
        <p:spPr>
          <a:xfrm>
            <a:off x="838200" y="1661900"/>
            <a:ext cx="10020600" cy="43560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800"/>
              </a:spcBef>
              <a:spcAft>
                <a:spcPts val="0"/>
              </a:spcAft>
              <a:buNone/>
            </a:pPr>
            <a:r>
              <a:rPr lang="en-US" sz="2000" b="1">
                <a:solidFill>
                  <a:srgbClr val="3F3F3F"/>
                </a:solidFill>
                <a:latin typeface="Lato"/>
                <a:ea typeface="Lato"/>
                <a:cs typeface="Lato"/>
                <a:sym typeface="Lato"/>
              </a:rPr>
              <a:t>Roles &amp; Responsibilities</a:t>
            </a:r>
            <a:endParaRPr sz="2000" b="1">
              <a:solidFill>
                <a:srgbClr val="3F3F3F"/>
              </a:solidFill>
              <a:latin typeface="Lato"/>
              <a:ea typeface="Lato"/>
              <a:cs typeface="Lato"/>
              <a:sym typeface="Lato"/>
            </a:endParaRPr>
          </a:p>
          <a:p>
            <a:pPr marL="457200" lvl="0" indent="-355600" algn="l" rtl="0">
              <a:lnSpc>
                <a:spcPct val="115000"/>
              </a:lnSpc>
              <a:spcBef>
                <a:spcPts val="1200"/>
              </a:spcBef>
              <a:spcAft>
                <a:spcPts val="0"/>
              </a:spcAft>
              <a:buClr>
                <a:srgbClr val="3F3F3F"/>
              </a:buClr>
              <a:buSzPts val="2000"/>
              <a:buFont typeface="Lato"/>
              <a:buChar char="●"/>
            </a:pPr>
            <a:r>
              <a:rPr lang="en-US" sz="2000" b="1">
                <a:solidFill>
                  <a:srgbClr val="3F3F3F"/>
                </a:solidFill>
                <a:latin typeface="Lato"/>
                <a:ea typeface="Lato"/>
                <a:cs typeface="Lato"/>
                <a:sym typeface="Lato"/>
              </a:rPr>
              <a:t>Technical Coordinator</a:t>
            </a:r>
            <a:endParaRPr sz="2000" b="1">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Ensures quality from technical perspective</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Validates non-functional requirements are met</a:t>
            </a:r>
            <a:endParaRPr sz="2000">
              <a:solidFill>
                <a:srgbClr val="3F3F3F"/>
              </a:solidFill>
              <a:latin typeface="Lato"/>
              <a:ea typeface="Lato"/>
              <a:cs typeface="Lato"/>
              <a:sym typeface="Lato"/>
            </a:endParaRPr>
          </a:p>
          <a:p>
            <a:pPr marL="914400" lvl="1" indent="-355600" algn="l" rtl="0">
              <a:lnSpc>
                <a:spcPct val="20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Oversees technical reviews and rigorous testing</a:t>
            </a:r>
            <a:endParaRPr sz="2000">
              <a:solidFill>
                <a:srgbClr val="3F3F3F"/>
              </a:solidFill>
              <a:latin typeface="Lato"/>
              <a:ea typeface="Lato"/>
              <a:cs typeface="Lato"/>
              <a:sym typeface="Lato"/>
            </a:endParaRPr>
          </a:p>
          <a:p>
            <a:pPr marL="457200" lvl="0" indent="-355600" algn="l" rtl="0">
              <a:lnSpc>
                <a:spcPct val="115000"/>
              </a:lnSpc>
              <a:spcBef>
                <a:spcPts val="0"/>
              </a:spcBef>
              <a:spcAft>
                <a:spcPts val="0"/>
              </a:spcAft>
              <a:buClr>
                <a:srgbClr val="3F3F3F"/>
              </a:buClr>
              <a:buSzPts val="2000"/>
              <a:buFont typeface="Lato"/>
              <a:buChar char="●"/>
            </a:pPr>
            <a:r>
              <a:rPr lang="en-US" sz="2000" b="1">
                <a:solidFill>
                  <a:srgbClr val="3F3F3F"/>
                </a:solidFill>
                <a:latin typeface="Lato"/>
                <a:ea typeface="Lato"/>
                <a:cs typeface="Lato"/>
                <a:sym typeface="Lato"/>
              </a:rPr>
              <a:t>Solution Tester</a:t>
            </a:r>
            <a:endParaRPr sz="2000" b="1">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Responsible for most testing activities</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Exceptions:</a:t>
            </a:r>
            <a:endParaRPr sz="2000">
              <a:solidFill>
                <a:srgbClr val="3F3F3F"/>
              </a:solidFill>
              <a:latin typeface="Lato"/>
              <a:ea typeface="Lato"/>
              <a:cs typeface="Lato"/>
              <a:sym typeface="Lato"/>
            </a:endParaRPr>
          </a:p>
          <a:p>
            <a:pPr marL="1371600" lvl="2"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Business acceptance testing → Business Ambassadors/Advisors</a:t>
            </a:r>
            <a:endParaRPr sz="2000">
              <a:solidFill>
                <a:srgbClr val="3F3F3F"/>
              </a:solidFill>
              <a:latin typeface="Lato"/>
              <a:ea typeface="Lato"/>
              <a:cs typeface="Lato"/>
              <a:sym typeface="Lato"/>
            </a:endParaRPr>
          </a:p>
          <a:p>
            <a:pPr marL="1371600" lvl="2"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Unit testing → Solution Developers</a:t>
            </a:r>
            <a:endParaRPr sz="2000">
              <a:solidFill>
                <a:srgbClr val="3F3F3F"/>
              </a:solidFill>
              <a:latin typeface="Lato"/>
              <a:ea typeface="Lato"/>
              <a:cs typeface="Lato"/>
              <a:sym typeface="Lato"/>
            </a:endParaRPr>
          </a:p>
          <a:p>
            <a:pPr marL="914400" lvl="1" indent="-355600" algn="l" rtl="0">
              <a:lnSpc>
                <a:spcPct val="115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Provides testing knowledge &amp; expertise to the team</a:t>
            </a:r>
            <a:endParaRPr sz="2000" b="1">
              <a:solidFill>
                <a:srgbClr val="3F3F3F"/>
              </a:solidFill>
              <a:latin typeface="Lato"/>
              <a:ea typeface="Lato"/>
              <a:cs typeface="Lato"/>
              <a:sym typeface="Lato"/>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BD50E0D-4220-FB04-CBF4-6484109DBDD4}"/>
                  </a:ext>
                </a:extLst>
              </p14:cNvPr>
              <p14:cNvContentPartPr/>
              <p14:nvPr/>
            </p14:nvContentPartPr>
            <p14:xfrm>
              <a:off x="644040" y="1332360"/>
              <a:ext cx="10947240" cy="4668840"/>
            </p14:xfrm>
          </p:contentPart>
        </mc:Choice>
        <mc:Fallback xmlns="">
          <p:pic>
            <p:nvPicPr>
              <p:cNvPr id="2" name="Ink 1">
                <a:extLst>
                  <a:ext uri="{FF2B5EF4-FFF2-40B4-BE49-F238E27FC236}">
                    <a16:creationId xmlns:a16="http://schemas.microsoft.com/office/drawing/2014/main" id="{0BD50E0D-4220-FB04-CBF4-6484109DBDD4}"/>
                  </a:ext>
                </a:extLst>
              </p:cNvPr>
              <p:cNvPicPr/>
              <p:nvPr/>
            </p:nvPicPr>
            <p:blipFill>
              <a:blip r:embed="rId4"/>
              <a:stretch>
                <a:fillRect/>
              </a:stretch>
            </p:blipFill>
            <p:spPr>
              <a:xfrm>
                <a:off x="634680" y="1323000"/>
                <a:ext cx="10965960" cy="46875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g37636fb1cab_0_62"/>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
        <p:nvSpPr>
          <p:cNvPr id="417" name="Google Shape;417;g37636fb1cab_0_62"/>
          <p:cNvSpPr txBox="1">
            <a:spLocks noGrp="1"/>
          </p:cNvSpPr>
          <p:nvPr>
            <p:ph type="title"/>
          </p:nvPr>
        </p:nvSpPr>
        <p:spPr>
          <a:xfrm>
            <a:off x="838200" y="6065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418" name="Google Shape;418;g37636fb1cab_0_62"/>
          <p:cNvSpPr txBox="1"/>
          <p:nvPr/>
        </p:nvSpPr>
        <p:spPr>
          <a:xfrm>
            <a:off x="909500" y="1608425"/>
            <a:ext cx="8701500" cy="28629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1800"/>
              </a:spcBef>
              <a:spcAft>
                <a:spcPts val="0"/>
              </a:spcAft>
              <a:buNone/>
            </a:pPr>
            <a:r>
              <a:rPr lang="en-US" sz="2000" b="1">
                <a:solidFill>
                  <a:srgbClr val="3F3F3F"/>
                </a:solidFill>
                <a:latin typeface="Lato"/>
                <a:ea typeface="Lato"/>
                <a:cs typeface="Lato"/>
                <a:sym typeface="Lato"/>
              </a:rPr>
              <a:t>Iterative Development &amp; Incremental Delivery</a:t>
            </a:r>
            <a:endParaRPr sz="2000" b="1">
              <a:solidFill>
                <a:srgbClr val="3F3F3F"/>
              </a:solidFill>
              <a:latin typeface="Lato"/>
              <a:ea typeface="Lato"/>
              <a:cs typeface="Lato"/>
              <a:sym typeface="Lato"/>
            </a:endParaRPr>
          </a:p>
          <a:p>
            <a:pPr marL="457200" lvl="0" indent="-355600" algn="l" rtl="0">
              <a:lnSpc>
                <a:spcPct val="150000"/>
              </a:lnSpc>
              <a:spcBef>
                <a:spcPts val="1200"/>
              </a:spcBef>
              <a:spcAft>
                <a:spcPts val="0"/>
              </a:spcAft>
              <a:buClr>
                <a:srgbClr val="3F3F3F"/>
              </a:buClr>
              <a:buSzPts val="2000"/>
              <a:buChar char="●"/>
            </a:pPr>
            <a:r>
              <a:rPr lang="en-US" sz="2000">
                <a:solidFill>
                  <a:srgbClr val="3F3F3F"/>
                </a:solidFill>
                <a:latin typeface="Lato"/>
                <a:ea typeface="Lato"/>
                <a:cs typeface="Lato"/>
                <a:sym typeface="Lato"/>
              </a:rPr>
              <a:t>Each Timebox should ideally deliver a </a:t>
            </a:r>
            <a:r>
              <a:rPr lang="en-US" sz="2000" b="1">
                <a:solidFill>
                  <a:srgbClr val="3F3F3F"/>
                </a:solidFill>
                <a:latin typeface="Lato"/>
                <a:ea typeface="Lato"/>
                <a:cs typeface="Lato"/>
                <a:sym typeface="Lato"/>
              </a:rPr>
              <a:t>potentially deployable increment</a:t>
            </a:r>
            <a:endParaRPr sz="2000" b="1">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Testing integrated into development &amp; delivery process</a:t>
            </a:r>
            <a:endParaRPr sz="2000">
              <a:solidFill>
                <a:srgbClr val="3F3F3F"/>
              </a:solidFill>
              <a:latin typeface="Lato"/>
              <a:ea typeface="Lato"/>
              <a:cs typeface="Lato"/>
              <a:sym typeface="Lato"/>
            </a:endParaRPr>
          </a:p>
          <a:p>
            <a:pPr marL="457200" lvl="0"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Benefits:</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Font typeface="Lato"/>
              <a:buChar char="○"/>
            </a:pPr>
            <a:r>
              <a:rPr lang="en-US" sz="2000">
                <a:solidFill>
                  <a:srgbClr val="3F3F3F"/>
                </a:solidFill>
                <a:latin typeface="Lato"/>
                <a:ea typeface="Lato"/>
                <a:cs typeface="Lato"/>
                <a:sym typeface="Lato"/>
              </a:rPr>
              <a:t>Reduces project risks</a:t>
            </a:r>
            <a:endParaRPr sz="2000">
              <a:solidFill>
                <a:srgbClr val="3F3F3F"/>
              </a:solidFill>
              <a:latin typeface="Lato"/>
              <a:ea typeface="Lato"/>
              <a:cs typeface="Lato"/>
              <a:sym typeface="Lato"/>
            </a:endParaRPr>
          </a:p>
          <a:p>
            <a:pPr marL="914400" lvl="1" indent="-355600" algn="l" rtl="0">
              <a:lnSpc>
                <a:spcPct val="150000"/>
              </a:lnSpc>
              <a:spcBef>
                <a:spcPts val="0"/>
              </a:spcBef>
              <a:spcAft>
                <a:spcPts val="0"/>
              </a:spcAft>
              <a:buClr>
                <a:srgbClr val="3F3F3F"/>
              </a:buClr>
              <a:buSzPts val="2000"/>
              <a:buChar char="○"/>
            </a:pPr>
            <a:r>
              <a:rPr lang="en-US" sz="2000">
                <a:solidFill>
                  <a:srgbClr val="3F3F3F"/>
                </a:solidFill>
                <a:latin typeface="Lato"/>
                <a:ea typeface="Lato"/>
                <a:cs typeface="Lato"/>
                <a:sym typeface="Lato"/>
              </a:rPr>
              <a:t>Supports early </a:t>
            </a:r>
            <a:r>
              <a:rPr lang="en-US" sz="2000" b="1">
                <a:solidFill>
                  <a:srgbClr val="3F3F3F"/>
                </a:solidFill>
                <a:latin typeface="Lato"/>
                <a:ea typeface="Lato"/>
                <a:cs typeface="Lato"/>
                <a:sym typeface="Lato"/>
              </a:rPr>
              <a:t>return on investment</a:t>
            </a:r>
            <a:r>
              <a:rPr lang="en-US" sz="2000">
                <a:solidFill>
                  <a:srgbClr val="3F3F3F"/>
                </a:solidFill>
                <a:latin typeface="Lato"/>
                <a:ea typeface="Lato"/>
                <a:cs typeface="Lato"/>
                <a:sym typeface="Lato"/>
              </a:rPr>
              <a:t> through incremental delivery</a:t>
            </a:r>
            <a:endParaRPr sz="2000" b="1">
              <a:solidFill>
                <a:srgbClr val="3F3F3F"/>
              </a:solidFill>
              <a:latin typeface="Lato"/>
              <a:ea typeface="Lato"/>
              <a:cs typeface="Lato"/>
              <a:sym typeface="Lato"/>
            </a:endParaRPr>
          </a:p>
        </p:txBody>
      </p:sp>
      <p:pic>
        <p:nvPicPr>
          <p:cNvPr id="419" name="Google Shape;419;g37636fb1cab_0_62"/>
          <p:cNvPicPr preferRelativeResize="0"/>
          <p:nvPr/>
        </p:nvPicPr>
        <p:blipFill rotWithShape="1">
          <a:blip r:embed="rId3">
            <a:alphaModFix/>
          </a:blip>
          <a:srcRect l="10918" t="9610" r="8442" b="12130"/>
          <a:stretch/>
        </p:blipFill>
        <p:spPr>
          <a:xfrm>
            <a:off x="9294065" y="4471325"/>
            <a:ext cx="2152323" cy="15460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g37636fb1cab_0_69"/>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
        <p:nvSpPr>
          <p:cNvPr id="425" name="Google Shape;425;g37636fb1cab_0_69"/>
          <p:cNvSpPr txBox="1">
            <a:spLocks noGrp="1"/>
          </p:cNvSpPr>
          <p:nvPr>
            <p:ph type="title"/>
          </p:nvPr>
        </p:nvSpPr>
        <p:spPr>
          <a:xfrm>
            <a:off x="838200" y="6065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Key DSDM Practice: Iterative Development</a:t>
            </a:r>
            <a:endParaRPr/>
          </a:p>
        </p:txBody>
      </p:sp>
      <p:sp>
        <p:nvSpPr>
          <p:cNvPr id="426" name="Google Shape;426;g37636fb1cab_0_69"/>
          <p:cNvSpPr txBox="1"/>
          <p:nvPr/>
        </p:nvSpPr>
        <p:spPr>
          <a:xfrm>
            <a:off x="909500" y="1608425"/>
            <a:ext cx="8701500" cy="37866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1800"/>
              </a:spcBef>
              <a:spcAft>
                <a:spcPts val="0"/>
              </a:spcAft>
              <a:buNone/>
            </a:pPr>
            <a:r>
              <a:rPr lang="en-US" sz="2000" b="1">
                <a:solidFill>
                  <a:schemeClr val="dk1"/>
                </a:solidFill>
                <a:latin typeface="Lato"/>
                <a:ea typeface="Lato"/>
                <a:cs typeface="Lato"/>
                <a:sym typeface="Lato"/>
              </a:rPr>
              <a:t>Investigate, Refine, Consolidate (IRC)</a:t>
            </a:r>
            <a:endParaRPr sz="2000" b="1">
              <a:solidFill>
                <a:schemeClr val="dk1"/>
              </a:solidFill>
              <a:latin typeface="Lato"/>
              <a:ea typeface="Lato"/>
              <a:cs typeface="Lato"/>
              <a:sym typeface="Lato"/>
            </a:endParaRPr>
          </a:p>
          <a:p>
            <a:pPr marL="457200" lvl="0" indent="-355600" algn="l" rtl="0">
              <a:lnSpc>
                <a:spcPct val="150000"/>
              </a:lnSpc>
              <a:spcBef>
                <a:spcPts val="1200"/>
              </a:spcBef>
              <a:spcAft>
                <a:spcPts val="0"/>
              </a:spcAft>
              <a:buClr>
                <a:schemeClr val="dk1"/>
              </a:buClr>
              <a:buSzPts val="2000"/>
              <a:buFont typeface="Lato"/>
              <a:buChar char="●"/>
            </a:pPr>
            <a:r>
              <a:rPr lang="en-US" sz="2000">
                <a:solidFill>
                  <a:schemeClr val="dk1"/>
                </a:solidFill>
                <a:latin typeface="Lato"/>
                <a:ea typeface="Lato"/>
                <a:cs typeface="Lato"/>
                <a:sym typeface="Lato"/>
              </a:rPr>
              <a:t>Used for each requirement/user story/product</a:t>
            </a:r>
            <a:endParaRPr sz="2000">
              <a:solidFill>
                <a:schemeClr val="dk1"/>
              </a:solidFill>
              <a:latin typeface="Lato"/>
              <a:ea typeface="Lato"/>
              <a:cs typeface="Lato"/>
              <a:sym typeface="Lato"/>
            </a:endParaRPr>
          </a:p>
          <a:p>
            <a:pPr marL="457200" lvl="0" indent="-355600" algn="l" rtl="0">
              <a:lnSpc>
                <a:spcPct val="150000"/>
              </a:lnSpc>
              <a:spcBef>
                <a:spcPts val="0"/>
              </a:spcBef>
              <a:spcAft>
                <a:spcPts val="0"/>
              </a:spcAft>
              <a:buClr>
                <a:schemeClr val="dk1"/>
              </a:buClr>
              <a:buSzPts val="2000"/>
              <a:buChar char="●"/>
            </a:pPr>
            <a:r>
              <a:rPr lang="en-US" sz="2000" b="1">
                <a:solidFill>
                  <a:schemeClr val="dk1"/>
                </a:solidFill>
                <a:latin typeface="Lato"/>
                <a:ea typeface="Lato"/>
                <a:cs typeface="Lato"/>
                <a:sym typeface="Lato"/>
              </a:rPr>
              <a:t>Investigate</a:t>
            </a:r>
            <a:r>
              <a:rPr lang="en-US" sz="2000">
                <a:solidFill>
                  <a:schemeClr val="dk1"/>
                </a:solidFill>
                <a:latin typeface="Lato"/>
                <a:ea typeface="Lato"/>
                <a:cs typeface="Lato"/>
                <a:sym typeface="Lato"/>
              </a:rPr>
              <a:t> – understand details, define acceptance criteria</a:t>
            </a:r>
            <a:endParaRPr sz="2000">
              <a:solidFill>
                <a:schemeClr val="dk1"/>
              </a:solidFill>
              <a:latin typeface="Lato"/>
              <a:ea typeface="Lato"/>
              <a:cs typeface="Lato"/>
              <a:sym typeface="Lato"/>
            </a:endParaRPr>
          </a:p>
          <a:p>
            <a:pPr marL="457200" lvl="0" indent="-355600" algn="l" rtl="0">
              <a:lnSpc>
                <a:spcPct val="150000"/>
              </a:lnSpc>
              <a:spcBef>
                <a:spcPts val="0"/>
              </a:spcBef>
              <a:spcAft>
                <a:spcPts val="0"/>
              </a:spcAft>
              <a:buClr>
                <a:schemeClr val="dk1"/>
              </a:buClr>
              <a:buSzPts val="2000"/>
              <a:buChar char="●"/>
            </a:pPr>
            <a:r>
              <a:rPr lang="en-US" sz="2000" b="1">
                <a:solidFill>
                  <a:schemeClr val="dk1"/>
                </a:solidFill>
                <a:latin typeface="Lato"/>
                <a:ea typeface="Lato"/>
                <a:cs typeface="Lato"/>
                <a:sym typeface="Lato"/>
              </a:rPr>
              <a:t>Refine</a:t>
            </a:r>
            <a:r>
              <a:rPr lang="en-US" sz="2000">
                <a:solidFill>
                  <a:schemeClr val="dk1"/>
                </a:solidFill>
                <a:latin typeface="Lato"/>
                <a:ea typeface="Lato"/>
                <a:cs typeface="Lato"/>
                <a:sym typeface="Lato"/>
              </a:rPr>
              <a:t> – develop and enhance solution</a:t>
            </a:r>
            <a:endParaRPr sz="2000">
              <a:solidFill>
                <a:schemeClr val="dk1"/>
              </a:solidFill>
              <a:latin typeface="Lato"/>
              <a:ea typeface="Lato"/>
              <a:cs typeface="Lato"/>
              <a:sym typeface="Lato"/>
            </a:endParaRPr>
          </a:p>
          <a:p>
            <a:pPr marL="457200" lvl="0" indent="-355600" algn="l" rtl="0">
              <a:lnSpc>
                <a:spcPct val="150000"/>
              </a:lnSpc>
              <a:spcBef>
                <a:spcPts val="0"/>
              </a:spcBef>
              <a:spcAft>
                <a:spcPts val="0"/>
              </a:spcAft>
              <a:buClr>
                <a:schemeClr val="dk1"/>
              </a:buClr>
              <a:buSzPts val="2000"/>
              <a:buChar char="●"/>
            </a:pPr>
            <a:r>
              <a:rPr lang="en-US" sz="2000" b="1">
                <a:solidFill>
                  <a:schemeClr val="dk1"/>
                </a:solidFill>
                <a:latin typeface="Lato"/>
                <a:ea typeface="Lato"/>
                <a:cs typeface="Lato"/>
                <a:sym typeface="Lato"/>
              </a:rPr>
              <a:t>Consolidate</a:t>
            </a:r>
            <a:r>
              <a:rPr lang="en-US" sz="2000">
                <a:solidFill>
                  <a:schemeClr val="dk1"/>
                </a:solidFill>
                <a:latin typeface="Lato"/>
                <a:ea typeface="Lato"/>
                <a:cs typeface="Lato"/>
                <a:sym typeface="Lato"/>
              </a:rPr>
              <a:t> – converge on accurate solution</a:t>
            </a:r>
            <a:endParaRPr sz="2000">
              <a:solidFill>
                <a:schemeClr val="dk1"/>
              </a:solidFill>
              <a:latin typeface="Lato"/>
              <a:ea typeface="Lato"/>
              <a:cs typeface="Lato"/>
              <a:sym typeface="Lato"/>
            </a:endParaRPr>
          </a:p>
          <a:p>
            <a:pPr marL="457200" lvl="0" indent="-355600" algn="l" rtl="0">
              <a:lnSpc>
                <a:spcPct val="150000"/>
              </a:lnSpc>
              <a:spcBef>
                <a:spcPts val="0"/>
              </a:spcBef>
              <a:spcAft>
                <a:spcPts val="0"/>
              </a:spcAft>
              <a:buClr>
                <a:schemeClr val="dk1"/>
              </a:buClr>
              <a:buSzPts val="2000"/>
              <a:buFont typeface="Lato"/>
              <a:buChar char="●"/>
            </a:pPr>
            <a:r>
              <a:rPr lang="en-US" sz="2000">
                <a:solidFill>
                  <a:schemeClr val="dk1"/>
                </a:solidFill>
                <a:latin typeface="Lato"/>
                <a:ea typeface="Lato"/>
                <a:cs typeface="Lato"/>
                <a:sym typeface="Lato"/>
              </a:rPr>
              <a:t>Helps avoid excessive iterations</a:t>
            </a:r>
            <a:endParaRPr sz="2000">
              <a:solidFill>
                <a:schemeClr val="dk1"/>
              </a:solidFill>
              <a:latin typeface="Lato"/>
              <a:ea typeface="Lato"/>
              <a:cs typeface="Lato"/>
              <a:sym typeface="Lato"/>
            </a:endParaRPr>
          </a:p>
          <a:p>
            <a:pPr marL="457200" lvl="0" indent="-355600" algn="l" rtl="0">
              <a:lnSpc>
                <a:spcPct val="150000"/>
              </a:lnSpc>
              <a:spcBef>
                <a:spcPts val="0"/>
              </a:spcBef>
              <a:spcAft>
                <a:spcPts val="0"/>
              </a:spcAft>
              <a:buClr>
                <a:schemeClr val="dk1"/>
              </a:buClr>
              <a:buSzPts val="2000"/>
              <a:buFont typeface="Lato"/>
              <a:buChar char="●"/>
            </a:pPr>
            <a:r>
              <a:rPr lang="en-US" sz="2000">
                <a:solidFill>
                  <a:schemeClr val="dk1"/>
                </a:solidFill>
                <a:latin typeface="Lato"/>
                <a:ea typeface="Lato"/>
                <a:cs typeface="Lato"/>
                <a:sym typeface="Lato"/>
              </a:rPr>
              <a:t>Reviews scheduled within Timebox → maintain business focus &amp; stakeholder engagement</a:t>
            </a:r>
            <a:endParaRPr sz="2000" b="1">
              <a:solidFill>
                <a:schemeClr val="dk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430"/>
        <p:cNvGrpSpPr/>
        <p:nvPr/>
      </p:nvGrpSpPr>
      <p:grpSpPr>
        <a:xfrm>
          <a:off x="0" y="0"/>
          <a:ext cx="0" cy="0"/>
          <a:chOff x="0" y="0"/>
          <a:chExt cx="0" cy="0"/>
        </a:xfrm>
      </p:grpSpPr>
      <p:sp>
        <p:nvSpPr>
          <p:cNvPr id="431" name="Google Shape;431;p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
        <p:nvSpPr>
          <p:cNvPr id="432" name="Google Shape;432;p6"/>
          <p:cNvSpPr txBox="1">
            <a:spLocks noGrp="1"/>
          </p:cNvSpPr>
          <p:nvPr>
            <p:ph type="title"/>
          </p:nvPr>
        </p:nvSpPr>
        <p:spPr>
          <a:xfrm>
            <a:off x="838200" y="494030"/>
            <a:ext cx="10515600" cy="80200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Questions on other practises?</a:t>
            </a:r>
            <a:endParaRPr/>
          </a:p>
        </p:txBody>
      </p:sp>
      <p:pic>
        <p:nvPicPr>
          <p:cNvPr id="433" name="Google Shape;433;p6"/>
          <p:cNvPicPr preferRelativeResize="0"/>
          <p:nvPr/>
        </p:nvPicPr>
        <p:blipFill rotWithShape="1">
          <a:blip r:embed="rId3">
            <a:alphaModFix/>
          </a:blip>
          <a:srcRect/>
          <a:stretch/>
        </p:blipFill>
        <p:spPr>
          <a:xfrm>
            <a:off x="3354070" y="1672590"/>
            <a:ext cx="5484495" cy="42760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437"/>
        <p:cNvGrpSpPr/>
        <p:nvPr/>
      </p:nvGrpSpPr>
      <p:grpSpPr>
        <a:xfrm>
          <a:off x="0" y="0"/>
          <a:ext cx="0" cy="0"/>
          <a:chOff x="0" y="0"/>
          <a:chExt cx="0" cy="0"/>
        </a:xfrm>
      </p:grpSpPr>
      <p:sp>
        <p:nvSpPr>
          <p:cNvPr id="438" name="Google Shape;438;g37636fb1cab_0_92"/>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
        <p:nvSpPr>
          <p:cNvPr id="439" name="Google Shape;439;g37636fb1cab_0_92"/>
          <p:cNvSpPr txBox="1">
            <a:spLocks noGrp="1"/>
          </p:cNvSpPr>
          <p:nvPr>
            <p:ph type="title"/>
          </p:nvPr>
        </p:nvSpPr>
        <p:spPr>
          <a:xfrm>
            <a:off x="838200" y="6353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EXERCISES</a:t>
            </a:r>
            <a:endParaRPr/>
          </a:p>
        </p:txBody>
      </p:sp>
      <p:sp>
        <p:nvSpPr>
          <p:cNvPr id="440" name="Google Shape;440;g37636fb1cab_0_92"/>
          <p:cNvSpPr txBox="1"/>
          <p:nvPr/>
        </p:nvSpPr>
        <p:spPr>
          <a:xfrm>
            <a:off x="838200" y="1549150"/>
            <a:ext cx="11025300" cy="43407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rgbClr val="595959"/>
              </a:buClr>
              <a:buSzPts val="1800"/>
              <a:buFont typeface="Lato"/>
              <a:buAutoNum type="arabicPeriod"/>
            </a:pPr>
            <a:r>
              <a:rPr lang="en-US" sz="1800">
                <a:solidFill>
                  <a:srgbClr val="595959"/>
                </a:solidFill>
                <a:latin typeface="Lato"/>
                <a:ea typeface="Lato"/>
                <a:cs typeface="Lato"/>
                <a:sym typeface="Lato"/>
              </a:rPr>
              <a:t>What is Iterative Development?</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a) A practice where features are designed, developed and tested</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b) A gated process where development can not begin until the finished design is complete</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c) An early sample, model or release of a product to test a concept or process</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d) The process and activity of planning, organizing, motivating and controlling resources to</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achieve a specific goal</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457200" lvl="0" indent="-342900" algn="l" rtl="0">
              <a:spcBef>
                <a:spcPts val="0"/>
              </a:spcBef>
              <a:spcAft>
                <a:spcPts val="0"/>
              </a:spcAft>
              <a:buClr>
                <a:srgbClr val="595959"/>
              </a:buClr>
              <a:buSzPts val="1800"/>
              <a:buFont typeface="Lato"/>
              <a:buAutoNum type="arabicPeriod"/>
            </a:pPr>
            <a:r>
              <a:rPr lang="en-US" sz="1800">
                <a:solidFill>
                  <a:srgbClr val="595959"/>
                </a:solidFill>
                <a:latin typeface="Lato"/>
                <a:ea typeface="Lato"/>
                <a:cs typeface="Lato"/>
                <a:sym typeface="Lato"/>
              </a:rPr>
              <a:t>In a free format Timebox, which activity is carried out during the Iterative Development step?</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a) Agree what work will be undertaken, agree priorities and accept the workload</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b) Scheduled reviews of the work in progress</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c) Formal acceptance of the Timebox deliverables</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d) Workshop to learn from experience and to take action to improve future Timeboxes </a:t>
            </a:r>
            <a:endParaRPr sz="2800">
              <a:solidFill>
                <a:srgbClr val="595959"/>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444"/>
        <p:cNvGrpSpPr/>
        <p:nvPr/>
      </p:nvGrpSpPr>
      <p:grpSpPr>
        <a:xfrm>
          <a:off x="0" y="0"/>
          <a:ext cx="0" cy="0"/>
          <a:chOff x="0" y="0"/>
          <a:chExt cx="0" cy="0"/>
        </a:xfrm>
      </p:grpSpPr>
      <p:sp>
        <p:nvSpPr>
          <p:cNvPr id="445" name="Google Shape;445;g37636fb1cab_0_102"/>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
        <p:nvSpPr>
          <p:cNvPr id="446" name="Google Shape;446;g37636fb1cab_0_102"/>
          <p:cNvSpPr txBox="1">
            <a:spLocks noGrp="1"/>
          </p:cNvSpPr>
          <p:nvPr>
            <p:ph type="title"/>
          </p:nvPr>
        </p:nvSpPr>
        <p:spPr>
          <a:xfrm>
            <a:off x="838200" y="6353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EXERCISES</a:t>
            </a:r>
            <a:endParaRPr/>
          </a:p>
        </p:txBody>
      </p:sp>
      <p:sp>
        <p:nvSpPr>
          <p:cNvPr id="447" name="Google Shape;447;g37636fb1cab_0_102"/>
          <p:cNvSpPr txBox="1"/>
          <p:nvPr/>
        </p:nvSpPr>
        <p:spPr>
          <a:xfrm>
            <a:off x="838200" y="1549150"/>
            <a:ext cx="11025300" cy="449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595959"/>
                </a:solidFill>
                <a:latin typeface="Lato"/>
                <a:ea typeface="Lato"/>
                <a:cs typeface="Lato"/>
                <a:sym typeface="Lato"/>
              </a:rPr>
              <a:t>3.	During Iterative Development, which testing activity is the responsibility of the Solution Tester?</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a) Business acceptance testing </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b) Unit testing of a feature</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c) Ensuring that testing is sufficiently comprehensive </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d) Providing testing knowledge and expertise</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0" lvl="0" indent="0" algn="l" rtl="0">
              <a:spcBef>
                <a:spcPts val="0"/>
              </a:spcBef>
              <a:spcAft>
                <a:spcPts val="0"/>
              </a:spcAft>
              <a:buNone/>
            </a:pPr>
            <a:r>
              <a:rPr lang="en-US" sz="1800">
                <a:solidFill>
                  <a:srgbClr val="595959"/>
                </a:solidFill>
                <a:latin typeface="Lato"/>
                <a:ea typeface="Lato"/>
                <a:cs typeface="Lato"/>
                <a:sym typeface="Lato"/>
              </a:rPr>
              <a:t>4.	When using Iterative Development, what should each cycle begin and end with?</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a) Complete solution</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b) Conversation</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c) Facilitated Workshop</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d) Timebox</a:t>
            </a:r>
            <a:endParaRPr sz="1800">
              <a:solidFill>
                <a:srgbClr val="595959"/>
              </a:solidFill>
              <a:latin typeface="Lato"/>
              <a:ea typeface="Lato"/>
              <a:cs typeface="Lato"/>
              <a:sym typeface="Lato"/>
            </a:endParaRPr>
          </a:p>
          <a:p>
            <a:pPr marL="0" lvl="0" indent="0" algn="l" rtl="0">
              <a:spcBef>
                <a:spcPts val="0"/>
              </a:spcBef>
              <a:spcAft>
                <a:spcPts val="0"/>
              </a:spcAft>
              <a:buNone/>
            </a:pPr>
            <a:endParaRPr sz="2800">
              <a:solidFill>
                <a:srgbClr val="595959"/>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451"/>
        <p:cNvGrpSpPr/>
        <p:nvPr/>
      </p:nvGrpSpPr>
      <p:grpSpPr>
        <a:xfrm>
          <a:off x="0" y="0"/>
          <a:ext cx="0" cy="0"/>
          <a:chOff x="0" y="0"/>
          <a:chExt cx="0" cy="0"/>
        </a:xfrm>
      </p:grpSpPr>
      <p:sp>
        <p:nvSpPr>
          <p:cNvPr id="452" name="Google Shape;452;g37636fb1cab_0_109"/>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20</a:t>
            </a:fld>
            <a:endParaRPr/>
          </a:p>
        </p:txBody>
      </p:sp>
      <p:sp>
        <p:nvSpPr>
          <p:cNvPr id="453" name="Google Shape;453;g37636fb1cab_0_109"/>
          <p:cNvSpPr txBox="1">
            <a:spLocks noGrp="1"/>
          </p:cNvSpPr>
          <p:nvPr>
            <p:ph type="title"/>
          </p:nvPr>
        </p:nvSpPr>
        <p:spPr>
          <a:xfrm>
            <a:off x="838200" y="635330"/>
            <a:ext cx="10515600" cy="801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EXERCISES</a:t>
            </a:r>
            <a:endParaRPr/>
          </a:p>
        </p:txBody>
      </p:sp>
      <p:sp>
        <p:nvSpPr>
          <p:cNvPr id="454" name="Google Shape;454;g37636fb1cab_0_109"/>
          <p:cNvSpPr txBox="1"/>
          <p:nvPr/>
        </p:nvSpPr>
        <p:spPr>
          <a:xfrm>
            <a:off x="838200" y="1892300"/>
            <a:ext cx="11025300" cy="338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595959"/>
                </a:solidFill>
                <a:latin typeface="Lato"/>
                <a:ea typeface="Lato"/>
                <a:cs typeface="Lato"/>
                <a:sym typeface="Lato"/>
              </a:rPr>
              <a:t>5. 	Identify the missing word(s) in the following sentence:</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A DSDM project will always deliver a viable solution, as long as the practices of [?] and Timeboxing are followed.</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a) Daily Stand-ups</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b) MoSCoW</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c) Iterative Development</a:t>
            </a:r>
            <a:endParaRPr sz="1800">
              <a:solidFill>
                <a:srgbClr val="595959"/>
              </a:solidFill>
              <a:latin typeface="Lato"/>
              <a:ea typeface="Lato"/>
              <a:cs typeface="Lato"/>
              <a:sym typeface="Lato"/>
            </a:endParaRPr>
          </a:p>
          <a:p>
            <a:pPr marL="457200" lvl="0" indent="0" algn="l" rtl="0">
              <a:spcBef>
                <a:spcPts val="0"/>
              </a:spcBef>
              <a:spcAft>
                <a:spcPts val="0"/>
              </a:spcAft>
              <a:buNone/>
            </a:pPr>
            <a:r>
              <a:rPr lang="en-US" sz="1800">
                <a:solidFill>
                  <a:srgbClr val="595959"/>
                </a:solidFill>
                <a:latin typeface="Lato"/>
                <a:ea typeface="Lato"/>
                <a:cs typeface="Lato"/>
                <a:sym typeface="Lato"/>
              </a:rPr>
              <a:t>d) Incremental Delivery</a:t>
            </a:r>
            <a:endParaRPr sz="18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a:p>
            <a:pPr marL="0" lvl="0" indent="0" algn="l" rtl="0">
              <a:spcBef>
                <a:spcPts val="0"/>
              </a:spcBef>
              <a:spcAft>
                <a:spcPts val="0"/>
              </a:spcAft>
              <a:buNone/>
            </a:pPr>
            <a:endParaRPr sz="2800">
              <a:solidFill>
                <a:srgbClr val="595959"/>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7" descr="A picture containing outdoor, sky, building, grass&#10;&#10;Description automatically generated"/>
          <p:cNvPicPr preferRelativeResize="0">
            <a:picLocks noGrp="1"/>
          </p:cNvPicPr>
          <p:nvPr>
            <p:ph type="pic" idx="2"/>
          </p:nvPr>
        </p:nvPicPr>
        <p:blipFill rotWithShape="1">
          <a:blip r:embed="rId3">
            <a:alphaModFix/>
          </a:blip>
          <a:srcRect/>
          <a:stretch/>
        </p:blipFill>
        <p:spPr>
          <a:xfrm>
            <a:off x="0" y="0"/>
            <a:ext cx="7645186" cy="6861429"/>
          </a:xfrm>
          <a:prstGeom prst="rect">
            <a:avLst/>
          </a:prstGeom>
          <a:noFill/>
          <a:ln>
            <a:noFill/>
          </a:ln>
        </p:spPr>
      </p:pic>
      <p:sp>
        <p:nvSpPr>
          <p:cNvPr id="460" name="Google Shape;460;p7"/>
          <p:cNvSpPr txBox="1"/>
          <p:nvPr/>
        </p:nvSpPr>
        <p:spPr>
          <a:xfrm>
            <a:off x="7645171" y="1863781"/>
            <a:ext cx="4511400" cy="17637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5400" b="1" i="0" u="none" strike="noStrike" cap="none">
                <a:solidFill>
                  <a:schemeClr val="lt1"/>
                </a:solidFill>
                <a:latin typeface="Lato"/>
                <a:ea typeface="Lato"/>
                <a:cs typeface="Lato"/>
                <a:sym typeface="Lato"/>
              </a:rPr>
              <a:t>THANK YOU</a:t>
            </a:r>
            <a:endParaRPr sz="5400" b="1" i="0" u="none" strike="noStrike" cap="none">
              <a:solidFill>
                <a:schemeClr val="lt1"/>
              </a:solidFill>
              <a:latin typeface="Lato"/>
              <a:ea typeface="Lato"/>
              <a:cs typeface="Lato"/>
              <a:sym typeface="Lato"/>
            </a:endParaRPr>
          </a:p>
        </p:txBody>
      </p:sp>
      <p:pic>
        <p:nvPicPr>
          <p:cNvPr id="461" name="Google Shape;461;p7"/>
          <p:cNvPicPr preferRelativeResize="0"/>
          <p:nvPr/>
        </p:nvPicPr>
        <p:blipFill rotWithShape="1">
          <a:blip r:embed="rId4">
            <a:alphaModFix/>
          </a:blip>
          <a:srcRect/>
          <a:stretch/>
        </p:blipFill>
        <p:spPr>
          <a:xfrm>
            <a:off x="10707350" y="5692040"/>
            <a:ext cx="392888" cy="392888"/>
          </a:xfrm>
          <a:prstGeom prst="rect">
            <a:avLst/>
          </a:prstGeom>
          <a:noFill/>
          <a:ln>
            <a:noFill/>
          </a:ln>
        </p:spPr>
      </p:pic>
      <p:pic>
        <p:nvPicPr>
          <p:cNvPr id="462" name="Google Shape;462;p7"/>
          <p:cNvPicPr preferRelativeResize="0"/>
          <p:nvPr/>
        </p:nvPicPr>
        <p:blipFill rotWithShape="1">
          <a:blip r:embed="rId5">
            <a:alphaModFix/>
          </a:blip>
          <a:srcRect/>
          <a:stretch/>
        </p:blipFill>
        <p:spPr>
          <a:xfrm>
            <a:off x="10223580" y="5692040"/>
            <a:ext cx="392888" cy="392888"/>
          </a:xfrm>
          <a:prstGeom prst="rect">
            <a:avLst/>
          </a:prstGeom>
          <a:noFill/>
          <a:ln>
            <a:noFill/>
          </a:ln>
        </p:spPr>
      </p:pic>
      <p:pic>
        <p:nvPicPr>
          <p:cNvPr id="463" name="Google Shape;463;p7"/>
          <p:cNvPicPr preferRelativeResize="0"/>
          <p:nvPr/>
        </p:nvPicPr>
        <p:blipFill rotWithShape="1">
          <a:blip r:embed="rId6">
            <a:alphaModFix/>
          </a:blip>
          <a:srcRect/>
          <a:stretch/>
        </p:blipFill>
        <p:spPr>
          <a:xfrm>
            <a:off x="9735731" y="5694388"/>
            <a:ext cx="396963" cy="396963"/>
          </a:xfrm>
          <a:prstGeom prst="rect">
            <a:avLst/>
          </a:prstGeom>
          <a:noFill/>
          <a:ln>
            <a:noFill/>
          </a:ln>
        </p:spPr>
      </p:pic>
      <p:pic>
        <p:nvPicPr>
          <p:cNvPr id="464" name="Google Shape;464;p7"/>
          <p:cNvPicPr preferRelativeResize="0"/>
          <p:nvPr/>
        </p:nvPicPr>
        <p:blipFill rotWithShape="1">
          <a:blip r:embed="rId7">
            <a:alphaModFix/>
          </a:blip>
          <a:srcRect/>
          <a:stretch/>
        </p:blipFill>
        <p:spPr>
          <a:xfrm>
            <a:off x="8768191" y="5692040"/>
            <a:ext cx="392888" cy="392888"/>
          </a:xfrm>
          <a:prstGeom prst="rect">
            <a:avLst/>
          </a:prstGeom>
          <a:noFill/>
          <a:ln>
            <a:noFill/>
          </a:ln>
        </p:spPr>
      </p:pic>
      <p:pic>
        <p:nvPicPr>
          <p:cNvPr id="465" name="Google Shape;465;p7"/>
          <p:cNvPicPr preferRelativeResize="0"/>
          <p:nvPr/>
        </p:nvPicPr>
        <p:blipFill rotWithShape="1">
          <a:blip r:embed="rId8">
            <a:alphaModFix/>
          </a:blip>
          <a:srcRect/>
          <a:stretch/>
        </p:blipFill>
        <p:spPr>
          <a:xfrm>
            <a:off x="9251961" y="5692040"/>
            <a:ext cx="392888" cy="392888"/>
          </a:xfrm>
          <a:prstGeom prst="rect">
            <a:avLst/>
          </a:prstGeom>
          <a:noFill/>
          <a:ln>
            <a:noFill/>
          </a:ln>
        </p:spPr>
      </p:pic>
      <p:sp>
        <p:nvSpPr>
          <p:cNvPr id="466" name="Google Shape;466;p7"/>
          <p:cNvSpPr txBox="1"/>
          <p:nvPr/>
        </p:nvSpPr>
        <p:spPr>
          <a:xfrm>
            <a:off x="7535537" y="5103763"/>
            <a:ext cx="4730700" cy="319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800" b="0" i="0" u="none" strike="noStrike" cap="none">
                <a:solidFill>
                  <a:schemeClr val="lt1"/>
                </a:solidFill>
                <a:latin typeface="Lato"/>
                <a:ea typeface="Lato"/>
                <a:cs typeface="Lato"/>
                <a:sym typeface="Lato"/>
              </a:rPr>
              <a:t>www.utm.my</a:t>
            </a:r>
            <a:endParaRPr sz="1800" b="0" i="0" u="none" strike="noStrike" cap="none">
              <a:solidFill>
                <a:schemeClr val="lt1"/>
              </a:solidFill>
              <a:latin typeface="Lato"/>
              <a:ea typeface="Lato"/>
              <a:cs typeface="Lato"/>
              <a:sym typeface="Lato"/>
            </a:endParaRPr>
          </a:p>
        </p:txBody>
      </p:sp>
      <p:sp>
        <p:nvSpPr>
          <p:cNvPr id="467" name="Google Shape;467;p7"/>
          <p:cNvSpPr txBox="1"/>
          <p:nvPr/>
        </p:nvSpPr>
        <p:spPr>
          <a:xfrm>
            <a:off x="7535537" y="4822128"/>
            <a:ext cx="4730700" cy="319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0" i="0" u="none" strike="noStrike" cap="none">
                <a:solidFill>
                  <a:schemeClr val="lt1"/>
                </a:solidFill>
                <a:latin typeface="Lato"/>
                <a:ea typeface="Lato"/>
                <a:cs typeface="Lato"/>
                <a:sym typeface="Lato"/>
              </a:rPr>
              <a:t>In the Name of God for Mankind</a:t>
            </a:r>
            <a:endParaRPr sz="1400" b="0" i="0" u="none" strike="noStrike" cap="none">
              <a:solidFill>
                <a:schemeClr val="lt1"/>
              </a:solidFill>
              <a:latin typeface="Lato"/>
              <a:ea typeface="Lato"/>
              <a:cs typeface="Lato"/>
              <a:sym typeface="Lato"/>
            </a:endParaRPr>
          </a:p>
        </p:txBody>
      </p:sp>
      <p:pic>
        <p:nvPicPr>
          <p:cNvPr id="468" name="Google Shape;468;p7" descr="A black and white logo&#10;&#10;Description automatically generated with low confidence"/>
          <p:cNvPicPr preferRelativeResize="0"/>
          <p:nvPr/>
        </p:nvPicPr>
        <p:blipFill rotWithShape="1">
          <a:blip r:embed="rId9">
            <a:alphaModFix/>
          </a:blip>
          <a:srcRect/>
          <a:stretch/>
        </p:blipFill>
        <p:spPr>
          <a:xfrm>
            <a:off x="8915132" y="3998898"/>
            <a:ext cx="1883012" cy="6395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1238</Words>
  <Application>Microsoft Office PowerPoint</Application>
  <PresentationFormat>Widescreen</PresentationFormat>
  <Paragraphs>205</Paragraphs>
  <Slides>20</Slides>
  <Notes>20</Notes>
  <HiddenSlides>4</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Cambria</vt:lpstr>
      <vt:lpstr>Lato</vt:lpstr>
      <vt:lpstr>Calibri</vt:lpstr>
      <vt:lpstr>Roboto</vt:lpstr>
      <vt:lpstr>Office Theme</vt:lpstr>
      <vt:lpstr>1_Office Theme</vt:lpstr>
      <vt:lpstr>DSDM Practise :   Facilitated Workshops  Modelling  Iterative Development</vt:lpstr>
      <vt:lpstr>Outline</vt:lpstr>
      <vt:lpstr>Facilitated Workshops</vt:lpstr>
      <vt:lpstr>Facilitated Workshops</vt:lpstr>
      <vt:lpstr>Key DSDM Practice: Modelling</vt:lpstr>
      <vt:lpstr>Key DSDM Practice: Modelling</vt:lpstr>
      <vt:lpstr>Key DSDM Practice: Modelling</vt:lpstr>
      <vt:lpstr>Key DSDM Practice: Iterative Development</vt:lpstr>
      <vt:lpstr>Key DSDM Practice: Iterative Development</vt:lpstr>
      <vt:lpstr>Key DSDM Practice: Iterative Development</vt:lpstr>
      <vt:lpstr>Key DSDM Practice: Iterative Development</vt:lpstr>
      <vt:lpstr>Key DSDM Practice: Iterative Development</vt:lpstr>
      <vt:lpstr>Key DSDM Practice: Iterative Development</vt:lpstr>
      <vt:lpstr>Key DSDM Practice: Iterative Development</vt:lpstr>
      <vt:lpstr>Key DSDM Practice: Iterative Development</vt:lpstr>
      <vt:lpstr>Questions on other practises?</vt:lpstr>
      <vt:lpstr>EXERCISES</vt:lpstr>
      <vt:lpstr>EXERCISES</vt:lpstr>
      <vt:lpstr>EXERCISES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ROHAYANTI BINTI HASSAN</cp:lastModifiedBy>
  <cp:revision>3</cp:revision>
  <dcterms:created xsi:type="dcterms:W3CDTF">2021-08-03T04:10:00Z</dcterms:created>
  <dcterms:modified xsi:type="dcterms:W3CDTF">2025-12-14T04:45:36Z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DA7FECFCDF12431782345D57E3771F44</vt:lpwstr>
  </property>
  <property fmtid="{D5CDD505-2E9C-101B-9397-08002B2CF9AE}" pid="3" name="KSOProductBuildVer">
    <vt:lpwstr>1033-11.2.0.10382</vt:lpwstr>
  </property>
</Properties>
</file>