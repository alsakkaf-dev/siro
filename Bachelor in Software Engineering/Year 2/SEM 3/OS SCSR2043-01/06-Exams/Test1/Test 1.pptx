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39" autoAdjust="0"/>
    <p:restoredTop sz="94660"/>
  </p:normalViewPr>
  <p:slideViewPr>
    <p:cSldViewPr snapToGrid="0">
      <p:cViewPr varScale="1">
        <p:scale>
          <a:sx n="75" d="100"/>
          <a:sy n="75" d="100"/>
        </p:scale>
        <p:origin x="-246" y="-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98CA1-8231-4B1E-9958-CAF9612CEF12}" type="datetimeFigureOut">
              <a:rPr lang="en-US" smtClean="0"/>
              <a:pPr/>
              <a:t>3/24/2016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358CA-1EDC-4F2B-8952-A2ED50FF359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811131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98CA1-8231-4B1E-9958-CAF9612CEF12}" type="datetimeFigureOut">
              <a:rPr lang="en-US" smtClean="0"/>
              <a:pPr/>
              <a:t>3/24/2016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358CA-1EDC-4F2B-8952-A2ED50FF359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2210859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98CA1-8231-4B1E-9958-CAF9612CEF12}" type="datetimeFigureOut">
              <a:rPr lang="en-US" smtClean="0"/>
              <a:pPr/>
              <a:t>3/24/2016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358CA-1EDC-4F2B-8952-A2ED50FF359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462085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98CA1-8231-4B1E-9958-CAF9612CEF12}" type="datetimeFigureOut">
              <a:rPr lang="en-US" smtClean="0"/>
              <a:pPr/>
              <a:t>3/24/2016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358CA-1EDC-4F2B-8952-A2ED50FF359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0272914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98CA1-8231-4B1E-9958-CAF9612CEF12}" type="datetimeFigureOut">
              <a:rPr lang="en-US" smtClean="0"/>
              <a:pPr/>
              <a:t>3/24/2016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358CA-1EDC-4F2B-8952-A2ED50FF359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9060466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98CA1-8231-4B1E-9958-CAF9612CEF12}" type="datetimeFigureOut">
              <a:rPr lang="en-US" smtClean="0"/>
              <a:pPr/>
              <a:t>3/24/2016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358CA-1EDC-4F2B-8952-A2ED50FF359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819809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98CA1-8231-4B1E-9958-CAF9612CEF12}" type="datetimeFigureOut">
              <a:rPr lang="en-US" smtClean="0"/>
              <a:pPr/>
              <a:t>3/24/2016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358CA-1EDC-4F2B-8952-A2ED50FF359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4746792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98CA1-8231-4B1E-9958-CAF9612CEF12}" type="datetimeFigureOut">
              <a:rPr lang="en-US" smtClean="0"/>
              <a:pPr/>
              <a:t>3/24/2016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358CA-1EDC-4F2B-8952-A2ED50FF359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96511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98CA1-8231-4B1E-9958-CAF9612CEF12}" type="datetimeFigureOut">
              <a:rPr lang="en-US" smtClean="0"/>
              <a:pPr/>
              <a:t>3/24/2016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358CA-1EDC-4F2B-8952-A2ED50FF359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4819980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98CA1-8231-4B1E-9958-CAF9612CEF12}" type="datetimeFigureOut">
              <a:rPr lang="en-US" smtClean="0"/>
              <a:pPr/>
              <a:t>3/24/2016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358CA-1EDC-4F2B-8952-A2ED50FF359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0211045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98CA1-8231-4B1E-9958-CAF9612CEF12}" type="datetimeFigureOut">
              <a:rPr lang="en-US" smtClean="0"/>
              <a:pPr/>
              <a:t>3/24/2016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358CA-1EDC-4F2B-8952-A2ED50FF359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729741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198CA1-8231-4B1E-9958-CAF9612CEF12}" type="datetimeFigureOut">
              <a:rPr lang="en-US" smtClean="0"/>
              <a:pPr/>
              <a:t>3/24/2016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3358CA-1EDC-4F2B-8952-A2ED50FF359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657215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900237"/>
          </a:xfrm>
        </p:spPr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Test 1 O/S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175000"/>
            <a:ext cx="9144000" cy="2082800"/>
          </a:xfrm>
        </p:spPr>
        <p:txBody>
          <a:bodyPr>
            <a:normAutofit/>
          </a:bodyPr>
          <a:lstStyle/>
          <a:p>
            <a:r>
              <a:rPr lang="en-US" sz="3200" dirty="0" smtClean="0"/>
              <a:t>24/3/2016 (Thursday)</a:t>
            </a:r>
          </a:p>
          <a:p>
            <a:r>
              <a:rPr lang="en-US" sz="3200" dirty="0" smtClean="0"/>
              <a:t>Time :  8.00 – 10.00 pm</a:t>
            </a:r>
          </a:p>
          <a:p>
            <a:r>
              <a:rPr lang="en-US" sz="3200" dirty="0" smtClean="0"/>
              <a:t>Venue :  DK7, N24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xmlns="" val="18004004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Format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Part A :    20 objective questions (20 marks)</a:t>
            </a:r>
          </a:p>
          <a:p>
            <a:r>
              <a:rPr lang="en-US" dirty="0" smtClean="0"/>
              <a:t>Part B :    </a:t>
            </a:r>
            <a:r>
              <a:rPr lang="en-US" dirty="0" smtClean="0"/>
              <a:t>4 structure </a:t>
            </a:r>
            <a:r>
              <a:rPr lang="en-US" dirty="0" smtClean="0"/>
              <a:t>questions (60 marks)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1924860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Covers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Chapters</a:t>
            </a:r>
          </a:p>
          <a:p>
            <a:pPr lvl="1"/>
            <a:r>
              <a:rPr lang="en-US" sz="2800" dirty="0" smtClean="0"/>
              <a:t> 1  </a:t>
            </a:r>
          </a:p>
          <a:p>
            <a:pPr lvl="1"/>
            <a:r>
              <a:rPr lang="en-US" sz="2800" dirty="0" smtClean="0"/>
              <a:t>2a</a:t>
            </a:r>
          </a:p>
          <a:p>
            <a:pPr lvl="1"/>
            <a:r>
              <a:rPr lang="en-US" sz="2800" dirty="0" smtClean="0"/>
              <a:t>2b</a:t>
            </a:r>
          </a:p>
          <a:p>
            <a:pPr lvl="1"/>
            <a:r>
              <a:rPr lang="en-US" sz="2800" dirty="0" smtClean="0"/>
              <a:t>2c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0569563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 smtClean="0"/>
              <a:t>Important topics/keywords/concepts</a:t>
            </a:r>
            <a:endParaRPr lang="en-MY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Application program </a:t>
            </a:r>
            <a:r>
              <a:rPr lang="en-US" dirty="0" err="1" smtClean="0"/>
              <a:t>vs</a:t>
            </a:r>
            <a:r>
              <a:rPr lang="en-US" dirty="0" smtClean="0"/>
              <a:t> system program</a:t>
            </a:r>
          </a:p>
          <a:p>
            <a:r>
              <a:rPr lang="en-US" dirty="0" smtClean="0"/>
              <a:t>Different types of computers</a:t>
            </a:r>
          </a:p>
          <a:p>
            <a:r>
              <a:rPr lang="en-US" dirty="0" smtClean="0"/>
              <a:t>Hardware protection</a:t>
            </a:r>
          </a:p>
          <a:p>
            <a:r>
              <a:rPr lang="en-US" dirty="0" smtClean="0"/>
              <a:t>Types of o/s</a:t>
            </a:r>
          </a:p>
          <a:p>
            <a:r>
              <a:rPr lang="en-US" dirty="0" smtClean="0"/>
              <a:t>JVM</a:t>
            </a:r>
          </a:p>
          <a:p>
            <a:r>
              <a:rPr lang="en-US" dirty="0" smtClean="0"/>
              <a:t>Process state models</a:t>
            </a:r>
          </a:p>
          <a:p>
            <a:r>
              <a:rPr lang="en-US" dirty="0" smtClean="0"/>
              <a:t>Thread</a:t>
            </a:r>
          </a:p>
          <a:p>
            <a:r>
              <a:rPr lang="en-US" dirty="0" smtClean="0"/>
              <a:t>Job </a:t>
            </a:r>
            <a:r>
              <a:rPr lang="en-US" dirty="0" err="1" smtClean="0"/>
              <a:t>vs</a:t>
            </a:r>
            <a:r>
              <a:rPr lang="en-US" dirty="0" smtClean="0"/>
              <a:t> process scheduler</a:t>
            </a:r>
            <a:endParaRPr lang="en-MY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 smtClean="0"/>
              <a:t>Important topics/keywords/concepts</a:t>
            </a:r>
            <a:endParaRPr lang="en-MY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System/Subsystem managers</a:t>
            </a:r>
          </a:p>
          <a:p>
            <a:r>
              <a:rPr lang="en-US" dirty="0" smtClean="0"/>
              <a:t>Privilege instructions</a:t>
            </a:r>
          </a:p>
          <a:p>
            <a:r>
              <a:rPr lang="en-US" dirty="0" smtClean="0"/>
              <a:t>Fork, exec, parent-child</a:t>
            </a:r>
          </a:p>
          <a:p>
            <a:r>
              <a:rPr lang="en-US" dirty="0" smtClean="0"/>
              <a:t>System calls</a:t>
            </a:r>
          </a:p>
          <a:p>
            <a:r>
              <a:rPr lang="en-US" dirty="0" smtClean="0"/>
              <a:t>Interface</a:t>
            </a:r>
          </a:p>
          <a:p>
            <a:r>
              <a:rPr lang="en-US" dirty="0" smtClean="0"/>
              <a:t>Context switching – Gantt chart</a:t>
            </a:r>
          </a:p>
          <a:p>
            <a:r>
              <a:rPr lang="en-US" dirty="0" smtClean="0"/>
              <a:t>Process transitions –ready, running, waiting, exit, ..</a:t>
            </a:r>
          </a:p>
          <a:p>
            <a:r>
              <a:rPr lang="en-US" dirty="0" smtClean="0"/>
              <a:t>CPU </a:t>
            </a:r>
            <a:r>
              <a:rPr lang="en-US" dirty="0" err="1" smtClean="0"/>
              <a:t>vs</a:t>
            </a:r>
            <a:r>
              <a:rPr lang="en-US" dirty="0" smtClean="0"/>
              <a:t> I/O bursts/cycles</a:t>
            </a:r>
          </a:p>
          <a:p>
            <a:r>
              <a:rPr lang="en-US" dirty="0" smtClean="0"/>
              <a:t>Basic </a:t>
            </a:r>
            <a:r>
              <a:rPr lang="en-US" dirty="0" err="1" smtClean="0"/>
              <a:t>unix’s</a:t>
            </a:r>
            <a:r>
              <a:rPr lang="en-US" dirty="0" smtClean="0"/>
              <a:t> commands – cat, </a:t>
            </a:r>
            <a:r>
              <a:rPr lang="en-US" dirty="0" err="1" smtClean="0"/>
              <a:t>ls</a:t>
            </a:r>
            <a:r>
              <a:rPr lang="en-US" dirty="0" smtClean="0"/>
              <a:t>, </a:t>
            </a:r>
            <a:r>
              <a:rPr lang="en-US" dirty="0" err="1" smtClean="0"/>
              <a:t>wc</a:t>
            </a:r>
            <a:r>
              <a:rPr lang="en-US" dirty="0" smtClean="0"/>
              <a:t> ..</a:t>
            </a:r>
            <a:endParaRPr lang="en-MY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subTitle" idx="1"/>
          </p:nvPr>
        </p:nvSpPr>
        <p:spPr>
          <a:xfrm>
            <a:off x="1498600" y="2298700"/>
            <a:ext cx="9144000" cy="3492500"/>
          </a:xfrm>
        </p:spPr>
        <p:txBody>
          <a:bodyPr>
            <a:normAutofit/>
          </a:bodyPr>
          <a:lstStyle/>
          <a:p>
            <a:r>
              <a:rPr lang="en-US" sz="2800" dirty="0" smtClean="0"/>
              <a:t>Answer all questions.  </a:t>
            </a:r>
          </a:p>
          <a:p>
            <a:endParaRPr lang="en-US" sz="2800" dirty="0" smtClean="0"/>
          </a:p>
          <a:p>
            <a:r>
              <a:rPr lang="en-US" sz="2800" dirty="0" smtClean="0"/>
              <a:t>Don’t leave any questions unanswered.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sz="3600" dirty="0" smtClean="0"/>
              <a:t>All the best &amp; Good Luck!</a:t>
            </a:r>
            <a:endParaRPr lang="en-MY" sz="3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133</Words>
  <Application>Microsoft Office PowerPoint</Application>
  <PresentationFormat>Custom</PresentationFormat>
  <Paragraphs>38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Test 1 O/S</vt:lpstr>
      <vt:lpstr>Format</vt:lpstr>
      <vt:lpstr>Covers</vt:lpstr>
      <vt:lpstr>Important topics/keywords/concepts</vt:lpstr>
      <vt:lpstr>Important topics/keywords/concepts</vt:lpstr>
      <vt:lpstr>Slide 6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 1 O/S</dc:title>
  <dc:creator>PCUSER</dc:creator>
  <cp:lastModifiedBy>nasa</cp:lastModifiedBy>
  <cp:revision>4</cp:revision>
  <dcterms:created xsi:type="dcterms:W3CDTF">2016-03-21T06:18:20Z</dcterms:created>
  <dcterms:modified xsi:type="dcterms:W3CDTF">2016-03-24T03:14:57Z</dcterms:modified>
</cp:coreProperties>
</file>