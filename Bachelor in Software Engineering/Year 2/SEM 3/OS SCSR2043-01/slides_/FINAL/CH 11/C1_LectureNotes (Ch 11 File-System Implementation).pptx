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5"/>
  </p:notesMasterIdLst>
  <p:handoutMasterIdLst>
    <p:handoutMasterId r:id="rId46"/>
  </p:handoutMasterIdLst>
  <p:sldIdLst>
    <p:sldId id="331" r:id="rId2"/>
    <p:sldId id="400" r:id="rId3"/>
    <p:sldId id="401" r:id="rId4"/>
    <p:sldId id="473" r:id="rId5"/>
    <p:sldId id="472" r:id="rId6"/>
    <p:sldId id="469" r:id="rId7"/>
    <p:sldId id="474" r:id="rId8"/>
    <p:sldId id="407" r:id="rId9"/>
    <p:sldId id="471" r:id="rId10"/>
    <p:sldId id="470" r:id="rId11"/>
    <p:sldId id="346" r:id="rId12"/>
    <p:sldId id="477" r:id="rId13"/>
    <p:sldId id="476" r:id="rId14"/>
    <p:sldId id="478" r:id="rId15"/>
    <p:sldId id="481" r:id="rId16"/>
    <p:sldId id="437" r:id="rId17"/>
    <p:sldId id="482" r:id="rId18"/>
    <p:sldId id="484" r:id="rId19"/>
    <p:sldId id="439" r:id="rId20"/>
    <p:sldId id="483" r:id="rId21"/>
    <p:sldId id="486" r:id="rId22"/>
    <p:sldId id="354" r:id="rId23"/>
    <p:sldId id="448" r:id="rId24"/>
    <p:sldId id="488" r:id="rId25"/>
    <p:sldId id="489" r:id="rId26"/>
    <p:sldId id="452" r:id="rId27"/>
    <p:sldId id="490" r:id="rId28"/>
    <p:sldId id="491" r:id="rId29"/>
    <p:sldId id="495" r:id="rId30"/>
    <p:sldId id="496" r:id="rId31"/>
    <p:sldId id="360" r:id="rId32"/>
    <p:sldId id="425" r:id="rId33"/>
    <p:sldId id="497" r:id="rId34"/>
    <p:sldId id="503" r:id="rId35"/>
    <p:sldId id="502" r:id="rId36"/>
    <p:sldId id="364" r:id="rId37"/>
    <p:sldId id="507" r:id="rId38"/>
    <p:sldId id="506" r:id="rId39"/>
    <p:sldId id="373" r:id="rId40"/>
    <p:sldId id="430" r:id="rId41"/>
    <p:sldId id="508" r:id="rId42"/>
    <p:sldId id="428" r:id="rId43"/>
    <p:sldId id="389" r:id="rId44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0"/>
        <a:cs typeface="MS PGothic" charset="0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0"/>
        <a:cs typeface="MS PGothic" charset="0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0"/>
        <a:cs typeface="MS PGothic" charset="0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0"/>
        <a:cs typeface="MS PGothic" charset="0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0"/>
        <a:cs typeface="MS PGothic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MS PGothic" charset="0"/>
        <a:cs typeface="MS PGothic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MS PGothic" charset="0"/>
        <a:cs typeface="MS PGothic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MS PGothic" charset="0"/>
        <a:cs typeface="MS PGothic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66FF"/>
    <a:srgbClr val="66CCFF"/>
    <a:srgbClr val="FF0000"/>
    <a:srgbClr val="CCE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524" y="9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8" d="100"/>
        <a:sy n="158" d="100"/>
      </p:scale>
      <p:origin x="0" y="2235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4A006B-7A6A-BF4A-AB8C-9F3A34DF0A2A}" type="doc">
      <dgm:prSet loTypeId="urn:microsoft.com/office/officeart/2005/8/layout/hierarchy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5CAF12-F208-044D-8DEB-9D0DADBC334B}">
      <dgm:prSet phldrT="[Text]"/>
      <dgm:spPr/>
      <dgm:t>
        <a:bodyPr/>
        <a:lstStyle/>
        <a:p>
          <a:r>
            <a:rPr lang="en-US" dirty="0"/>
            <a:t>Methods</a:t>
          </a:r>
        </a:p>
      </dgm:t>
    </dgm:pt>
    <dgm:pt modelId="{F8E7F256-95E2-4C4C-99B1-CBFA48749612}" type="parTrans" cxnId="{C5564068-16D1-2148-BDA3-2647B5D9C075}">
      <dgm:prSet/>
      <dgm:spPr/>
      <dgm:t>
        <a:bodyPr/>
        <a:lstStyle/>
        <a:p>
          <a:endParaRPr lang="en-US"/>
        </a:p>
      </dgm:t>
    </dgm:pt>
    <dgm:pt modelId="{8F9C8244-E29A-1842-A8B5-C42B3269E766}" type="sibTrans" cxnId="{C5564068-16D1-2148-BDA3-2647B5D9C075}">
      <dgm:prSet/>
      <dgm:spPr/>
      <dgm:t>
        <a:bodyPr/>
        <a:lstStyle/>
        <a:p>
          <a:endParaRPr lang="en-US"/>
        </a:p>
      </dgm:t>
    </dgm:pt>
    <dgm:pt modelId="{C47F4F3E-28E4-8240-A1BF-FBEF901F0918}">
      <dgm:prSet phldrT="[Text]"/>
      <dgm:spPr/>
      <dgm:t>
        <a:bodyPr/>
        <a:lstStyle/>
        <a:p>
          <a:r>
            <a:rPr lang="en-US" dirty="0"/>
            <a:t>Linked</a:t>
          </a:r>
        </a:p>
      </dgm:t>
    </dgm:pt>
    <dgm:pt modelId="{F222E3EA-657F-0946-8A6F-1B4CF550B805}" type="parTrans" cxnId="{583A8C61-052B-1845-8568-5E8446D9639E}">
      <dgm:prSet/>
      <dgm:spPr/>
      <dgm:t>
        <a:bodyPr/>
        <a:lstStyle/>
        <a:p>
          <a:endParaRPr lang="en-US"/>
        </a:p>
      </dgm:t>
    </dgm:pt>
    <dgm:pt modelId="{91553E79-380E-5F40-AA33-3DC451CFACB5}" type="sibTrans" cxnId="{583A8C61-052B-1845-8568-5E8446D9639E}">
      <dgm:prSet/>
      <dgm:spPr/>
      <dgm:t>
        <a:bodyPr/>
        <a:lstStyle/>
        <a:p>
          <a:endParaRPr lang="en-US"/>
        </a:p>
      </dgm:t>
    </dgm:pt>
    <dgm:pt modelId="{113BF474-1C04-9C4E-8806-68FFF1794945}">
      <dgm:prSet phldrT="[Text]"/>
      <dgm:spPr/>
      <dgm:t>
        <a:bodyPr/>
        <a:lstStyle/>
        <a:p>
          <a:r>
            <a:rPr lang="en-US" dirty="0"/>
            <a:t>Contiguous</a:t>
          </a:r>
        </a:p>
      </dgm:t>
    </dgm:pt>
    <dgm:pt modelId="{B0A0F762-1758-C645-9F10-BA305DACF0E5}" type="parTrans" cxnId="{BA542883-19B3-CF4F-A5F5-3A893590343B}">
      <dgm:prSet/>
      <dgm:spPr/>
      <dgm:t>
        <a:bodyPr/>
        <a:lstStyle/>
        <a:p>
          <a:endParaRPr lang="en-US"/>
        </a:p>
      </dgm:t>
    </dgm:pt>
    <dgm:pt modelId="{A55927E1-624E-AA42-A282-3A1A8E9C1007}" type="sibTrans" cxnId="{BA542883-19B3-CF4F-A5F5-3A893590343B}">
      <dgm:prSet/>
      <dgm:spPr/>
      <dgm:t>
        <a:bodyPr/>
        <a:lstStyle/>
        <a:p>
          <a:endParaRPr lang="en-US"/>
        </a:p>
      </dgm:t>
    </dgm:pt>
    <dgm:pt modelId="{9F1121CA-2E1C-094E-A80A-7479B258EBDD}">
      <dgm:prSet phldrT="[Text]"/>
      <dgm:spPr/>
      <dgm:t>
        <a:bodyPr/>
        <a:lstStyle/>
        <a:p>
          <a:r>
            <a:rPr lang="en-US" dirty="0"/>
            <a:t>Indexed</a:t>
          </a:r>
        </a:p>
      </dgm:t>
    </dgm:pt>
    <dgm:pt modelId="{654B6FE7-AAF3-7D4C-9F08-5D1CD861373C}" type="parTrans" cxnId="{44D20A7E-E331-5549-BF79-07F685A6D534}">
      <dgm:prSet/>
      <dgm:spPr/>
      <dgm:t>
        <a:bodyPr/>
        <a:lstStyle/>
        <a:p>
          <a:endParaRPr lang="en-US"/>
        </a:p>
      </dgm:t>
    </dgm:pt>
    <dgm:pt modelId="{2EE7B4AC-26F7-1F4F-8C8C-76937ADFE16C}" type="sibTrans" cxnId="{44D20A7E-E331-5549-BF79-07F685A6D534}">
      <dgm:prSet/>
      <dgm:spPr/>
      <dgm:t>
        <a:bodyPr/>
        <a:lstStyle/>
        <a:p>
          <a:endParaRPr lang="en-US"/>
        </a:p>
      </dgm:t>
    </dgm:pt>
    <dgm:pt modelId="{45EE1BA2-6F48-2047-9B64-C70E5248171A}">
      <dgm:prSet phldrT="[Text]"/>
      <dgm:spPr/>
      <dgm:t>
        <a:bodyPr/>
        <a:lstStyle/>
        <a:p>
          <a:r>
            <a:rPr lang="en-US" dirty="0"/>
            <a:t>Linked Scheme</a:t>
          </a:r>
        </a:p>
      </dgm:t>
    </dgm:pt>
    <dgm:pt modelId="{093B19E3-9372-1746-948F-E585F4503082}" type="parTrans" cxnId="{3E183917-9B92-0E4C-B2AF-2D63631239E5}">
      <dgm:prSet/>
      <dgm:spPr/>
      <dgm:t>
        <a:bodyPr/>
        <a:lstStyle/>
        <a:p>
          <a:endParaRPr lang="en-US"/>
        </a:p>
      </dgm:t>
    </dgm:pt>
    <dgm:pt modelId="{3AC945C1-BA4D-D742-BB4B-0396A24E0E92}" type="sibTrans" cxnId="{3E183917-9B92-0E4C-B2AF-2D63631239E5}">
      <dgm:prSet/>
      <dgm:spPr/>
      <dgm:t>
        <a:bodyPr/>
        <a:lstStyle/>
        <a:p>
          <a:endParaRPr lang="en-US"/>
        </a:p>
      </dgm:t>
    </dgm:pt>
    <dgm:pt modelId="{49736507-6CE7-BD4F-BA70-1B7DC6A94A5A}">
      <dgm:prSet phldrT="[Text]"/>
      <dgm:spPr/>
      <dgm:t>
        <a:bodyPr/>
        <a:lstStyle/>
        <a:p>
          <a:r>
            <a:rPr lang="en-US" dirty="0"/>
            <a:t>Multilevel Index</a:t>
          </a:r>
        </a:p>
      </dgm:t>
    </dgm:pt>
    <dgm:pt modelId="{DB02890C-B4D5-7E4D-B29E-6EC7D56818D5}" type="parTrans" cxnId="{20DE9ADD-F92F-2F46-90C8-62001CFCB8BF}">
      <dgm:prSet/>
      <dgm:spPr/>
      <dgm:t>
        <a:bodyPr/>
        <a:lstStyle/>
        <a:p>
          <a:endParaRPr lang="en-US"/>
        </a:p>
      </dgm:t>
    </dgm:pt>
    <dgm:pt modelId="{55FCC414-170A-0344-9917-A1A12ECF39CE}" type="sibTrans" cxnId="{20DE9ADD-F92F-2F46-90C8-62001CFCB8BF}">
      <dgm:prSet/>
      <dgm:spPr/>
      <dgm:t>
        <a:bodyPr/>
        <a:lstStyle/>
        <a:p>
          <a:endParaRPr lang="en-US"/>
        </a:p>
      </dgm:t>
    </dgm:pt>
    <dgm:pt modelId="{33C0E653-E399-4747-AC25-6B7E42681BA7}">
      <dgm:prSet phldrT="[Text]"/>
      <dgm:spPr/>
      <dgm:t>
        <a:bodyPr/>
        <a:lstStyle/>
        <a:p>
          <a:r>
            <a:rPr lang="en-US" dirty="0"/>
            <a:t>Combined Scheme</a:t>
          </a:r>
        </a:p>
      </dgm:t>
    </dgm:pt>
    <dgm:pt modelId="{6AC1B999-DA44-7D41-B0D6-11759D9316AC}" type="parTrans" cxnId="{D0F64ABC-E68D-2646-AB87-5764DC6547D5}">
      <dgm:prSet/>
      <dgm:spPr/>
      <dgm:t>
        <a:bodyPr/>
        <a:lstStyle/>
        <a:p>
          <a:endParaRPr lang="en-US"/>
        </a:p>
      </dgm:t>
    </dgm:pt>
    <dgm:pt modelId="{48C0A533-C005-9640-A079-09096F5A882A}" type="sibTrans" cxnId="{D0F64ABC-E68D-2646-AB87-5764DC6547D5}">
      <dgm:prSet/>
      <dgm:spPr/>
      <dgm:t>
        <a:bodyPr/>
        <a:lstStyle/>
        <a:p>
          <a:endParaRPr lang="en-US"/>
        </a:p>
      </dgm:t>
    </dgm:pt>
    <dgm:pt modelId="{75F7F2A0-4C1A-0F4F-A3CE-898E7B203DD6}" type="pres">
      <dgm:prSet presAssocID="{134A006B-7A6A-BF4A-AB8C-9F3A34DF0A2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46B38B-50FC-8144-B8C4-57B09C3AA02C}" type="pres">
      <dgm:prSet presAssocID="{935CAF12-F208-044D-8DEB-9D0DADBC334B}" presName="hierRoot1" presStyleCnt="0"/>
      <dgm:spPr/>
    </dgm:pt>
    <dgm:pt modelId="{A103573F-9D02-5B42-90D4-29878EDE34AC}" type="pres">
      <dgm:prSet presAssocID="{935CAF12-F208-044D-8DEB-9D0DADBC334B}" presName="composite" presStyleCnt="0"/>
      <dgm:spPr/>
    </dgm:pt>
    <dgm:pt modelId="{97B34493-1616-FA43-9E70-1965D3B2FB24}" type="pres">
      <dgm:prSet presAssocID="{935CAF12-F208-044D-8DEB-9D0DADBC334B}" presName="background" presStyleLbl="node0" presStyleIdx="0" presStyleCnt="1"/>
      <dgm:spPr/>
    </dgm:pt>
    <dgm:pt modelId="{2346CE2F-0CDE-EF4F-B535-53CAC769B442}" type="pres">
      <dgm:prSet presAssocID="{935CAF12-F208-044D-8DEB-9D0DADBC334B}" presName="text" presStyleLbl="fgAcc0" presStyleIdx="0" presStyleCnt="1" custScaleX="161430">
        <dgm:presLayoutVars>
          <dgm:chPref val="3"/>
        </dgm:presLayoutVars>
      </dgm:prSet>
      <dgm:spPr/>
    </dgm:pt>
    <dgm:pt modelId="{1A1A9E5E-B6AD-3C4D-87DC-8B60C88CA885}" type="pres">
      <dgm:prSet presAssocID="{935CAF12-F208-044D-8DEB-9D0DADBC334B}" presName="hierChild2" presStyleCnt="0"/>
      <dgm:spPr/>
    </dgm:pt>
    <dgm:pt modelId="{2AF3ADBC-5E25-FC4A-BC15-3C388A57653A}" type="pres">
      <dgm:prSet presAssocID="{B0A0F762-1758-C645-9F10-BA305DACF0E5}" presName="Name10" presStyleLbl="parChTrans1D2" presStyleIdx="0" presStyleCnt="3"/>
      <dgm:spPr/>
    </dgm:pt>
    <dgm:pt modelId="{8F4B77A8-0C2B-1F4E-936D-A872C8CE8BA9}" type="pres">
      <dgm:prSet presAssocID="{113BF474-1C04-9C4E-8806-68FFF1794945}" presName="hierRoot2" presStyleCnt="0"/>
      <dgm:spPr/>
    </dgm:pt>
    <dgm:pt modelId="{C56C917A-6688-2643-A3B8-581BD32C4D53}" type="pres">
      <dgm:prSet presAssocID="{113BF474-1C04-9C4E-8806-68FFF1794945}" presName="composite2" presStyleCnt="0"/>
      <dgm:spPr/>
    </dgm:pt>
    <dgm:pt modelId="{148FC2C9-4B99-0D4A-916F-49C56AC34DF5}" type="pres">
      <dgm:prSet presAssocID="{113BF474-1C04-9C4E-8806-68FFF1794945}" presName="background2" presStyleLbl="node2" presStyleIdx="0" presStyleCnt="3"/>
      <dgm:spPr/>
    </dgm:pt>
    <dgm:pt modelId="{C98FCEB2-F468-2645-95E2-9CB12A4853DE}" type="pres">
      <dgm:prSet presAssocID="{113BF474-1C04-9C4E-8806-68FFF1794945}" presName="text2" presStyleLbl="fgAcc2" presStyleIdx="0" presStyleCnt="3" custScaleX="149607">
        <dgm:presLayoutVars>
          <dgm:chPref val="3"/>
        </dgm:presLayoutVars>
      </dgm:prSet>
      <dgm:spPr/>
    </dgm:pt>
    <dgm:pt modelId="{B19D702E-0B8A-B146-B8C8-AA14F07914C6}" type="pres">
      <dgm:prSet presAssocID="{113BF474-1C04-9C4E-8806-68FFF1794945}" presName="hierChild3" presStyleCnt="0"/>
      <dgm:spPr/>
    </dgm:pt>
    <dgm:pt modelId="{2446838E-1AC7-DE4C-A09F-A84005B4A855}" type="pres">
      <dgm:prSet presAssocID="{F222E3EA-657F-0946-8A6F-1B4CF550B805}" presName="Name10" presStyleLbl="parChTrans1D2" presStyleIdx="1" presStyleCnt="3"/>
      <dgm:spPr/>
    </dgm:pt>
    <dgm:pt modelId="{7C64BCD6-5C53-2E47-826B-ADD0FE1A5A4E}" type="pres">
      <dgm:prSet presAssocID="{C47F4F3E-28E4-8240-A1BF-FBEF901F0918}" presName="hierRoot2" presStyleCnt="0"/>
      <dgm:spPr/>
    </dgm:pt>
    <dgm:pt modelId="{77627676-1154-C34C-AA88-B85CB3F65381}" type="pres">
      <dgm:prSet presAssocID="{C47F4F3E-28E4-8240-A1BF-FBEF901F0918}" presName="composite2" presStyleCnt="0"/>
      <dgm:spPr/>
    </dgm:pt>
    <dgm:pt modelId="{C36325AF-6630-4842-9EA8-A8310961D64E}" type="pres">
      <dgm:prSet presAssocID="{C47F4F3E-28E4-8240-A1BF-FBEF901F0918}" presName="background2" presStyleLbl="node2" presStyleIdx="1" presStyleCnt="3"/>
      <dgm:spPr/>
    </dgm:pt>
    <dgm:pt modelId="{D3DAF13B-8011-804B-AA14-235B7B07B281}" type="pres">
      <dgm:prSet presAssocID="{C47F4F3E-28E4-8240-A1BF-FBEF901F0918}" presName="text2" presStyleLbl="fgAcc2" presStyleIdx="1" presStyleCnt="3" custScaleX="134256">
        <dgm:presLayoutVars>
          <dgm:chPref val="3"/>
        </dgm:presLayoutVars>
      </dgm:prSet>
      <dgm:spPr/>
    </dgm:pt>
    <dgm:pt modelId="{6C5E6FFF-82CC-C04D-9DCC-A4CD327C457B}" type="pres">
      <dgm:prSet presAssocID="{C47F4F3E-28E4-8240-A1BF-FBEF901F0918}" presName="hierChild3" presStyleCnt="0"/>
      <dgm:spPr/>
    </dgm:pt>
    <dgm:pt modelId="{C4F9EC8C-DE29-2844-B732-52A011A58DA4}" type="pres">
      <dgm:prSet presAssocID="{654B6FE7-AAF3-7D4C-9F08-5D1CD861373C}" presName="Name10" presStyleLbl="parChTrans1D2" presStyleIdx="2" presStyleCnt="3"/>
      <dgm:spPr/>
    </dgm:pt>
    <dgm:pt modelId="{8859F463-6668-D648-9A0D-9E8584B79536}" type="pres">
      <dgm:prSet presAssocID="{9F1121CA-2E1C-094E-A80A-7479B258EBDD}" presName="hierRoot2" presStyleCnt="0"/>
      <dgm:spPr/>
    </dgm:pt>
    <dgm:pt modelId="{16B13D1C-221B-6441-B254-73857FA999DF}" type="pres">
      <dgm:prSet presAssocID="{9F1121CA-2E1C-094E-A80A-7479B258EBDD}" presName="composite2" presStyleCnt="0"/>
      <dgm:spPr/>
    </dgm:pt>
    <dgm:pt modelId="{E989169A-2FB1-F64B-9CAF-1BAD8EE5781F}" type="pres">
      <dgm:prSet presAssocID="{9F1121CA-2E1C-094E-A80A-7479B258EBDD}" presName="background2" presStyleLbl="node2" presStyleIdx="2" presStyleCnt="3"/>
      <dgm:spPr/>
    </dgm:pt>
    <dgm:pt modelId="{CAA3E8DE-5580-7B44-AC32-F27C4E90115D}" type="pres">
      <dgm:prSet presAssocID="{9F1121CA-2E1C-094E-A80A-7479B258EBDD}" presName="text2" presStyleLbl="fgAcc2" presStyleIdx="2" presStyleCnt="3" custScaleX="127118">
        <dgm:presLayoutVars>
          <dgm:chPref val="3"/>
        </dgm:presLayoutVars>
      </dgm:prSet>
      <dgm:spPr/>
    </dgm:pt>
    <dgm:pt modelId="{FAD3618F-B126-EE4D-BC7B-9C079FEC50BF}" type="pres">
      <dgm:prSet presAssocID="{9F1121CA-2E1C-094E-A80A-7479B258EBDD}" presName="hierChild3" presStyleCnt="0"/>
      <dgm:spPr/>
    </dgm:pt>
    <dgm:pt modelId="{A40DDD8F-F1D2-3545-B75F-9B93304E0BAE}" type="pres">
      <dgm:prSet presAssocID="{093B19E3-9372-1746-948F-E585F4503082}" presName="Name17" presStyleLbl="parChTrans1D3" presStyleIdx="0" presStyleCnt="3"/>
      <dgm:spPr/>
    </dgm:pt>
    <dgm:pt modelId="{BDA1E5C8-3CA6-9545-8363-047849611184}" type="pres">
      <dgm:prSet presAssocID="{45EE1BA2-6F48-2047-9B64-C70E5248171A}" presName="hierRoot3" presStyleCnt="0"/>
      <dgm:spPr/>
    </dgm:pt>
    <dgm:pt modelId="{3D94703C-AD09-DF42-A99B-4BB123C24C85}" type="pres">
      <dgm:prSet presAssocID="{45EE1BA2-6F48-2047-9B64-C70E5248171A}" presName="composite3" presStyleCnt="0"/>
      <dgm:spPr/>
    </dgm:pt>
    <dgm:pt modelId="{93B24B00-1C50-3B48-A959-08D40A8E9048}" type="pres">
      <dgm:prSet presAssocID="{45EE1BA2-6F48-2047-9B64-C70E5248171A}" presName="background3" presStyleLbl="node3" presStyleIdx="0" presStyleCnt="3"/>
      <dgm:spPr/>
    </dgm:pt>
    <dgm:pt modelId="{8E150A29-C712-FD4C-804B-31044375A11F}" type="pres">
      <dgm:prSet presAssocID="{45EE1BA2-6F48-2047-9B64-C70E5248171A}" presName="text3" presStyleLbl="fgAcc3" presStyleIdx="0" presStyleCnt="3">
        <dgm:presLayoutVars>
          <dgm:chPref val="3"/>
        </dgm:presLayoutVars>
      </dgm:prSet>
      <dgm:spPr/>
    </dgm:pt>
    <dgm:pt modelId="{B28639CF-D68A-FC41-B0E0-2CE98397A89A}" type="pres">
      <dgm:prSet presAssocID="{45EE1BA2-6F48-2047-9B64-C70E5248171A}" presName="hierChild4" presStyleCnt="0"/>
      <dgm:spPr/>
    </dgm:pt>
    <dgm:pt modelId="{53FA08A7-522E-7848-866F-F4A9B287D71D}" type="pres">
      <dgm:prSet presAssocID="{DB02890C-B4D5-7E4D-B29E-6EC7D56818D5}" presName="Name17" presStyleLbl="parChTrans1D3" presStyleIdx="1" presStyleCnt="3"/>
      <dgm:spPr/>
    </dgm:pt>
    <dgm:pt modelId="{2C111586-9FD9-AE4B-BD7F-B62EB3FC5C41}" type="pres">
      <dgm:prSet presAssocID="{49736507-6CE7-BD4F-BA70-1B7DC6A94A5A}" presName="hierRoot3" presStyleCnt="0"/>
      <dgm:spPr/>
    </dgm:pt>
    <dgm:pt modelId="{33D01076-AE22-B343-A1BE-20EBB92E738A}" type="pres">
      <dgm:prSet presAssocID="{49736507-6CE7-BD4F-BA70-1B7DC6A94A5A}" presName="composite3" presStyleCnt="0"/>
      <dgm:spPr/>
    </dgm:pt>
    <dgm:pt modelId="{0CE9FA6E-7697-E242-97BB-2C8CFDB49D6E}" type="pres">
      <dgm:prSet presAssocID="{49736507-6CE7-BD4F-BA70-1B7DC6A94A5A}" presName="background3" presStyleLbl="node3" presStyleIdx="1" presStyleCnt="3"/>
      <dgm:spPr/>
    </dgm:pt>
    <dgm:pt modelId="{32195757-4D42-ED46-8A21-D5DDC02EB6E4}" type="pres">
      <dgm:prSet presAssocID="{49736507-6CE7-BD4F-BA70-1B7DC6A94A5A}" presName="text3" presStyleLbl="fgAcc3" presStyleIdx="1" presStyleCnt="3">
        <dgm:presLayoutVars>
          <dgm:chPref val="3"/>
        </dgm:presLayoutVars>
      </dgm:prSet>
      <dgm:spPr/>
    </dgm:pt>
    <dgm:pt modelId="{AD06E10F-7D2B-3440-9D60-E0CCD60FC3DC}" type="pres">
      <dgm:prSet presAssocID="{49736507-6CE7-BD4F-BA70-1B7DC6A94A5A}" presName="hierChild4" presStyleCnt="0"/>
      <dgm:spPr/>
    </dgm:pt>
    <dgm:pt modelId="{684833C4-0831-F14E-9089-E00F70C75576}" type="pres">
      <dgm:prSet presAssocID="{6AC1B999-DA44-7D41-B0D6-11759D9316AC}" presName="Name17" presStyleLbl="parChTrans1D3" presStyleIdx="2" presStyleCnt="3"/>
      <dgm:spPr/>
    </dgm:pt>
    <dgm:pt modelId="{3F64DF99-63E9-3F4F-A1AE-18917396B3A6}" type="pres">
      <dgm:prSet presAssocID="{33C0E653-E399-4747-AC25-6B7E42681BA7}" presName="hierRoot3" presStyleCnt="0"/>
      <dgm:spPr/>
    </dgm:pt>
    <dgm:pt modelId="{312C8403-735C-F645-B293-02EC78193AD3}" type="pres">
      <dgm:prSet presAssocID="{33C0E653-E399-4747-AC25-6B7E42681BA7}" presName="composite3" presStyleCnt="0"/>
      <dgm:spPr/>
    </dgm:pt>
    <dgm:pt modelId="{69C30AFE-E22B-C24E-B23E-2B09F1DBA5F3}" type="pres">
      <dgm:prSet presAssocID="{33C0E653-E399-4747-AC25-6B7E42681BA7}" presName="background3" presStyleLbl="node3" presStyleIdx="2" presStyleCnt="3"/>
      <dgm:spPr/>
    </dgm:pt>
    <dgm:pt modelId="{367C7344-0905-F448-A096-CBF8E1FF67AC}" type="pres">
      <dgm:prSet presAssocID="{33C0E653-E399-4747-AC25-6B7E42681BA7}" presName="text3" presStyleLbl="fgAcc3" presStyleIdx="2" presStyleCnt="3">
        <dgm:presLayoutVars>
          <dgm:chPref val="3"/>
        </dgm:presLayoutVars>
      </dgm:prSet>
      <dgm:spPr/>
    </dgm:pt>
    <dgm:pt modelId="{B0484A13-8BCD-F14A-BC50-43DFDB6ABD92}" type="pres">
      <dgm:prSet presAssocID="{33C0E653-E399-4747-AC25-6B7E42681BA7}" presName="hierChild4" presStyleCnt="0"/>
      <dgm:spPr/>
    </dgm:pt>
  </dgm:ptLst>
  <dgm:cxnLst>
    <dgm:cxn modelId="{C7B6E10F-04C3-C04E-9ECD-307C8FA36BAF}" type="presOf" srcId="{654B6FE7-AAF3-7D4C-9F08-5D1CD861373C}" destId="{C4F9EC8C-DE29-2844-B732-52A011A58DA4}" srcOrd="0" destOrd="0" presId="urn:microsoft.com/office/officeart/2005/8/layout/hierarchy1"/>
    <dgm:cxn modelId="{3E183917-9B92-0E4C-B2AF-2D63631239E5}" srcId="{9F1121CA-2E1C-094E-A80A-7479B258EBDD}" destId="{45EE1BA2-6F48-2047-9B64-C70E5248171A}" srcOrd="0" destOrd="0" parTransId="{093B19E3-9372-1746-948F-E585F4503082}" sibTransId="{3AC945C1-BA4D-D742-BB4B-0396A24E0E92}"/>
    <dgm:cxn modelId="{6151B418-8B9F-0945-8FB2-6101542294E7}" type="presOf" srcId="{F222E3EA-657F-0946-8A6F-1B4CF550B805}" destId="{2446838E-1AC7-DE4C-A09F-A84005B4A855}" srcOrd="0" destOrd="0" presId="urn:microsoft.com/office/officeart/2005/8/layout/hierarchy1"/>
    <dgm:cxn modelId="{603F0722-D91A-E642-BCAF-F1DC2EE40BF1}" type="presOf" srcId="{49736507-6CE7-BD4F-BA70-1B7DC6A94A5A}" destId="{32195757-4D42-ED46-8A21-D5DDC02EB6E4}" srcOrd="0" destOrd="0" presId="urn:microsoft.com/office/officeart/2005/8/layout/hierarchy1"/>
    <dgm:cxn modelId="{F3E54027-A83D-564F-8BD6-B47847C1FF40}" type="presOf" srcId="{C47F4F3E-28E4-8240-A1BF-FBEF901F0918}" destId="{D3DAF13B-8011-804B-AA14-235B7B07B281}" srcOrd="0" destOrd="0" presId="urn:microsoft.com/office/officeart/2005/8/layout/hierarchy1"/>
    <dgm:cxn modelId="{D3904630-A93E-5D44-8FE5-ED4E9BB9E842}" type="presOf" srcId="{33C0E653-E399-4747-AC25-6B7E42681BA7}" destId="{367C7344-0905-F448-A096-CBF8E1FF67AC}" srcOrd="0" destOrd="0" presId="urn:microsoft.com/office/officeart/2005/8/layout/hierarchy1"/>
    <dgm:cxn modelId="{583A8C61-052B-1845-8568-5E8446D9639E}" srcId="{935CAF12-F208-044D-8DEB-9D0DADBC334B}" destId="{C47F4F3E-28E4-8240-A1BF-FBEF901F0918}" srcOrd="1" destOrd="0" parTransId="{F222E3EA-657F-0946-8A6F-1B4CF550B805}" sibTransId="{91553E79-380E-5F40-AA33-3DC451CFACB5}"/>
    <dgm:cxn modelId="{C37CDF43-9DED-A54D-89C5-9DE3F02726D5}" type="presOf" srcId="{45EE1BA2-6F48-2047-9B64-C70E5248171A}" destId="{8E150A29-C712-FD4C-804B-31044375A11F}" srcOrd="0" destOrd="0" presId="urn:microsoft.com/office/officeart/2005/8/layout/hierarchy1"/>
    <dgm:cxn modelId="{C5564068-16D1-2148-BDA3-2647B5D9C075}" srcId="{134A006B-7A6A-BF4A-AB8C-9F3A34DF0A2A}" destId="{935CAF12-F208-044D-8DEB-9D0DADBC334B}" srcOrd="0" destOrd="0" parTransId="{F8E7F256-95E2-4C4C-99B1-CBFA48749612}" sibTransId="{8F9C8244-E29A-1842-A8B5-C42B3269E766}"/>
    <dgm:cxn modelId="{8BE25A4E-2DE2-7046-96D5-4C4E900E4BC8}" type="presOf" srcId="{DB02890C-B4D5-7E4D-B29E-6EC7D56818D5}" destId="{53FA08A7-522E-7848-866F-F4A9B287D71D}" srcOrd="0" destOrd="0" presId="urn:microsoft.com/office/officeart/2005/8/layout/hierarchy1"/>
    <dgm:cxn modelId="{2C42F859-D027-EA45-B872-A4AC9C404428}" type="presOf" srcId="{113BF474-1C04-9C4E-8806-68FFF1794945}" destId="{C98FCEB2-F468-2645-95E2-9CB12A4853DE}" srcOrd="0" destOrd="0" presId="urn:microsoft.com/office/officeart/2005/8/layout/hierarchy1"/>
    <dgm:cxn modelId="{44D20A7E-E331-5549-BF79-07F685A6D534}" srcId="{935CAF12-F208-044D-8DEB-9D0DADBC334B}" destId="{9F1121CA-2E1C-094E-A80A-7479B258EBDD}" srcOrd="2" destOrd="0" parTransId="{654B6FE7-AAF3-7D4C-9F08-5D1CD861373C}" sibTransId="{2EE7B4AC-26F7-1F4F-8C8C-76937ADFE16C}"/>
    <dgm:cxn modelId="{BA542883-19B3-CF4F-A5F5-3A893590343B}" srcId="{935CAF12-F208-044D-8DEB-9D0DADBC334B}" destId="{113BF474-1C04-9C4E-8806-68FFF1794945}" srcOrd="0" destOrd="0" parTransId="{B0A0F762-1758-C645-9F10-BA305DACF0E5}" sibTransId="{A55927E1-624E-AA42-A282-3A1A8E9C1007}"/>
    <dgm:cxn modelId="{D0F64ABC-E68D-2646-AB87-5764DC6547D5}" srcId="{9F1121CA-2E1C-094E-A80A-7479B258EBDD}" destId="{33C0E653-E399-4747-AC25-6B7E42681BA7}" srcOrd="2" destOrd="0" parTransId="{6AC1B999-DA44-7D41-B0D6-11759D9316AC}" sibTransId="{48C0A533-C005-9640-A079-09096F5A882A}"/>
    <dgm:cxn modelId="{A8605BBF-A151-CB48-8CC8-81515F219348}" type="presOf" srcId="{B0A0F762-1758-C645-9F10-BA305DACF0E5}" destId="{2AF3ADBC-5E25-FC4A-BC15-3C388A57653A}" srcOrd="0" destOrd="0" presId="urn:microsoft.com/office/officeart/2005/8/layout/hierarchy1"/>
    <dgm:cxn modelId="{E6863FC4-D6A7-6F4F-A9A7-F8A354EF2E5C}" type="presOf" srcId="{9F1121CA-2E1C-094E-A80A-7479B258EBDD}" destId="{CAA3E8DE-5580-7B44-AC32-F27C4E90115D}" srcOrd="0" destOrd="0" presId="urn:microsoft.com/office/officeart/2005/8/layout/hierarchy1"/>
    <dgm:cxn modelId="{79D2D9CE-F43C-144C-AB2D-DE4134D61086}" type="presOf" srcId="{935CAF12-F208-044D-8DEB-9D0DADBC334B}" destId="{2346CE2F-0CDE-EF4F-B535-53CAC769B442}" srcOrd="0" destOrd="0" presId="urn:microsoft.com/office/officeart/2005/8/layout/hierarchy1"/>
    <dgm:cxn modelId="{20DE9ADD-F92F-2F46-90C8-62001CFCB8BF}" srcId="{9F1121CA-2E1C-094E-A80A-7479B258EBDD}" destId="{49736507-6CE7-BD4F-BA70-1B7DC6A94A5A}" srcOrd="1" destOrd="0" parTransId="{DB02890C-B4D5-7E4D-B29E-6EC7D56818D5}" sibTransId="{55FCC414-170A-0344-9917-A1A12ECF39CE}"/>
    <dgm:cxn modelId="{97D074E1-9F81-7948-93A9-E95CBB1F2F38}" type="presOf" srcId="{134A006B-7A6A-BF4A-AB8C-9F3A34DF0A2A}" destId="{75F7F2A0-4C1A-0F4F-A3CE-898E7B203DD6}" srcOrd="0" destOrd="0" presId="urn:microsoft.com/office/officeart/2005/8/layout/hierarchy1"/>
    <dgm:cxn modelId="{38AF99E9-1852-254D-9899-7C4585111FD1}" type="presOf" srcId="{6AC1B999-DA44-7D41-B0D6-11759D9316AC}" destId="{684833C4-0831-F14E-9089-E00F70C75576}" srcOrd="0" destOrd="0" presId="urn:microsoft.com/office/officeart/2005/8/layout/hierarchy1"/>
    <dgm:cxn modelId="{D0E7F8EF-D796-4E41-A977-4E85527D3EDD}" type="presOf" srcId="{093B19E3-9372-1746-948F-E585F4503082}" destId="{A40DDD8F-F1D2-3545-B75F-9B93304E0BAE}" srcOrd="0" destOrd="0" presId="urn:microsoft.com/office/officeart/2005/8/layout/hierarchy1"/>
    <dgm:cxn modelId="{BA52C380-01C5-544B-B1E8-5290129CAF4D}" type="presParOf" srcId="{75F7F2A0-4C1A-0F4F-A3CE-898E7B203DD6}" destId="{7346B38B-50FC-8144-B8C4-57B09C3AA02C}" srcOrd="0" destOrd="0" presId="urn:microsoft.com/office/officeart/2005/8/layout/hierarchy1"/>
    <dgm:cxn modelId="{8082E0EE-276D-F245-8E0F-53DBEAC5A3E9}" type="presParOf" srcId="{7346B38B-50FC-8144-B8C4-57B09C3AA02C}" destId="{A103573F-9D02-5B42-90D4-29878EDE34AC}" srcOrd="0" destOrd="0" presId="urn:microsoft.com/office/officeart/2005/8/layout/hierarchy1"/>
    <dgm:cxn modelId="{69F95C82-92A5-4844-9942-0EEE1219846C}" type="presParOf" srcId="{A103573F-9D02-5B42-90D4-29878EDE34AC}" destId="{97B34493-1616-FA43-9E70-1965D3B2FB24}" srcOrd="0" destOrd="0" presId="urn:microsoft.com/office/officeart/2005/8/layout/hierarchy1"/>
    <dgm:cxn modelId="{841FE764-B314-EB4B-92BB-90F1D895B526}" type="presParOf" srcId="{A103573F-9D02-5B42-90D4-29878EDE34AC}" destId="{2346CE2F-0CDE-EF4F-B535-53CAC769B442}" srcOrd="1" destOrd="0" presId="urn:microsoft.com/office/officeart/2005/8/layout/hierarchy1"/>
    <dgm:cxn modelId="{5E74C14F-F013-1540-8160-00AF1B70A5C1}" type="presParOf" srcId="{7346B38B-50FC-8144-B8C4-57B09C3AA02C}" destId="{1A1A9E5E-B6AD-3C4D-87DC-8B60C88CA885}" srcOrd="1" destOrd="0" presId="urn:microsoft.com/office/officeart/2005/8/layout/hierarchy1"/>
    <dgm:cxn modelId="{BE9E0679-FC14-2347-A4C1-215E586D0C90}" type="presParOf" srcId="{1A1A9E5E-B6AD-3C4D-87DC-8B60C88CA885}" destId="{2AF3ADBC-5E25-FC4A-BC15-3C388A57653A}" srcOrd="0" destOrd="0" presId="urn:microsoft.com/office/officeart/2005/8/layout/hierarchy1"/>
    <dgm:cxn modelId="{DD375F9A-DBD5-154A-A6B7-053A8C0A4684}" type="presParOf" srcId="{1A1A9E5E-B6AD-3C4D-87DC-8B60C88CA885}" destId="{8F4B77A8-0C2B-1F4E-936D-A872C8CE8BA9}" srcOrd="1" destOrd="0" presId="urn:microsoft.com/office/officeart/2005/8/layout/hierarchy1"/>
    <dgm:cxn modelId="{AD38607E-A2F5-4440-9A49-CF985C3B6ED0}" type="presParOf" srcId="{8F4B77A8-0C2B-1F4E-936D-A872C8CE8BA9}" destId="{C56C917A-6688-2643-A3B8-581BD32C4D53}" srcOrd="0" destOrd="0" presId="urn:microsoft.com/office/officeart/2005/8/layout/hierarchy1"/>
    <dgm:cxn modelId="{10FBFBCD-CB90-CE44-A1BC-FB3895E9C1C5}" type="presParOf" srcId="{C56C917A-6688-2643-A3B8-581BD32C4D53}" destId="{148FC2C9-4B99-0D4A-916F-49C56AC34DF5}" srcOrd="0" destOrd="0" presId="urn:microsoft.com/office/officeart/2005/8/layout/hierarchy1"/>
    <dgm:cxn modelId="{4975AFC1-53E6-F34F-BD34-B6F3B7C032D1}" type="presParOf" srcId="{C56C917A-6688-2643-A3B8-581BD32C4D53}" destId="{C98FCEB2-F468-2645-95E2-9CB12A4853DE}" srcOrd="1" destOrd="0" presId="urn:microsoft.com/office/officeart/2005/8/layout/hierarchy1"/>
    <dgm:cxn modelId="{B0911EB5-B396-0546-913F-2B3494F83332}" type="presParOf" srcId="{8F4B77A8-0C2B-1F4E-936D-A872C8CE8BA9}" destId="{B19D702E-0B8A-B146-B8C8-AA14F07914C6}" srcOrd="1" destOrd="0" presId="urn:microsoft.com/office/officeart/2005/8/layout/hierarchy1"/>
    <dgm:cxn modelId="{677A3F8A-D259-D24E-BD7E-024A78119892}" type="presParOf" srcId="{1A1A9E5E-B6AD-3C4D-87DC-8B60C88CA885}" destId="{2446838E-1AC7-DE4C-A09F-A84005B4A855}" srcOrd="2" destOrd="0" presId="urn:microsoft.com/office/officeart/2005/8/layout/hierarchy1"/>
    <dgm:cxn modelId="{DA825F0A-89EE-DD4C-93C7-E36C96CF6ABE}" type="presParOf" srcId="{1A1A9E5E-B6AD-3C4D-87DC-8B60C88CA885}" destId="{7C64BCD6-5C53-2E47-826B-ADD0FE1A5A4E}" srcOrd="3" destOrd="0" presId="urn:microsoft.com/office/officeart/2005/8/layout/hierarchy1"/>
    <dgm:cxn modelId="{67226BF9-2298-9C4D-B5F2-65EFBC499CC8}" type="presParOf" srcId="{7C64BCD6-5C53-2E47-826B-ADD0FE1A5A4E}" destId="{77627676-1154-C34C-AA88-B85CB3F65381}" srcOrd="0" destOrd="0" presId="urn:microsoft.com/office/officeart/2005/8/layout/hierarchy1"/>
    <dgm:cxn modelId="{FEA8DF6A-36BC-AC4D-BDD3-C4785752145E}" type="presParOf" srcId="{77627676-1154-C34C-AA88-B85CB3F65381}" destId="{C36325AF-6630-4842-9EA8-A8310961D64E}" srcOrd="0" destOrd="0" presId="urn:microsoft.com/office/officeart/2005/8/layout/hierarchy1"/>
    <dgm:cxn modelId="{66D61B32-FAA3-7C45-8D6A-E3C038F6ADA2}" type="presParOf" srcId="{77627676-1154-C34C-AA88-B85CB3F65381}" destId="{D3DAF13B-8011-804B-AA14-235B7B07B281}" srcOrd="1" destOrd="0" presId="urn:microsoft.com/office/officeart/2005/8/layout/hierarchy1"/>
    <dgm:cxn modelId="{BBE2AB16-8EA9-4947-A051-B9B479E198DF}" type="presParOf" srcId="{7C64BCD6-5C53-2E47-826B-ADD0FE1A5A4E}" destId="{6C5E6FFF-82CC-C04D-9DCC-A4CD327C457B}" srcOrd="1" destOrd="0" presId="urn:microsoft.com/office/officeart/2005/8/layout/hierarchy1"/>
    <dgm:cxn modelId="{B5A87BF6-F588-6C40-8F6F-4AA3D9FED5FF}" type="presParOf" srcId="{1A1A9E5E-B6AD-3C4D-87DC-8B60C88CA885}" destId="{C4F9EC8C-DE29-2844-B732-52A011A58DA4}" srcOrd="4" destOrd="0" presId="urn:microsoft.com/office/officeart/2005/8/layout/hierarchy1"/>
    <dgm:cxn modelId="{1A617B40-9728-5B4B-B3AA-6BD81D81D184}" type="presParOf" srcId="{1A1A9E5E-B6AD-3C4D-87DC-8B60C88CA885}" destId="{8859F463-6668-D648-9A0D-9E8584B79536}" srcOrd="5" destOrd="0" presId="urn:microsoft.com/office/officeart/2005/8/layout/hierarchy1"/>
    <dgm:cxn modelId="{4FD4B7E0-4E9F-764B-95DF-88FFAAF93F57}" type="presParOf" srcId="{8859F463-6668-D648-9A0D-9E8584B79536}" destId="{16B13D1C-221B-6441-B254-73857FA999DF}" srcOrd="0" destOrd="0" presId="urn:microsoft.com/office/officeart/2005/8/layout/hierarchy1"/>
    <dgm:cxn modelId="{D22A6C39-2966-8A4A-86FD-E1CA667BFFF1}" type="presParOf" srcId="{16B13D1C-221B-6441-B254-73857FA999DF}" destId="{E989169A-2FB1-F64B-9CAF-1BAD8EE5781F}" srcOrd="0" destOrd="0" presId="urn:microsoft.com/office/officeart/2005/8/layout/hierarchy1"/>
    <dgm:cxn modelId="{5FC8A233-1B21-D242-8133-8AE178F4E53A}" type="presParOf" srcId="{16B13D1C-221B-6441-B254-73857FA999DF}" destId="{CAA3E8DE-5580-7B44-AC32-F27C4E90115D}" srcOrd="1" destOrd="0" presId="urn:microsoft.com/office/officeart/2005/8/layout/hierarchy1"/>
    <dgm:cxn modelId="{68A91E79-5FBE-2A4E-9161-A28D60C6149D}" type="presParOf" srcId="{8859F463-6668-D648-9A0D-9E8584B79536}" destId="{FAD3618F-B126-EE4D-BC7B-9C079FEC50BF}" srcOrd="1" destOrd="0" presId="urn:microsoft.com/office/officeart/2005/8/layout/hierarchy1"/>
    <dgm:cxn modelId="{E453D9BF-9EBA-C240-A218-018080EC1562}" type="presParOf" srcId="{FAD3618F-B126-EE4D-BC7B-9C079FEC50BF}" destId="{A40DDD8F-F1D2-3545-B75F-9B93304E0BAE}" srcOrd="0" destOrd="0" presId="urn:microsoft.com/office/officeart/2005/8/layout/hierarchy1"/>
    <dgm:cxn modelId="{7BDF1E8C-D8BD-0245-90CA-7F2E7F6F67C2}" type="presParOf" srcId="{FAD3618F-B126-EE4D-BC7B-9C079FEC50BF}" destId="{BDA1E5C8-3CA6-9545-8363-047849611184}" srcOrd="1" destOrd="0" presId="urn:microsoft.com/office/officeart/2005/8/layout/hierarchy1"/>
    <dgm:cxn modelId="{416B623B-1A8B-4241-BEF6-5A1A8BF8B2B8}" type="presParOf" srcId="{BDA1E5C8-3CA6-9545-8363-047849611184}" destId="{3D94703C-AD09-DF42-A99B-4BB123C24C85}" srcOrd="0" destOrd="0" presId="urn:microsoft.com/office/officeart/2005/8/layout/hierarchy1"/>
    <dgm:cxn modelId="{87D9C83C-286C-B34B-8142-C39F1209EC54}" type="presParOf" srcId="{3D94703C-AD09-DF42-A99B-4BB123C24C85}" destId="{93B24B00-1C50-3B48-A959-08D40A8E9048}" srcOrd="0" destOrd="0" presId="urn:microsoft.com/office/officeart/2005/8/layout/hierarchy1"/>
    <dgm:cxn modelId="{21F40D60-5A7F-2C40-8452-0BF72D0CF174}" type="presParOf" srcId="{3D94703C-AD09-DF42-A99B-4BB123C24C85}" destId="{8E150A29-C712-FD4C-804B-31044375A11F}" srcOrd="1" destOrd="0" presId="urn:microsoft.com/office/officeart/2005/8/layout/hierarchy1"/>
    <dgm:cxn modelId="{88DFA9B2-F9E0-8745-A407-C6E5A86B3A59}" type="presParOf" srcId="{BDA1E5C8-3CA6-9545-8363-047849611184}" destId="{B28639CF-D68A-FC41-B0E0-2CE98397A89A}" srcOrd="1" destOrd="0" presId="urn:microsoft.com/office/officeart/2005/8/layout/hierarchy1"/>
    <dgm:cxn modelId="{770DD73B-24C9-E04E-ACD0-73FCBEF390D6}" type="presParOf" srcId="{FAD3618F-B126-EE4D-BC7B-9C079FEC50BF}" destId="{53FA08A7-522E-7848-866F-F4A9B287D71D}" srcOrd="2" destOrd="0" presId="urn:microsoft.com/office/officeart/2005/8/layout/hierarchy1"/>
    <dgm:cxn modelId="{E016A7E9-F9C4-044B-BC36-8BE6ADE69357}" type="presParOf" srcId="{FAD3618F-B126-EE4D-BC7B-9C079FEC50BF}" destId="{2C111586-9FD9-AE4B-BD7F-B62EB3FC5C41}" srcOrd="3" destOrd="0" presId="urn:microsoft.com/office/officeart/2005/8/layout/hierarchy1"/>
    <dgm:cxn modelId="{A9697848-6956-2A4A-9E13-E07A338FA723}" type="presParOf" srcId="{2C111586-9FD9-AE4B-BD7F-B62EB3FC5C41}" destId="{33D01076-AE22-B343-A1BE-20EBB92E738A}" srcOrd="0" destOrd="0" presId="urn:microsoft.com/office/officeart/2005/8/layout/hierarchy1"/>
    <dgm:cxn modelId="{EF9FB0AA-43BB-2249-92D3-F6171C672E97}" type="presParOf" srcId="{33D01076-AE22-B343-A1BE-20EBB92E738A}" destId="{0CE9FA6E-7697-E242-97BB-2C8CFDB49D6E}" srcOrd="0" destOrd="0" presId="urn:microsoft.com/office/officeart/2005/8/layout/hierarchy1"/>
    <dgm:cxn modelId="{8B987A93-8137-764E-B2A9-308F53EBD997}" type="presParOf" srcId="{33D01076-AE22-B343-A1BE-20EBB92E738A}" destId="{32195757-4D42-ED46-8A21-D5DDC02EB6E4}" srcOrd="1" destOrd="0" presId="urn:microsoft.com/office/officeart/2005/8/layout/hierarchy1"/>
    <dgm:cxn modelId="{DDD6AF02-E4C4-B94E-8B88-086F36C76BB8}" type="presParOf" srcId="{2C111586-9FD9-AE4B-BD7F-B62EB3FC5C41}" destId="{AD06E10F-7D2B-3440-9D60-E0CCD60FC3DC}" srcOrd="1" destOrd="0" presId="urn:microsoft.com/office/officeart/2005/8/layout/hierarchy1"/>
    <dgm:cxn modelId="{CA895426-A0F3-934B-99BD-583E614B2718}" type="presParOf" srcId="{FAD3618F-B126-EE4D-BC7B-9C079FEC50BF}" destId="{684833C4-0831-F14E-9089-E00F70C75576}" srcOrd="4" destOrd="0" presId="urn:microsoft.com/office/officeart/2005/8/layout/hierarchy1"/>
    <dgm:cxn modelId="{58FA5904-BD1E-2F40-B89F-CC002DD8B47A}" type="presParOf" srcId="{FAD3618F-B126-EE4D-BC7B-9C079FEC50BF}" destId="{3F64DF99-63E9-3F4F-A1AE-18917396B3A6}" srcOrd="5" destOrd="0" presId="urn:microsoft.com/office/officeart/2005/8/layout/hierarchy1"/>
    <dgm:cxn modelId="{9FB76539-6AB3-1F4A-B84C-5ACC369A5B71}" type="presParOf" srcId="{3F64DF99-63E9-3F4F-A1AE-18917396B3A6}" destId="{312C8403-735C-F645-B293-02EC78193AD3}" srcOrd="0" destOrd="0" presId="urn:microsoft.com/office/officeart/2005/8/layout/hierarchy1"/>
    <dgm:cxn modelId="{EBC87B9C-5FE6-D44F-99DF-716B7230C95C}" type="presParOf" srcId="{312C8403-735C-F645-B293-02EC78193AD3}" destId="{69C30AFE-E22B-C24E-B23E-2B09F1DBA5F3}" srcOrd="0" destOrd="0" presId="urn:microsoft.com/office/officeart/2005/8/layout/hierarchy1"/>
    <dgm:cxn modelId="{04C8E7DA-B024-0441-AD01-3F724C07B495}" type="presParOf" srcId="{312C8403-735C-F645-B293-02EC78193AD3}" destId="{367C7344-0905-F448-A096-CBF8E1FF67AC}" srcOrd="1" destOrd="0" presId="urn:microsoft.com/office/officeart/2005/8/layout/hierarchy1"/>
    <dgm:cxn modelId="{67186D80-B2CF-0644-B2DE-0148F37A4535}" type="presParOf" srcId="{3F64DF99-63E9-3F4F-A1AE-18917396B3A6}" destId="{B0484A13-8BCD-F14A-BC50-43DFDB6ABD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A39A1A-0971-1C40-ADBA-D2BCB9022514}" type="doc">
      <dgm:prSet loTypeId="urn:microsoft.com/office/officeart/2005/8/layout/hierarchy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D99E97-E201-C445-B71A-B0EC1FC29E37}">
      <dgm:prSet custT="1"/>
      <dgm:spPr/>
      <dgm:t>
        <a:bodyPr/>
        <a:lstStyle/>
        <a:p>
          <a:pPr rtl="0"/>
          <a:r>
            <a:rPr lang="en-US" sz="2400" b="1" dirty="0">
              <a:solidFill>
                <a:schemeClr val="tx1"/>
              </a:solidFill>
            </a:rPr>
            <a:t>Index Block Structure</a:t>
          </a:r>
          <a:endParaRPr lang="en-US" sz="2400" dirty="0">
            <a:solidFill>
              <a:schemeClr val="tx1"/>
            </a:solidFill>
          </a:endParaRPr>
        </a:p>
      </dgm:t>
    </dgm:pt>
    <dgm:pt modelId="{C9861AC9-690F-DC42-9BC7-FDBCAB6633EF}" type="parTrans" cxnId="{2A186092-7CA7-1A42-8419-AF1C620AF427}">
      <dgm:prSet/>
      <dgm:spPr/>
      <dgm:t>
        <a:bodyPr/>
        <a:lstStyle/>
        <a:p>
          <a:endParaRPr lang="en-US" sz="2200"/>
        </a:p>
      </dgm:t>
    </dgm:pt>
    <dgm:pt modelId="{74DBDEA8-4C4D-DA4D-85CD-C59C80C225FA}" type="sibTrans" cxnId="{2A186092-7CA7-1A42-8419-AF1C620AF427}">
      <dgm:prSet/>
      <dgm:spPr/>
      <dgm:t>
        <a:bodyPr/>
        <a:lstStyle/>
        <a:p>
          <a:endParaRPr lang="en-US" sz="2200"/>
        </a:p>
      </dgm:t>
    </dgm:pt>
    <dgm:pt modelId="{6844AA20-90FE-E446-877F-6FE00D88CDA3}">
      <dgm:prSet custT="1"/>
      <dgm:spPr/>
      <dgm:t>
        <a:bodyPr/>
        <a:lstStyle/>
        <a:p>
          <a:pPr rtl="0"/>
          <a:r>
            <a:rPr lang="en-US" sz="2200" dirty="0"/>
            <a:t>Linked scheme</a:t>
          </a:r>
        </a:p>
      </dgm:t>
    </dgm:pt>
    <dgm:pt modelId="{93A9AFA0-1C8F-AE41-BCAB-1D16FAD6B815}" type="parTrans" cxnId="{9D50B135-69E5-DE43-97A1-0DE198414D2C}">
      <dgm:prSet/>
      <dgm:spPr/>
      <dgm:t>
        <a:bodyPr/>
        <a:lstStyle/>
        <a:p>
          <a:endParaRPr lang="en-US" sz="2200"/>
        </a:p>
      </dgm:t>
    </dgm:pt>
    <dgm:pt modelId="{5798B4B8-4BBC-9A4F-B57D-E0DE02C9B759}" type="sibTrans" cxnId="{9D50B135-69E5-DE43-97A1-0DE198414D2C}">
      <dgm:prSet/>
      <dgm:spPr/>
      <dgm:t>
        <a:bodyPr/>
        <a:lstStyle/>
        <a:p>
          <a:endParaRPr lang="en-US" sz="2200"/>
        </a:p>
      </dgm:t>
    </dgm:pt>
    <dgm:pt modelId="{46108002-9556-B041-943C-765B8EBCA18E}">
      <dgm:prSet custT="1"/>
      <dgm:spPr/>
      <dgm:t>
        <a:bodyPr/>
        <a:lstStyle/>
        <a:p>
          <a:pPr rtl="0"/>
          <a:r>
            <a:rPr lang="en-US" sz="2200" dirty="0"/>
            <a:t>Multilevel index</a:t>
          </a:r>
        </a:p>
      </dgm:t>
    </dgm:pt>
    <dgm:pt modelId="{41ABF41E-0CE6-0C48-A66F-025F1AF520F1}" type="parTrans" cxnId="{FFA53ADC-9DA8-2E4C-97FB-D2E3EEA2C7E8}">
      <dgm:prSet/>
      <dgm:spPr/>
      <dgm:t>
        <a:bodyPr/>
        <a:lstStyle/>
        <a:p>
          <a:endParaRPr lang="en-US" sz="2200"/>
        </a:p>
      </dgm:t>
    </dgm:pt>
    <dgm:pt modelId="{432C6E23-F7E4-024F-95AF-5E7B611EA46E}" type="sibTrans" cxnId="{FFA53ADC-9DA8-2E4C-97FB-D2E3EEA2C7E8}">
      <dgm:prSet/>
      <dgm:spPr/>
      <dgm:t>
        <a:bodyPr/>
        <a:lstStyle/>
        <a:p>
          <a:endParaRPr lang="en-US" sz="2200"/>
        </a:p>
      </dgm:t>
    </dgm:pt>
    <dgm:pt modelId="{F18ECD89-05EF-4946-81E3-69E39FC11E3E}">
      <dgm:prSet custT="1"/>
      <dgm:spPr/>
      <dgm:t>
        <a:bodyPr/>
        <a:lstStyle/>
        <a:p>
          <a:pPr rtl="0"/>
          <a:r>
            <a:rPr lang="en-US" sz="2200" dirty="0"/>
            <a:t>Combined scheme</a:t>
          </a:r>
        </a:p>
      </dgm:t>
    </dgm:pt>
    <dgm:pt modelId="{B6F97893-BE9B-8648-B6DA-146DA2D57BD6}" type="parTrans" cxnId="{6ED1E7BB-95D1-434D-8D33-D66AF1ADB21A}">
      <dgm:prSet/>
      <dgm:spPr/>
      <dgm:t>
        <a:bodyPr/>
        <a:lstStyle/>
        <a:p>
          <a:endParaRPr lang="en-US" sz="2200"/>
        </a:p>
      </dgm:t>
    </dgm:pt>
    <dgm:pt modelId="{10415897-5D91-8541-AF78-5BF950A06E4C}" type="sibTrans" cxnId="{6ED1E7BB-95D1-434D-8D33-D66AF1ADB21A}">
      <dgm:prSet/>
      <dgm:spPr/>
      <dgm:t>
        <a:bodyPr/>
        <a:lstStyle/>
        <a:p>
          <a:endParaRPr lang="en-US" sz="2200"/>
        </a:p>
      </dgm:t>
    </dgm:pt>
    <dgm:pt modelId="{A6AB16B6-65EA-A742-A137-15B399DEB76A}" type="pres">
      <dgm:prSet presAssocID="{77A39A1A-0971-1C40-ADBA-D2BCB902251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9903043-9CB5-D54E-A61D-4A69B851B6EF}" type="pres">
      <dgm:prSet presAssocID="{B5D99E97-E201-C445-B71A-B0EC1FC29E37}" presName="root" presStyleCnt="0"/>
      <dgm:spPr/>
    </dgm:pt>
    <dgm:pt modelId="{050E4545-D1A8-5E45-BB14-DB6AC45B0B15}" type="pres">
      <dgm:prSet presAssocID="{B5D99E97-E201-C445-B71A-B0EC1FC29E37}" presName="rootComposite" presStyleCnt="0"/>
      <dgm:spPr/>
    </dgm:pt>
    <dgm:pt modelId="{59462B39-3FBD-3446-879B-5966AA54D25B}" type="pres">
      <dgm:prSet presAssocID="{B5D99E97-E201-C445-B71A-B0EC1FC29E37}" presName="rootText" presStyleLbl="node1" presStyleIdx="0" presStyleCnt="1" custScaleX="237605"/>
      <dgm:spPr/>
    </dgm:pt>
    <dgm:pt modelId="{EADEFF0F-D533-664F-A79A-2F6699E83149}" type="pres">
      <dgm:prSet presAssocID="{B5D99E97-E201-C445-B71A-B0EC1FC29E37}" presName="rootConnector" presStyleLbl="node1" presStyleIdx="0" presStyleCnt="1"/>
      <dgm:spPr/>
    </dgm:pt>
    <dgm:pt modelId="{46E4E0CD-7DE4-BD47-A608-0343EFD03EF4}" type="pres">
      <dgm:prSet presAssocID="{B5D99E97-E201-C445-B71A-B0EC1FC29E37}" presName="childShape" presStyleCnt="0"/>
      <dgm:spPr/>
    </dgm:pt>
    <dgm:pt modelId="{5EE39F3E-74AC-4A40-8CB5-566056BC1952}" type="pres">
      <dgm:prSet presAssocID="{93A9AFA0-1C8F-AE41-BCAB-1D16FAD6B815}" presName="Name13" presStyleLbl="parChTrans1D2" presStyleIdx="0" presStyleCnt="3"/>
      <dgm:spPr/>
    </dgm:pt>
    <dgm:pt modelId="{D5BA5A90-94A8-3D42-9680-D9A9D2CEF524}" type="pres">
      <dgm:prSet presAssocID="{6844AA20-90FE-E446-877F-6FE00D88CDA3}" presName="childText" presStyleLbl="bgAcc1" presStyleIdx="0" presStyleCnt="3" custScaleX="236335">
        <dgm:presLayoutVars>
          <dgm:bulletEnabled val="1"/>
        </dgm:presLayoutVars>
      </dgm:prSet>
      <dgm:spPr/>
    </dgm:pt>
    <dgm:pt modelId="{929D1170-DA32-0947-91C9-159E945C0ED6}" type="pres">
      <dgm:prSet presAssocID="{41ABF41E-0CE6-0C48-A66F-025F1AF520F1}" presName="Name13" presStyleLbl="parChTrans1D2" presStyleIdx="1" presStyleCnt="3"/>
      <dgm:spPr/>
    </dgm:pt>
    <dgm:pt modelId="{8BF86A3A-4E74-3240-B4F0-0EA2571DA1EA}" type="pres">
      <dgm:prSet presAssocID="{46108002-9556-B041-943C-765B8EBCA18E}" presName="childText" presStyleLbl="bgAcc1" presStyleIdx="1" presStyleCnt="3" custScaleX="237682">
        <dgm:presLayoutVars>
          <dgm:bulletEnabled val="1"/>
        </dgm:presLayoutVars>
      </dgm:prSet>
      <dgm:spPr/>
    </dgm:pt>
    <dgm:pt modelId="{20C9683D-A75E-3448-A40F-FDA776C148A1}" type="pres">
      <dgm:prSet presAssocID="{B6F97893-BE9B-8648-B6DA-146DA2D57BD6}" presName="Name13" presStyleLbl="parChTrans1D2" presStyleIdx="2" presStyleCnt="3"/>
      <dgm:spPr/>
    </dgm:pt>
    <dgm:pt modelId="{2A952158-6A92-DF41-97D9-96FAE4F84F81}" type="pres">
      <dgm:prSet presAssocID="{F18ECD89-05EF-4946-81E3-69E39FC11E3E}" presName="childText" presStyleLbl="bgAcc1" presStyleIdx="2" presStyleCnt="3" custScaleX="235546">
        <dgm:presLayoutVars>
          <dgm:bulletEnabled val="1"/>
        </dgm:presLayoutVars>
      </dgm:prSet>
      <dgm:spPr/>
    </dgm:pt>
  </dgm:ptLst>
  <dgm:cxnLst>
    <dgm:cxn modelId="{08BCC000-5D3F-ED4F-AC73-494FA668B04E}" type="presOf" srcId="{77A39A1A-0971-1C40-ADBA-D2BCB9022514}" destId="{A6AB16B6-65EA-A742-A137-15B399DEB76A}" srcOrd="0" destOrd="0" presId="urn:microsoft.com/office/officeart/2005/8/layout/hierarchy3"/>
    <dgm:cxn modelId="{184F380F-5EE3-3143-9F14-15F54929F4D8}" type="presOf" srcId="{41ABF41E-0CE6-0C48-A66F-025F1AF520F1}" destId="{929D1170-DA32-0947-91C9-159E945C0ED6}" srcOrd="0" destOrd="0" presId="urn:microsoft.com/office/officeart/2005/8/layout/hierarchy3"/>
    <dgm:cxn modelId="{C9D73D22-EE2D-F349-A674-5AB8093F1CE0}" type="presOf" srcId="{B6F97893-BE9B-8648-B6DA-146DA2D57BD6}" destId="{20C9683D-A75E-3448-A40F-FDA776C148A1}" srcOrd="0" destOrd="0" presId="urn:microsoft.com/office/officeart/2005/8/layout/hierarchy3"/>
    <dgm:cxn modelId="{9D50B135-69E5-DE43-97A1-0DE198414D2C}" srcId="{B5D99E97-E201-C445-B71A-B0EC1FC29E37}" destId="{6844AA20-90FE-E446-877F-6FE00D88CDA3}" srcOrd="0" destOrd="0" parTransId="{93A9AFA0-1C8F-AE41-BCAB-1D16FAD6B815}" sibTransId="{5798B4B8-4BBC-9A4F-B57D-E0DE02C9B759}"/>
    <dgm:cxn modelId="{406AD03F-7530-D340-9358-91C477B70B46}" type="presOf" srcId="{B5D99E97-E201-C445-B71A-B0EC1FC29E37}" destId="{EADEFF0F-D533-664F-A79A-2F6699E83149}" srcOrd="1" destOrd="0" presId="urn:microsoft.com/office/officeart/2005/8/layout/hierarchy3"/>
    <dgm:cxn modelId="{E16DFD6B-5693-6D41-815B-E32471ED66E6}" type="presOf" srcId="{B5D99E97-E201-C445-B71A-B0EC1FC29E37}" destId="{59462B39-3FBD-3446-879B-5966AA54D25B}" srcOrd="0" destOrd="0" presId="urn:microsoft.com/office/officeart/2005/8/layout/hierarchy3"/>
    <dgm:cxn modelId="{FB7FAE78-C38C-0449-A47C-7F71601E7675}" type="presOf" srcId="{93A9AFA0-1C8F-AE41-BCAB-1D16FAD6B815}" destId="{5EE39F3E-74AC-4A40-8CB5-566056BC1952}" srcOrd="0" destOrd="0" presId="urn:microsoft.com/office/officeart/2005/8/layout/hierarchy3"/>
    <dgm:cxn modelId="{2A186092-7CA7-1A42-8419-AF1C620AF427}" srcId="{77A39A1A-0971-1C40-ADBA-D2BCB9022514}" destId="{B5D99E97-E201-C445-B71A-B0EC1FC29E37}" srcOrd="0" destOrd="0" parTransId="{C9861AC9-690F-DC42-9BC7-FDBCAB6633EF}" sibTransId="{74DBDEA8-4C4D-DA4D-85CD-C59C80C225FA}"/>
    <dgm:cxn modelId="{576007AE-FCA1-A342-93ED-6D02306CBF99}" type="presOf" srcId="{46108002-9556-B041-943C-765B8EBCA18E}" destId="{8BF86A3A-4E74-3240-B4F0-0EA2571DA1EA}" srcOrd="0" destOrd="0" presId="urn:microsoft.com/office/officeart/2005/8/layout/hierarchy3"/>
    <dgm:cxn modelId="{A07053BB-1CF8-964C-9405-62ED83BD9F99}" type="presOf" srcId="{6844AA20-90FE-E446-877F-6FE00D88CDA3}" destId="{D5BA5A90-94A8-3D42-9680-D9A9D2CEF524}" srcOrd="0" destOrd="0" presId="urn:microsoft.com/office/officeart/2005/8/layout/hierarchy3"/>
    <dgm:cxn modelId="{6ED1E7BB-95D1-434D-8D33-D66AF1ADB21A}" srcId="{B5D99E97-E201-C445-B71A-B0EC1FC29E37}" destId="{F18ECD89-05EF-4946-81E3-69E39FC11E3E}" srcOrd="2" destOrd="0" parTransId="{B6F97893-BE9B-8648-B6DA-146DA2D57BD6}" sibTransId="{10415897-5D91-8541-AF78-5BF950A06E4C}"/>
    <dgm:cxn modelId="{06B4EED7-FF8E-8A4E-A429-2FE66152355D}" type="presOf" srcId="{F18ECD89-05EF-4946-81E3-69E39FC11E3E}" destId="{2A952158-6A92-DF41-97D9-96FAE4F84F81}" srcOrd="0" destOrd="0" presId="urn:microsoft.com/office/officeart/2005/8/layout/hierarchy3"/>
    <dgm:cxn modelId="{FFA53ADC-9DA8-2E4C-97FB-D2E3EEA2C7E8}" srcId="{B5D99E97-E201-C445-B71A-B0EC1FC29E37}" destId="{46108002-9556-B041-943C-765B8EBCA18E}" srcOrd="1" destOrd="0" parTransId="{41ABF41E-0CE6-0C48-A66F-025F1AF520F1}" sibTransId="{432C6E23-F7E4-024F-95AF-5E7B611EA46E}"/>
    <dgm:cxn modelId="{4F56F1B5-31E1-B24E-8F99-5A94CE1ABC97}" type="presParOf" srcId="{A6AB16B6-65EA-A742-A137-15B399DEB76A}" destId="{C9903043-9CB5-D54E-A61D-4A69B851B6EF}" srcOrd="0" destOrd="0" presId="urn:microsoft.com/office/officeart/2005/8/layout/hierarchy3"/>
    <dgm:cxn modelId="{B803F28A-3E41-6641-9AAF-51F5B71B96F6}" type="presParOf" srcId="{C9903043-9CB5-D54E-A61D-4A69B851B6EF}" destId="{050E4545-D1A8-5E45-BB14-DB6AC45B0B15}" srcOrd="0" destOrd="0" presId="urn:microsoft.com/office/officeart/2005/8/layout/hierarchy3"/>
    <dgm:cxn modelId="{71ED9E79-B5AF-1A4C-AA65-0787D6D3EB4F}" type="presParOf" srcId="{050E4545-D1A8-5E45-BB14-DB6AC45B0B15}" destId="{59462B39-3FBD-3446-879B-5966AA54D25B}" srcOrd="0" destOrd="0" presId="urn:microsoft.com/office/officeart/2005/8/layout/hierarchy3"/>
    <dgm:cxn modelId="{7E6431FF-CBD7-6740-B455-2BD866B03AA4}" type="presParOf" srcId="{050E4545-D1A8-5E45-BB14-DB6AC45B0B15}" destId="{EADEFF0F-D533-664F-A79A-2F6699E83149}" srcOrd="1" destOrd="0" presId="urn:microsoft.com/office/officeart/2005/8/layout/hierarchy3"/>
    <dgm:cxn modelId="{DDFC1518-1B08-4B4C-823C-197FA0E7389C}" type="presParOf" srcId="{C9903043-9CB5-D54E-A61D-4A69B851B6EF}" destId="{46E4E0CD-7DE4-BD47-A608-0343EFD03EF4}" srcOrd="1" destOrd="0" presId="urn:microsoft.com/office/officeart/2005/8/layout/hierarchy3"/>
    <dgm:cxn modelId="{123F12C7-DC80-0045-89EB-A178466D4A5E}" type="presParOf" srcId="{46E4E0CD-7DE4-BD47-A608-0343EFD03EF4}" destId="{5EE39F3E-74AC-4A40-8CB5-566056BC1952}" srcOrd="0" destOrd="0" presId="urn:microsoft.com/office/officeart/2005/8/layout/hierarchy3"/>
    <dgm:cxn modelId="{09B080FD-F117-9C4B-8C91-07ED6037E74E}" type="presParOf" srcId="{46E4E0CD-7DE4-BD47-A608-0343EFD03EF4}" destId="{D5BA5A90-94A8-3D42-9680-D9A9D2CEF524}" srcOrd="1" destOrd="0" presId="urn:microsoft.com/office/officeart/2005/8/layout/hierarchy3"/>
    <dgm:cxn modelId="{C20F3256-AF05-9A48-B413-596C8E07BDE0}" type="presParOf" srcId="{46E4E0CD-7DE4-BD47-A608-0343EFD03EF4}" destId="{929D1170-DA32-0947-91C9-159E945C0ED6}" srcOrd="2" destOrd="0" presId="urn:microsoft.com/office/officeart/2005/8/layout/hierarchy3"/>
    <dgm:cxn modelId="{3434E0A8-96A6-2242-8352-C859DA47023C}" type="presParOf" srcId="{46E4E0CD-7DE4-BD47-A608-0343EFD03EF4}" destId="{8BF86A3A-4E74-3240-B4F0-0EA2571DA1EA}" srcOrd="3" destOrd="0" presId="urn:microsoft.com/office/officeart/2005/8/layout/hierarchy3"/>
    <dgm:cxn modelId="{5DB78962-DF5E-3045-BD32-F75D8CC68EE7}" type="presParOf" srcId="{46E4E0CD-7DE4-BD47-A608-0343EFD03EF4}" destId="{20C9683D-A75E-3448-A40F-FDA776C148A1}" srcOrd="4" destOrd="0" presId="urn:microsoft.com/office/officeart/2005/8/layout/hierarchy3"/>
    <dgm:cxn modelId="{38453B3F-15F7-264A-B86F-6B56A5D51E7D}" type="presParOf" srcId="{46E4E0CD-7DE4-BD47-A608-0343EFD03EF4}" destId="{2A952158-6A92-DF41-97D9-96FAE4F84F81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4A006B-7A6A-BF4A-AB8C-9F3A34DF0A2A}" type="doc">
      <dgm:prSet loTypeId="urn:microsoft.com/office/officeart/2005/8/layout/hierarchy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5CAF12-F208-044D-8DEB-9D0DADBC334B}">
      <dgm:prSet phldrT="[Text]"/>
      <dgm:spPr/>
      <dgm:t>
        <a:bodyPr/>
        <a:lstStyle/>
        <a:p>
          <a:r>
            <a:rPr lang="en-US" dirty="0"/>
            <a:t>4 Techniques</a:t>
          </a:r>
        </a:p>
      </dgm:t>
    </dgm:pt>
    <dgm:pt modelId="{F8E7F256-95E2-4C4C-99B1-CBFA48749612}" type="parTrans" cxnId="{C5564068-16D1-2148-BDA3-2647B5D9C075}">
      <dgm:prSet/>
      <dgm:spPr/>
      <dgm:t>
        <a:bodyPr/>
        <a:lstStyle/>
        <a:p>
          <a:endParaRPr lang="en-US"/>
        </a:p>
      </dgm:t>
    </dgm:pt>
    <dgm:pt modelId="{8F9C8244-E29A-1842-A8B5-C42B3269E766}" type="sibTrans" cxnId="{C5564068-16D1-2148-BDA3-2647B5D9C075}">
      <dgm:prSet/>
      <dgm:spPr/>
      <dgm:t>
        <a:bodyPr/>
        <a:lstStyle/>
        <a:p>
          <a:endParaRPr lang="en-US"/>
        </a:p>
      </dgm:t>
    </dgm:pt>
    <dgm:pt modelId="{C47F4F3E-28E4-8240-A1BF-FBEF901F0918}">
      <dgm:prSet phldrT="[Text]"/>
      <dgm:spPr/>
      <dgm:t>
        <a:bodyPr/>
        <a:lstStyle/>
        <a:p>
          <a:r>
            <a:rPr lang="en-US" dirty="0"/>
            <a:t>Free / Linked List</a:t>
          </a:r>
        </a:p>
      </dgm:t>
    </dgm:pt>
    <dgm:pt modelId="{F222E3EA-657F-0946-8A6F-1B4CF550B805}" type="parTrans" cxnId="{583A8C61-052B-1845-8568-5E8446D9639E}">
      <dgm:prSet/>
      <dgm:spPr/>
      <dgm:t>
        <a:bodyPr/>
        <a:lstStyle/>
        <a:p>
          <a:endParaRPr lang="en-US"/>
        </a:p>
      </dgm:t>
    </dgm:pt>
    <dgm:pt modelId="{91553E79-380E-5F40-AA33-3DC451CFACB5}" type="sibTrans" cxnId="{583A8C61-052B-1845-8568-5E8446D9639E}">
      <dgm:prSet/>
      <dgm:spPr/>
      <dgm:t>
        <a:bodyPr/>
        <a:lstStyle/>
        <a:p>
          <a:endParaRPr lang="en-US"/>
        </a:p>
      </dgm:t>
    </dgm:pt>
    <dgm:pt modelId="{113BF474-1C04-9C4E-8806-68FFF1794945}">
      <dgm:prSet phldrT="[Text]"/>
      <dgm:spPr/>
      <dgm:t>
        <a:bodyPr/>
        <a:lstStyle/>
        <a:p>
          <a:r>
            <a:rPr lang="en-US" dirty="0"/>
            <a:t>Bit / Vector map</a:t>
          </a:r>
        </a:p>
      </dgm:t>
    </dgm:pt>
    <dgm:pt modelId="{B0A0F762-1758-C645-9F10-BA305DACF0E5}" type="parTrans" cxnId="{BA542883-19B3-CF4F-A5F5-3A893590343B}">
      <dgm:prSet/>
      <dgm:spPr/>
      <dgm:t>
        <a:bodyPr/>
        <a:lstStyle/>
        <a:p>
          <a:endParaRPr lang="en-US"/>
        </a:p>
      </dgm:t>
    </dgm:pt>
    <dgm:pt modelId="{A55927E1-624E-AA42-A282-3A1A8E9C1007}" type="sibTrans" cxnId="{BA542883-19B3-CF4F-A5F5-3A893590343B}">
      <dgm:prSet/>
      <dgm:spPr/>
      <dgm:t>
        <a:bodyPr/>
        <a:lstStyle/>
        <a:p>
          <a:endParaRPr lang="en-US"/>
        </a:p>
      </dgm:t>
    </dgm:pt>
    <dgm:pt modelId="{05B308EF-0C4D-8C49-B103-89119E4B1166}">
      <dgm:prSet phldrT="[Text]"/>
      <dgm:spPr/>
      <dgm:t>
        <a:bodyPr/>
        <a:lstStyle/>
        <a:p>
          <a:r>
            <a:rPr lang="en-US" dirty="0"/>
            <a:t>Grouping</a:t>
          </a:r>
        </a:p>
      </dgm:t>
    </dgm:pt>
    <dgm:pt modelId="{D9C16FA9-90DF-E24F-9FAB-E0857BDE1FF0}" type="parTrans" cxnId="{ACF64F36-7F38-F14C-AA6F-5259D58CCB08}">
      <dgm:prSet/>
      <dgm:spPr/>
      <dgm:t>
        <a:bodyPr/>
        <a:lstStyle/>
        <a:p>
          <a:endParaRPr lang="en-US"/>
        </a:p>
      </dgm:t>
    </dgm:pt>
    <dgm:pt modelId="{57A0358C-4633-C04F-82CC-75BDA761B5A0}" type="sibTrans" cxnId="{ACF64F36-7F38-F14C-AA6F-5259D58CCB08}">
      <dgm:prSet/>
      <dgm:spPr/>
      <dgm:t>
        <a:bodyPr/>
        <a:lstStyle/>
        <a:p>
          <a:endParaRPr lang="en-US"/>
        </a:p>
      </dgm:t>
    </dgm:pt>
    <dgm:pt modelId="{42F499DD-86A0-8449-A166-68144CC7ED45}">
      <dgm:prSet phldrT="[Text]"/>
      <dgm:spPr/>
      <dgm:t>
        <a:bodyPr/>
        <a:lstStyle/>
        <a:p>
          <a:r>
            <a:rPr lang="en-US" dirty="0"/>
            <a:t>Counting</a:t>
          </a:r>
        </a:p>
      </dgm:t>
    </dgm:pt>
    <dgm:pt modelId="{37D0BF44-569C-3C44-ADF9-7F7992F49A0E}" type="parTrans" cxnId="{817217FD-9D7C-BC4C-9E2F-A4AD390BA7A2}">
      <dgm:prSet/>
      <dgm:spPr/>
      <dgm:t>
        <a:bodyPr/>
        <a:lstStyle/>
        <a:p>
          <a:endParaRPr lang="en-US"/>
        </a:p>
      </dgm:t>
    </dgm:pt>
    <dgm:pt modelId="{302F1CC9-09FD-8944-83C4-CD3F2E6AB674}" type="sibTrans" cxnId="{817217FD-9D7C-BC4C-9E2F-A4AD390BA7A2}">
      <dgm:prSet/>
      <dgm:spPr/>
      <dgm:t>
        <a:bodyPr/>
        <a:lstStyle/>
        <a:p>
          <a:endParaRPr lang="en-US"/>
        </a:p>
      </dgm:t>
    </dgm:pt>
    <dgm:pt modelId="{75F7F2A0-4C1A-0F4F-A3CE-898E7B203DD6}" type="pres">
      <dgm:prSet presAssocID="{134A006B-7A6A-BF4A-AB8C-9F3A34DF0A2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46B38B-50FC-8144-B8C4-57B09C3AA02C}" type="pres">
      <dgm:prSet presAssocID="{935CAF12-F208-044D-8DEB-9D0DADBC334B}" presName="hierRoot1" presStyleCnt="0"/>
      <dgm:spPr/>
    </dgm:pt>
    <dgm:pt modelId="{A103573F-9D02-5B42-90D4-29878EDE34AC}" type="pres">
      <dgm:prSet presAssocID="{935CAF12-F208-044D-8DEB-9D0DADBC334B}" presName="composite" presStyleCnt="0"/>
      <dgm:spPr/>
    </dgm:pt>
    <dgm:pt modelId="{97B34493-1616-FA43-9E70-1965D3B2FB24}" type="pres">
      <dgm:prSet presAssocID="{935CAF12-F208-044D-8DEB-9D0DADBC334B}" presName="background" presStyleLbl="node0" presStyleIdx="0" presStyleCnt="1"/>
      <dgm:spPr/>
    </dgm:pt>
    <dgm:pt modelId="{2346CE2F-0CDE-EF4F-B535-53CAC769B442}" type="pres">
      <dgm:prSet presAssocID="{935CAF12-F208-044D-8DEB-9D0DADBC334B}" presName="text" presStyleLbl="fgAcc0" presStyleIdx="0" presStyleCnt="1" custScaleX="161430">
        <dgm:presLayoutVars>
          <dgm:chPref val="3"/>
        </dgm:presLayoutVars>
      </dgm:prSet>
      <dgm:spPr/>
    </dgm:pt>
    <dgm:pt modelId="{1A1A9E5E-B6AD-3C4D-87DC-8B60C88CA885}" type="pres">
      <dgm:prSet presAssocID="{935CAF12-F208-044D-8DEB-9D0DADBC334B}" presName="hierChild2" presStyleCnt="0"/>
      <dgm:spPr/>
    </dgm:pt>
    <dgm:pt modelId="{2AF3ADBC-5E25-FC4A-BC15-3C388A57653A}" type="pres">
      <dgm:prSet presAssocID="{B0A0F762-1758-C645-9F10-BA305DACF0E5}" presName="Name10" presStyleLbl="parChTrans1D2" presStyleIdx="0" presStyleCnt="4"/>
      <dgm:spPr/>
    </dgm:pt>
    <dgm:pt modelId="{8F4B77A8-0C2B-1F4E-936D-A872C8CE8BA9}" type="pres">
      <dgm:prSet presAssocID="{113BF474-1C04-9C4E-8806-68FFF1794945}" presName="hierRoot2" presStyleCnt="0"/>
      <dgm:spPr/>
    </dgm:pt>
    <dgm:pt modelId="{C56C917A-6688-2643-A3B8-581BD32C4D53}" type="pres">
      <dgm:prSet presAssocID="{113BF474-1C04-9C4E-8806-68FFF1794945}" presName="composite2" presStyleCnt="0"/>
      <dgm:spPr/>
    </dgm:pt>
    <dgm:pt modelId="{148FC2C9-4B99-0D4A-916F-49C56AC34DF5}" type="pres">
      <dgm:prSet presAssocID="{113BF474-1C04-9C4E-8806-68FFF1794945}" presName="background2" presStyleLbl="node2" presStyleIdx="0" presStyleCnt="4"/>
      <dgm:spPr/>
    </dgm:pt>
    <dgm:pt modelId="{C98FCEB2-F468-2645-95E2-9CB12A4853DE}" type="pres">
      <dgm:prSet presAssocID="{113BF474-1C04-9C4E-8806-68FFF1794945}" presName="text2" presStyleLbl="fgAcc2" presStyleIdx="0" presStyleCnt="4" custScaleX="141092">
        <dgm:presLayoutVars>
          <dgm:chPref val="3"/>
        </dgm:presLayoutVars>
      </dgm:prSet>
      <dgm:spPr/>
    </dgm:pt>
    <dgm:pt modelId="{B19D702E-0B8A-B146-B8C8-AA14F07914C6}" type="pres">
      <dgm:prSet presAssocID="{113BF474-1C04-9C4E-8806-68FFF1794945}" presName="hierChild3" presStyleCnt="0"/>
      <dgm:spPr/>
    </dgm:pt>
    <dgm:pt modelId="{2446838E-1AC7-DE4C-A09F-A84005B4A855}" type="pres">
      <dgm:prSet presAssocID="{F222E3EA-657F-0946-8A6F-1B4CF550B805}" presName="Name10" presStyleLbl="parChTrans1D2" presStyleIdx="1" presStyleCnt="4"/>
      <dgm:spPr/>
    </dgm:pt>
    <dgm:pt modelId="{7C64BCD6-5C53-2E47-826B-ADD0FE1A5A4E}" type="pres">
      <dgm:prSet presAssocID="{C47F4F3E-28E4-8240-A1BF-FBEF901F0918}" presName="hierRoot2" presStyleCnt="0"/>
      <dgm:spPr/>
    </dgm:pt>
    <dgm:pt modelId="{77627676-1154-C34C-AA88-B85CB3F65381}" type="pres">
      <dgm:prSet presAssocID="{C47F4F3E-28E4-8240-A1BF-FBEF901F0918}" presName="composite2" presStyleCnt="0"/>
      <dgm:spPr/>
    </dgm:pt>
    <dgm:pt modelId="{C36325AF-6630-4842-9EA8-A8310961D64E}" type="pres">
      <dgm:prSet presAssocID="{C47F4F3E-28E4-8240-A1BF-FBEF901F0918}" presName="background2" presStyleLbl="node2" presStyleIdx="1" presStyleCnt="4"/>
      <dgm:spPr/>
    </dgm:pt>
    <dgm:pt modelId="{D3DAF13B-8011-804B-AA14-235B7B07B281}" type="pres">
      <dgm:prSet presAssocID="{C47F4F3E-28E4-8240-A1BF-FBEF901F0918}" presName="text2" presStyleLbl="fgAcc2" presStyleIdx="1" presStyleCnt="4" custScaleX="140897">
        <dgm:presLayoutVars>
          <dgm:chPref val="3"/>
        </dgm:presLayoutVars>
      </dgm:prSet>
      <dgm:spPr/>
    </dgm:pt>
    <dgm:pt modelId="{6C5E6FFF-82CC-C04D-9DCC-A4CD327C457B}" type="pres">
      <dgm:prSet presAssocID="{C47F4F3E-28E4-8240-A1BF-FBEF901F0918}" presName="hierChild3" presStyleCnt="0"/>
      <dgm:spPr/>
    </dgm:pt>
    <dgm:pt modelId="{CD78A7F3-571B-BA47-A581-AE51416A7C26}" type="pres">
      <dgm:prSet presAssocID="{D9C16FA9-90DF-E24F-9FAB-E0857BDE1FF0}" presName="Name10" presStyleLbl="parChTrans1D2" presStyleIdx="2" presStyleCnt="4"/>
      <dgm:spPr/>
    </dgm:pt>
    <dgm:pt modelId="{C24AFE46-B051-EE48-A58C-E49586C681AD}" type="pres">
      <dgm:prSet presAssocID="{05B308EF-0C4D-8C49-B103-89119E4B1166}" presName="hierRoot2" presStyleCnt="0"/>
      <dgm:spPr/>
    </dgm:pt>
    <dgm:pt modelId="{B13B4607-B8DB-5F46-8547-193A1B9EBD3D}" type="pres">
      <dgm:prSet presAssocID="{05B308EF-0C4D-8C49-B103-89119E4B1166}" presName="composite2" presStyleCnt="0"/>
      <dgm:spPr/>
    </dgm:pt>
    <dgm:pt modelId="{9E8501C4-2FF9-134D-8DBA-58CED8FF07B0}" type="pres">
      <dgm:prSet presAssocID="{05B308EF-0C4D-8C49-B103-89119E4B1166}" presName="background2" presStyleLbl="node2" presStyleIdx="2" presStyleCnt="4"/>
      <dgm:spPr/>
    </dgm:pt>
    <dgm:pt modelId="{D4ED3CAB-3BEE-F449-B729-C794031DA21D}" type="pres">
      <dgm:prSet presAssocID="{05B308EF-0C4D-8C49-B103-89119E4B1166}" presName="text2" presStyleLbl="fgAcc2" presStyleIdx="2" presStyleCnt="4" custScaleX="121102">
        <dgm:presLayoutVars>
          <dgm:chPref val="3"/>
        </dgm:presLayoutVars>
      </dgm:prSet>
      <dgm:spPr/>
    </dgm:pt>
    <dgm:pt modelId="{0439BC52-94F7-E44D-B443-6CB12A72ED42}" type="pres">
      <dgm:prSet presAssocID="{05B308EF-0C4D-8C49-B103-89119E4B1166}" presName="hierChild3" presStyleCnt="0"/>
      <dgm:spPr/>
    </dgm:pt>
    <dgm:pt modelId="{EE9EB71E-C537-9F4E-B681-619CD25B3007}" type="pres">
      <dgm:prSet presAssocID="{37D0BF44-569C-3C44-ADF9-7F7992F49A0E}" presName="Name10" presStyleLbl="parChTrans1D2" presStyleIdx="3" presStyleCnt="4"/>
      <dgm:spPr/>
    </dgm:pt>
    <dgm:pt modelId="{E326F121-AA75-E447-A6E9-24EEA559D218}" type="pres">
      <dgm:prSet presAssocID="{42F499DD-86A0-8449-A166-68144CC7ED45}" presName="hierRoot2" presStyleCnt="0"/>
      <dgm:spPr/>
    </dgm:pt>
    <dgm:pt modelId="{EC98450E-CBF6-304D-B4BC-9895B61EA4EF}" type="pres">
      <dgm:prSet presAssocID="{42F499DD-86A0-8449-A166-68144CC7ED45}" presName="composite2" presStyleCnt="0"/>
      <dgm:spPr/>
    </dgm:pt>
    <dgm:pt modelId="{5665F306-EC36-0041-9101-80B1B1719164}" type="pres">
      <dgm:prSet presAssocID="{42F499DD-86A0-8449-A166-68144CC7ED45}" presName="background2" presStyleLbl="node2" presStyleIdx="3" presStyleCnt="4"/>
      <dgm:spPr/>
    </dgm:pt>
    <dgm:pt modelId="{CB75303D-1C1A-1B4A-B77E-6A0DF90615E1}" type="pres">
      <dgm:prSet presAssocID="{42F499DD-86A0-8449-A166-68144CC7ED45}" presName="text2" presStyleLbl="fgAcc2" presStyleIdx="3" presStyleCnt="4" custScaleX="133916">
        <dgm:presLayoutVars>
          <dgm:chPref val="3"/>
        </dgm:presLayoutVars>
      </dgm:prSet>
      <dgm:spPr/>
    </dgm:pt>
    <dgm:pt modelId="{1E86E207-8BF0-9A41-B5B3-BB102427C929}" type="pres">
      <dgm:prSet presAssocID="{42F499DD-86A0-8449-A166-68144CC7ED45}" presName="hierChild3" presStyleCnt="0"/>
      <dgm:spPr/>
    </dgm:pt>
  </dgm:ptLst>
  <dgm:cxnLst>
    <dgm:cxn modelId="{ECF1AC06-044E-8042-B29A-DBF97B38A913}" type="presOf" srcId="{935CAF12-F208-044D-8DEB-9D0DADBC334B}" destId="{2346CE2F-0CDE-EF4F-B535-53CAC769B442}" srcOrd="0" destOrd="0" presId="urn:microsoft.com/office/officeart/2005/8/layout/hierarchy1"/>
    <dgm:cxn modelId="{0AA06129-0CA7-EA47-8808-C41F0576FCDA}" type="presOf" srcId="{42F499DD-86A0-8449-A166-68144CC7ED45}" destId="{CB75303D-1C1A-1B4A-B77E-6A0DF90615E1}" srcOrd="0" destOrd="0" presId="urn:microsoft.com/office/officeart/2005/8/layout/hierarchy1"/>
    <dgm:cxn modelId="{C58D6231-0811-0449-B5D9-F971C36DC7CA}" type="presOf" srcId="{B0A0F762-1758-C645-9F10-BA305DACF0E5}" destId="{2AF3ADBC-5E25-FC4A-BC15-3C388A57653A}" srcOrd="0" destOrd="0" presId="urn:microsoft.com/office/officeart/2005/8/layout/hierarchy1"/>
    <dgm:cxn modelId="{ACF64F36-7F38-F14C-AA6F-5259D58CCB08}" srcId="{935CAF12-F208-044D-8DEB-9D0DADBC334B}" destId="{05B308EF-0C4D-8C49-B103-89119E4B1166}" srcOrd="2" destOrd="0" parTransId="{D9C16FA9-90DF-E24F-9FAB-E0857BDE1FF0}" sibTransId="{57A0358C-4633-C04F-82CC-75BDA761B5A0}"/>
    <dgm:cxn modelId="{9AE71C5D-1BF7-A941-8B64-BB219A51DE8C}" type="presOf" srcId="{134A006B-7A6A-BF4A-AB8C-9F3A34DF0A2A}" destId="{75F7F2A0-4C1A-0F4F-A3CE-898E7B203DD6}" srcOrd="0" destOrd="0" presId="urn:microsoft.com/office/officeart/2005/8/layout/hierarchy1"/>
    <dgm:cxn modelId="{583A8C61-052B-1845-8568-5E8446D9639E}" srcId="{935CAF12-F208-044D-8DEB-9D0DADBC334B}" destId="{C47F4F3E-28E4-8240-A1BF-FBEF901F0918}" srcOrd="1" destOrd="0" parTransId="{F222E3EA-657F-0946-8A6F-1B4CF550B805}" sibTransId="{91553E79-380E-5F40-AA33-3DC451CFACB5}"/>
    <dgm:cxn modelId="{1CBC6963-AEE9-5041-98A5-451BA0C4244A}" type="presOf" srcId="{05B308EF-0C4D-8C49-B103-89119E4B1166}" destId="{D4ED3CAB-3BEE-F449-B729-C794031DA21D}" srcOrd="0" destOrd="0" presId="urn:microsoft.com/office/officeart/2005/8/layout/hierarchy1"/>
    <dgm:cxn modelId="{C5564068-16D1-2148-BDA3-2647B5D9C075}" srcId="{134A006B-7A6A-BF4A-AB8C-9F3A34DF0A2A}" destId="{935CAF12-F208-044D-8DEB-9D0DADBC334B}" srcOrd="0" destOrd="0" parTransId="{F8E7F256-95E2-4C4C-99B1-CBFA48749612}" sibTransId="{8F9C8244-E29A-1842-A8B5-C42B3269E766}"/>
    <dgm:cxn modelId="{4C738C48-102A-F146-A427-42AC5C29823B}" type="presOf" srcId="{113BF474-1C04-9C4E-8806-68FFF1794945}" destId="{C98FCEB2-F468-2645-95E2-9CB12A4853DE}" srcOrd="0" destOrd="0" presId="urn:microsoft.com/office/officeart/2005/8/layout/hierarchy1"/>
    <dgm:cxn modelId="{066F2A4F-AB1B-DB49-83DD-44A97C41D604}" type="presOf" srcId="{C47F4F3E-28E4-8240-A1BF-FBEF901F0918}" destId="{D3DAF13B-8011-804B-AA14-235B7B07B281}" srcOrd="0" destOrd="0" presId="urn:microsoft.com/office/officeart/2005/8/layout/hierarchy1"/>
    <dgm:cxn modelId="{BA542883-19B3-CF4F-A5F5-3A893590343B}" srcId="{935CAF12-F208-044D-8DEB-9D0DADBC334B}" destId="{113BF474-1C04-9C4E-8806-68FFF1794945}" srcOrd="0" destOrd="0" parTransId="{B0A0F762-1758-C645-9F10-BA305DACF0E5}" sibTransId="{A55927E1-624E-AA42-A282-3A1A8E9C1007}"/>
    <dgm:cxn modelId="{C372C39A-6C95-8640-9D5B-12C89E0E3B84}" type="presOf" srcId="{F222E3EA-657F-0946-8A6F-1B4CF550B805}" destId="{2446838E-1AC7-DE4C-A09F-A84005B4A855}" srcOrd="0" destOrd="0" presId="urn:microsoft.com/office/officeart/2005/8/layout/hierarchy1"/>
    <dgm:cxn modelId="{3C5AE2DE-2860-FB44-862E-74915F23D376}" type="presOf" srcId="{37D0BF44-569C-3C44-ADF9-7F7992F49A0E}" destId="{EE9EB71E-C537-9F4E-B681-619CD25B3007}" srcOrd="0" destOrd="0" presId="urn:microsoft.com/office/officeart/2005/8/layout/hierarchy1"/>
    <dgm:cxn modelId="{01C7B6F9-645E-0645-9572-F44E279E7F20}" type="presOf" srcId="{D9C16FA9-90DF-E24F-9FAB-E0857BDE1FF0}" destId="{CD78A7F3-571B-BA47-A581-AE51416A7C26}" srcOrd="0" destOrd="0" presId="urn:microsoft.com/office/officeart/2005/8/layout/hierarchy1"/>
    <dgm:cxn modelId="{817217FD-9D7C-BC4C-9E2F-A4AD390BA7A2}" srcId="{935CAF12-F208-044D-8DEB-9D0DADBC334B}" destId="{42F499DD-86A0-8449-A166-68144CC7ED45}" srcOrd="3" destOrd="0" parTransId="{37D0BF44-569C-3C44-ADF9-7F7992F49A0E}" sibTransId="{302F1CC9-09FD-8944-83C4-CD3F2E6AB674}"/>
    <dgm:cxn modelId="{210D805E-CB41-B04E-94CA-44B3AA50F2E7}" type="presParOf" srcId="{75F7F2A0-4C1A-0F4F-A3CE-898E7B203DD6}" destId="{7346B38B-50FC-8144-B8C4-57B09C3AA02C}" srcOrd="0" destOrd="0" presId="urn:microsoft.com/office/officeart/2005/8/layout/hierarchy1"/>
    <dgm:cxn modelId="{62DFD832-CBEA-9A45-BDE3-0DCD619F467F}" type="presParOf" srcId="{7346B38B-50FC-8144-B8C4-57B09C3AA02C}" destId="{A103573F-9D02-5B42-90D4-29878EDE34AC}" srcOrd="0" destOrd="0" presId="urn:microsoft.com/office/officeart/2005/8/layout/hierarchy1"/>
    <dgm:cxn modelId="{85849931-F085-FA44-AA32-13D1E25F88BA}" type="presParOf" srcId="{A103573F-9D02-5B42-90D4-29878EDE34AC}" destId="{97B34493-1616-FA43-9E70-1965D3B2FB24}" srcOrd="0" destOrd="0" presId="urn:microsoft.com/office/officeart/2005/8/layout/hierarchy1"/>
    <dgm:cxn modelId="{CBD182B7-602D-3345-9D46-D941DCB3BF5D}" type="presParOf" srcId="{A103573F-9D02-5B42-90D4-29878EDE34AC}" destId="{2346CE2F-0CDE-EF4F-B535-53CAC769B442}" srcOrd="1" destOrd="0" presId="urn:microsoft.com/office/officeart/2005/8/layout/hierarchy1"/>
    <dgm:cxn modelId="{1DAD6329-F419-1146-A6BC-059FFB876BE4}" type="presParOf" srcId="{7346B38B-50FC-8144-B8C4-57B09C3AA02C}" destId="{1A1A9E5E-B6AD-3C4D-87DC-8B60C88CA885}" srcOrd="1" destOrd="0" presId="urn:microsoft.com/office/officeart/2005/8/layout/hierarchy1"/>
    <dgm:cxn modelId="{B3673C0E-4621-1848-BA4C-FFDF8C0256E9}" type="presParOf" srcId="{1A1A9E5E-B6AD-3C4D-87DC-8B60C88CA885}" destId="{2AF3ADBC-5E25-FC4A-BC15-3C388A57653A}" srcOrd="0" destOrd="0" presId="urn:microsoft.com/office/officeart/2005/8/layout/hierarchy1"/>
    <dgm:cxn modelId="{94367AD8-4E21-0147-9EF8-B0A574F70FBD}" type="presParOf" srcId="{1A1A9E5E-B6AD-3C4D-87DC-8B60C88CA885}" destId="{8F4B77A8-0C2B-1F4E-936D-A872C8CE8BA9}" srcOrd="1" destOrd="0" presId="urn:microsoft.com/office/officeart/2005/8/layout/hierarchy1"/>
    <dgm:cxn modelId="{69E86AE7-B2B3-1643-8F27-209523F88F78}" type="presParOf" srcId="{8F4B77A8-0C2B-1F4E-936D-A872C8CE8BA9}" destId="{C56C917A-6688-2643-A3B8-581BD32C4D53}" srcOrd="0" destOrd="0" presId="urn:microsoft.com/office/officeart/2005/8/layout/hierarchy1"/>
    <dgm:cxn modelId="{7B641D0F-90F9-A44F-B7CC-85E5AB964491}" type="presParOf" srcId="{C56C917A-6688-2643-A3B8-581BD32C4D53}" destId="{148FC2C9-4B99-0D4A-916F-49C56AC34DF5}" srcOrd="0" destOrd="0" presId="urn:microsoft.com/office/officeart/2005/8/layout/hierarchy1"/>
    <dgm:cxn modelId="{F0A29585-871B-844E-BC18-CD617256993F}" type="presParOf" srcId="{C56C917A-6688-2643-A3B8-581BD32C4D53}" destId="{C98FCEB2-F468-2645-95E2-9CB12A4853DE}" srcOrd="1" destOrd="0" presId="urn:microsoft.com/office/officeart/2005/8/layout/hierarchy1"/>
    <dgm:cxn modelId="{573D62D7-426A-034C-97D0-B0F2F569F111}" type="presParOf" srcId="{8F4B77A8-0C2B-1F4E-936D-A872C8CE8BA9}" destId="{B19D702E-0B8A-B146-B8C8-AA14F07914C6}" srcOrd="1" destOrd="0" presId="urn:microsoft.com/office/officeart/2005/8/layout/hierarchy1"/>
    <dgm:cxn modelId="{5487A708-5D54-7744-B94B-E42877FFDF45}" type="presParOf" srcId="{1A1A9E5E-B6AD-3C4D-87DC-8B60C88CA885}" destId="{2446838E-1AC7-DE4C-A09F-A84005B4A855}" srcOrd="2" destOrd="0" presId="urn:microsoft.com/office/officeart/2005/8/layout/hierarchy1"/>
    <dgm:cxn modelId="{0BF7F7A0-1E91-2B43-AF07-B93A5CC295FE}" type="presParOf" srcId="{1A1A9E5E-B6AD-3C4D-87DC-8B60C88CA885}" destId="{7C64BCD6-5C53-2E47-826B-ADD0FE1A5A4E}" srcOrd="3" destOrd="0" presId="urn:microsoft.com/office/officeart/2005/8/layout/hierarchy1"/>
    <dgm:cxn modelId="{99780CFC-8D48-404E-B2F7-955184B8DE2F}" type="presParOf" srcId="{7C64BCD6-5C53-2E47-826B-ADD0FE1A5A4E}" destId="{77627676-1154-C34C-AA88-B85CB3F65381}" srcOrd="0" destOrd="0" presId="urn:microsoft.com/office/officeart/2005/8/layout/hierarchy1"/>
    <dgm:cxn modelId="{F9C60682-407D-9A48-83FE-C8D0E2A91349}" type="presParOf" srcId="{77627676-1154-C34C-AA88-B85CB3F65381}" destId="{C36325AF-6630-4842-9EA8-A8310961D64E}" srcOrd="0" destOrd="0" presId="urn:microsoft.com/office/officeart/2005/8/layout/hierarchy1"/>
    <dgm:cxn modelId="{43FCB138-F33A-FC4F-ACCC-2199B6663F46}" type="presParOf" srcId="{77627676-1154-C34C-AA88-B85CB3F65381}" destId="{D3DAF13B-8011-804B-AA14-235B7B07B281}" srcOrd="1" destOrd="0" presId="urn:microsoft.com/office/officeart/2005/8/layout/hierarchy1"/>
    <dgm:cxn modelId="{6C74BD42-B487-FC4B-81A4-11C5E0D84A35}" type="presParOf" srcId="{7C64BCD6-5C53-2E47-826B-ADD0FE1A5A4E}" destId="{6C5E6FFF-82CC-C04D-9DCC-A4CD327C457B}" srcOrd="1" destOrd="0" presId="urn:microsoft.com/office/officeart/2005/8/layout/hierarchy1"/>
    <dgm:cxn modelId="{2BE4950F-9067-F24A-A957-20157F81A93D}" type="presParOf" srcId="{1A1A9E5E-B6AD-3C4D-87DC-8B60C88CA885}" destId="{CD78A7F3-571B-BA47-A581-AE51416A7C26}" srcOrd="4" destOrd="0" presId="urn:microsoft.com/office/officeart/2005/8/layout/hierarchy1"/>
    <dgm:cxn modelId="{75399CCE-9BFE-6047-9C3C-685BBC3CF3A1}" type="presParOf" srcId="{1A1A9E5E-B6AD-3C4D-87DC-8B60C88CA885}" destId="{C24AFE46-B051-EE48-A58C-E49586C681AD}" srcOrd="5" destOrd="0" presId="urn:microsoft.com/office/officeart/2005/8/layout/hierarchy1"/>
    <dgm:cxn modelId="{6D91AF52-E108-5640-9103-B0C2A045D0FA}" type="presParOf" srcId="{C24AFE46-B051-EE48-A58C-E49586C681AD}" destId="{B13B4607-B8DB-5F46-8547-193A1B9EBD3D}" srcOrd="0" destOrd="0" presId="urn:microsoft.com/office/officeart/2005/8/layout/hierarchy1"/>
    <dgm:cxn modelId="{B2EA5162-9D06-5F4E-A017-FF175B411BC1}" type="presParOf" srcId="{B13B4607-B8DB-5F46-8547-193A1B9EBD3D}" destId="{9E8501C4-2FF9-134D-8DBA-58CED8FF07B0}" srcOrd="0" destOrd="0" presId="urn:microsoft.com/office/officeart/2005/8/layout/hierarchy1"/>
    <dgm:cxn modelId="{5752832F-5873-254E-9BE5-FFDEF8561A48}" type="presParOf" srcId="{B13B4607-B8DB-5F46-8547-193A1B9EBD3D}" destId="{D4ED3CAB-3BEE-F449-B729-C794031DA21D}" srcOrd="1" destOrd="0" presId="urn:microsoft.com/office/officeart/2005/8/layout/hierarchy1"/>
    <dgm:cxn modelId="{5F47BDCC-9CA6-5A41-95B2-07A2EFD35338}" type="presParOf" srcId="{C24AFE46-B051-EE48-A58C-E49586C681AD}" destId="{0439BC52-94F7-E44D-B443-6CB12A72ED42}" srcOrd="1" destOrd="0" presId="urn:microsoft.com/office/officeart/2005/8/layout/hierarchy1"/>
    <dgm:cxn modelId="{BE1D7838-3450-1C48-BA3C-B0A8039CBDB0}" type="presParOf" srcId="{1A1A9E5E-B6AD-3C4D-87DC-8B60C88CA885}" destId="{EE9EB71E-C537-9F4E-B681-619CD25B3007}" srcOrd="6" destOrd="0" presId="urn:microsoft.com/office/officeart/2005/8/layout/hierarchy1"/>
    <dgm:cxn modelId="{30E8B4CC-031D-D544-8D9C-4C738E88059B}" type="presParOf" srcId="{1A1A9E5E-B6AD-3C4D-87DC-8B60C88CA885}" destId="{E326F121-AA75-E447-A6E9-24EEA559D218}" srcOrd="7" destOrd="0" presId="urn:microsoft.com/office/officeart/2005/8/layout/hierarchy1"/>
    <dgm:cxn modelId="{08E1F3EE-59C8-A541-8767-572C5EC77B7B}" type="presParOf" srcId="{E326F121-AA75-E447-A6E9-24EEA559D218}" destId="{EC98450E-CBF6-304D-B4BC-9895B61EA4EF}" srcOrd="0" destOrd="0" presId="urn:microsoft.com/office/officeart/2005/8/layout/hierarchy1"/>
    <dgm:cxn modelId="{A5C94943-AD6B-124A-B981-C22377893EF0}" type="presParOf" srcId="{EC98450E-CBF6-304D-B4BC-9895B61EA4EF}" destId="{5665F306-EC36-0041-9101-80B1B1719164}" srcOrd="0" destOrd="0" presId="urn:microsoft.com/office/officeart/2005/8/layout/hierarchy1"/>
    <dgm:cxn modelId="{200E3509-B662-8A4A-8C86-1CBCADA819B3}" type="presParOf" srcId="{EC98450E-CBF6-304D-B4BC-9895B61EA4EF}" destId="{CB75303D-1C1A-1B4A-B77E-6A0DF90615E1}" srcOrd="1" destOrd="0" presId="urn:microsoft.com/office/officeart/2005/8/layout/hierarchy1"/>
    <dgm:cxn modelId="{0E2AF9F6-E7C0-3E4E-A798-FAF5146D9898}" type="presParOf" srcId="{E326F121-AA75-E447-A6E9-24EEA559D218}" destId="{1E86E207-8BF0-9A41-B5B3-BB102427C92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833C4-0831-F14E-9089-E00F70C75576}">
      <dsp:nvSpPr>
        <dsp:cNvPr id="0" name=""/>
        <dsp:cNvSpPr/>
      </dsp:nvSpPr>
      <dsp:spPr>
        <a:xfrm>
          <a:off x="5339335" y="2036896"/>
          <a:ext cx="1594390" cy="3793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544"/>
              </a:lnTo>
              <a:lnTo>
                <a:pt x="1594390" y="258544"/>
              </a:lnTo>
              <a:lnTo>
                <a:pt x="1594390" y="37939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FA08A7-522E-7848-866F-F4A9B287D71D}">
      <dsp:nvSpPr>
        <dsp:cNvPr id="0" name=""/>
        <dsp:cNvSpPr/>
      </dsp:nvSpPr>
      <dsp:spPr>
        <a:xfrm>
          <a:off x="5293615" y="2036896"/>
          <a:ext cx="91440" cy="3793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939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0DDD8F-F1D2-3545-B75F-9B93304E0BAE}">
      <dsp:nvSpPr>
        <dsp:cNvPr id="0" name=""/>
        <dsp:cNvSpPr/>
      </dsp:nvSpPr>
      <dsp:spPr>
        <a:xfrm>
          <a:off x="3744945" y="2036896"/>
          <a:ext cx="1594390" cy="379392"/>
        </a:xfrm>
        <a:custGeom>
          <a:avLst/>
          <a:gdLst/>
          <a:ahLst/>
          <a:cxnLst/>
          <a:rect l="0" t="0" r="0" b="0"/>
          <a:pathLst>
            <a:path>
              <a:moveTo>
                <a:pt x="1594390" y="0"/>
              </a:moveTo>
              <a:lnTo>
                <a:pt x="1594390" y="258544"/>
              </a:lnTo>
              <a:lnTo>
                <a:pt x="0" y="258544"/>
              </a:lnTo>
              <a:lnTo>
                <a:pt x="0" y="37939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F9EC8C-DE29-2844-B732-52A011A58DA4}">
      <dsp:nvSpPr>
        <dsp:cNvPr id="0" name=""/>
        <dsp:cNvSpPr/>
      </dsp:nvSpPr>
      <dsp:spPr>
        <a:xfrm>
          <a:off x="3197947" y="829145"/>
          <a:ext cx="2141388" cy="3793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544"/>
              </a:lnTo>
              <a:lnTo>
                <a:pt x="2141388" y="258544"/>
              </a:lnTo>
              <a:lnTo>
                <a:pt x="2141388" y="37939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46838E-1AC7-DE4C-A09F-A84005B4A855}">
      <dsp:nvSpPr>
        <dsp:cNvPr id="0" name=""/>
        <dsp:cNvSpPr/>
      </dsp:nvSpPr>
      <dsp:spPr>
        <a:xfrm>
          <a:off x="3197947" y="829145"/>
          <a:ext cx="146684" cy="3793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544"/>
              </a:lnTo>
              <a:lnTo>
                <a:pt x="146684" y="258544"/>
              </a:lnTo>
              <a:lnTo>
                <a:pt x="146684" y="37939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F3ADBC-5E25-FC4A-BC15-3C388A57653A}">
      <dsp:nvSpPr>
        <dsp:cNvPr id="0" name=""/>
        <dsp:cNvSpPr/>
      </dsp:nvSpPr>
      <dsp:spPr>
        <a:xfrm>
          <a:off x="1203244" y="829145"/>
          <a:ext cx="1994703" cy="379392"/>
        </a:xfrm>
        <a:custGeom>
          <a:avLst/>
          <a:gdLst/>
          <a:ahLst/>
          <a:cxnLst/>
          <a:rect l="0" t="0" r="0" b="0"/>
          <a:pathLst>
            <a:path>
              <a:moveTo>
                <a:pt x="1994703" y="0"/>
              </a:moveTo>
              <a:lnTo>
                <a:pt x="1994703" y="258544"/>
              </a:lnTo>
              <a:lnTo>
                <a:pt x="0" y="258544"/>
              </a:lnTo>
              <a:lnTo>
                <a:pt x="0" y="37939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B34493-1616-FA43-9E70-1965D3B2FB24}">
      <dsp:nvSpPr>
        <dsp:cNvPr id="0" name=""/>
        <dsp:cNvSpPr/>
      </dsp:nvSpPr>
      <dsp:spPr>
        <a:xfrm>
          <a:off x="2145019" y="786"/>
          <a:ext cx="2105857" cy="828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46CE2F-0CDE-EF4F-B535-53CAC769B442}">
      <dsp:nvSpPr>
        <dsp:cNvPr id="0" name=""/>
        <dsp:cNvSpPr/>
      </dsp:nvSpPr>
      <dsp:spPr>
        <a:xfrm>
          <a:off x="2289964" y="138484"/>
          <a:ext cx="2105857" cy="8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Methods</a:t>
          </a:r>
        </a:p>
      </dsp:txBody>
      <dsp:txXfrm>
        <a:off x="2314226" y="162746"/>
        <a:ext cx="2057333" cy="779834"/>
      </dsp:txXfrm>
    </dsp:sp>
    <dsp:sp modelId="{148FC2C9-4B99-0D4A-916F-49C56AC34DF5}">
      <dsp:nvSpPr>
        <dsp:cNvPr id="0" name=""/>
        <dsp:cNvSpPr/>
      </dsp:nvSpPr>
      <dsp:spPr>
        <a:xfrm>
          <a:off x="227431" y="1208538"/>
          <a:ext cx="1951625" cy="828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8FCEB2-F468-2645-95E2-9CB12A4853DE}">
      <dsp:nvSpPr>
        <dsp:cNvPr id="0" name=""/>
        <dsp:cNvSpPr/>
      </dsp:nvSpPr>
      <dsp:spPr>
        <a:xfrm>
          <a:off x="372376" y="1346235"/>
          <a:ext cx="1951625" cy="8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Contiguous</a:t>
          </a:r>
        </a:p>
      </dsp:txBody>
      <dsp:txXfrm>
        <a:off x="396638" y="1370497"/>
        <a:ext cx="1903101" cy="779834"/>
      </dsp:txXfrm>
    </dsp:sp>
    <dsp:sp modelId="{C36325AF-6630-4842-9EA8-A8310961D64E}">
      <dsp:nvSpPr>
        <dsp:cNvPr id="0" name=""/>
        <dsp:cNvSpPr/>
      </dsp:nvSpPr>
      <dsp:spPr>
        <a:xfrm>
          <a:off x="2468946" y="1208538"/>
          <a:ext cx="1751371" cy="828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DAF13B-8011-804B-AA14-235B7B07B281}">
      <dsp:nvSpPr>
        <dsp:cNvPr id="0" name=""/>
        <dsp:cNvSpPr/>
      </dsp:nvSpPr>
      <dsp:spPr>
        <a:xfrm>
          <a:off x="2613891" y="1346235"/>
          <a:ext cx="1751371" cy="8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Linked</a:t>
          </a:r>
        </a:p>
      </dsp:txBody>
      <dsp:txXfrm>
        <a:off x="2638153" y="1370497"/>
        <a:ext cx="1702847" cy="779834"/>
      </dsp:txXfrm>
    </dsp:sp>
    <dsp:sp modelId="{E989169A-2FB1-F64B-9CAF-1BAD8EE5781F}">
      <dsp:nvSpPr>
        <dsp:cNvPr id="0" name=""/>
        <dsp:cNvSpPr/>
      </dsp:nvSpPr>
      <dsp:spPr>
        <a:xfrm>
          <a:off x="4510207" y="1208538"/>
          <a:ext cx="1658256" cy="828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A3E8DE-5580-7B44-AC32-F27C4E90115D}">
      <dsp:nvSpPr>
        <dsp:cNvPr id="0" name=""/>
        <dsp:cNvSpPr/>
      </dsp:nvSpPr>
      <dsp:spPr>
        <a:xfrm>
          <a:off x="4655152" y="1346235"/>
          <a:ext cx="1658256" cy="8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Indexed</a:t>
          </a:r>
        </a:p>
      </dsp:txBody>
      <dsp:txXfrm>
        <a:off x="4679414" y="1370497"/>
        <a:ext cx="1609732" cy="779834"/>
      </dsp:txXfrm>
    </dsp:sp>
    <dsp:sp modelId="{93B24B00-1C50-3B48-A959-08D40A8E9048}">
      <dsp:nvSpPr>
        <dsp:cNvPr id="0" name=""/>
        <dsp:cNvSpPr/>
      </dsp:nvSpPr>
      <dsp:spPr>
        <a:xfrm>
          <a:off x="3092694" y="2416289"/>
          <a:ext cx="1304501" cy="828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150A29-C712-FD4C-804B-31044375A11F}">
      <dsp:nvSpPr>
        <dsp:cNvPr id="0" name=""/>
        <dsp:cNvSpPr/>
      </dsp:nvSpPr>
      <dsp:spPr>
        <a:xfrm>
          <a:off x="3237638" y="2553986"/>
          <a:ext cx="1304501" cy="8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Linked Scheme</a:t>
          </a:r>
        </a:p>
      </dsp:txBody>
      <dsp:txXfrm>
        <a:off x="3261900" y="2578248"/>
        <a:ext cx="1255977" cy="779834"/>
      </dsp:txXfrm>
    </dsp:sp>
    <dsp:sp modelId="{0CE9FA6E-7697-E242-97BB-2C8CFDB49D6E}">
      <dsp:nvSpPr>
        <dsp:cNvPr id="0" name=""/>
        <dsp:cNvSpPr/>
      </dsp:nvSpPr>
      <dsp:spPr>
        <a:xfrm>
          <a:off x="4687085" y="2416289"/>
          <a:ext cx="1304501" cy="828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195757-4D42-ED46-8A21-D5DDC02EB6E4}">
      <dsp:nvSpPr>
        <dsp:cNvPr id="0" name=""/>
        <dsp:cNvSpPr/>
      </dsp:nvSpPr>
      <dsp:spPr>
        <a:xfrm>
          <a:off x="4832029" y="2553986"/>
          <a:ext cx="1304501" cy="8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Multilevel Index</a:t>
          </a:r>
        </a:p>
      </dsp:txBody>
      <dsp:txXfrm>
        <a:off x="4856291" y="2578248"/>
        <a:ext cx="1255977" cy="779834"/>
      </dsp:txXfrm>
    </dsp:sp>
    <dsp:sp modelId="{69C30AFE-E22B-C24E-B23E-2B09F1DBA5F3}">
      <dsp:nvSpPr>
        <dsp:cNvPr id="0" name=""/>
        <dsp:cNvSpPr/>
      </dsp:nvSpPr>
      <dsp:spPr>
        <a:xfrm>
          <a:off x="6281476" y="2416289"/>
          <a:ext cx="1304501" cy="828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7C7344-0905-F448-A096-CBF8E1FF67AC}">
      <dsp:nvSpPr>
        <dsp:cNvPr id="0" name=""/>
        <dsp:cNvSpPr/>
      </dsp:nvSpPr>
      <dsp:spPr>
        <a:xfrm>
          <a:off x="6426420" y="2553986"/>
          <a:ext cx="1304501" cy="8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Combined Scheme</a:t>
          </a:r>
        </a:p>
      </dsp:txBody>
      <dsp:txXfrm>
        <a:off x="6450682" y="2578248"/>
        <a:ext cx="1255977" cy="779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462B39-3FBD-3446-879B-5966AA54D25B}">
      <dsp:nvSpPr>
        <dsp:cNvPr id="0" name=""/>
        <dsp:cNvSpPr/>
      </dsp:nvSpPr>
      <dsp:spPr>
        <a:xfrm>
          <a:off x="2020966" y="1670"/>
          <a:ext cx="4034220" cy="8489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Index Block Structure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2045830" y="26534"/>
        <a:ext cx="3984492" cy="799206"/>
      </dsp:txXfrm>
    </dsp:sp>
    <dsp:sp modelId="{5EE39F3E-74AC-4A40-8CB5-566056BC1952}">
      <dsp:nvSpPr>
        <dsp:cNvPr id="0" name=""/>
        <dsp:cNvSpPr/>
      </dsp:nvSpPr>
      <dsp:spPr>
        <a:xfrm>
          <a:off x="2424388" y="850604"/>
          <a:ext cx="403422" cy="6367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6700"/>
              </a:lnTo>
              <a:lnTo>
                <a:pt x="403422" y="63670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BA5A90-94A8-3D42-9680-D9A9D2CEF524}">
      <dsp:nvSpPr>
        <dsp:cNvPr id="0" name=""/>
        <dsp:cNvSpPr/>
      </dsp:nvSpPr>
      <dsp:spPr>
        <a:xfrm>
          <a:off x="2827810" y="1062837"/>
          <a:ext cx="3210125" cy="8489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Linked scheme</a:t>
          </a:r>
        </a:p>
      </dsp:txBody>
      <dsp:txXfrm>
        <a:off x="2852674" y="1087701"/>
        <a:ext cx="3160397" cy="799206"/>
      </dsp:txXfrm>
    </dsp:sp>
    <dsp:sp modelId="{929D1170-DA32-0947-91C9-159E945C0ED6}">
      <dsp:nvSpPr>
        <dsp:cNvPr id="0" name=""/>
        <dsp:cNvSpPr/>
      </dsp:nvSpPr>
      <dsp:spPr>
        <a:xfrm>
          <a:off x="2424388" y="850604"/>
          <a:ext cx="403422" cy="16978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7868"/>
              </a:lnTo>
              <a:lnTo>
                <a:pt x="403422" y="1697868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F86A3A-4E74-3240-B4F0-0EA2571DA1EA}">
      <dsp:nvSpPr>
        <dsp:cNvPr id="0" name=""/>
        <dsp:cNvSpPr/>
      </dsp:nvSpPr>
      <dsp:spPr>
        <a:xfrm>
          <a:off x="2827810" y="2124005"/>
          <a:ext cx="3228422" cy="8489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Multilevel index</a:t>
          </a:r>
        </a:p>
      </dsp:txBody>
      <dsp:txXfrm>
        <a:off x="2852674" y="2148869"/>
        <a:ext cx="3178694" cy="799206"/>
      </dsp:txXfrm>
    </dsp:sp>
    <dsp:sp modelId="{20C9683D-A75E-3448-A40F-FDA776C148A1}">
      <dsp:nvSpPr>
        <dsp:cNvPr id="0" name=""/>
        <dsp:cNvSpPr/>
      </dsp:nvSpPr>
      <dsp:spPr>
        <a:xfrm>
          <a:off x="2424388" y="850604"/>
          <a:ext cx="403422" cy="27590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9036"/>
              </a:lnTo>
              <a:lnTo>
                <a:pt x="403422" y="275903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952158-6A92-DF41-97D9-96FAE4F84F81}">
      <dsp:nvSpPr>
        <dsp:cNvPr id="0" name=""/>
        <dsp:cNvSpPr/>
      </dsp:nvSpPr>
      <dsp:spPr>
        <a:xfrm>
          <a:off x="2827810" y="3185173"/>
          <a:ext cx="3199408" cy="8489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Combined scheme</a:t>
          </a:r>
        </a:p>
      </dsp:txBody>
      <dsp:txXfrm>
        <a:off x="2852674" y="3210037"/>
        <a:ext cx="3149680" cy="799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9EB71E-C537-9F4E-B681-619CD25B3007}">
      <dsp:nvSpPr>
        <dsp:cNvPr id="0" name=""/>
        <dsp:cNvSpPr/>
      </dsp:nvSpPr>
      <dsp:spPr>
        <a:xfrm>
          <a:off x="3761951" y="1078957"/>
          <a:ext cx="2926302" cy="3623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926"/>
              </a:lnTo>
              <a:lnTo>
                <a:pt x="2926302" y="246926"/>
              </a:lnTo>
              <a:lnTo>
                <a:pt x="2926302" y="36234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78A7F3-571B-BA47-A581-AE51416A7C26}">
      <dsp:nvSpPr>
        <dsp:cNvPr id="0" name=""/>
        <dsp:cNvSpPr/>
      </dsp:nvSpPr>
      <dsp:spPr>
        <a:xfrm>
          <a:off x="3761951" y="1078957"/>
          <a:ext cx="1060834" cy="3623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926"/>
              </a:lnTo>
              <a:lnTo>
                <a:pt x="1060834" y="246926"/>
              </a:lnTo>
              <a:lnTo>
                <a:pt x="1060834" y="36234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46838E-1AC7-DE4C-A09F-A84005B4A855}">
      <dsp:nvSpPr>
        <dsp:cNvPr id="0" name=""/>
        <dsp:cNvSpPr/>
      </dsp:nvSpPr>
      <dsp:spPr>
        <a:xfrm>
          <a:off x="2913831" y="1078957"/>
          <a:ext cx="848120" cy="362342"/>
        </a:xfrm>
        <a:custGeom>
          <a:avLst/>
          <a:gdLst/>
          <a:ahLst/>
          <a:cxnLst/>
          <a:rect l="0" t="0" r="0" b="0"/>
          <a:pathLst>
            <a:path>
              <a:moveTo>
                <a:pt x="848120" y="0"/>
              </a:moveTo>
              <a:lnTo>
                <a:pt x="848120" y="246926"/>
              </a:lnTo>
              <a:lnTo>
                <a:pt x="0" y="246926"/>
              </a:lnTo>
              <a:lnTo>
                <a:pt x="0" y="36234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F3ADBC-5E25-FC4A-BC15-3C388A57653A}">
      <dsp:nvSpPr>
        <dsp:cNvPr id="0" name=""/>
        <dsp:cNvSpPr/>
      </dsp:nvSpPr>
      <dsp:spPr>
        <a:xfrm>
          <a:off x="880351" y="1078957"/>
          <a:ext cx="2881600" cy="362342"/>
        </a:xfrm>
        <a:custGeom>
          <a:avLst/>
          <a:gdLst/>
          <a:ahLst/>
          <a:cxnLst/>
          <a:rect l="0" t="0" r="0" b="0"/>
          <a:pathLst>
            <a:path>
              <a:moveTo>
                <a:pt x="2881600" y="0"/>
              </a:moveTo>
              <a:lnTo>
                <a:pt x="2881600" y="246926"/>
              </a:lnTo>
              <a:lnTo>
                <a:pt x="0" y="246926"/>
              </a:lnTo>
              <a:lnTo>
                <a:pt x="0" y="36234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B34493-1616-FA43-9E70-1965D3B2FB24}">
      <dsp:nvSpPr>
        <dsp:cNvPr id="0" name=""/>
        <dsp:cNvSpPr/>
      </dsp:nvSpPr>
      <dsp:spPr>
        <a:xfrm>
          <a:off x="2756341" y="287825"/>
          <a:ext cx="2011220" cy="7911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46CE2F-0CDE-EF4F-B535-53CAC769B442}">
      <dsp:nvSpPr>
        <dsp:cNvPr id="0" name=""/>
        <dsp:cNvSpPr/>
      </dsp:nvSpPr>
      <dsp:spPr>
        <a:xfrm>
          <a:off x="2894772" y="419335"/>
          <a:ext cx="2011220" cy="791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4 Techniques</a:t>
          </a:r>
        </a:p>
      </dsp:txBody>
      <dsp:txXfrm>
        <a:off x="2917943" y="442506"/>
        <a:ext cx="1964878" cy="744790"/>
      </dsp:txXfrm>
    </dsp:sp>
    <dsp:sp modelId="{148FC2C9-4B99-0D4A-916F-49C56AC34DF5}">
      <dsp:nvSpPr>
        <dsp:cNvPr id="0" name=""/>
        <dsp:cNvSpPr/>
      </dsp:nvSpPr>
      <dsp:spPr>
        <a:xfrm>
          <a:off x="1434" y="1441300"/>
          <a:ext cx="1757833" cy="7911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8FCEB2-F468-2645-95E2-9CB12A4853DE}">
      <dsp:nvSpPr>
        <dsp:cNvPr id="0" name=""/>
        <dsp:cNvSpPr/>
      </dsp:nvSpPr>
      <dsp:spPr>
        <a:xfrm>
          <a:off x="139865" y="1572810"/>
          <a:ext cx="1757833" cy="791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Bit / Vector map</a:t>
          </a:r>
        </a:p>
      </dsp:txBody>
      <dsp:txXfrm>
        <a:off x="163036" y="1595981"/>
        <a:ext cx="1711491" cy="744790"/>
      </dsp:txXfrm>
    </dsp:sp>
    <dsp:sp modelId="{C36325AF-6630-4842-9EA8-A8310961D64E}">
      <dsp:nvSpPr>
        <dsp:cNvPr id="0" name=""/>
        <dsp:cNvSpPr/>
      </dsp:nvSpPr>
      <dsp:spPr>
        <a:xfrm>
          <a:off x="2036129" y="1441300"/>
          <a:ext cx="1755404" cy="7911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DAF13B-8011-804B-AA14-235B7B07B281}">
      <dsp:nvSpPr>
        <dsp:cNvPr id="0" name=""/>
        <dsp:cNvSpPr/>
      </dsp:nvSpPr>
      <dsp:spPr>
        <a:xfrm>
          <a:off x="2174560" y="1572810"/>
          <a:ext cx="1755404" cy="791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Free / Linked List</a:t>
          </a:r>
        </a:p>
      </dsp:txBody>
      <dsp:txXfrm>
        <a:off x="2197731" y="1595981"/>
        <a:ext cx="1709062" cy="744790"/>
      </dsp:txXfrm>
    </dsp:sp>
    <dsp:sp modelId="{9E8501C4-2FF9-134D-8DBA-58CED8FF07B0}">
      <dsp:nvSpPr>
        <dsp:cNvPr id="0" name=""/>
        <dsp:cNvSpPr/>
      </dsp:nvSpPr>
      <dsp:spPr>
        <a:xfrm>
          <a:off x="4068395" y="1441300"/>
          <a:ext cx="1508782" cy="7911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ED3CAB-3BEE-F449-B729-C794031DA21D}">
      <dsp:nvSpPr>
        <dsp:cNvPr id="0" name=""/>
        <dsp:cNvSpPr/>
      </dsp:nvSpPr>
      <dsp:spPr>
        <a:xfrm>
          <a:off x="4206826" y="1572810"/>
          <a:ext cx="1508782" cy="791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Grouping</a:t>
          </a:r>
        </a:p>
      </dsp:txBody>
      <dsp:txXfrm>
        <a:off x="4229997" y="1595981"/>
        <a:ext cx="1462440" cy="744790"/>
      </dsp:txXfrm>
    </dsp:sp>
    <dsp:sp modelId="{5665F306-EC36-0041-9101-80B1B1719164}">
      <dsp:nvSpPr>
        <dsp:cNvPr id="0" name=""/>
        <dsp:cNvSpPr/>
      </dsp:nvSpPr>
      <dsp:spPr>
        <a:xfrm>
          <a:off x="5854039" y="1441300"/>
          <a:ext cx="1668429" cy="7911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75303D-1C1A-1B4A-B77E-6A0DF90615E1}">
      <dsp:nvSpPr>
        <dsp:cNvPr id="0" name=""/>
        <dsp:cNvSpPr/>
      </dsp:nvSpPr>
      <dsp:spPr>
        <a:xfrm>
          <a:off x="5992470" y="1572810"/>
          <a:ext cx="1668429" cy="791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Counting</a:t>
          </a:r>
        </a:p>
      </dsp:txBody>
      <dsp:txXfrm>
        <a:off x="6015641" y="1595981"/>
        <a:ext cx="1622087" cy="744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67" tIns="43784" rIns="87567" bIns="43784" numCol="1" anchor="ctr" anchorCtr="0" compatLnSpc="1">
            <a:prstTxWarp prst="textNoShape">
              <a:avLst/>
            </a:prstTxWarp>
          </a:bodyPr>
          <a:lstStyle>
            <a:lvl1pPr defTabSz="876216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67" tIns="43784" rIns="87567" bIns="43784" numCol="1" anchor="ctr" anchorCtr="0" compatLnSpc="1">
            <a:prstTxWarp prst="textNoShape">
              <a:avLst/>
            </a:prstTxWarp>
          </a:bodyPr>
          <a:lstStyle>
            <a:lvl1pPr algn="r" defTabSz="876216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67" tIns="43784" rIns="87567" bIns="43784" numCol="1" anchor="b" anchorCtr="0" compatLnSpc="1">
            <a:prstTxWarp prst="textNoShape">
              <a:avLst/>
            </a:prstTxWarp>
          </a:bodyPr>
          <a:lstStyle>
            <a:lvl1pPr defTabSz="876216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67" tIns="43784" rIns="87567" bIns="43784" numCol="1" anchor="b" anchorCtr="0" compatLnSpc="1">
            <a:prstTxWarp prst="textNoShape">
              <a:avLst/>
            </a:prstTxWarp>
          </a:bodyPr>
          <a:lstStyle>
            <a:lvl1pPr algn="r" defTabSz="874713">
              <a:defRPr sz="1100">
                <a:latin typeface="Helvetica" charset="0"/>
              </a:defRPr>
            </a:lvl1pPr>
          </a:lstStyle>
          <a:p>
            <a:pPr>
              <a:defRPr/>
            </a:pPr>
            <a:fld id="{78A50A36-624B-5744-83E0-B17807F8EB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03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27" tIns="46213" rIns="92427" bIns="46213" numCol="1" anchor="ctr" anchorCtr="0" compatLnSpc="1">
            <a:prstTxWarp prst="textNoShape">
              <a:avLst/>
            </a:prstTxWarp>
          </a:bodyPr>
          <a:lstStyle>
            <a:lvl1pPr defTabSz="923837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27" tIns="46213" rIns="92427" bIns="46213" numCol="1" anchor="ctr" anchorCtr="0" compatLnSpc="1">
            <a:prstTxWarp prst="textNoShape">
              <a:avLst/>
            </a:prstTxWarp>
          </a:bodyPr>
          <a:lstStyle>
            <a:lvl1pPr algn="r" defTabSz="923837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27" tIns="46213" rIns="92427" bIns="462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27" tIns="46213" rIns="92427" bIns="46213" numCol="1" anchor="b" anchorCtr="0" compatLnSpc="1">
            <a:prstTxWarp prst="textNoShape">
              <a:avLst/>
            </a:prstTxWarp>
          </a:bodyPr>
          <a:lstStyle>
            <a:lvl1pPr defTabSz="923837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27" tIns="46213" rIns="92427" bIns="462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A483C9E4-4B79-2D4E-BE5C-B798A20290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47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5772" algn="l" defTabSz="4571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4571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4571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4571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FD51D1BA-C87B-A840-879E-00AF7C584552}" type="slidenum">
              <a:rPr lang="en-US" sz="1200">
                <a:latin typeface="Times New Roman" charset="0"/>
              </a:rPr>
              <a:pPr/>
              <a:t>1</a:t>
            </a:fld>
            <a:endParaRPr lang="en-US" sz="1200">
              <a:latin typeface="Times New Roman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EDD2AD73-9D98-C444-A512-A0DC40BA0F18}" type="slidenum">
              <a:rPr lang="en-US" sz="1200">
                <a:latin typeface="Times New Roman" charset="0"/>
              </a:rPr>
              <a:pPr/>
              <a:t>2</a:t>
            </a:fld>
            <a:endParaRPr lang="en-US" sz="1200">
              <a:latin typeface="Times New Roman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10F4AB2B-F9FE-5447-9DFB-426C2AB1796A}" type="slidenum">
              <a:rPr lang="en-US" sz="1200">
                <a:latin typeface="Times New Roman" charset="0"/>
              </a:rPr>
              <a:pPr/>
              <a:t>3</a:t>
            </a:fld>
            <a:endParaRPr lang="en-US" sz="1200">
              <a:latin typeface="Times New Roman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90ABAEF2-F0FD-AF47-81D9-7496707D77A9}" type="slidenum">
              <a:rPr lang="en-US" sz="1200">
                <a:latin typeface="Times New Roman" charset="0"/>
              </a:rPr>
              <a:pPr/>
              <a:t>4</a:t>
            </a:fld>
            <a:endParaRPr lang="en-US" sz="1200">
              <a:latin typeface="Times New Roman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D62FE4E0-FCF9-2F47-8074-7E88D62082C7}" type="slidenum">
              <a:rPr lang="en-US" sz="1200">
                <a:latin typeface="Times New Roman" charset="0"/>
              </a:rPr>
              <a:pPr/>
              <a:t>5</a:t>
            </a:fld>
            <a:endParaRPr lang="en-US" sz="1200">
              <a:latin typeface="Times New Roman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A5A2FDB2-FBC1-C741-AD69-68DEBC16A408}" type="slidenum">
              <a:rPr lang="en-US" sz="1200">
                <a:latin typeface="Times New Roman" charset="0"/>
              </a:rPr>
              <a:pPr/>
              <a:t>8</a:t>
            </a:fld>
            <a:endParaRPr lang="en-US" sz="1200">
              <a:latin typeface="Times New Roman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FC87DAB2-A7D1-E442-91F5-1649E206B75B}" type="slidenum">
              <a:rPr lang="en-US" sz="1200">
                <a:latin typeface="Times New Roman" charset="0"/>
              </a:rPr>
              <a:pPr/>
              <a:t>9</a:t>
            </a:fld>
            <a:endParaRPr lang="en-US" sz="1200">
              <a:latin typeface="Times New Roman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EEC5DAAD-E5EF-2A41-8C74-F5D7EB2A0338}" type="slidenum">
              <a:rPr lang="en-US" sz="1200">
                <a:latin typeface="Times New Roman" charset="0"/>
              </a:rPr>
              <a:pPr/>
              <a:t>10</a:t>
            </a:fld>
            <a:endParaRPr lang="en-US" sz="1200">
              <a:latin typeface="Times New Roman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F5140696-940D-4843-BB2D-4CA158AD72F7}" type="slidenum">
              <a:rPr lang="en-US" sz="1200">
                <a:latin typeface="Times New Roman" charset="0"/>
              </a:rPr>
              <a:pPr/>
              <a:t>11</a:t>
            </a:fld>
            <a:endParaRPr lang="en-US" sz="1200">
              <a:latin typeface="Times New Roman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6516DB1C-5490-9E4F-8550-6F12E41BCE83}" type="slidenum">
              <a:rPr lang="en-US" sz="1200">
                <a:latin typeface="Times New Roman" charset="0"/>
              </a:rPr>
              <a:pPr/>
              <a:t>12</a:t>
            </a:fld>
            <a:endParaRPr lang="en-US" sz="120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D4C5D850-CBC5-7348-A63F-B79AFFE18161}" type="slidenum">
              <a:rPr lang="en-US" sz="1200">
                <a:latin typeface="Times New Roman" charset="0"/>
              </a:rPr>
              <a:pPr/>
              <a:t>13</a:t>
            </a:fld>
            <a:endParaRPr lang="en-US" sz="1200">
              <a:latin typeface="Times New Roman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8F491861-99A2-2247-A59C-825939B75856}" type="slidenum">
              <a:rPr lang="en-US" sz="1200">
                <a:latin typeface="Times New Roman" charset="0"/>
              </a:rPr>
              <a:pPr/>
              <a:t>14</a:t>
            </a:fld>
            <a:endParaRPr lang="en-US" sz="1200">
              <a:latin typeface="Times New Roman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7A9FC4A4-4CA4-164E-A126-54D0BD2932BE}" type="slidenum">
              <a:rPr lang="en-US" sz="1200">
                <a:latin typeface="Times New Roman" charset="0"/>
              </a:rPr>
              <a:pPr/>
              <a:t>15</a:t>
            </a:fld>
            <a:endParaRPr lang="en-US" sz="1200">
              <a:latin typeface="Times New Roman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4712595F-154C-DD42-9E63-E809EBD049D9}" type="slidenum">
              <a:rPr lang="en-US" sz="1200">
                <a:latin typeface="Times New Roman" charset="0"/>
              </a:rPr>
              <a:pPr/>
              <a:t>17</a:t>
            </a:fld>
            <a:endParaRPr lang="en-US" sz="1200">
              <a:latin typeface="Times New Roman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C90A9A4E-C926-0A4C-BC8B-1A217FABB8B5}" type="slidenum">
              <a:rPr lang="en-US" sz="1200">
                <a:latin typeface="Times New Roman" charset="0"/>
              </a:rPr>
              <a:pPr/>
              <a:t>18</a:t>
            </a:fld>
            <a:endParaRPr lang="en-US" sz="1200">
              <a:latin typeface="Times New Roman" charset="0"/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68EA9ED7-2D8B-774D-A7EB-C3C5768B1C79}" type="slidenum">
              <a:rPr lang="en-US" sz="1200">
                <a:latin typeface="Times New Roman" charset="0"/>
              </a:rPr>
              <a:pPr/>
              <a:t>21</a:t>
            </a:fld>
            <a:endParaRPr lang="en-US" sz="1200">
              <a:latin typeface="Times New Roman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E0151D40-3391-1549-9706-A2F289345350}" type="slidenum">
              <a:rPr lang="en-US" sz="1200">
                <a:latin typeface="Times New Roman" charset="0"/>
              </a:rPr>
              <a:pPr/>
              <a:t>22</a:t>
            </a:fld>
            <a:endParaRPr lang="en-US" sz="1200">
              <a:latin typeface="Times New Roman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31B3F76C-6681-E84F-9294-34F82D3D148F}" type="slidenum">
              <a:rPr lang="en-US" sz="1200">
                <a:latin typeface="Times New Roman" charset="0"/>
              </a:rPr>
              <a:pPr/>
              <a:t>25</a:t>
            </a:fld>
            <a:endParaRPr lang="en-US" sz="1200">
              <a:latin typeface="Times New Roman" charset="0"/>
            </a:endParaRPr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498D3755-0BC3-C848-8CE7-C136F70EECF5}" type="slidenum">
              <a:rPr lang="en-US" sz="1200">
                <a:latin typeface="Times New Roman" charset="0"/>
              </a:rPr>
              <a:pPr/>
              <a:t>32</a:t>
            </a:fld>
            <a:endParaRPr lang="en-US" sz="1200">
              <a:latin typeface="Times New Roman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54CD9791-EA96-6E44-B85B-8B4379DE5D56}" type="slidenum">
              <a:rPr lang="en-US" sz="1200">
                <a:latin typeface="Times New Roman" charset="0"/>
              </a:rPr>
              <a:pPr/>
              <a:t>36</a:t>
            </a:fld>
            <a:endParaRPr lang="en-US" sz="1200">
              <a:latin typeface="Times New Roman" charset="0"/>
            </a:endParaRPr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ADE1BABE-5F1E-114A-96F7-E1696B2A8361}" type="slidenum">
              <a:rPr lang="en-US" sz="1200">
                <a:latin typeface="Times New Roman" charset="0"/>
              </a:rPr>
              <a:pPr/>
              <a:t>37</a:t>
            </a:fld>
            <a:endParaRPr lang="en-US" sz="1200">
              <a:latin typeface="Times New Roman" charset="0"/>
            </a:endParaRPr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7C3A5BB1-FF14-7240-90BC-8E912B0C5B5D}" type="slidenum">
              <a:rPr lang="en-US" sz="1200">
                <a:latin typeface="Times New Roman" charset="0"/>
              </a:rPr>
              <a:pPr/>
              <a:t>38</a:t>
            </a:fld>
            <a:endParaRPr lang="en-US" sz="1200">
              <a:latin typeface="Times New Roman" charset="0"/>
            </a:endParaRPr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6BB0FF16-5617-1849-8FE7-074F54BEB5C6}" type="slidenum">
              <a:rPr lang="en-US" sz="1200">
                <a:latin typeface="Times New Roman" charset="0"/>
              </a:rPr>
              <a:pPr/>
              <a:t>39</a:t>
            </a:fld>
            <a:endParaRPr lang="en-US" sz="1200">
              <a:latin typeface="Times New Roman" charset="0"/>
            </a:endParaRPr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1C100BC7-ED08-5D4F-B021-C77F7CA9AFFA}" type="slidenum">
              <a:rPr lang="en-US" sz="1200">
                <a:latin typeface="Times New Roman" charset="0"/>
              </a:rPr>
              <a:pPr/>
              <a:t>40</a:t>
            </a:fld>
            <a:endParaRPr lang="en-US" sz="1200">
              <a:latin typeface="Times New Roman" charset="0"/>
            </a:endParaRPr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970214CB-BD9D-BC4D-818B-2CD9C704BE86}" type="slidenum">
              <a:rPr lang="en-US" sz="1200">
                <a:latin typeface="Times New Roman" charset="0"/>
              </a:rPr>
              <a:pPr/>
              <a:t>41</a:t>
            </a:fld>
            <a:endParaRPr lang="en-US" sz="1200">
              <a:latin typeface="Times New Roman" charset="0"/>
            </a:endParaRPr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A7A8B6BA-7DC7-634D-9710-99BB2DA22F06}" type="slidenum">
              <a:rPr lang="en-US" sz="1200">
                <a:latin typeface="Times New Roman" charset="0"/>
              </a:rPr>
              <a:pPr/>
              <a:t>43</a:t>
            </a:fld>
            <a:endParaRPr lang="en-US" sz="1200">
              <a:latin typeface="Times New Roman" charset="0"/>
            </a:endParaRPr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/>
        </p:spPr>
        <p:txBody>
          <a:bodyPr lIns="91431" tIns="45716" rIns="91431" bIns="45716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336699"/>
                </a:solidFill>
                <a:latin typeface="Helvetica" charset="0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67000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91431" tIns="45716" rIns="91431" bIns="45716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336699"/>
                </a:solidFill>
                <a:latin typeface="Helvetica" charset="0"/>
              </a:rPr>
              <a:t>Operating System Concepts – 9</a:t>
            </a:r>
            <a:r>
              <a:rPr lang="en-US" sz="10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000" b="1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/>
        </p:spPr>
        <p:txBody>
          <a:bodyPr wrap="none" lIns="91431" tIns="45716" rIns="91431" bIns="45716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>
              <a:cs typeface="+mn-cs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74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342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54" indent="0">
              <a:buNone/>
              <a:defRPr sz="1800"/>
            </a:lvl2pPr>
            <a:lvl3pPr marL="914309" indent="0">
              <a:buNone/>
              <a:defRPr sz="1600"/>
            </a:lvl3pPr>
            <a:lvl4pPr marL="1371463" indent="0">
              <a:buNone/>
              <a:defRPr sz="1400"/>
            </a:lvl4pPr>
            <a:lvl5pPr marL="1828618" indent="0">
              <a:buNone/>
              <a:defRPr sz="1400"/>
            </a:lvl5pPr>
            <a:lvl6pPr marL="2285772" indent="0">
              <a:buNone/>
              <a:defRPr sz="1400"/>
            </a:lvl6pPr>
            <a:lvl7pPr marL="2742926" indent="0">
              <a:buNone/>
              <a:defRPr sz="1400"/>
            </a:lvl7pPr>
            <a:lvl8pPr marL="3200080" indent="0">
              <a:buNone/>
              <a:defRPr sz="1400"/>
            </a:lvl8pPr>
            <a:lvl9pPr marL="3657234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968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9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9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607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4" indent="0">
              <a:buNone/>
              <a:defRPr sz="2000" b="1"/>
            </a:lvl2pPr>
            <a:lvl3pPr marL="914309" indent="0">
              <a:buNone/>
              <a:defRPr sz="1800" b="1"/>
            </a:lvl3pPr>
            <a:lvl4pPr marL="1371463" indent="0">
              <a:buNone/>
              <a:defRPr sz="1600" b="1"/>
            </a:lvl4pPr>
            <a:lvl5pPr marL="1828618" indent="0">
              <a:buNone/>
              <a:defRPr sz="1600" b="1"/>
            </a:lvl5pPr>
            <a:lvl6pPr marL="2285772" indent="0">
              <a:buNone/>
              <a:defRPr sz="1600" b="1"/>
            </a:lvl6pPr>
            <a:lvl7pPr marL="2742926" indent="0">
              <a:buNone/>
              <a:defRPr sz="1600" b="1"/>
            </a:lvl7pPr>
            <a:lvl8pPr marL="3200080" indent="0">
              <a:buNone/>
              <a:defRPr sz="1600" b="1"/>
            </a:lvl8pPr>
            <a:lvl9pPr marL="365723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4" indent="0">
              <a:buNone/>
              <a:defRPr sz="2000" b="1"/>
            </a:lvl2pPr>
            <a:lvl3pPr marL="914309" indent="0">
              <a:buNone/>
              <a:defRPr sz="1800" b="1"/>
            </a:lvl3pPr>
            <a:lvl4pPr marL="1371463" indent="0">
              <a:buNone/>
              <a:defRPr sz="1600" b="1"/>
            </a:lvl4pPr>
            <a:lvl5pPr marL="1828618" indent="0">
              <a:buNone/>
              <a:defRPr sz="1600" b="1"/>
            </a:lvl5pPr>
            <a:lvl6pPr marL="2285772" indent="0">
              <a:buNone/>
              <a:defRPr sz="1600" b="1"/>
            </a:lvl6pPr>
            <a:lvl7pPr marL="2742926" indent="0">
              <a:buNone/>
              <a:defRPr sz="1600" b="1"/>
            </a:lvl7pPr>
            <a:lvl8pPr marL="3200080" indent="0">
              <a:buNone/>
              <a:defRPr sz="1600" b="1"/>
            </a:lvl8pPr>
            <a:lvl9pPr marL="365723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2703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194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124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54" indent="0">
              <a:buNone/>
              <a:defRPr sz="1200"/>
            </a:lvl2pPr>
            <a:lvl3pPr marL="914309" indent="0">
              <a:buNone/>
              <a:defRPr sz="1000"/>
            </a:lvl3pPr>
            <a:lvl4pPr marL="1371463" indent="0">
              <a:buNone/>
              <a:defRPr sz="900"/>
            </a:lvl4pPr>
            <a:lvl5pPr marL="1828618" indent="0">
              <a:buNone/>
              <a:defRPr sz="900"/>
            </a:lvl5pPr>
            <a:lvl6pPr marL="2285772" indent="0">
              <a:buNone/>
              <a:defRPr sz="900"/>
            </a:lvl6pPr>
            <a:lvl7pPr marL="2742926" indent="0">
              <a:buNone/>
              <a:defRPr sz="900"/>
            </a:lvl7pPr>
            <a:lvl8pPr marL="3200080" indent="0">
              <a:buNone/>
              <a:defRPr sz="900"/>
            </a:lvl8pPr>
            <a:lvl9pPr marL="365723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496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54" indent="0">
              <a:buNone/>
              <a:defRPr sz="2800"/>
            </a:lvl2pPr>
            <a:lvl3pPr marL="914309" indent="0">
              <a:buNone/>
              <a:defRPr sz="2400"/>
            </a:lvl3pPr>
            <a:lvl4pPr marL="1371463" indent="0">
              <a:buNone/>
              <a:defRPr sz="2000"/>
            </a:lvl4pPr>
            <a:lvl5pPr marL="1828618" indent="0">
              <a:buNone/>
              <a:defRPr sz="2000"/>
            </a:lvl5pPr>
            <a:lvl6pPr marL="2285772" indent="0">
              <a:buNone/>
              <a:defRPr sz="2000"/>
            </a:lvl6pPr>
            <a:lvl7pPr marL="2742926" indent="0">
              <a:buNone/>
              <a:defRPr sz="2000"/>
            </a:lvl7pPr>
            <a:lvl8pPr marL="3200080" indent="0">
              <a:buNone/>
              <a:defRPr sz="2000"/>
            </a:lvl8pPr>
            <a:lvl9pPr marL="3657234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54" indent="0">
              <a:buNone/>
              <a:defRPr sz="1200"/>
            </a:lvl2pPr>
            <a:lvl3pPr marL="914309" indent="0">
              <a:buNone/>
              <a:defRPr sz="1000"/>
            </a:lvl3pPr>
            <a:lvl4pPr marL="1371463" indent="0">
              <a:buNone/>
              <a:defRPr sz="900"/>
            </a:lvl4pPr>
            <a:lvl5pPr marL="1828618" indent="0">
              <a:buNone/>
              <a:defRPr sz="900"/>
            </a:lvl5pPr>
            <a:lvl6pPr marL="2285772" indent="0">
              <a:buNone/>
              <a:defRPr sz="900"/>
            </a:lvl6pPr>
            <a:lvl7pPr marL="2742926" indent="0">
              <a:buNone/>
              <a:defRPr sz="900"/>
            </a:lvl7pPr>
            <a:lvl8pPr marL="3200080" indent="0">
              <a:buNone/>
              <a:defRPr sz="900"/>
            </a:lvl8pPr>
            <a:lvl9pPr marL="365723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1485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760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83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31" tIns="45716" rIns="91431" bIns="45716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31" tIns="45716" rIns="91431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lIns="91431" tIns="45716" rIns="91431" bIns="45716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  <a:cs typeface="+mn-cs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/>
        </p:spPr>
        <p:txBody>
          <a:bodyPr wrap="none" lIns="91431" tIns="45716" rIns="91431" bIns="45716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lIns="91431" tIns="45716" rIns="91431" bIns="45716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  <a:cs typeface="+mn-cs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24338" y="6613525"/>
            <a:ext cx="5111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91431" tIns="45716" rIns="91431" bIns="45716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charset="0"/>
              </a:rPr>
              <a:t>11.</a:t>
            </a:r>
            <a:fld id="{11B5BF11-B1A2-4544-BBE1-819166CA2502}" type="slidenum">
              <a:rPr 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/>
        </p:spPr>
        <p:txBody>
          <a:bodyPr lIns="91431" tIns="45716" rIns="91431" bIns="45716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006699"/>
                </a:solidFill>
                <a:latin typeface="Helvetica" charset="0"/>
              </a:rPr>
              <a:t>Silberschatz, Galvin and Gagne ©2013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67000" cy="24606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91431" tIns="45716" rIns="91431" bIns="45716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006699"/>
                </a:solidFill>
                <a:latin typeface="Helvetica" charset="0"/>
              </a:rPr>
              <a:t>Operating System Concepts – 9</a:t>
            </a:r>
            <a:r>
              <a:rPr lang="en-US" sz="10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0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23" r:id="rId1"/>
    <p:sldLayoutId id="2147484413" r:id="rId2"/>
    <p:sldLayoutId id="2147484414" r:id="rId3"/>
    <p:sldLayoutId id="2147484415" r:id="rId4"/>
    <p:sldLayoutId id="2147484416" r:id="rId5"/>
    <p:sldLayoutId id="2147484417" r:id="rId6"/>
    <p:sldLayoutId id="2147484418" r:id="rId7"/>
    <p:sldLayoutId id="2147484419" r:id="rId8"/>
    <p:sldLayoutId id="2147484420" r:id="rId9"/>
    <p:sldLayoutId id="2147484421" r:id="rId10"/>
    <p:sldLayoutId id="214748442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5pPr>
      <a:lvl6pPr marL="457154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09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463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618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0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1363" indent="-284163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0"/>
        <a:buChar char="l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084263" indent="-227013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0"/>
        <a:buChar char="4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427163" indent="-227013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770063" indent="-227013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228626" indent="-228577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781" indent="-228577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2936" indent="-228577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090" indent="-228577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30263"/>
            <a:ext cx="7772400" cy="212725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Chapter 11:  </a:t>
            </a:r>
            <a:br>
              <a:rPr lang="en-US">
                <a:latin typeface="Arial" charset="0"/>
                <a:ea typeface="MS PGothic" charset="0"/>
              </a:rPr>
            </a:br>
            <a:r>
              <a:rPr lang="en-US">
                <a:latin typeface="Arial" charset="0"/>
                <a:ea typeface="MS PGothic" charset="0"/>
              </a:rPr>
              <a:t>File-System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2230438" y="495300"/>
            <a:ext cx="6919912" cy="86360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ea typeface="MS PGothic" charset="0"/>
              </a:rPr>
              <a:t>Chapter 11: </a:t>
            </a:r>
            <a:br>
              <a:rPr lang="en-US" sz="1000">
                <a:latin typeface="Arial" charset="0"/>
                <a:ea typeface="MS PGothic" charset="0"/>
              </a:rPr>
            </a:br>
            <a:r>
              <a:rPr lang="en-US">
                <a:latin typeface="Arial" charset="0"/>
                <a:ea typeface="MS PGothic" charset="0"/>
              </a:rPr>
              <a:t>File-System Implementation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30438" y="2066925"/>
            <a:ext cx="5680075" cy="3459163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ts val="1200"/>
              </a:spcAft>
              <a:buNone/>
            </a:pPr>
            <a:r>
              <a:rPr lang="en-US" sz="2200" dirty="0">
                <a:latin typeface="Helvetica" charset="0"/>
                <a:ea typeface="MS PGothic" charset="0"/>
              </a:rPr>
              <a:t>11.1   File-System Structure</a:t>
            </a:r>
          </a:p>
          <a:p>
            <a:pPr marL="0" indent="0">
              <a:spcBef>
                <a:spcPct val="0"/>
              </a:spcBef>
              <a:spcAft>
                <a:spcPts val="1200"/>
              </a:spcAft>
              <a:buNone/>
            </a:pPr>
            <a:r>
              <a:rPr lang="en-US" sz="2200" dirty="0">
                <a:latin typeface="Helvetica" charset="0"/>
                <a:ea typeface="MS PGothic" charset="0"/>
              </a:rPr>
              <a:t>11.4   Allocation Methods</a:t>
            </a:r>
          </a:p>
          <a:p>
            <a:pPr marL="0" indent="0">
              <a:spcBef>
                <a:spcPct val="0"/>
              </a:spcBef>
              <a:spcAft>
                <a:spcPts val="1200"/>
              </a:spcAft>
              <a:buNone/>
            </a:pPr>
            <a:r>
              <a:rPr lang="en-US" sz="2200" dirty="0">
                <a:latin typeface="Helvetica" charset="0"/>
                <a:ea typeface="MS PGothic" charset="0"/>
              </a:rPr>
              <a:t>11.5   Free-Space Management </a:t>
            </a:r>
          </a:p>
          <a:p>
            <a:pPr marL="0" indent="0">
              <a:spcBef>
                <a:spcPct val="0"/>
              </a:spcBef>
              <a:spcAft>
                <a:spcPts val="1200"/>
              </a:spcAft>
              <a:buNone/>
            </a:pPr>
            <a:r>
              <a:rPr lang="en-US" sz="2200" dirty="0">
                <a:latin typeface="Helvetica" charset="0"/>
                <a:ea typeface="MS PGothic" charset="0"/>
              </a:rPr>
              <a:t>11.7   Recovery</a:t>
            </a:r>
          </a:p>
          <a:p>
            <a:pPr marL="0" indent="0">
              <a:spcBef>
                <a:spcPct val="0"/>
              </a:spcBef>
              <a:spcAft>
                <a:spcPts val="1200"/>
              </a:spcAft>
              <a:buNone/>
            </a:pPr>
            <a:r>
              <a:rPr lang="en-US" sz="2200" dirty="0">
                <a:latin typeface="Helvetica" charset="0"/>
                <a:ea typeface="MS PGothic" charset="0"/>
              </a:rPr>
              <a:t>11.10 Summary</a:t>
            </a: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974725" y="15319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/>
          <a:lstStyle/>
          <a:p>
            <a:endParaRPr lang="en-US" sz="2400">
              <a:latin typeface="Times New Roman" charset="0"/>
            </a:endParaRP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1444625" y="0"/>
            <a:ext cx="815975" cy="827088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algn="r" eaLnBrk="1" hangingPunct="1"/>
            <a:r>
              <a:rPr lang="en-US">
                <a:latin typeface="Arial" charset="0"/>
                <a:ea typeface="MS PGothic" charset="0"/>
              </a:rPr>
              <a:t>Objectives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9688" y="2043113"/>
            <a:ext cx="7254875" cy="30353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To describe the details of implementing local file systems and directory structures.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To describe the implementation of remote file systems.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To discuss block allocation and free-block algorithms and trade-offs.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endParaRPr lang="en-US" sz="2200">
              <a:latin typeface="Helvetica" charset="0"/>
              <a:ea typeface="MS PGothic" charset="0"/>
            </a:endParaRPr>
          </a:p>
        </p:txBody>
      </p:sp>
      <p:sp>
        <p:nvSpPr>
          <p:cNvPr id="9219" name="Rectangle 5"/>
          <p:cNvSpPr>
            <a:spLocks noChangeArrowheads="1"/>
          </p:cNvSpPr>
          <p:nvPr/>
        </p:nvSpPr>
        <p:spPr bwMode="auto">
          <a:xfrm>
            <a:off x="1444625" y="0"/>
            <a:ext cx="815975" cy="827088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5200" y="1974850"/>
            <a:ext cx="7564438" cy="4529138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File structure: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Logical storage unit.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Collection of related information.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endParaRPr lang="en-US" sz="2200">
              <a:latin typeface="Helvetica" charset="0"/>
              <a:ea typeface="MS PGothic" charset="0"/>
            </a:endParaRP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File system</a:t>
            </a:r>
            <a:r>
              <a:rPr lang="en-US" sz="220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sz="2200">
                <a:latin typeface="Helvetica" charset="0"/>
                <a:ea typeface="MS PGothic" charset="0"/>
              </a:rPr>
              <a:t>resides on secondary storage (disks)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Provided user interface to storage, mapping logical to physical.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Provides efficient and convenient access to disk by allowing data to be stored, located retrieved easily.</a:t>
            </a:r>
          </a:p>
        </p:txBody>
      </p:sp>
      <p:sp>
        <p:nvSpPr>
          <p:cNvPr id="13315" name="Title 1"/>
          <p:cNvSpPr>
            <a:spLocks noGrp="1"/>
          </p:cNvSpPr>
          <p:nvPr>
            <p:ph type="title"/>
          </p:nvPr>
        </p:nvSpPr>
        <p:spPr>
          <a:xfrm>
            <a:off x="3425825" y="277813"/>
            <a:ext cx="5260975" cy="576262"/>
          </a:xfrm>
        </p:spPr>
        <p:txBody>
          <a:bodyPr/>
          <a:lstStyle/>
          <a:p>
            <a:pPr algn="r"/>
            <a:r>
              <a:rPr lang="en-US">
                <a:latin typeface="Arial" charset="0"/>
                <a:ea typeface="MS PGothic" charset="0"/>
              </a:rPr>
              <a:t>File-System Structure</a:t>
            </a:r>
          </a:p>
        </p:txBody>
      </p:sp>
      <p:grpSp>
        <p:nvGrpSpPr>
          <p:cNvPr id="13316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13318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319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11.1</a:t>
              </a:r>
            </a:p>
          </p:txBody>
        </p:sp>
      </p:grpSp>
      <p:sp>
        <p:nvSpPr>
          <p:cNvPr id="13317" name="Rectangle 2"/>
          <p:cNvSpPr txBox="1">
            <a:spLocks noChangeArrowheads="1"/>
          </p:cNvSpPr>
          <p:nvPr/>
        </p:nvSpPr>
        <p:spPr bwMode="auto">
          <a:xfrm>
            <a:off x="2260600" y="887413"/>
            <a:ext cx="6426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2800" b="1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5200" y="1974850"/>
            <a:ext cx="7564438" cy="4529138"/>
          </a:xfrm>
        </p:spPr>
        <p:txBody>
          <a:bodyPr/>
          <a:lstStyle/>
          <a:p>
            <a:pPr marL="342866" indent="-342866">
              <a:spcBef>
                <a:spcPts val="0"/>
              </a:spcBef>
              <a:spcAft>
                <a:spcPts val="1200"/>
              </a:spcAft>
              <a:buFont typeface="Wingdings" charset="2"/>
              <a:buChar char="§"/>
              <a:defRPr/>
            </a:pPr>
            <a:r>
              <a:rPr lang="en-US" sz="2200" dirty="0">
                <a:latin typeface="Helvetica" charset="0"/>
                <a:ea typeface="MS PGothic" charset="0"/>
              </a:rPr>
              <a:t>Disk provides in-place rewrite and random access:</a:t>
            </a:r>
          </a:p>
          <a:p>
            <a:pPr marL="742876" lvl="1" indent="-285722">
              <a:spcBef>
                <a:spcPts val="0"/>
              </a:spcBef>
              <a:spcAft>
                <a:spcPts val="1200"/>
              </a:spcAft>
              <a:buFont typeface="Wingdings" charset="2"/>
              <a:buChar char="§"/>
              <a:defRPr/>
            </a:pPr>
            <a:r>
              <a:rPr lang="en-US" sz="2200" dirty="0">
                <a:latin typeface="Helvetica" charset="0"/>
                <a:ea typeface="MS PGothic" charset="0"/>
              </a:rPr>
              <a:t>I/O transfers performed in </a:t>
            </a:r>
            <a:r>
              <a:rPr lang="en-US" sz="2200" b="1" dirty="0">
                <a:solidFill>
                  <a:srgbClr val="66CCFF"/>
                </a:solidFill>
                <a:latin typeface="Helvetica" charset="0"/>
                <a:ea typeface="MS PGothic" charset="0"/>
              </a:rPr>
              <a:t>blocks</a:t>
            </a:r>
            <a:r>
              <a:rPr lang="en-US" sz="2200" dirty="0">
                <a:solidFill>
                  <a:srgbClr val="66CCFF"/>
                </a:solidFill>
                <a:latin typeface="Helvetica" charset="0"/>
                <a:ea typeface="MS PGothic" charset="0"/>
              </a:rPr>
              <a:t> </a:t>
            </a:r>
            <a:r>
              <a:rPr lang="en-US" sz="2200" dirty="0">
                <a:latin typeface="Helvetica" charset="0"/>
                <a:ea typeface="MS PGothic" charset="0"/>
              </a:rPr>
              <a:t>of </a:t>
            </a:r>
            <a:r>
              <a:rPr lang="en-US" sz="2200" b="1" dirty="0">
                <a:solidFill>
                  <a:srgbClr val="66CCFF"/>
                </a:solidFill>
                <a:latin typeface="Helvetica" charset="0"/>
                <a:ea typeface="MS PGothic" charset="0"/>
              </a:rPr>
              <a:t>sectors</a:t>
            </a:r>
            <a:r>
              <a:rPr lang="en-US" sz="2200" dirty="0">
                <a:latin typeface="Helvetica" charset="0"/>
                <a:ea typeface="MS PGothic" charset="0"/>
              </a:rPr>
              <a:t> (usually 512 bytes).</a:t>
            </a:r>
          </a:p>
          <a:p>
            <a:pPr marL="342866" indent="-342866">
              <a:spcBef>
                <a:spcPts val="0"/>
              </a:spcBef>
              <a:spcAft>
                <a:spcPts val="1200"/>
              </a:spcAft>
              <a:buFont typeface="Wingdings" charset="2"/>
              <a:buChar char="§"/>
              <a:defRPr/>
            </a:pPr>
            <a:r>
              <a:rPr lang="en-US" sz="2200" b="1" dirty="0">
                <a:solidFill>
                  <a:srgbClr val="66CCFF"/>
                </a:solidFill>
                <a:latin typeface="Helvetica" charset="0"/>
                <a:ea typeface="MS PGothic" charset="0"/>
              </a:rPr>
              <a:t>File control block </a:t>
            </a:r>
            <a:r>
              <a:rPr lang="en-US" sz="2200" dirty="0">
                <a:latin typeface="Helvetica" charset="0"/>
                <a:ea typeface="MS PGothic" charset="0"/>
              </a:rPr>
              <a:t>– storage structure consisting of information about a file.</a:t>
            </a:r>
          </a:p>
          <a:p>
            <a:pPr marL="342866" indent="-342866">
              <a:spcBef>
                <a:spcPts val="0"/>
              </a:spcBef>
              <a:spcAft>
                <a:spcPts val="1200"/>
              </a:spcAft>
              <a:buFont typeface="Wingdings" charset="2"/>
              <a:buChar char="§"/>
              <a:defRPr/>
            </a:pPr>
            <a:r>
              <a:rPr lang="en-US" sz="2200" b="1" dirty="0">
                <a:solidFill>
                  <a:srgbClr val="66CCFF"/>
                </a:solidFill>
                <a:latin typeface="Helvetica" charset="0"/>
                <a:ea typeface="MS PGothic" charset="0"/>
              </a:rPr>
              <a:t>Device driver</a:t>
            </a:r>
            <a:r>
              <a:rPr lang="en-US" sz="2200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sz="2200" dirty="0">
                <a:latin typeface="Helvetica" charset="0"/>
                <a:ea typeface="MS PGothic" charset="0"/>
              </a:rPr>
              <a:t>controls the physical device.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Monotype Sorts" charset="0"/>
              <a:buNone/>
              <a:defRPr/>
            </a:pPr>
            <a:endParaRPr lang="en-US" sz="2200" dirty="0">
              <a:latin typeface="Helvetica" charset="0"/>
              <a:ea typeface="MS PGothic" charset="0"/>
            </a:endParaRPr>
          </a:p>
          <a:p>
            <a:pPr marL="342866" indent="-342866">
              <a:spcBef>
                <a:spcPts val="0"/>
              </a:spcBef>
              <a:spcAft>
                <a:spcPts val="1200"/>
              </a:spcAft>
              <a:buFont typeface="Wingdings" charset="2"/>
              <a:buChar char="§"/>
              <a:defRPr/>
            </a:pPr>
            <a:r>
              <a:rPr lang="en-US" sz="2200" dirty="0">
                <a:latin typeface="Helvetica" charset="0"/>
                <a:ea typeface="MS PGothic" charset="0"/>
              </a:rPr>
              <a:t>File system organized into layers (next slide).</a:t>
            </a:r>
          </a:p>
          <a:p>
            <a:pPr marL="342866" indent="-342866">
              <a:spcBef>
                <a:spcPts val="0"/>
              </a:spcBef>
              <a:spcAft>
                <a:spcPts val="1200"/>
              </a:spcAft>
              <a:buFont typeface="Wingdings" charset="2"/>
              <a:buChar char="§"/>
              <a:defRPr/>
            </a:pPr>
            <a:endParaRPr lang="en-US" sz="2200" dirty="0">
              <a:latin typeface="Helvetica" charset="0"/>
              <a:ea typeface="MS PGothic" charset="0"/>
            </a:endParaRPr>
          </a:p>
        </p:txBody>
      </p:sp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3425825" y="277813"/>
            <a:ext cx="5260975" cy="576262"/>
          </a:xfrm>
        </p:spPr>
        <p:txBody>
          <a:bodyPr/>
          <a:lstStyle/>
          <a:p>
            <a:pPr algn="r"/>
            <a:r>
              <a:rPr lang="en-US">
                <a:latin typeface="Arial" charset="0"/>
                <a:ea typeface="MS PGothic" charset="0"/>
              </a:rPr>
              <a:t>File-System Structure</a:t>
            </a:r>
          </a:p>
        </p:txBody>
      </p:sp>
      <p:grpSp>
        <p:nvGrpSpPr>
          <p:cNvPr id="15363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15364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365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 bwMode="auto">
          <a:xfrm>
            <a:off x="4048125" y="885825"/>
            <a:ext cx="4787900" cy="5865813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31" tIns="45716" rIns="91431" bIns="45716"/>
          <a:lstStyle/>
          <a:p>
            <a:pPr defTabSz="914309">
              <a:defRPr/>
            </a:pPr>
            <a:endParaRPr lang="en-US"/>
          </a:p>
        </p:txBody>
      </p:sp>
      <p:sp>
        <p:nvSpPr>
          <p:cNvPr id="17411" name="Title 1"/>
          <p:cNvSpPr>
            <a:spLocks noGrp="1"/>
          </p:cNvSpPr>
          <p:nvPr>
            <p:ph type="title"/>
          </p:nvPr>
        </p:nvSpPr>
        <p:spPr>
          <a:xfrm>
            <a:off x="3425825" y="277813"/>
            <a:ext cx="5260975" cy="576262"/>
          </a:xfrm>
        </p:spPr>
        <p:txBody>
          <a:bodyPr/>
          <a:lstStyle/>
          <a:p>
            <a:pPr algn="r"/>
            <a:r>
              <a:rPr lang="en-US">
                <a:latin typeface="Arial" charset="0"/>
                <a:ea typeface="MS PGothic" charset="0"/>
              </a:rPr>
              <a:t>File-System Structure</a:t>
            </a:r>
          </a:p>
        </p:txBody>
      </p:sp>
      <p:grpSp>
        <p:nvGrpSpPr>
          <p:cNvPr id="17412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17419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420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11.1</a:t>
              </a:r>
            </a:p>
          </p:txBody>
        </p:sp>
      </p:grpSp>
      <p:sp>
        <p:nvSpPr>
          <p:cNvPr id="8" name="TextBox 7">
            <a:extLst/>
          </p:cNvPr>
          <p:cNvSpPr txBox="1"/>
          <p:nvPr/>
        </p:nvSpPr>
        <p:spPr>
          <a:xfrm>
            <a:off x="241300" y="6275388"/>
            <a:ext cx="3779838" cy="369887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66CCFF"/>
                </a:solidFill>
                <a:latin typeface="+mn-lt"/>
              </a:rPr>
              <a:t>Figure 11.1</a:t>
            </a:r>
            <a:r>
              <a:rPr lang="en-US" dirty="0">
                <a:latin typeface="+mn-lt"/>
              </a:rPr>
              <a:t>  Layered file system.</a:t>
            </a:r>
            <a:endParaRPr lang="en-MY" dirty="0">
              <a:latin typeface="+mn-lt"/>
            </a:endParaRPr>
          </a:p>
        </p:txBody>
      </p:sp>
      <p:pic>
        <p:nvPicPr>
          <p:cNvPr id="17414" name="Picture 1" descr="Screen Shot 2018-04-26 at 10.32.3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1265238"/>
            <a:ext cx="2925762" cy="482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954463" y="5299075"/>
            <a:ext cx="492125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2900" indent="-3429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 b="1">
                <a:solidFill>
                  <a:srgbClr val="66CCFF"/>
                </a:solidFill>
                <a:latin typeface="Helvetica" charset="0"/>
              </a:rPr>
              <a:t>I/O control </a:t>
            </a:r>
            <a:r>
              <a:rPr kumimoji="1" lang="en-US" sz="2200">
                <a:latin typeface="Helvetica" charset="0"/>
                <a:sym typeface="Wingdings" charset="0"/>
              </a:rPr>
              <a:t> consists of device drivers and interrupt handlers to transfer information between main memory and the disk system.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954463" y="3738563"/>
            <a:ext cx="4921250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2900" indent="-3429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 b="1">
                <a:solidFill>
                  <a:srgbClr val="66CCFF"/>
                </a:solidFill>
                <a:latin typeface="Helvetica" charset="0"/>
                <a:sym typeface="Wingdings" charset="0"/>
              </a:rPr>
              <a:t>Basic file system</a:t>
            </a:r>
            <a:r>
              <a:rPr kumimoji="1" lang="en-US" sz="2200">
                <a:latin typeface="Helvetica" charset="0"/>
                <a:sym typeface="Wingdings" charset="0"/>
              </a:rPr>
              <a:t>  to issue generic commands to the appropriate device driver to read/write physical blocks on the disk.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954463" y="2481263"/>
            <a:ext cx="492125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2900" indent="-3429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341313" indent="-341313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lvl="1"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 b="1">
                <a:solidFill>
                  <a:srgbClr val="66CCFF"/>
                </a:solidFill>
                <a:latin typeface="Helvetica" charset="0"/>
              </a:rPr>
              <a:t>File-organization module </a:t>
            </a:r>
            <a:r>
              <a:rPr kumimoji="1" lang="en-US" sz="2200">
                <a:latin typeface="Helvetica" charset="0"/>
                <a:sym typeface="Wingdings" charset="0"/>
              </a:rPr>
              <a:t> </a:t>
            </a:r>
            <a:r>
              <a:rPr kumimoji="1" lang="en-US" sz="2200">
                <a:latin typeface="Helvetica" charset="0"/>
              </a:rPr>
              <a:t>understands files, logical address, and physical blocks.</a:t>
            </a:r>
          </a:p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endParaRPr kumimoji="1" lang="en-US" sz="2200">
              <a:latin typeface="Helvetica" charset="0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3954463" y="973138"/>
            <a:ext cx="4895850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2900" indent="-3429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 b="1">
                <a:solidFill>
                  <a:srgbClr val="66CCFF"/>
                </a:solidFill>
                <a:latin typeface="Helvetica" charset="0"/>
                <a:sym typeface="Wingdings" charset="0"/>
              </a:rPr>
              <a:t>Logical file system</a:t>
            </a:r>
            <a:r>
              <a:rPr kumimoji="1" lang="en-US" sz="2200">
                <a:latin typeface="Helvetica" charset="0"/>
                <a:sym typeface="Wingdings" charset="0"/>
              </a:rPr>
              <a:t>  manages metadata information includes all the file-system structure, except the actual data.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 bwMode="auto">
          <a:xfrm>
            <a:off x="4048125" y="2420938"/>
            <a:ext cx="4787900" cy="12573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31" tIns="45716" rIns="91431" bIns="45716"/>
          <a:lstStyle/>
          <a:p>
            <a:pPr defTabSz="914309">
              <a:defRPr/>
            </a:pPr>
            <a:endParaRPr lang="en-US"/>
          </a:p>
        </p:txBody>
      </p:sp>
      <p:sp>
        <p:nvSpPr>
          <p:cNvPr id="18435" name="Title 1"/>
          <p:cNvSpPr>
            <a:spLocks noGrp="1"/>
          </p:cNvSpPr>
          <p:nvPr>
            <p:ph type="title"/>
          </p:nvPr>
        </p:nvSpPr>
        <p:spPr>
          <a:xfrm>
            <a:off x="3425825" y="277813"/>
            <a:ext cx="5260975" cy="576262"/>
          </a:xfrm>
        </p:spPr>
        <p:txBody>
          <a:bodyPr/>
          <a:lstStyle/>
          <a:p>
            <a:pPr algn="r"/>
            <a:r>
              <a:rPr lang="en-US">
                <a:latin typeface="Arial" charset="0"/>
                <a:ea typeface="MS PGothic" charset="0"/>
              </a:rPr>
              <a:t>File-System Structure</a:t>
            </a:r>
          </a:p>
        </p:txBody>
      </p:sp>
      <p:grpSp>
        <p:nvGrpSpPr>
          <p:cNvPr id="18436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18442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43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11.1</a:t>
              </a:r>
            </a:p>
          </p:txBody>
        </p:sp>
      </p:grpSp>
      <p:sp>
        <p:nvSpPr>
          <p:cNvPr id="8" name="TextBox 7">
            <a:extLst/>
          </p:cNvPr>
          <p:cNvSpPr txBox="1"/>
          <p:nvPr/>
        </p:nvSpPr>
        <p:spPr>
          <a:xfrm>
            <a:off x="241300" y="6275388"/>
            <a:ext cx="3779838" cy="369887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66CCFF"/>
                </a:solidFill>
                <a:latin typeface="+mn-lt"/>
              </a:rPr>
              <a:t>Figure 11.1</a:t>
            </a:r>
            <a:r>
              <a:rPr lang="en-US" dirty="0">
                <a:latin typeface="+mn-lt"/>
              </a:rPr>
              <a:t>  Layered file system.</a:t>
            </a:r>
            <a:endParaRPr lang="en-MY" dirty="0">
              <a:latin typeface="+mn-lt"/>
            </a:endParaRPr>
          </a:p>
        </p:txBody>
      </p:sp>
      <p:pic>
        <p:nvPicPr>
          <p:cNvPr id="18438" name="Picture 1" descr="Screen Shot 2018-04-26 at 10.32.3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1265238"/>
            <a:ext cx="2925762" cy="482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954463" y="2481263"/>
            <a:ext cx="492125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42883" lvl="1" indent="-342883">
              <a:spcBef>
                <a:spcPct val="0"/>
              </a:spcBef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  <a:defRPr/>
            </a:pPr>
            <a:r>
              <a:rPr lang="en-US" sz="2200" b="1" dirty="0">
                <a:solidFill>
                  <a:srgbClr val="66CCFF"/>
                </a:solidFill>
                <a:latin typeface="Helvetica" charset="0"/>
                <a:ea typeface="MS PGothic" charset="0"/>
              </a:rPr>
              <a:t>File-organization module </a:t>
            </a:r>
            <a:r>
              <a:rPr lang="en-US" sz="2200" dirty="0">
                <a:latin typeface="Helvetica" charset="0"/>
                <a:ea typeface="MS PGothic" charset="0"/>
                <a:sym typeface="Wingdings"/>
              </a:rPr>
              <a:t> </a:t>
            </a:r>
            <a:r>
              <a:rPr lang="en-US" sz="2200" dirty="0">
                <a:latin typeface="Helvetica" charset="0"/>
                <a:ea typeface="MS PGothic" charset="0"/>
              </a:rPr>
              <a:t>understands files, logical address, and physical blocks.</a:t>
            </a:r>
          </a:p>
          <a:p>
            <a:pPr marL="817159" lvl="1" indent="-488926">
              <a:buFont typeface="Wingdings" charset="2"/>
              <a:buChar char="q"/>
              <a:defRPr/>
            </a:pPr>
            <a:r>
              <a:rPr lang="en-US" sz="2200" dirty="0">
                <a:latin typeface="Helvetica" charset="0"/>
                <a:ea typeface="MS PGothic" charset="0"/>
              </a:rPr>
              <a:t>Translates logical block # to physical block #</a:t>
            </a:r>
          </a:p>
          <a:p>
            <a:pPr marL="817159" lvl="1" indent="-488926">
              <a:buFont typeface="Wingdings" charset="2"/>
              <a:buChar char="q"/>
              <a:defRPr/>
            </a:pPr>
            <a:r>
              <a:rPr lang="en-US" sz="2200" dirty="0">
                <a:latin typeface="Helvetica" charset="0"/>
                <a:ea typeface="MS PGothic" charset="0"/>
              </a:rPr>
              <a:t>Manages </a:t>
            </a:r>
            <a:r>
              <a:rPr lang="en-US" sz="2200" b="1" dirty="0">
                <a:solidFill>
                  <a:srgbClr val="66CCFF"/>
                </a:solidFill>
                <a:latin typeface="Helvetica" charset="0"/>
                <a:ea typeface="MS PGothic" charset="0"/>
              </a:rPr>
              <a:t>disk allocation</a:t>
            </a:r>
            <a:r>
              <a:rPr lang="en-US" sz="2200" dirty="0">
                <a:latin typeface="Helvetica" charset="0"/>
                <a:ea typeface="MS PGothic" charset="0"/>
              </a:rPr>
              <a:t> and </a:t>
            </a:r>
            <a:r>
              <a:rPr lang="en-US" sz="2200" b="1" dirty="0">
                <a:solidFill>
                  <a:srgbClr val="66CCFF"/>
                </a:solidFill>
                <a:latin typeface="Helvetica" charset="0"/>
                <a:ea typeface="MS PGothic" charset="0"/>
              </a:rPr>
              <a:t>free space</a:t>
            </a:r>
            <a:r>
              <a:rPr lang="en-US" sz="2200" dirty="0">
                <a:latin typeface="Helvetica" charset="0"/>
                <a:ea typeface="MS PGothic" charset="0"/>
              </a:rPr>
              <a:t>.</a:t>
            </a: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401638" y="1122363"/>
            <a:ext cx="2535237" cy="1893887"/>
          </a:xfrm>
          <a:prstGeom prst="rect">
            <a:avLst/>
          </a:prstGeom>
          <a:solidFill>
            <a:schemeClr val="bg1">
              <a:alpha val="7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18441" name="Rectangle 8"/>
          <p:cNvSpPr>
            <a:spLocks noChangeArrowheads="1"/>
          </p:cNvSpPr>
          <p:nvPr/>
        </p:nvSpPr>
        <p:spPr bwMode="auto">
          <a:xfrm>
            <a:off x="422275" y="3392488"/>
            <a:ext cx="2535238" cy="2746375"/>
          </a:xfrm>
          <a:prstGeom prst="rect">
            <a:avLst/>
          </a:prstGeom>
          <a:solidFill>
            <a:schemeClr val="bg1">
              <a:alpha val="7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1250" y="1949450"/>
            <a:ext cx="7739063" cy="4057650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A disk is a direct-access device and thus gives us flexibility in the implementation of files. 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The main issue is :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ü"/>
            </a:pPr>
            <a:r>
              <a:rPr lang="en-US" sz="2200">
                <a:latin typeface="Helvetica" charset="0"/>
                <a:ea typeface="MS PGothic" charset="0"/>
              </a:rPr>
              <a:t>how to allocate space to these files so that disk space is utilized effectively, and 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ü"/>
            </a:pPr>
            <a:r>
              <a:rPr lang="en-US" sz="2200">
                <a:latin typeface="Helvetica" charset="0"/>
                <a:ea typeface="MS PGothic" charset="0"/>
              </a:rPr>
              <a:t>files can be accessed quickly. 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ü"/>
            </a:pPr>
            <a:endParaRPr lang="en-US" sz="2200">
              <a:latin typeface="Helvetica" charset="0"/>
              <a:ea typeface="MS PGothic" charset="0"/>
            </a:endParaRP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An 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allocation method</a:t>
            </a:r>
            <a:r>
              <a:rPr lang="en-US" sz="2200">
                <a:latin typeface="Helvetica" charset="0"/>
                <a:ea typeface="MS PGothic" charset="0"/>
              </a:rPr>
              <a:t> refers to how disk blocks are allocated for files.</a:t>
            </a:r>
          </a:p>
        </p:txBody>
      </p:sp>
      <p:grpSp>
        <p:nvGrpSpPr>
          <p:cNvPr id="19459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19462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463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19460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19461" name="Rectangle 2"/>
          <p:cNvSpPr txBox="1">
            <a:spLocks noChangeArrowheads="1"/>
          </p:cNvSpPr>
          <p:nvPr/>
        </p:nvSpPr>
        <p:spPr bwMode="auto">
          <a:xfrm>
            <a:off x="2260600" y="887413"/>
            <a:ext cx="6426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2800" b="1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3511550" y="4802188"/>
            <a:ext cx="4987925" cy="1674812"/>
            <a:chOff x="3512256" y="4802013"/>
            <a:chExt cx="4986526" cy="1674989"/>
          </a:xfrm>
        </p:grpSpPr>
        <p:sp>
          <p:nvSpPr>
            <p:cNvPr id="10" name="Rectangle 9"/>
            <p:cNvSpPr/>
            <p:nvPr/>
          </p:nvSpPr>
          <p:spPr bwMode="auto">
            <a:xfrm>
              <a:off x="3512256" y="4802013"/>
              <a:ext cx="4969069" cy="1674989"/>
            </a:xfrm>
            <a:prstGeom prst="rect">
              <a:avLst/>
            </a:prstGeom>
            <a:solidFill>
              <a:schemeClr val="bg1">
                <a:lumMod val="85000"/>
                <a:alpha val="80000"/>
              </a:schemeClr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wrap="none" lIns="91431" tIns="45716" rIns="91431" bIns="45716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13844" y="6081673"/>
              <a:ext cx="4984938" cy="36992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i="1" dirty="0">
                  <a:latin typeface="+mn-lt"/>
                </a:rPr>
                <a:t>Index Block Structure</a:t>
              </a:r>
            </a:p>
          </p:txBody>
        </p:sp>
      </p:grp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1250" y="1582738"/>
            <a:ext cx="7739063" cy="603250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Three major methods of allocating disk space are in wide:</a:t>
            </a:r>
          </a:p>
        </p:txBody>
      </p:sp>
      <p:grpSp>
        <p:nvGrpSpPr>
          <p:cNvPr id="21508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21513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14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21509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graphicFrame>
        <p:nvGraphicFramePr>
          <p:cNvPr id="9" name="Diagram 8"/>
          <p:cNvGraphicFramePr/>
          <p:nvPr/>
        </p:nvGraphicFramePr>
        <p:xfrm>
          <a:off x="594512" y="2436949"/>
          <a:ext cx="7958354" cy="33831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8975" y="4645025"/>
            <a:ext cx="23971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1" dirty="0">
                <a:latin typeface="+mn-lt"/>
              </a:rPr>
              <a:t>Extent-based system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290888" y="4630738"/>
            <a:ext cx="5275262" cy="1254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1250" y="1949450"/>
            <a:ext cx="7739063" cy="1820863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Each file occupies a set of contiguous blocks.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Best performance in most cases.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Simple – only starting location (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block #</a:t>
            </a:r>
            <a:r>
              <a:rPr lang="en-US" sz="2200">
                <a:latin typeface="Helvetica" charset="0"/>
                <a:ea typeface="MS PGothic" charset="0"/>
              </a:rPr>
              <a:t>) and length (number of blocks) are required.</a:t>
            </a:r>
          </a:p>
        </p:txBody>
      </p:sp>
      <p:sp>
        <p:nvSpPr>
          <p:cNvPr id="23555" name="Rectangle 2"/>
          <p:cNvSpPr txBox="1">
            <a:spLocks noChangeArrowheads="1"/>
          </p:cNvSpPr>
          <p:nvPr/>
        </p:nvSpPr>
        <p:spPr bwMode="auto">
          <a:xfrm>
            <a:off x="2260600" y="887413"/>
            <a:ext cx="6426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2800" b="1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(a) Contiguous allocation</a:t>
            </a:r>
          </a:p>
        </p:txBody>
      </p:sp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1544638" y="4459288"/>
            <a:ext cx="6934200" cy="1838325"/>
          </a:xfrm>
          <a:prstGeom prst="rect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111250" y="3973513"/>
            <a:ext cx="7739063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2900" indent="-3429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Problems include:</a:t>
            </a:r>
          </a:p>
          <a:p>
            <a:pPr lvl="1">
              <a:buClr>
                <a:srgbClr val="CC6600"/>
              </a:buClr>
              <a:buSzPct val="8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Finding space for file, </a:t>
            </a:r>
          </a:p>
          <a:p>
            <a:pPr lvl="1">
              <a:buClr>
                <a:srgbClr val="CC6600"/>
              </a:buClr>
              <a:buSzPct val="8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Difficult file extension,</a:t>
            </a:r>
          </a:p>
          <a:p>
            <a:pPr lvl="1">
              <a:buClr>
                <a:srgbClr val="CC6600"/>
              </a:buClr>
              <a:buSzPct val="8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Knowing file size (max size), </a:t>
            </a:r>
          </a:p>
          <a:p>
            <a:pPr lvl="1">
              <a:buClr>
                <a:srgbClr val="CC6600"/>
              </a:buClr>
              <a:buSzPct val="80000"/>
              <a:buFont typeface="Wingdings" charset="0"/>
              <a:buChar char="§"/>
            </a:pPr>
            <a:r>
              <a:rPr kumimoji="1" lang="en-US" sz="2200">
                <a:solidFill>
                  <a:srgbClr val="FF0000"/>
                </a:solidFill>
                <a:latin typeface="Helvetica" charset="0"/>
              </a:rPr>
              <a:t>External fragmentation</a:t>
            </a:r>
            <a:r>
              <a:rPr kumimoji="1" lang="en-US" sz="2200">
                <a:latin typeface="Helvetica" charset="0"/>
              </a:rPr>
              <a:t>, </a:t>
            </a:r>
          </a:p>
          <a:p>
            <a:pPr lvl="1">
              <a:buClr>
                <a:srgbClr val="CC6600"/>
              </a:buClr>
              <a:buSzPct val="8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Need for compaction.</a:t>
            </a:r>
          </a:p>
        </p:txBody>
      </p:sp>
      <p:grpSp>
        <p:nvGrpSpPr>
          <p:cNvPr id="23558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23560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61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23559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138" y="2181225"/>
            <a:ext cx="3386137" cy="1016000"/>
          </a:xfrm>
        </p:spPr>
        <p:txBody>
          <a:bodyPr/>
          <a:lstStyle/>
          <a:p>
            <a:pPr marL="0" indent="0">
              <a:buFont typeface="Monotype Sorts" charset="0"/>
              <a:buNone/>
            </a:pPr>
            <a:r>
              <a:rPr lang="en-US" sz="2200">
                <a:latin typeface="Helvetica" charset="0"/>
                <a:ea typeface="MS PGothic" charset="0"/>
              </a:rPr>
              <a:t>Mapping from logical to physical.</a:t>
            </a:r>
          </a:p>
        </p:txBody>
      </p:sp>
      <p:grpSp>
        <p:nvGrpSpPr>
          <p:cNvPr id="25603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25645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46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25604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pic>
        <p:nvPicPr>
          <p:cNvPr id="25605" name="Picture 24" descr="Screen Shot 2018-04-26 at 11.19.2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49"/>
          <a:stretch>
            <a:fillRect/>
          </a:stretch>
        </p:blipFill>
        <p:spPr bwMode="auto">
          <a:xfrm>
            <a:off x="3630613" y="904875"/>
            <a:ext cx="2520950" cy="580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6" name="Group 7"/>
          <p:cNvGrpSpPr>
            <a:grpSpLocks/>
          </p:cNvGrpSpPr>
          <p:nvPr/>
        </p:nvGrpSpPr>
        <p:grpSpPr bwMode="auto">
          <a:xfrm>
            <a:off x="6191250" y="904875"/>
            <a:ext cx="2843213" cy="5807075"/>
            <a:chOff x="6058520" y="904432"/>
            <a:chExt cx="2844064" cy="5808039"/>
          </a:xfrm>
        </p:grpSpPr>
        <p:pic>
          <p:nvPicPr>
            <p:cNvPr id="25639" name="Picture 3" descr="Screen Shot 2018-04-26 at 11.19.27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523"/>
            <a:stretch>
              <a:fillRect/>
            </a:stretch>
          </p:blipFill>
          <p:spPr bwMode="auto">
            <a:xfrm>
              <a:off x="6058520" y="904432"/>
              <a:ext cx="2844064" cy="5808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5640" name="Straight Connector 5"/>
            <p:cNvCxnSpPr>
              <a:cxnSpLocks noChangeShapeType="1"/>
            </p:cNvCxnSpPr>
            <p:nvPr/>
          </p:nvCxnSpPr>
          <p:spPr bwMode="auto">
            <a:xfrm>
              <a:off x="6230487" y="1918322"/>
              <a:ext cx="26059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5641" name="Straight Connector 28"/>
            <p:cNvCxnSpPr>
              <a:cxnSpLocks noChangeShapeType="1"/>
            </p:cNvCxnSpPr>
            <p:nvPr/>
          </p:nvCxnSpPr>
          <p:spPr bwMode="auto">
            <a:xfrm>
              <a:off x="6224148" y="2295629"/>
              <a:ext cx="26059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5642" name="Straight Connector 29"/>
            <p:cNvCxnSpPr>
              <a:cxnSpLocks noChangeShapeType="1"/>
            </p:cNvCxnSpPr>
            <p:nvPr/>
          </p:nvCxnSpPr>
          <p:spPr bwMode="auto">
            <a:xfrm>
              <a:off x="6210920" y="2652833"/>
              <a:ext cx="26059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5643" name="Straight Connector 30"/>
            <p:cNvCxnSpPr>
              <a:cxnSpLocks noChangeShapeType="1"/>
            </p:cNvCxnSpPr>
            <p:nvPr/>
          </p:nvCxnSpPr>
          <p:spPr bwMode="auto">
            <a:xfrm>
              <a:off x="6210920" y="2983578"/>
              <a:ext cx="26059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5644" name="Straight Connector 31"/>
            <p:cNvCxnSpPr>
              <a:cxnSpLocks noChangeShapeType="1"/>
            </p:cNvCxnSpPr>
            <p:nvPr/>
          </p:nvCxnSpPr>
          <p:spPr bwMode="auto">
            <a:xfrm>
              <a:off x="6210920" y="3301094"/>
              <a:ext cx="26059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23" name="TextBox 22">
            <a:extLst/>
          </p:cNvPr>
          <p:cNvSpPr txBox="1"/>
          <p:nvPr/>
        </p:nvSpPr>
        <p:spPr>
          <a:xfrm>
            <a:off x="6026150" y="5851525"/>
            <a:ext cx="3117850" cy="646113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66CCFF"/>
                </a:solidFill>
                <a:latin typeface="+mn-lt"/>
              </a:rPr>
              <a:t>Figure 11.5</a:t>
            </a:r>
            <a:r>
              <a:rPr lang="en-US" dirty="0">
                <a:latin typeface="+mn-lt"/>
              </a:rPr>
              <a:t>  Contiguous allocation of disk space.</a:t>
            </a:r>
            <a:endParaRPr lang="en-MY" dirty="0">
              <a:latin typeface="+mn-lt"/>
            </a:endParaRPr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4094163" y="2708275"/>
            <a:ext cx="2474912" cy="2881313"/>
            <a:chOff x="4093839" y="2709030"/>
            <a:chExt cx="2475650" cy="2880278"/>
          </a:xfrm>
        </p:grpSpPr>
        <p:grpSp>
          <p:nvGrpSpPr>
            <p:cNvPr id="25631" name="Group 8"/>
            <p:cNvGrpSpPr>
              <a:grpSpLocks/>
            </p:cNvGrpSpPr>
            <p:nvPr/>
          </p:nvGrpSpPr>
          <p:grpSpPr bwMode="auto">
            <a:xfrm>
              <a:off x="4093839" y="2709030"/>
              <a:ext cx="2475650" cy="2321021"/>
              <a:chOff x="4093839" y="2709030"/>
              <a:chExt cx="2475650" cy="2321021"/>
            </a:xfrm>
          </p:grpSpPr>
          <p:sp>
            <p:nvSpPr>
              <p:cNvPr id="25633" name="Rectangle 33"/>
              <p:cNvSpPr>
                <a:spLocks noChangeArrowheads="1"/>
              </p:cNvSpPr>
              <p:nvPr/>
            </p:nvSpPr>
            <p:spPr bwMode="auto">
              <a:xfrm>
                <a:off x="5726035" y="4261399"/>
                <a:ext cx="202545" cy="20488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35" tIns="45718" rIns="91435" bIns="45718"/>
              <a:lstStyle/>
              <a:p>
                <a:endParaRPr lang="en-US"/>
              </a:p>
            </p:txBody>
          </p:sp>
          <p:sp>
            <p:nvSpPr>
              <p:cNvPr id="25634" name="Rectangle 34"/>
              <p:cNvSpPr>
                <a:spLocks noChangeArrowheads="1"/>
              </p:cNvSpPr>
              <p:nvPr/>
            </p:nvSpPr>
            <p:spPr bwMode="auto">
              <a:xfrm>
                <a:off x="4093839" y="4825164"/>
                <a:ext cx="202545" cy="20488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35" tIns="45718" rIns="91435" bIns="45718"/>
              <a:lstStyle/>
              <a:p>
                <a:endParaRPr lang="en-US"/>
              </a:p>
            </p:txBody>
          </p:sp>
          <p:sp>
            <p:nvSpPr>
              <p:cNvPr id="25635" name="Rectangle 35"/>
              <p:cNvSpPr>
                <a:spLocks noChangeArrowheads="1"/>
              </p:cNvSpPr>
              <p:nvPr/>
            </p:nvSpPr>
            <p:spPr bwMode="auto">
              <a:xfrm>
                <a:off x="4640383" y="4824282"/>
                <a:ext cx="202545" cy="20488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35" tIns="45718" rIns="91435" bIns="45718"/>
              <a:lstStyle/>
              <a:p>
                <a:endParaRPr lang="en-US"/>
              </a:p>
            </p:txBody>
          </p:sp>
          <p:sp>
            <p:nvSpPr>
              <p:cNvPr id="25636" name="Rectangle 36"/>
              <p:cNvSpPr>
                <a:spLocks noChangeArrowheads="1"/>
              </p:cNvSpPr>
              <p:nvPr/>
            </p:nvSpPr>
            <p:spPr bwMode="auto">
              <a:xfrm>
                <a:off x="5182331" y="4824282"/>
                <a:ext cx="202545" cy="20488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35" tIns="45718" rIns="91435" bIns="45718"/>
              <a:lstStyle/>
              <a:p>
                <a:endParaRPr lang="en-US"/>
              </a:p>
            </p:txBody>
          </p:sp>
          <p:sp>
            <p:nvSpPr>
              <p:cNvPr id="25637" name="Rectangle 37"/>
              <p:cNvSpPr>
                <a:spLocks noChangeArrowheads="1"/>
              </p:cNvSpPr>
              <p:nvPr/>
            </p:nvSpPr>
            <p:spPr bwMode="auto">
              <a:xfrm>
                <a:off x="5724278" y="4824282"/>
                <a:ext cx="202545" cy="20488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35" tIns="45718" rIns="91435" bIns="45718"/>
              <a:lstStyle/>
              <a:p>
                <a:endParaRPr lang="en-US"/>
              </a:p>
            </p:txBody>
          </p:sp>
          <p:sp>
            <p:nvSpPr>
              <p:cNvPr id="25638" name="Rectangle 38"/>
              <p:cNvSpPr>
                <a:spLocks noChangeArrowheads="1"/>
              </p:cNvSpPr>
              <p:nvPr/>
            </p:nvSpPr>
            <p:spPr bwMode="auto">
              <a:xfrm>
                <a:off x="6366944" y="2709030"/>
                <a:ext cx="202545" cy="20488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35" tIns="45718" rIns="91435" bIns="45718"/>
              <a:lstStyle/>
              <a:p>
                <a:endParaRPr lang="en-US"/>
              </a:p>
            </p:txBody>
          </p:sp>
        </p:grpSp>
        <p:sp>
          <p:nvSpPr>
            <p:cNvPr id="25632" name="Rectangle 40"/>
            <p:cNvSpPr>
              <a:spLocks noChangeArrowheads="1"/>
            </p:cNvSpPr>
            <p:nvPr/>
          </p:nvSpPr>
          <p:spPr bwMode="auto">
            <a:xfrm>
              <a:off x="4098283" y="5384421"/>
              <a:ext cx="202545" cy="20488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4094163" y="2376488"/>
            <a:ext cx="2474912" cy="2087562"/>
            <a:chOff x="4094840" y="2376148"/>
            <a:chExt cx="2474649" cy="2087798"/>
          </a:xfrm>
        </p:grpSpPr>
        <p:sp>
          <p:nvSpPr>
            <p:cNvPr id="43" name="Rectangle 42"/>
            <p:cNvSpPr/>
            <p:nvPr/>
          </p:nvSpPr>
          <p:spPr bwMode="auto">
            <a:xfrm>
              <a:off x="6366311" y="2376148"/>
              <a:ext cx="203178" cy="20481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5180575" y="3700273"/>
              <a:ext cx="201591" cy="20481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5726617" y="3700273"/>
              <a:ext cx="203178" cy="20481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4094840" y="4259136"/>
              <a:ext cx="203178" cy="20481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4094163" y="3055938"/>
            <a:ext cx="2476500" cy="3101975"/>
            <a:chOff x="4094841" y="3055271"/>
            <a:chExt cx="2475650" cy="3102199"/>
          </a:xfrm>
        </p:grpSpPr>
        <p:sp>
          <p:nvSpPr>
            <p:cNvPr id="48" name="Rectangle 47"/>
            <p:cNvSpPr/>
            <p:nvPr/>
          </p:nvSpPr>
          <p:spPr bwMode="auto">
            <a:xfrm>
              <a:off x="4094841" y="5947905"/>
              <a:ext cx="203130" cy="20480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6367361" y="3055271"/>
              <a:ext cx="203130" cy="20480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4642340" y="5952667"/>
              <a:ext cx="201544" cy="2048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5185079" y="5952667"/>
              <a:ext cx="201544" cy="2048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5726231" y="5952667"/>
              <a:ext cx="203130" cy="2048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4095750" y="2008188"/>
            <a:ext cx="2474913" cy="228600"/>
            <a:chOff x="4096084" y="2008568"/>
            <a:chExt cx="2474407" cy="228284"/>
          </a:xfrm>
        </p:grpSpPr>
        <p:sp>
          <p:nvSpPr>
            <p:cNvPr id="54" name="Rectangle 53"/>
            <p:cNvSpPr/>
            <p:nvPr/>
          </p:nvSpPr>
          <p:spPr bwMode="auto">
            <a:xfrm>
              <a:off x="6367333" y="2032347"/>
              <a:ext cx="203158" cy="204505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4096084" y="2008568"/>
              <a:ext cx="203158" cy="204504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4638898" y="2008568"/>
              <a:ext cx="201572" cy="204504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5" tIns="45718" rIns="91435" bIns="45718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5181600" y="2571750"/>
            <a:ext cx="1381125" cy="1001713"/>
            <a:chOff x="5180853" y="2571016"/>
            <a:chExt cx="1381751" cy="1001819"/>
          </a:xfrm>
        </p:grpSpPr>
        <p:sp>
          <p:nvSpPr>
            <p:cNvPr id="25616" name="Rectangle 57"/>
            <p:cNvSpPr>
              <a:spLocks noChangeArrowheads="1"/>
            </p:cNvSpPr>
            <p:nvPr/>
          </p:nvSpPr>
          <p:spPr bwMode="auto">
            <a:xfrm>
              <a:off x="6360059" y="3367948"/>
              <a:ext cx="202545" cy="204887"/>
            </a:xfrm>
            <a:prstGeom prst="rect">
              <a:avLst/>
            </a:prstGeom>
            <a:solidFill>
              <a:srgbClr val="FD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  <p:sp>
          <p:nvSpPr>
            <p:cNvPr id="25617" name="Rectangle 58"/>
            <p:cNvSpPr>
              <a:spLocks noChangeArrowheads="1"/>
            </p:cNvSpPr>
            <p:nvPr/>
          </p:nvSpPr>
          <p:spPr bwMode="auto">
            <a:xfrm>
              <a:off x="5180853" y="2571016"/>
              <a:ext cx="202545" cy="204887"/>
            </a:xfrm>
            <a:prstGeom prst="rect">
              <a:avLst/>
            </a:prstGeom>
            <a:solidFill>
              <a:srgbClr val="FD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  <p:sp>
          <p:nvSpPr>
            <p:cNvPr id="25618" name="Rectangle 59"/>
            <p:cNvSpPr>
              <a:spLocks noChangeArrowheads="1"/>
            </p:cNvSpPr>
            <p:nvPr/>
          </p:nvSpPr>
          <p:spPr bwMode="auto">
            <a:xfrm>
              <a:off x="5727803" y="2575469"/>
              <a:ext cx="202545" cy="204887"/>
            </a:xfrm>
            <a:prstGeom prst="rect">
              <a:avLst/>
            </a:prstGeom>
            <a:solidFill>
              <a:srgbClr val="FD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</p:grpSp>
      <p:sp>
        <p:nvSpPr>
          <p:cNvPr id="25613" name="Rectangle 14"/>
          <p:cNvSpPr>
            <a:spLocks noChangeArrowheads="1"/>
          </p:cNvSpPr>
          <p:nvPr/>
        </p:nvSpPr>
        <p:spPr bwMode="auto">
          <a:xfrm>
            <a:off x="214313" y="1123950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25614" name="TextBox 1"/>
          <p:cNvSpPr txBox="1">
            <a:spLocks noChangeArrowheads="1"/>
          </p:cNvSpPr>
          <p:nvPr/>
        </p:nvSpPr>
        <p:spPr bwMode="auto">
          <a:xfrm>
            <a:off x="446088" y="1217613"/>
            <a:ext cx="17160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1 :</a:t>
            </a:r>
          </a:p>
        </p:txBody>
      </p:sp>
      <p:sp>
        <p:nvSpPr>
          <p:cNvPr id="25615" name="TextBox 16"/>
          <p:cNvSpPr txBox="1">
            <a:spLocks noChangeArrowheads="1"/>
          </p:cNvSpPr>
          <p:nvPr/>
        </p:nvSpPr>
        <p:spPr bwMode="auto">
          <a:xfrm>
            <a:off x="450850" y="1763713"/>
            <a:ext cx="1017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400">
                <a:solidFill>
                  <a:srgbClr val="66CCFF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(Page: 506)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29698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29699" name="Rectangle 14"/>
          <p:cNvSpPr>
            <a:spLocks noChangeArrowheads="1"/>
          </p:cNvSpPr>
          <p:nvPr/>
        </p:nvSpPr>
        <p:spPr bwMode="auto">
          <a:xfrm>
            <a:off x="214313" y="1123950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29700" name="TextBox 1"/>
          <p:cNvSpPr txBox="1">
            <a:spLocks noChangeArrowheads="1"/>
          </p:cNvSpPr>
          <p:nvPr/>
        </p:nvSpPr>
        <p:spPr bwMode="auto">
          <a:xfrm>
            <a:off x="446088" y="1217613"/>
            <a:ext cx="17160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2 :</a:t>
            </a:r>
          </a:p>
        </p:txBody>
      </p:sp>
      <p:grpSp>
        <p:nvGrpSpPr>
          <p:cNvPr id="29701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29707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08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2251075" y="1249363"/>
            <a:ext cx="6356350" cy="461962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Contiguous file storage for File </a:t>
            </a:r>
            <a:r>
              <a:rPr lang="en-US" sz="2400" i="1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+mn-lt"/>
              </a:rPr>
              <a:t> and </a:t>
            </a:r>
            <a:r>
              <a:rPr lang="en-US" sz="2400" i="1" dirty="0">
                <a:latin typeface="Times New Roman"/>
                <a:cs typeface="Times New Roman"/>
              </a:rPr>
              <a:t>B</a:t>
            </a:r>
            <a:r>
              <a:rPr lang="en-US" sz="2400" dirty="0">
                <a:latin typeface="+mn-lt"/>
              </a:rPr>
              <a:t>.</a:t>
            </a:r>
          </a:p>
        </p:txBody>
      </p:sp>
      <p:pic>
        <p:nvPicPr>
          <p:cNvPr id="2970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2362200"/>
            <a:ext cx="87296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TextBox 68"/>
          <p:cNvSpPr txBox="1"/>
          <p:nvPr/>
        </p:nvSpPr>
        <p:spPr>
          <a:xfrm>
            <a:off x="864745" y="3929063"/>
            <a:ext cx="3775518" cy="2123650"/>
          </a:xfrm>
          <a:prstGeom prst="rect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 lIns="91431" tIns="45716" rIns="91431" bIns="45716">
            <a:spAutoFit/>
          </a:bodyPr>
          <a:lstStyle/>
          <a:p>
            <a:pPr>
              <a:defRPr/>
            </a:pPr>
            <a:r>
              <a:rPr lang="en-US" sz="2200" b="1" u="sng" dirty="0">
                <a:latin typeface="+mn-lt"/>
              </a:rPr>
              <a:t>File </a:t>
            </a:r>
            <a:r>
              <a:rPr lang="en-US" sz="2200" b="1" i="1" u="sng" dirty="0">
                <a:latin typeface="Times New Roman"/>
                <a:cs typeface="Times New Roman"/>
              </a:rPr>
              <a:t>A</a:t>
            </a:r>
            <a:r>
              <a:rPr lang="en-US" sz="2200" b="1" u="sng" dirty="0">
                <a:latin typeface="+mn-lt"/>
              </a:rPr>
              <a:t>:</a:t>
            </a:r>
          </a:p>
          <a:p>
            <a:pPr marL="342866" indent="-342866">
              <a:buFont typeface="Arial"/>
              <a:buChar char="•"/>
              <a:defRPr/>
            </a:pPr>
            <a:r>
              <a:rPr lang="en-US" sz="2200" dirty="0">
                <a:latin typeface="+mn-lt"/>
              </a:rPr>
              <a:t>This file cannot be expanded for new record.</a:t>
            </a:r>
          </a:p>
          <a:p>
            <a:pPr marL="342866" indent="-342866">
              <a:buFont typeface="Arial"/>
              <a:buChar char="•"/>
              <a:defRPr/>
            </a:pPr>
            <a:endParaRPr lang="en-US" sz="2200" dirty="0">
              <a:latin typeface="+mn-lt"/>
            </a:endParaRPr>
          </a:p>
          <a:p>
            <a:pPr marL="342866" indent="-342866">
              <a:buFont typeface="Arial"/>
              <a:buChar char="•"/>
              <a:defRPr/>
            </a:pPr>
            <a:r>
              <a:rPr lang="en-US" sz="2200" b="1" dirty="0">
                <a:latin typeface="+mn-lt"/>
              </a:rPr>
              <a:t>Solution</a:t>
            </a:r>
            <a:r>
              <a:rPr lang="en-US" sz="2200" dirty="0">
                <a:latin typeface="+mn-lt"/>
              </a:rPr>
              <a:t>: rewrite into a larger storage area.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30788" y="3929063"/>
            <a:ext cx="3581400" cy="2123650"/>
          </a:xfrm>
          <a:prstGeom prst="rect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prstDash val="dash"/>
          </a:ln>
        </p:spPr>
        <p:txBody>
          <a:bodyPr lIns="91431" tIns="45716" rIns="91431" bIns="45716">
            <a:spAutoFit/>
          </a:bodyPr>
          <a:lstStyle/>
          <a:p>
            <a:pPr>
              <a:defRPr/>
            </a:pPr>
            <a:r>
              <a:rPr lang="en-US" sz="2200" b="1" u="sng" dirty="0">
                <a:latin typeface="+mn-lt"/>
              </a:rPr>
              <a:t>File </a:t>
            </a:r>
            <a:r>
              <a:rPr lang="en-US" sz="2200" b="1" i="1" u="sng" dirty="0">
                <a:latin typeface="Times New Roman"/>
                <a:cs typeface="Times New Roman"/>
              </a:rPr>
              <a:t>B</a:t>
            </a:r>
            <a:r>
              <a:rPr lang="en-US" sz="2200" b="1" u="sng" dirty="0">
                <a:latin typeface="+mn-lt"/>
              </a:rPr>
              <a:t>:</a:t>
            </a:r>
          </a:p>
          <a:p>
            <a:pPr marL="342866" indent="-342866">
              <a:buFont typeface="Arial"/>
              <a:buChar char="•"/>
              <a:defRPr/>
            </a:pPr>
            <a:r>
              <a:rPr lang="en-US" sz="2200" dirty="0">
                <a:latin typeface="+mn-lt"/>
              </a:rPr>
              <a:t>This file can be expanded by only one record that replacing the free space at slot 10.</a:t>
            </a:r>
          </a:p>
          <a:p>
            <a:pPr>
              <a:defRPr/>
            </a:pPr>
            <a:endParaRPr lang="en-US" sz="2200" dirty="0">
              <a:latin typeface="+mn-lt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44463" y="3014663"/>
            <a:ext cx="8999537" cy="338137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FF0000"/>
                </a:solidFill>
                <a:latin typeface="+mn-lt"/>
              </a:rPr>
              <a:t>Slot: 0          1 	2           3 	          4           5          6           7          8           9         10         11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1250" y="2300288"/>
            <a:ext cx="7739063" cy="1549400"/>
          </a:xfrm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A file will grow slowly over a long period (months or years) must be </a:t>
            </a:r>
            <a:r>
              <a:rPr lang="en-US" sz="2200" u="sng">
                <a:latin typeface="Helvetica" charset="0"/>
                <a:ea typeface="MS PGothic" charset="0"/>
              </a:rPr>
              <a:t>allocated enough space</a:t>
            </a:r>
            <a:r>
              <a:rPr lang="en-US" sz="2200">
                <a:latin typeface="Helvetica" charset="0"/>
                <a:ea typeface="MS PGothic" charset="0"/>
              </a:rPr>
              <a:t> for its final size, even though much of the </a:t>
            </a:r>
            <a:r>
              <a:rPr lang="en-US" sz="2200" u="sng">
                <a:latin typeface="Helvetica" charset="0"/>
                <a:ea typeface="MS PGothic" charset="0"/>
              </a:rPr>
              <a:t>spaces will be unused</a:t>
            </a:r>
            <a:r>
              <a:rPr lang="en-US" sz="2200">
                <a:latin typeface="Helvetica" charset="0"/>
                <a:ea typeface="MS PGothic" charset="0"/>
              </a:rPr>
              <a:t> for a long time </a:t>
            </a:r>
            <a:r>
              <a:rPr lang="en-US" sz="2200">
                <a:latin typeface="Helvetica" charset="0"/>
                <a:ea typeface="MS PGothic" charset="0"/>
                <a:sym typeface="Wingdings" charset="0"/>
              </a:rPr>
              <a:t> </a:t>
            </a:r>
            <a:r>
              <a:rPr lang="en-US" sz="2200">
                <a:solidFill>
                  <a:srgbClr val="FF0000"/>
                </a:solidFill>
                <a:latin typeface="Helvetica" charset="0"/>
                <a:ea typeface="MS PGothic" charset="0"/>
                <a:sym typeface="Wingdings" charset="0"/>
              </a:rPr>
              <a:t>internal fragmentation</a:t>
            </a:r>
            <a:r>
              <a:rPr lang="en-US" sz="2200">
                <a:latin typeface="Helvetica" charset="0"/>
                <a:ea typeface="MS PGothic" charset="0"/>
                <a:sym typeface="Wingdings" charset="0"/>
              </a:rPr>
              <a:t>.</a:t>
            </a:r>
            <a:endParaRPr lang="en-US" sz="2200">
              <a:latin typeface="Helvetica" charset="0"/>
              <a:ea typeface="MS PGothic" charset="0"/>
            </a:endParaRPr>
          </a:p>
        </p:txBody>
      </p:sp>
      <p:sp>
        <p:nvSpPr>
          <p:cNvPr id="31747" name="Rectangle 2"/>
          <p:cNvSpPr txBox="1">
            <a:spLocks noChangeArrowheads="1"/>
          </p:cNvSpPr>
          <p:nvPr/>
        </p:nvSpPr>
        <p:spPr bwMode="auto">
          <a:xfrm>
            <a:off x="1000125" y="1468438"/>
            <a:ext cx="567372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b="1" u="sng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Extent-based systems</a:t>
            </a:r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31751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2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31749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1101725" y="4303713"/>
            <a:ext cx="7737475" cy="238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1313" indent="-341313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1363" indent="-284163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 b="1" u="sng">
                <a:latin typeface="Helvetica" charset="0"/>
              </a:rPr>
              <a:t>Solution</a:t>
            </a:r>
            <a:r>
              <a:rPr kumimoji="1" lang="en-US" sz="2200">
                <a:latin typeface="Helvetica" charset="0"/>
              </a:rPr>
              <a:t>: </a:t>
            </a:r>
            <a:r>
              <a:rPr kumimoji="1" lang="en-US" sz="2200" b="1">
                <a:solidFill>
                  <a:srgbClr val="66CCFF"/>
                </a:solidFill>
                <a:latin typeface="Helvetica" charset="0"/>
              </a:rPr>
              <a:t>Modified Contiguous-Allocation</a:t>
            </a:r>
            <a:r>
              <a:rPr kumimoji="1" lang="en-US" sz="2200">
                <a:latin typeface="Helvetica" charset="0"/>
              </a:rPr>
              <a:t> scheme.</a:t>
            </a:r>
          </a:p>
          <a:p>
            <a:pPr lvl="1">
              <a:spcAft>
                <a:spcPts val="1200"/>
              </a:spcAft>
              <a:buClr>
                <a:srgbClr val="CC6600"/>
              </a:buClr>
              <a:buSzPct val="80000"/>
              <a:buFont typeface="Wingdings" charset="0"/>
              <a:buChar char="ü"/>
            </a:pPr>
            <a:r>
              <a:rPr kumimoji="1" lang="en-US" sz="2200">
                <a:latin typeface="Helvetica" charset="0"/>
                <a:sym typeface="Wingdings" charset="0"/>
              </a:rPr>
              <a:t>A contiguous block of space is allocated initially.</a:t>
            </a:r>
          </a:p>
          <a:p>
            <a:pPr lvl="1">
              <a:spcAft>
                <a:spcPts val="1200"/>
              </a:spcAft>
              <a:buClr>
                <a:srgbClr val="CC6600"/>
              </a:buClr>
              <a:buSzPct val="80000"/>
              <a:buFont typeface="Wingdings" charset="0"/>
              <a:buChar char="ü"/>
            </a:pPr>
            <a:r>
              <a:rPr kumimoji="1" lang="en-US" sz="2200">
                <a:latin typeface="Helvetica" charset="0"/>
                <a:sym typeface="Wingdings" charset="0"/>
              </a:rPr>
              <a:t>If not enough, another contiguous block, known as </a:t>
            </a:r>
            <a:r>
              <a:rPr kumimoji="1" lang="en-US" sz="2200" b="1">
                <a:solidFill>
                  <a:srgbClr val="66CCFF"/>
                </a:solidFill>
                <a:latin typeface="Helvetica" charset="0"/>
                <a:sym typeface="Wingdings" charset="0"/>
              </a:rPr>
              <a:t>extent</a:t>
            </a:r>
            <a:r>
              <a:rPr kumimoji="1" lang="en-US" sz="2200">
                <a:latin typeface="Helvetica" charset="0"/>
                <a:sym typeface="Wingdings" charset="0"/>
              </a:rPr>
              <a:t>, is added.</a:t>
            </a:r>
          </a:p>
          <a:p>
            <a:pPr lvl="1">
              <a:spcAft>
                <a:spcPts val="1200"/>
              </a:spcAft>
              <a:buClr>
                <a:srgbClr val="CC6600"/>
              </a:buClr>
              <a:buSzPct val="80000"/>
              <a:buFont typeface="Wingdings" charset="0"/>
              <a:buChar char="ü"/>
            </a:pPr>
            <a:r>
              <a:rPr kumimoji="1" lang="en-US" sz="2200">
                <a:latin typeface="Helvetica" charset="0"/>
              </a:rPr>
              <a:t>A file may consists of one or more extent blocks.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33794" name="Rectangle 2"/>
          <p:cNvSpPr txBox="1">
            <a:spLocks noChangeArrowheads="1"/>
          </p:cNvSpPr>
          <p:nvPr/>
        </p:nvSpPr>
        <p:spPr bwMode="auto">
          <a:xfrm>
            <a:off x="2260600" y="887413"/>
            <a:ext cx="6426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2800" b="1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(b) Linked allocation</a:t>
            </a:r>
          </a:p>
        </p:txBody>
      </p:sp>
      <p:grpSp>
        <p:nvGrpSpPr>
          <p:cNvPr id="33795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33798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799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33796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33797" name="Content Placeholder 2"/>
          <p:cNvSpPr txBox="1">
            <a:spLocks/>
          </p:cNvSpPr>
          <p:nvPr/>
        </p:nvSpPr>
        <p:spPr bwMode="auto">
          <a:xfrm>
            <a:off x="1108075" y="2054225"/>
            <a:ext cx="749935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1313" indent="-341313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1363" indent="-284163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Each file is a linked list of blocks.</a:t>
            </a:r>
          </a:p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No </a:t>
            </a:r>
            <a:r>
              <a:rPr kumimoji="1" lang="en-US" sz="2200">
                <a:solidFill>
                  <a:srgbClr val="FF0000"/>
                </a:solidFill>
                <a:latin typeface="Helvetica" charset="0"/>
              </a:rPr>
              <a:t>external fragmentation</a:t>
            </a:r>
            <a:r>
              <a:rPr kumimoji="1" lang="en-US" sz="2200">
                <a:latin typeface="Helvetica" charset="0"/>
              </a:rPr>
              <a:t>.</a:t>
            </a:r>
          </a:p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Each block contains </a:t>
            </a:r>
            <a:r>
              <a:rPr kumimoji="1" lang="en-US" sz="2200" b="1">
                <a:solidFill>
                  <a:srgbClr val="66CCFF"/>
                </a:solidFill>
                <a:latin typeface="Helvetica" charset="0"/>
              </a:rPr>
              <a:t>pointer</a:t>
            </a:r>
            <a:r>
              <a:rPr kumimoji="1" lang="en-US" sz="2200">
                <a:latin typeface="Helvetica" charset="0"/>
              </a:rPr>
              <a:t> to next block.</a:t>
            </a:r>
          </a:p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 b="1">
                <a:solidFill>
                  <a:srgbClr val="66CCFF"/>
                </a:solidFill>
                <a:latin typeface="Helvetica" charset="0"/>
              </a:rPr>
              <a:t>Free space management system</a:t>
            </a:r>
            <a:r>
              <a:rPr kumimoji="1" lang="en-US" sz="2200">
                <a:latin typeface="Helvetica" charset="0"/>
              </a:rPr>
              <a:t> called when new block needed.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0"/>
              <a:buChar char="l"/>
            </a:pPr>
            <a:endParaRPr kumimoji="1" lang="en-US" sz="1800">
              <a:latin typeface="Helvetica" charset="0"/>
            </a:endParaRPr>
          </a:p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endParaRPr kumimoji="1" lang="en-US" sz="2200">
              <a:latin typeface="Helvetica" charset="0"/>
            </a:endParaRPr>
          </a:p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endParaRPr kumimoji="1" lang="en-US" sz="2200">
              <a:latin typeface="Helvetica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7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39951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52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39938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pic>
        <p:nvPicPr>
          <p:cNvPr id="39939" name="Picture 1" descr="Screen Shot 2018-04-26 at 12.54.4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163" y="949325"/>
            <a:ext cx="5634037" cy="587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/>
          </p:cNvPr>
          <p:cNvSpPr txBox="1"/>
          <p:nvPr/>
        </p:nvSpPr>
        <p:spPr>
          <a:xfrm>
            <a:off x="6026150" y="5851525"/>
            <a:ext cx="3117850" cy="646113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66CCFF"/>
                </a:solidFill>
                <a:latin typeface="+mn-lt"/>
              </a:rPr>
              <a:t>Figure 11.6</a:t>
            </a:r>
            <a:r>
              <a:rPr lang="en-US" dirty="0">
                <a:latin typeface="+mn-lt"/>
              </a:rPr>
              <a:t>  Linked allocation of disk space.</a:t>
            </a:r>
            <a:endParaRPr lang="en-MY" dirty="0">
              <a:latin typeface="+mn-lt"/>
            </a:endParaRPr>
          </a:p>
        </p:txBody>
      </p:sp>
      <p:sp>
        <p:nvSpPr>
          <p:cNvPr id="39941" name="Rectangle 3"/>
          <p:cNvSpPr txBox="1">
            <a:spLocks noChangeArrowheads="1"/>
          </p:cNvSpPr>
          <p:nvPr/>
        </p:nvSpPr>
        <p:spPr bwMode="auto">
          <a:xfrm>
            <a:off x="211138" y="2181225"/>
            <a:ext cx="3140075" cy="383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1313" indent="-341313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A file of five blocks start at blocks 9 and continue at block 16, then block 1, then block 10, and finally block 25.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Each block contains a pointer to the next block.</a:t>
            </a:r>
          </a:p>
        </p:txBody>
      </p:sp>
      <p:sp>
        <p:nvSpPr>
          <p:cNvPr id="39942" name="Rectangle 14"/>
          <p:cNvSpPr>
            <a:spLocks noChangeArrowheads="1"/>
          </p:cNvSpPr>
          <p:nvPr/>
        </p:nvSpPr>
        <p:spPr bwMode="auto">
          <a:xfrm>
            <a:off x="214313" y="1123950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39943" name="TextBox 1"/>
          <p:cNvSpPr txBox="1">
            <a:spLocks noChangeArrowheads="1"/>
          </p:cNvSpPr>
          <p:nvPr/>
        </p:nvSpPr>
        <p:spPr bwMode="auto">
          <a:xfrm>
            <a:off x="446088" y="1217613"/>
            <a:ext cx="17160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3 :</a:t>
            </a:r>
          </a:p>
        </p:txBody>
      </p:sp>
      <p:sp>
        <p:nvSpPr>
          <p:cNvPr id="39944" name="TextBox 16"/>
          <p:cNvSpPr txBox="1">
            <a:spLocks noChangeArrowheads="1"/>
          </p:cNvSpPr>
          <p:nvPr/>
        </p:nvSpPr>
        <p:spPr bwMode="auto">
          <a:xfrm>
            <a:off x="450850" y="1763713"/>
            <a:ext cx="1017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400">
                <a:solidFill>
                  <a:srgbClr val="66CCFF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(Page: 508)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495800" y="3167063"/>
            <a:ext cx="203200" cy="204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pPr algn="ctr">
              <a:lnSpc>
                <a:spcPct val="80000"/>
              </a:lnSpc>
            </a:pPr>
            <a:r>
              <a:rPr lang="en-US" sz="1000" dirty="0">
                <a:solidFill>
                  <a:srgbClr val="F7FBE9"/>
                </a:solidFill>
                <a:latin typeface="+mn-lt"/>
              </a:rPr>
              <a:t>16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941763" y="4302125"/>
            <a:ext cx="203200" cy="2047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pPr>
              <a:lnSpc>
                <a:spcPct val="80000"/>
              </a:lnSpc>
            </a:pPr>
            <a:r>
              <a:rPr lang="en-US" sz="1000" dirty="0">
                <a:solidFill>
                  <a:schemeClr val="bg1"/>
                </a:solidFill>
                <a:latin typeface="+mn-lt"/>
              </a:rPr>
              <a:t>1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4486275" y="2036763"/>
            <a:ext cx="203200" cy="204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pPr algn="ctr">
              <a:lnSpc>
                <a:spcPct val="80000"/>
              </a:lnSpc>
            </a:pPr>
            <a:r>
              <a:rPr lang="en-US" sz="1000" dirty="0">
                <a:solidFill>
                  <a:schemeClr val="bg1"/>
                </a:solidFill>
                <a:latin typeface="+mn-lt"/>
              </a:rPr>
              <a:t>10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5040313" y="3170238"/>
            <a:ext cx="203200" cy="204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pPr algn="ctr">
              <a:lnSpc>
                <a:spcPct val="80000"/>
              </a:lnSpc>
            </a:pPr>
            <a:r>
              <a:rPr lang="en-US" sz="1000" dirty="0">
                <a:solidFill>
                  <a:srgbClr val="F7FBE9"/>
                </a:solidFill>
                <a:latin typeface="+mn-lt"/>
              </a:rPr>
              <a:t>25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4500563" y="5427663"/>
            <a:ext cx="201612" cy="204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pPr algn="ctr">
              <a:lnSpc>
                <a:spcPct val="80000"/>
              </a:lnSpc>
            </a:pPr>
            <a:r>
              <a:rPr lang="en-US" sz="1000" dirty="0">
                <a:solidFill>
                  <a:srgbClr val="F7FBE9"/>
                </a:solidFill>
                <a:latin typeface="+mn-lt"/>
              </a:rPr>
              <a:t>−</a:t>
            </a:r>
          </a:p>
        </p:txBody>
      </p:sp>
      <p:cxnSp>
        <p:nvCxnSpPr>
          <p:cNvPr id="39950" name="Straight Connector 21"/>
          <p:cNvCxnSpPr>
            <a:cxnSpLocks noChangeShapeType="1"/>
          </p:cNvCxnSpPr>
          <p:nvPr/>
        </p:nvCxnSpPr>
        <p:spPr bwMode="auto">
          <a:xfrm flipV="1">
            <a:off x="6403975" y="1782763"/>
            <a:ext cx="256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grpSp>
        <p:nvGrpSpPr>
          <p:cNvPr id="32770" name="Group 59"/>
          <p:cNvGrpSpPr>
            <a:grpSpLocks/>
          </p:cNvGrpSpPr>
          <p:nvPr/>
        </p:nvGrpSpPr>
        <p:grpSpPr bwMode="auto">
          <a:xfrm>
            <a:off x="914400" y="2654560"/>
            <a:ext cx="3352800" cy="3810000"/>
            <a:chOff x="2209800" y="1295400"/>
            <a:chExt cx="3352800" cy="3810000"/>
          </a:xfrm>
          <a:noFill/>
        </p:grpSpPr>
        <p:sp>
          <p:nvSpPr>
            <p:cNvPr id="32884" name="Rectangle 3"/>
            <p:cNvSpPr>
              <a:spLocks noChangeArrowheads="1"/>
            </p:cNvSpPr>
            <p:nvPr/>
          </p:nvSpPr>
          <p:spPr bwMode="auto">
            <a:xfrm>
              <a:off x="22098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22098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886" name="Rectangle 6"/>
            <p:cNvSpPr>
              <a:spLocks noChangeArrowheads="1"/>
            </p:cNvSpPr>
            <p:nvPr/>
          </p:nvSpPr>
          <p:spPr bwMode="auto">
            <a:xfrm>
              <a:off x="30480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0480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888" name="Rectangle 9"/>
            <p:cNvSpPr>
              <a:spLocks noChangeArrowheads="1"/>
            </p:cNvSpPr>
            <p:nvPr/>
          </p:nvSpPr>
          <p:spPr bwMode="auto">
            <a:xfrm>
              <a:off x="38862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38862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890" name="Rectangle 12"/>
            <p:cNvSpPr>
              <a:spLocks noChangeArrowheads="1"/>
            </p:cNvSpPr>
            <p:nvPr/>
          </p:nvSpPr>
          <p:spPr bwMode="auto">
            <a:xfrm>
              <a:off x="47244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47244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892" name="Rectangle 15"/>
            <p:cNvSpPr>
              <a:spLocks noChangeArrowheads="1"/>
            </p:cNvSpPr>
            <p:nvPr/>
          </p:nvSpPr>
          <p:spPr bwMode="auto">
            <a:xfrm>
              <a:off x="22098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22098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894" name="Rectangle 18"/>
            <p:cNvSpPr>
              <a:spLocks noChangeArrowheads="1"/>
            </p:cNvSpPr>
            <p:nvPr/>
          </p:nvSpPr>
          <p:spPr bwMode="auto">
            <a:xfrm>
              <a:off x="30480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30480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896" name="Rectangle 21"/>
            <p:cNvSpPr>
              <a:spLocks noChangeArrowheads="1"/>
            </p:cNvSpPr>
            <p:nvPr/>
          </p:nvSpPr>
          <p:spPr bwMode="auto">
            <a:xfrm>
              <a:off x="38862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38862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898" name="Rectangle 24"/>
            <p:cNvSpPr>
              <a:spLocks noChangeArrowheads="1"/>
            </p:cNvSpPr>
            <p:nvPr/>
          </p:nvSpPr>
          <p:spPr bwMode="auto">
            <a:xfrm>
              <a:off x="47244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47244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2900" name="Rectangle 27"/>
            <p:cNvSpPr>
              <a:spLocks noChangeArrowheads="1"/>
            </p:cNvSpPr>
            <p:nvPr/>
          </p:nvSpPr>
          <p:spPr bwMode="auto">
            <a:xfrm>
              <a:off x="22098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22098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2902" name="Rectangle 30"/>
            <p:cNvSpPr>
              <a:spLocks noChangeArrowheads="1"/>
            </p:cNvSpPr>
            <p:nvPr/>
          </p:nvSpPr>
          <p:spPr bwMode="auto">
            <a:xfrm>
              <a:off x="30480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30480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904" name="Rectangle 33"/>
            <p:cNvSpPr>
              <a:spLocks noChangeArrowheads="1"/>
            </p:cNvSpPr>
            <p:nvPr/>
          </p:nvSpPr>
          <p:spPr bwMode="auto">
            <a:xfrm>
              <a:off x="38862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38862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2906" name="Rectangle 36"/>
            <p:cNvSpPr>
              <a:spLocks noChangeArrowheads="1"/>
            </p:cNvSpPr>
            <p:nvPr/>
          </p:nvSpPr>
          <p:spPr bwMode="auto">
            <a:xfrm>
              <a:off x="47244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47244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2908" name="Rectangle 39"/>
            <p:cNvSpPr>
              <a:spLocks noChangeArrowheads="1"/>
            </p:cNvSpPr>
            <p:nvPr/>
          </p:nvSpPr>
          <p:spPr bwMode="auto">
            <a:xfrm>
              <a:off x="22098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22098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2910" name="Rectangle 42"/>
            <p:cNvSpPr>
              <a:spLocks noChangeArrowheads="1"/>
            </p:cNvSpPr>
            <p:nvPr/>
          </p:nvSpPr>
          <p:spPr bwMode="auto">
            <a:xfrm>
              <a:off x="30480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30480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2912" name="Rectangle 45"/>
            <p:cNvSpPr>
              <a:spLocks noChangeArrowheads="1"/>
            </p:cNvSpPr>
            <p:nvPr/>
          </p:nvSpPr>
          <p:spPr bwMode="auto">
            <a:xfrm>
              <a:off x="38862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38862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2914" name="Rectangle 48"/>
            <p:cNvSpPr>
              <a:spLocks noChangeArrowheads="1"/>
            </p:cNvSpPr>
            <p:nvPr/>
          </p:nvSpPr>
          <p:spPr bwMode="auto">
            <a:xfrm>
              <a:off x="47244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47244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2916" name="Rectangle 51"/>
            <p:cNvSpPr>
              <a:spLocks noChangeArrowheads="1"/>
            </p:cNvSpPr>
            <p:nvPr/>
          </p:nvSpPr>
          <p:spPr bwMode="auto">
            <a:xfrm>
              <a:off x="22098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22098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32918" name="Rectangle 54"/>
            <p:cNvSpPr>
              <a:spLocks noChangeArrowheads="1"/>
            </p:cNvSpPr>
            <p:nvPr/>
          </p:nvSpPr>
          <p:spPr bwMode="auto">
            <a:xfrm>
              <a:off x="30480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30480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2920" name="Rectangle 57"/>
            <p:cNvSpPr>
              <a:spLocks noChangeArrowheads="1"/>
            </p:cNvSpPr>
            <p:nvPr/>
          </p:nvSpPr>
          <p:spPr bwMode="auto">
            <a:xfrm>
              <a:off x="38862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38862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32922" name="Rectangle 60"/>
            <p:cNvSpPr>
              <a:spLocks noChangeArrowheads="1"/>
            </p:cNvSpPr>
            <p:nvPr/>
          </p:nvSpPr>
          <p:spPr bwMode="auto">
            <a:xfrm>
              <a:off x="47244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47244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4953000" y="5168900"/>
          <a:ext cx="38862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File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No. Extents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" name="Rectangle 87"/>
          <p:cNvSpPr>
            <a:spLocks noChangeArrowheads="1"/>
          </p:cNvSpPr>
          <p:nvPr/>
        </p:nvSpPr>
        <p:spPr bwMode="auto">
          <a:xfrm>
            <a:off x="1752600" y="2654300"/>
            <a:ext cx="838200" cy="762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89" name="Rectangle 88"/>
          <p:cNvSpPr/>
          <p:nvPr/>
        </p:nvSpPr>
        <p:spPr bwMode="auto">
          <a:xfrm>
            <a:off x="1752600" y="2654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133600" y="2654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  <p:sp>
        <p:nvSpPr>
          <p:cNvPr id="91" name="Rectangle 90"/>
          <p:cNvSpPr>
            <a:spLocks noChangeArrowheads="1"/>
          </p:cNvSpPr>
          <p:nvPr/>
        </p:nvSpPr>
        <p:spPr bwMode="auto">
          <a:xfrm>
            <a:off x="3429000" y="3416300"/>
            <a:ext cx="838200" cy="762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92" name="Rectangle 91"/>
          <p:cNvSpPr/>
          <p:nvPr/>
        </p:nvSpPr>
        <p:spPr bwMode="auto">
          <a:xfrm>
            <a:off x="3429000" y="3416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  <p:sp>
        <p:nvSpPr>
          <p:cNvPr id="93" name="Rectangle 92"/>
          <p:cNvSpPr/>
          <p:nvPr/>
        </p:nvSpPr>
        <p:spPr bwMode="auto">
          <a:xfrm>
            <a:off x="3810000" y="3416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1752600" y="5702300"/>
            <a:ext cx="838200" cy="762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95" name="Rectangle 94"/>
          <p:cNvSpPr/>
          <p:nvPr/>
        </p:nvSpPr>
        <p:spPr bwMode="auto">
          <a:xfrm>
            <a:off x="1752600" y="5702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  <p:sp>
        <p:nvSpPr>
          <p:cNvPr id="96" name="Rectangle 95"/>
          <p:cNvSpPr/>
          <p:nvPr/>
        </p:nvSpPr>
        <p:spPr bwMode="auto">
          <a:xfrm>
            <a:off x="2133600" y="5702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-</a:t>
            </a:r>
          </a:p>
        </p:txBody>
      </p:sp>
      <p:sp>
        <p:nvSpPr>
          <p:cNvPr id="97" name="Rectangle 96"/>
          <p:cNvSpPr>
            <a:spLocks noChangeArrowheads="1"/>
          </p:cNvSpPr>
          <p:nvPr/>
        </p:nvSpPr>
        <p:spPr bwMode="auto">
          <a:xfrm>
            <a:off x="3429000" y="5702300"/>
            <a:ext cx="838200" cy="762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98" name="Rectangle 97"/>
          <p:cNvSpPr/>
          <p:nvPr/>
        </p:nvSpPr>
        <p:spPr bwMode="auto">
          <a:xfrm>
            <a:off x="3429000" y="5702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99" name="Rectangle 98"/>
          <p:cNvSpPr/>
          <p:nvPr/>
        </p:nvSpPr>
        <p:spPr bwMode="auto">
          <a:xfrm>
            <a:off x="3810000" y="5702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  <p:sp>
        <p:nvSpPr>
          <p:cNvPr id="106" name="Rectangle 105"/>
          <p:cNvSpPr/>
          <p:nvPr/>
        </p:nvSpPr>
        <p:spPr bwMode="auto">
          <a:xfrm>
            <a:off x="2590800" y="2654300"/>
            <a:ext cx="838200" cy="76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>
              <a:defRPr/>
            </a:pPr>
            <a:endParaRPr lang="en-US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7" name="Rectangle 106"/>
          <p:cNvSpPr/>
          <p:nvPr/>
        </p:nvSpPr>
        <p:spPr bwMode="auto">
          <a:xfrm>
            <a:off x="2590800" y="2654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108" name="Rectangle 107"/>
          <p:cNvSpPr/>
          <p:nvPr/>
        </p:nvSpPr>
        <p:spPr bwMode="auto">
          <a:xfrm>
            <a:off x="2971800" y="2654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 bwMode="auto">
          <a:xfrm>
            <a:off x="1752600" y="3416300"/>
            <a:ext cx="838200" cy="76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>
              <a:defRPr/>
            </a:pPr>
            <a:endParaRPr lang="en-US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1752600" y="3416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2133600" y="3416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112" name="Rectangle 111"/>
          <p:cNvSpPr/>
          <p:nvPr/>
        </p:nvSpPr>
        <p:spPr bwMode="auto">
          <a:xfrm>
            <a:off x="2590800" y="4178300"/>
            <a:ext cx="838200" cy="76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>
              <a:defRPr/>
            </a:pPr>
            <a:endParaRPr lang="en-US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3" name="Rectangle 112"/>
          <p:cNvSpPr/>
          <p:nvPr/>
        </p:nvSpPr>
        <p:spPr bwMode="auto">
          <a:xfrm>
            <a:off x="2590800" y="4178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114" name="Rectangle 113"/>
          <p:cNvSpPr/>
          <p:nvPr/>
        </p:nvSpPr>
        <p:spPr bwMode="auto">
          <a:xfrm>
            <a:off x="2971800" y="41783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-</a:t>
            </a:r>
          </a:p>
        </p:txBody>
      </p:sp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4953000" y="5168900"/>
          <a:ext cx="38862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File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No. Extents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4960938" y="5168900"/>
          <a:ext cx="38862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File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No. Extents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Group 100"/>
          <p:cNvGrpSpPr>
            <a:grpSpLocks/>
          </p:cNvGrpSpPr>
          <p:nvPr/>
        </p:nvGrpSpPr>
        <p:grpSpPr bwMode="auto">
          <a:xfrm>
            <a:off x="2282825" y="2273300"/>
            <a:ext cx="2365375" cy="1601788"/>
            <a:chOff x="2283468" y="2057400"/>
            <a:chExt cx="2364732" cy="1601788"/>
          </a:xfrm>
        </p:grpSpPr>
        <p:cxnSp>
          <p:nvCxnSpPr>
            <p:cNvPr id="42099" name="Straight Connector 71"/>
            <p:cNvCxnSpPr>
              <a:cxnSpLocks noChangeShapeType="1"/>
            </p:cNvCxnSpPr>
            <p:nvPr/>
          </p:nvCxnSpPr>
          <p:spPr bwMode="auto">
            <a:xfrm flipV="1">
              <a:off x="2283468" y="2058798"/>
              <a:ext cx="1594" cy="370548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2100" name="Straight Connector 73"/>
            <p:cNvCxnSpPr>
              <a:cxnSpLocks noChangeShapeType="1"/>
            </p:cNvCxnSpPr>
            <p:nvPr/>
          </p:nvCxnSpPr>
          <p:spPr bwMode="auto">
            <a:xfrm>
              <a:off x="2286000" y="2057400"/>
              <a:ext cx="23622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2101" name="Straight Connector 75"/>
            <p:cNvCxnSpPr>
              <a:cxnSpLocks noChangeShapeType="1"/>
            </p:cNvCxnSpPr>
            <p:nvPr/>
          </p:nvCxnSpPr>
          <p:spPr bwMode="auto">
            <a:xfrm rot="5400000">
              <a:off x="3848100" y="2857500"/>
              <a:ext cx="16002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2102" name="Straight Arrow Connector 77"/>
            <p:cNvCxnSpPr>
              <a:cxnSpLocks noChangeShapeType="1"/>
            </p:cNvCxnSpPr>
            <p:nvPr/>
          </p:nvCxnSpPr>
          <p:spPr bwMode="auto">
            <a:xfrm rot="10800000">
              <a:off x="4267200" y="3657600"/>
              <a:ext cx="381000" cy="1588"/>
            </a:xfrm>
            <a:prstGeom prst="straightConnector1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6" name="Group 104"/>
          <p:cNvGrpSpPr>
            <a:grpSpLocks/>
          </p:cNvGrpSpPr>
          <p:nvPr/>
        </p:nvGrpSpPr>
        <p:grpSpPr bwMode="auto">
          <a:xfrm>
            <a:off x="4267200" y="4025900"/>
            <a:ext cx="381000" cy="2135188"/>
            <a:chOff x="4267200" y="3810000"/>
            <a:chExt cx="381000" cy="2135188"/>
          </a:xfrm>
        </p:grpSpPr>
        <p:cxnSp>
          <p:nvCxnSpPr>
            <p:cNvPr id="42096" name="Straight Connector 84"/>
            <p:cNvCxnSpPr>
              <a:cxnSpLocks noChangeShapeType="1"/>
            </p:cNvCxnSpPr>
            <p:nvPr/>
          </p:nvCxnSpPr>
          <p:spPr bwMode="auto">
            <a:xfrm>
              <a:off x="4267200" y="3810000"/>
              <a:ext cx="3810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2097" name="Straight Connector 86"/>
            <p:cNvCxnSpPr>
              <a:cxnSpLocks noChangeShapeType="1"/>
            </p:cNvCxnSpPr>
            <p:nvPr/>
          </p:nvCxnSpPr>
          <p:spPr bwMode="auto">
            <a:xfrm rot="5400000">
              <a:off x="3581400" y="4876800"/>
              <a:ext cx="21336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2098" name="Straight Arrow Connector 99"/>
            <p:cNvCxnSpPr>
              <a:cxnSpLocks noChangeShapeType="1"/>
            </p:cNvCxnSpPr>
            <p:nvPr/>
          </p:nvCxnSpPr>
          <p:spPr bwMode="auto">
            <a:xfrm rot="10800000">
              <a:off x="4267200" y="5943600"/>
              <a:ext cx="381000" cy="1588"/>
            </a:xfrm>
            <a:prstGeom prst="straightConnector1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7" name="Group 123"/>
          <p:cNvGrpSpPr>
            <a:grpSpLocks/>
          </p:cNvGrpSpPr>
          <p:nvPr/>
        </p:nvGrpSpPr>
        <p:grpSpPr bwMode="auto">
          <a:xfrm>
            <a:off x="2209800" y="6462713"/>
            <a:ext cx="1676400" cy="306387"/>
            <a:chOff x="2209800" y="6246812"/>
            <a:chExt cx="1676400" cy="306388"/>
          </a:xfrm>
        </p:grpSpPr>
        <p:cxnSp>
          <p:nvCxnSpPr>
            <p:cNvPr id="42093" name="Straight Connector 85"/>
            <p:cNvCxnSpPr>
              <a:cxnSpLocks noChangeShapeType="1"/>
            </p:cNvCxnSpPr>
            <p:nvPr/>
          </p:nvCxnSpPr>
          <p:spPr bwMode="auto">
            <a:xfrm>
              <a:off x="2209800" y="6553200"/>
              <a:ext cx="16764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2094" name="Straight Connector 114"/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6400800"/>
              <a:ext cx="3048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2095" name="Straight Arrow Connector 119"/>
            <p:cNvCxnSpPr>
              <a:cxnSpLocks noChangeShapeType="1"/>
            </p:cNvCxnSpPr>
            <p:nvPr/>
          </p:nvCxnSpPr>
          <p:spPr bwMode="auto">
            <a:xfrm rot="5400000" flipH="1" flipV="1">
              <a:off x="2057003" y="6399609"/>
              <a:ext cx="306388" cy="794"/>
            </a:xfrm>
            <a:prstGeom prst="straightConnector1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9" name="Group 138"/>
          <p:cNvGrpSpPr>
            <a:grpSpLocks/>
          </p:cNvGrpSpPr>
          <p:nvPr/>
        </p:nvGrpSpPr>
        <p:grpSpPr bwMode="auto">
          <a:xfrm>
            <a:off x="457200" y="2425700"/>
            <a:ext cx="2743200" cy="1525588"/>
            <a:chOff x="457200" y="2209800"/>
            <a:chExt cx="2743200" cy="1525588"/>
          </a:xfrm>
        </p:grpSpPr>
        <p:cxnSp>
          <p:nvCxnSpPr>
            <p:cNvPr id="42089" name="Straight Connector 117"/>
            <p:cNvCxnSpPr>
              <a:cxnSpLocks noChangeShapeType="1"/>
            </p:cNvCxnSpPr>
            <p:nvPr/>
          </p:nvCxnSpPr>
          <p:spPr bwMode="auto">
            <a:xfrm>
              <a:off x="457200" y="2209800"/>
              <a:ext cx="27432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2090" name="Straight Connector 118"/>
            <p:cNvCxnSpPr>
              <a:cxnSpLocks noChangeShapeType="1"/>
            </p:cNvCxnSpPr>
            <p:nvPr/>
          </p:nvCxnSpPr>
          <p:spPr bwMode="auto">
            <a:xfrm rot="5400000">
              <a:off x="3086100" y="2324100"/>
              <a:ext cx="2286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2091" name="Straight Connector 128"/>
            <p:cNvCxnSpPr>
              <a:cxnSpLocks noChangeShapeType="1"/>
            </p:cNvCxnSpPr>
            <p:nvPr/>
          </p:nvCxnSpPr>
          <p:spPr bwMode="auto">
            <a:xfrm rot="5400000">
              <a:off x="-304800" y="2971800"/>
              <a:ext cx="15240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2092" name="Straight Arrow Connector 132"/>
            <p:cNvCxnSpPr>
              <a:cxnSpLocks noChangeShapeType="1"/>
            </p:cNvCxnSpPr>
            <p:nvPr/>
          </p:nvCxnSpPr>
          <p:spPr bwMode="auto">
            <a:xfrm>
              <a:off x="457200" y="3733800"/>
              <a:ext cx="1295400" cy="1588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10" name="Group 142"/>
          <p:cNvGrpSpPr>
            <a:grpSpLocks/>
          </p:cNvGrpSpPr>
          <p:nvPr/>
        </p:nvGrpSpPr>
        <p:grpSpPr bwMode="auto">
          <a:xfrm>
            <a:off x="2286000" y="4178300"/>
            <a:ext cx="304800" cy="534988"/>
            <a:chOff x="2286000" y="3962400"/>
            <a:chExt cx="304800" cy="534988"/>
          </a:xfrm>
        </p:grpSpPr>
        <p:cxnSp>
          <p:nvCxnSpPr>
            <p:cNvPr id="42087" name="Straight Connector 135"/>
            <p:cNvCxnSpPr>
              <a:cxnSpLocks noChangeShapeType="1"/>
            </p:cNvCxnSpPr>
            <p:nvPr/>
          </p:nvCxnSpPr>
          <p:spPr bwMode="auto">
            <a:xfrm rot="5400000">
              <a:off x="2019300" y="4229100"/>
              <a:ext cx="5334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2088" name="Straight Arrow Connector 137"/>
            <p:cNvCxnSpPr>
              <a:cxnSpLocks noChangeShapeType="1"/>
            </p:cNvCxnSpPr>
            <p:nvPr/>
          </p:nvCxnSpPr>
          <p:spPr bwMode="auto">
            <a:xfrm>
              <a:off x="2286000" y="4495800"/>
              <a:ext cx="304800" cy="1588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42079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42085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086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42080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42081" name="Rectangle 14"/>
          <p:cNvSpPr>
            <a:spLocks noChangeArrowheads="1"/>
          </p:cNvSpPr>
          <p:nvPr/>
        </p:nvSpPr>
        <p:spPr bwMode="auto">
          <a:xfrm>
            <a:off x="214313" y="949325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42082" name="TextBox 1"/>
          <p:cNvSpPr txBox="1">
            <a:spLocks noChangeArrowheads="1"/>
          </p:cNvSpPr>
          <p:nvPr/>
        </p:nvSpPr>
        <p:spPr bwMode="auto">
          <a:xfrm>
            <a:off x="446088" y="1042988"/>
            <a:ext cx="171608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4 :</a:t>
            </a:r>
          </a:p>
        </p:txBody>
      </p:sp>
      <p:sp>
        <p:nvSpPr>
          <p:cNvPr id="42083" name="Rectangle 3"/>
          <p:cNvSpPr txBox="1">
            <a:spLocks noChangeArrowheads="1"/>
          </p:cNvSpPr>
          <p:nvPr/>
        </p:nvSpPr>
        <p:spPr bwMode="auto">
          <a:xfrm>
            <a:off x="5187950" y="1019175"/>
            <a:ext cx="3473450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1313" indent="-341313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A linked allocation with File A starts at block 2 and continues at block 8, 20, and 18.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Each block includes its address and a pointer to the next block of the file as well as the data itself.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959350" y="4768850"/>
            <a:ext cx="3903663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Directory Entry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90" grpId="0" animBg="1"/>
      <p:bldP spid="93" grpId="0" animBg="1"/>
      <p:bldP spid="94" grpId="0" animBg="1"/>
      <p:bldP spid="96" grpId="0" animBg="1"/>
      <p:bldP spid="97" grpId="0" animBg="1"/>
      <p:bldP spid="99" grpId="0" animBg="1"/>
      <p:bldP spid="106" grpId="0" animBg="1"/>
      <p:bldP spid="108" grpId="0" animBg="1"/>
      <p:bldP spid="109" grpId="0" animBg="1"/>
      <p:bldP spid="111" grpId="0" animBg="1"/>
      <p:bldP spid="112" grpId="0" animBg="1"/>
      <p:bldP spid="1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grpSp>
        <p:nvGrpSpPr>
          <p:cNvPr id="43010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43017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18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43011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43012" name="Content Placeholder 2"/>
          <p:cNvSpPr txBox="1">
            <a:spLocks/>
          </p:cNvSpPr>
          <p:nvPr/>
        </p:nvSpPr>
        <p:spPr bwMode="auto">
          <a:xfrm>
            <a:off x="1108075" y="1350963"/>
            <a:ext cx="7499350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1313" indent="-341313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 dirty="0">
                <a:solidFill>
                  <a:srgbClr val="66CCFF"/>
                </a:solidFill>
                <a:latin typeface="Helvetica" charset="0"/>
              </a:rPr>
              <a:t>Example 3</a:t>
            </a:r>
            <a:r>
              <a:rPr kumimoji="1" lang="en-US" sz="2200" dirty="0">
                <a:latin typeface="Helvetica" charset="0"/>
              </a:rPr>
              <a:t> and </a:t>
            </a:r>
            <a:r>
              <a:rPr kumimoji="1" lang="en-US" sz="2200" dirty="0">
                <a:solidFill>
                  <a:srgbClr val="66CCFF"/>
                </a:solidFill>
                <a:latin typeface="Helvetica" charset="0"/>
              </a:rPr>
              <a:t>4</a:t>
            </a:r>
            <a:r>
              <a:rPr kumimoji="1" lang="en-US" sz="2200" dirty="0">
                <a:latin typeface="Helvetica" charset="0"/>
              </a:rPr>
              <a:t> are a </a:t>
            </a:r>
            <a:r>
              <a:rPr kumimoji="1" lang="en-US" sz="2200" u="sng" dirty="0">
                <a:latin typeface="Helvetica" charset="0"/>
              </a:rPr>
              <a:t>sequential-access</a:t>
            </a:r>
            <a:r>
              <a:rPr kumimoji="1" lang="en-US" sz="2200" dirty="0">
                <a:latin typeface="Helvetica" charset="0"/>
              </a:rPr>
              <a:t> files.</a:t>
            </a:r>
          </a:p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 dirty="0">
                <a:latin typeface="Helvetica" charset="0"/>
              </a:rPr>
              <a:t>To find the </a:t>
            </a:r>
            <a:r>
              <a:rPr kumimoji="1" lang="en-US" sz="2200" i="1" dirty="0" err="1">
                <a:latin typeface="Times New Roman" charset="0"/>
                <a:cs typeface="Times New Roman" charset="0"/>
              </a:rPr>
              <a:t>i</a:t>
            </a:r>
            <a:r>
              <a:rPr kumimoji="1" lang="en-US" sz="2200" dirty="0" err="1">
                <a:latin typeface="Helvetica" charset="0"/>
              </a:rPr>
              <a:t>-th</a:t>
            </a:r>
            <a:r>
              <a:rPr kumimoji="1" lang="en-US" sz="2200" dirty="0">
                <a:latin typeface="Helvetica" charset="0"/>
              </a:rPr>
              <a:t> block of a file, it starts at the beginning of that file and follow the pointers until the block.</a:t>
            </a:r>
          </a:p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endParaRPr kumimoji="1" lang="en-US" sz="2200" dirty="0">
              <a:latin typeface="Helvetica" charset="0"/>
            </a:endParaRPr>
          </a:p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endParaRPr kumimoji="1" lang="en-US" sz="2200" dirty="0">
              <a:latin typeface="Helvetica" charset="0"/>
            </a:endParaRP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108075" y="2692324"/>
            <a:ext cx="7499350" cy="1905000"/>
            <a:chOff x="1107954" y="3512594"/>
            <a:chExt cx="7498958" cy="1904905"/>
          </a:xfrm>
        </p:grpSpPr>
        <p:sp>
          <p:nvSpPr>
            <p:cNvPr id="43015" name="Rectangle 22"/>
            <p:cNvSpPr>
              <a:spLocks noChangeArrowheads="1"/>
            </p:cNvSpPr>
            <p:nvPr/>
          </p:nvSpPr>
          <p:spPr bwMode="auto">
            <a:xfrm>
              <a:off x="1229559" y="4012466"/>
              <a:ext cx="7377353" cy="140503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  <p:sp>
          <p:nvSpPr>
            <p:cNvPr id="19" name="Content Placeholder 2"/>
            <p:cNvSpPr txBox="1">
              <a:spLocks/>
            </p:cNvSpPr>
            <p:nvPr/>
          </p:nvSpPr>
          <p:spPr bwMode="auto">
            <a:xfrm>
              <a:off x="1107954" y="3512594"/>
              <a:ext cx="7498958" cy="1850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lIns="91435" tIns="45718" rIns="91435" bIns="45718"/>
            <a:lstStyle>
              <a:lvl1pPr marL="342883" indent="-342883">
                <a:spcBef>
                  <a:spcPts val="0"/>
                </a:spcBef>
                <a:spcAft>
                  <a:spcPts val="1200"/>
                </a:spcAft>
                <a:buClr>
                  <a:srgbClr val="993300"/>
                </a:buClr>
                <a:buSzPct val="90000"/>
                <a:buFont typeface="Wingdings" charset="2"/>
                <a:buChar char="§"/>
                <a:defRPr kumimoji="1" sz="2200">
                  <a:latin typeface="+mn-lt"/>
                  <a:ea typeface="MS PGothic" pitchFamily="34" charset="-128"/>
                </a:defRPr>
              </a:lvl1pPr>
              <a:lvl2pPr marL="742913" indent="-285736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0"/>
                <a:buChar char="l"/>
                <a:defRPr kumimoji="1">
                  <a:latin typeface="+mn-lt"/>
                  <a:ea typeface="MS PGothic" pitchFamily="34" charset="-128"/>
                </a:defRPr>
              </a:lvl2pPr>
              <a:lvl3pPr marL="1085796" indent="-228589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charset="0"/>
                <a:buChar char="4"/>
                <a:defRPr kumimoji="1">
                  <a:latin typeface="+mn-lt"/>
                  <a:ea typeface="MS PGothic" pitchFamily="34" charset="-128"/>
                </a:defRPr>
              </a:lvl3pPr>
              <a:lvl4pPr marL="1428678" indent="-228589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latin typeface="+mn-lt"/>
                  <a:ea typeface="MS PGothic" pitchFamily="34" charset="-128"/>
                </a:defRPr>
              </a:lvl4pPr>
              <a:lvl5pPr marL="1771561" indent="-228589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latin typeface="+mn-lt"/>
                  <a:ea typeface="MS PGothic" pitchFamily="34" charset="-128"/>
                </a:defRPr>
              </a:lvl5pPr>
              <a:lvl6pPr marL="2228738" indent="-228589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latin typeface="+mn-lt"/>
                  <a:ea typeface="ＭＳ Ｐゴシック" charset="-128"/>
                </a:defRPr>
              </a:lvl6pPr>
              <a:lvl7pPr marL="2685915" indent="-228589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latin typeface="+mn-lt"/>
                  <a:ea typeface="ＭＳ Ｐゴシック" charset="-128"/>
                </a:defRPr>
              </a:lvl7pPr>
              <a:lvl8pPr marL="3143093" indent="-228589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latin typeface="+mn-lt"/>
                  <a:ea typeface="ＭＳ Ｐゴシック" charset="-128"/>
                </a:defRPr>
              </a:lvl8pPr>
              <a:lvl9pPr marL="3600270" indent="-228589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latin typeface="+mn-lt"/>
                  <a:ea typeface="ＭＳ Ｐゴシック" charset="-128"/>
                </a:defRPr>
              </a:lvl9pPr>
            </a:lstStyle>
            <a:p>
              <a:pPr marL="0" indent="0">
                <a:buFont typeface="Wingdings" charset="2"/>
                <a:buNone/>
                <a:defRPr/>
              </a:pPr>
              <a:r>
                <a:rPr lang="en-US" b="1" u="sng" dirty="0"/>
                <a:t>Disadvantages</a:t>
              </a:r>
              <a:r>
                <a:rPr lang="en-US" dirty="0"/>
                <a:t>:</a:t>
              </a:r>
            </a:p>
            <a:p>
              <a:pPr>
                <a:defRPr/>
              </a:pPr>
              <a:r>
                <a:rPr lang="en-US" dirty="0"/>
                <a:t>Locating a block can take many I/</a:t>
              </a:r>
              <a:r>
                <a:rPr lang="en-US" dirty="0" err="1"/>
                <a:t>Os</a:t>
              </a:r>
              <a:r>
                <a:rPr lang="en-US" dirty="0"/>
                <a:t> and disk seeks.</a:t>
              </a:r>
            </a:p>
            <a:p>
              <a:pPr>
                <a:defRPr/>
              </a:pPr>
              <a:r>
                <a:rPr lang="en-US" dirty="0"/>
                <a:t>Reliability can be a problem (what if one of the pointers get corrupted?)</a:t>
              </a:r>
            </a:p>
            <a:p>
              <a:pPr>
                <a:defRPr/>
              </a:pPr>
              <a:endParaRPr lang="en-US" dirty="0"/>
            </a:p>
          </p:txBody>
        </p:sp>
      </p:grpSp>
      <p:sp>
        <p:nvSpPr>
          <p:cNvPr id="20" name="Content Placeholder 2"/>
          <p:cNvSpPr txBox="1">
            <a:spLocks/>
          </p:cNvSpPr>
          <p:nvPr/>
        </p:nvSpPr>
        <p:spPr bwMode="auto">
          <a:xfrm>
            <a:off x="1047750" y="4597324"/>
            <a:ext cx="7589838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2883" indent="-342883">
              <a:spcBef>
                <a:spcPts val="0"/>
              </a:spcBef>
              <a:spcAft>
                <a:spcPts val="1200"/>
              </a:spcAft>
              <a:buClr>
                <a:srgbClr val="993300"/>
              </a:buClr>
              <a:buSzPct val="90000"/>
              <a:buFont typeface="Wingdings" charset="2"/>
              <a:buChar char="§"/>
              <a:defRPr kumimoji="1" sz="2200">
                <a:latin typeface="+mn-lt"/>
                <a:ea typeface="MS PGothic" pitchFamily="34" charset="-128"/>
              </a:defRPr>
            </a:lvl1pPr>
            <a:lvl2pPr marL="742913" indent="-285736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latin typeface="+mn-lt"/>
                <a:ea typeface="MS PGothic" pitchFamily="34" charset="-128"/>
              </a:defRPr>
            </a:lvl2pPr>
            <a:lvl3pPr marL="1085796" indent="-228589">
              <a:spcBef>
                <a:spcPct val="35000"/>
              </a:spcBef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latin typeface="+mn-lt"/>
                <a:ea typeface="MS PGothic" pitchFamily="34" charset="-128"/>
              </a:defRPr>
            </a:lvl3pPr>
            <a:lvl4pPr marL="1428678" indent="-228589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latin typeface="+mn-lt"/>
                <a:ea typeface="MS PGothic" pitchFamily="34" charset="-128"/>
              </a:defRPr>
            </a:lvl4pPr>
            <a:lvl5pPr marL="1771561" indent="-228589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latin typeface="+mn-lt"/>
                <a:ea typeface="MS PGothic" pitchFamily="34" charset="-128"/>
              </a:defRPr>
            </a:lvl5pPr>
            <a:lvl6pPr marL="2228738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latin typeface="+mn-lt"/>
                <a:ea typeface="ＭＳ Ｐゴシック" charset="-128"/>
              </a:defRPr>
            </a:lvl6pPr>
            <a:lvl7pPr marL="2685915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latin typeface="+mn-lt"/>
                <a:ea typeface="ＭＳ Ｐゴシック" charset="-128"/>
              </a:defRPr>
            </a:lvl7pPr>
            <a:lvl8pPr marL="3143093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latin typeface="+mn-lt"/>
                <a:ea typeface="ＭＳ Ｐゴシック" charset="-128"/>
              </a:defRPr>
            </a:lvl8pPr>
            <a:lvl9pPr marL="3600270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charset="2"/>
              <a:buNone/>
              <a:defRPr/>
            </a:pPr>
            <a:r>
              <a:rPr lang="en-US" b="1" u="sng" dirty="0"/>
              <a:t>Solution</a:t>
            </a:r>
            <a:r>
              <a:rPr lang="en-US" dirty="0"/>
              <a:t>: </a:t>
            </a:r>
            <a:r>
              <a:rPr lang="en-US" b="1" dirty="0">
                <a:solidFill>
                  <a:srgbClr val="66CCFF"/>
                </a:solidFill>
              </a:rPr>
              <a:t>File-Allocation Table</a:t>
            </a:r>
            <a:r>
              <a:rPr lang="en-US" dirty="0"/>
              <a:t> (</a:t>
            </a:r>
            <a:r>
              <a:rPr lang="en-US" b="1" dirty="0">
                <a:solidFill>
                  <a:srgbClr val="66CCFF"/>
                </a:solidFill>
              </a:rPr>
              <a:t>FAT</a:t>
            </a:r>
            <a:r>
              <a:rPr lang="en-US" dirty="0"/>
              <a:t>)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Helvetica" charset="0"/>
                <a:ea typeface="MS PGothic" charset="0"/>
              </a:rPr>
              <a:t>Beginning of volume has table, indexed by block number.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Helvetica" charset="0"/>
                <a:ea typeface="MS PGothic" charset="0"/>
              </a:rPr>
              <a:t>Much like a linked list, but faster on disk and cacheable. 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Helvetica" charset="0"/>
                <a:ea typeface="MS PGothic" charset="0"/>
              </a:rPr>
              <a:t>New block allocation simple.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grpSp>
        <p:nvGrpSpPr>
          <p:cNvPr id="45058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45066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67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45059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45060" name="Rectangle 14"/>
          <p:cNvSpPr>
            <a:spLocks noChangeArrowheads="1"/>
          </p:cNvSpPr>
          <p:nvPr/>
        </p:nvSpPr>
        <p:spPr bwMode="auto">
          <a:xfrm>
            <a:off x="214313" y="1123950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45061" name="TextBox 1"/>
          <p:cNvSpPr txBox="1">
            <a:spLocks noChangeArrowheads="1"/>
          </p:cNvSpPr>
          <p:nvPr/>
        </p:nvSpPr>
        <p:spPr bwMode="auto">
          <a:xfrm>
            <a:off x="446088" y="1217613"/>
            <a:ext cx="17160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5 :</a:t>
            </a:r>
          </a:p>
        </p:txBody>
      </p:sp>
      <p:sp>
        <p:nvSpPr>
          <p:cNvPr id="45062" name="TextBox 16"/>
          <p:cNvSpPr txBox="1">
            <a:spLocks noChangeArrowheads="1"/>
          </p:cNvSpPr>
          <p:nvPr/>
        </p:nvSpPr>
        <p:spPr bwMode="auto">
          <a:xfrm>
            <a:off x="450850" y="1763713"/>
            <a:ext cx="1017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400">
                <a:solidFill>
                  <a:srgbClr val="66CCFF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(Page: 510)</a:t>
            </a:r>
          </a:p>
        </p:txBody>
      </p:sp>
      <p:sp>
        <p:nvSpPr>
          <p:cNvPr id="13" name="TextBox 12">
            <a:extLst/>
          </p:cNvPr>
          <p:cNvSpPr txBox="1"/>
          <p:nvPr/>
        </p:nvSpPr>
        <p:spPr>
          <a:xfrm>
            <a:off x="3878263" y="6270625"/>
            <a:ext cx="5265737" cy="369888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66CCFF"/>
                </a:solidFill>
                <a:latin typeface="+mn-lt"/>
              </a:rPr>
              <a:t>Figure 11.7</a:t>
            </a:r>
            <a:r>
              <a:rPr lang="en-US" dirty="0">
                <a:latin typeface="+mn-lt"/>
              </a:rPr>
              <a:t>  File-Allocation Table (FAT).</a:t>
            </a:r>
            <a:endParaRPr lang="en-MY" dirty="0">
              <a:latin typeface="+mn-lt"/>
            </a:endParaRPr>
          </a:p>
        </p:txBody>
      </p:sp>
      <p:pic>
        <p:nvPicPr>
          <p:cNvPr id="45064" name="Picture 2" descr="Screen Shot 2018-04-26 at 6.07.4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238" y="1022350"/>
            <a:ext cx="6116637" cy="525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5" name="Rectangle 3"/>
          <p:cNvSpPr txBox="1">
            <a:spLocks noChangeArrowheads="1"/>
          </p:cNvSpPr>
          <p:nvPr/>
        </p:nvSpPr>
        <p:spPr bwMode="auto">
          <a:xfrm>
            <a:off x="242888" y="3316288"/>
            <a:ext cx="3973512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1313" indent="-341313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FAT structure for a file ‘</a:t>
            </a:r>
            <a:r>
              <a:rPr kumimoji="1" lang="en-US" altLang="ja-JP" sz="2200" i="1">
                <a:latin typeface="Times New Roman" charset="0"/>
                <a:cs typeface="Times New Roman" charset="0"/>
              </a:rPr>
              <a:t>test</a:t>
            </a:r>
            <a:r>
              <a:rPr kumimoji="1" lang="en-US" sz="2200">
                <a:latin typeface="Helvetica" charset="0"/>
              </a:rPr>
              <a:t>’</a:t>
            </a:r>
            <a:r>
              <a:rPr kumimoji="1" lang="en-US" altLang="ja-JP" sz="2200">
                <a:latin typeface="Helvetica" charset="0"/>
              </a:rPr>
              <a:t> consisting of disk blocks 217, 618, and 339.</a:t>
            </a:r>
            <a:endParaRPr kumimoji="1" lang="en-US" sz="2200">
              <a:latin typeface="Helvetica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53000" y="1331913"/>
          <a:ext cx="3905250" cy="519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Address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Size (KB)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Next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3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7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(4)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19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7183" name="Rectangle 6"/>
          <p:cNvSpPr>
            <a:spLocks noChangeArrowheads="1"/>
          </p:cNvSpPr>
          <p:nvPr/>
        </p:nvSpPr>
        <p:spPr bwMode="auto">
          <a:xfrm>
            <a:off x="914400" y="2713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914400" y="2713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47185" name="Rectangle 8"/>
          <p:cNvSpPr>
            <a:spLocks noChangeArrowheads="1"/>
          </p:cNvSpPr>
          <p:nvPr/>
        </p:nvSpPr>
        <p:spPr bwMode="auto">
          <a:xfrm>
            <a:off x="1752600" y="2713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47186" name="Rectangle 10"/>
          <p:cNvSpPr>
            <a:spLocks noChangeArrowheads="1"/>
          </p:cNvSpPr>
          <p:nvPr/>
        </p:nvSpPr>
        <p:spPr bwMode="auto">
          <a:xfrm>
            <a:off x="2590800" y="2713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590800" y="2713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47188" name="Rectangle 12"/>
          <p:cNvSpPr>
            <a:spLocks noChangeArrowheads="1"/>
          </p:cNvSpPr>
          <p:nvPr/>
        </p:nvSpPr>
        <p:spPr bwMode="auto">
          <a:xfrm>
            <a:off x="3429000" y="2713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3429000" y="2713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47190" name="Rectangle 14"/>
          <p:cNvSpPr>
            <a:spLocks noChangeArrowheads="1"/>
          </p:cNvSpPr>
          <p:nvPr/>
        </p:nvSpPr>
        <p:spPr bwMode="auto">
          <a:xfrm>
            <a:off x="914400" y="3475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 bwMode="auto">
          <a:xfrm>
            <a:off x="914400" y="3475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47192" name="Rectangle 16"/>
          <p:cNvSpPr>
            <a:spLocks noChangeArrowheads="1"/>
          </p:cNvSpPr>
          <p:nvPr/>
        </p:nvSpPr>
        <p:spPr bwMode="auto">
          <a:xfrm>
            <a:off x="1752600" y="3475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752600" y="3475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  <p:sp>
        <p:nvSpPr>
          <p:cNvPr id="47194" name="Rectangle 18"/>
          <p:cNvSpPr>
            <a:spLocks noChangeArrowheads="1"/>
          </p:cNvSpPr>
          <p:nvPr/>
        </p:nvSpPr>
        <p:spPr bwMode="auto">
          <a:xfrm>
            <a:off x="2590800" y="3475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 bwMode="auto">
          <a:xfrm>
            <a:off x="2590800" y="3475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  <p:sp>
        <p:nvSpPr>
          <p:cNvPr id="47196" name="Rectangle 20"/>
          <p:cNvSpPr>
            <a:spLocks noChangeArrowheads="1"/>
          </p:cNvSpPr>
          <p:nvPr/>
        </p:nvSpPr>
        <p:spPr bwMode="auto">
          <a:xfrm>
            <a:off x="3429000" y="3475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47197" name="Rectangle 22"/>
          <p:cNvSpPr>
            <a:spLocks noChangeArrowheads="1"/>
          </p:cNvSpPr>
          <p:nvPr/>
        </p:nvSpPr>
        <p:spPr bwMode="auto">
          <a:xfrm>
            <a:off x="914400" y="4237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 bwMode="auto">
          <a:xfrm>
            <a:off x="914400" y="4237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9</a:t>
            </a:r>
          </a:p>
        </p:txBody>
      </p:sp>
      <p:sp>
        <p:nvSpPr>
          <p:cNvPr id="47199" name="Rectangle 24"/>
          <p:cNvSpPr>
            <a:spLocks noChangeArrowheads="1"/>
          </p:cNvSpPr>
          <p:nvPr/>
        </p:nvSpPr>
        <p:spPr bwMode="auto">
          <a:xfrm>
            <a:off x="1752600" y="4237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 bwMode="auto">
          <a:xfrm>
            <a:off x="1752600" y="4237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47201" name="Rectangle 26"/>
          <p:cNvSpPr>
            <a:spLocks noChangeArrowheads="1"/>
          </p:cNvSpPr>
          <p:nvPr/>
        </p:nvSpPr>
        <p:spPr bwMode="auto">
          <a:xfrm>
            <a:off x="2590800" y="4237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28" name="Rectangle 27"/>
          <p:cNvSpPr/>
          <p:nvPr/>
        </p:nvSpPr>
        <p:spPr bwMode="auto">
          <a:xfrm>
            <a:off x="2590800" y="4237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47203" name="Rectangle 28"/>
          <p:cNvSpPr>
            <a:spLocks noChangeArrowheads="1"/>
          </p:cNvSpPr>
          <p:nvPr/>
        </p:nvSpPr>
        <p:spPr bwMode="auto">
          <a:xfrm>
            <a:off x="3429000" y="4237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30" name="Rectangle 29"/>
          <p:cNvSpPr/>
          <p:nvPr/>
        </p:nvSpPr>
        <p:spPr bwMode="auto">
          <a:xfrm>
            <a:off x="3429000" y="4237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47205" name="Rectangle 30"/>
          <p:cNvSpPr>
            <a:spLocks noChangeArrowheads="1"/>
          </p:cNvSpPr>
          <p:nvPr/>
        </p:nvSpPr>
        <p:spPr bwMode="auto">
          <a:xfrm>
            <a:off x="914400" y="4999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 bwMode="auto">
          <a:xfrm>
            <a:off x="914400" y="4999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  <p:sp>
        <p:nvSpPr>
          <p:cNvPr id="47207" name="Rectangle 32"/>
          <p:cNvSpPr>
            <a:spLocks noChangeArrowheads="1"/>
          </p:cNvSpPr>
          <p:nvPr/>
        </p:nvSpPr>
        <p:spPr bwMode="auto">
          <a:xfrm>
            <a:off x="1752600" y="4999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34" name="Rectangle 33"/>
          <p:cNvSpPr/>
          <p:nvPr/>
        </p:nvSpPr>
        <p:spPr bwMode="auto">
          <a:xfrm>
            <a:off x="1752600" y="4999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  <p:sp>
        <p:nvSpPr>
          <p:cNvPr id="47209" name="Rectangle 34"/>
          <p:cNvSpPr>
            <a:spLocks noChangeArrowheads="1"/>
          </p:cNvSpPr>
          <p:nvPr/>
        </p:nvSpPr>
        <p:spPr bwMode="auto">
          <a:xfrm>
            <a:off x="2590800" y="4999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36" name="Rectangle 35"/>
          <p:cNvSpPr/>
          <p:nvPr/>
        </p:nvSpPr>
        <p:spPr bwMode="auto">
          <a:xfrm>
            <a:off x="2590800" y="4999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sp>
        <p:nvSpPr>
          <p:cNvPr id="47211" name="Rectangle 36"/>
          <p:cNvSpPr>
            <a:spLocks noChangeArrowheads="1"/>
          </p:cNvSpPr>
          <p:nvPr/>
        </p:nvSpPr>
        <p:spPr bwMode="auto">
          <a:xfrm>
            <a:off x="3429000" y="4999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38" name="Rectangle 37"/>
          <p:cNvSpPr/>
          <p:nvPr/>
        </p:nvSpPr>
        <p:spPr bwMode="auto">
          <a:xfrm>
            <a:off x="3429000" y="4999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  <p:sp>
        <p:nvSpPr>
          <p:cNvPr id="47213" name="Rectangle 38"/>
          <p:cNvSpPr>
            <a:spLocks noChangeArrowheads="1"/>
          </p:cNvSpPr>
          <p:nvPr/>
        </p:nvSpPr>
        <p:spPr bwMode="auto">
          <a:xfrm>
            <a:off x="914400" y="5761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40" name="Rectangle 39"/>
          <p:cNvSpPr/>
          <p:nvPr/>
        </p:nvSpPr>
        <p:spPr bwMode="auto">
          <a:xfrm>
            <a:off x="914400" y="5761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  <p:sp>
        <p:nvSpPr>
          <p:cNvPr id="47215" name="Rectangle 40"/>
          <p:cNvSpPr>
            <a:spLocks noChangeArrowheads="1"/>
          </p:cNvSpPr>
          <p:nvPr/>
        </p:nvSpPr>
        <p:spPr bwMode="auto">
          <a:xfrm>
            <a:off x="1752600" y="5761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47216" name="Rectangle 42"/>
          <p:cNvSpPr>
            <a:spLocks noChangeArrowheads="1"/>
          </p:cNvSpPr>
          <p:nvPr/>
        </p:nvSpPr>
        <p:spPr bwMode="auto">
          <a:xfrm>
            <a:off x="2590800" y="5761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44" name="Rectangle 43"/>
          <p:cNvSpPr/>
          <p:nvPr/>
        </p:nvSpPr>
        <p:spPr bwMode="auto">
          <a:xfrm>
            <a:off x="2590800" y="5761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  <p:sp>
        <p:nvSpPr>
          <p:cNvPr id="47218" name="Rectangle 44"/>
          <p:cNvSpPr>
            <a:spLocks noChangeArrowheads="1"/>
          </p:cNvSpPr>
          <p:nvPr/>
        </p:nvSpPr>
        <p:spPr bwMode="auto">
          <a:xfrm>
            <a:off x="3429000" y="5761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4954588" y="1331913"/>
          <a:ext cx="3905250" cy="519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Address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Size (KB)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Next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3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7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>
                          <a:solidFill>
                            <a:srgbClr val="421002"/>
                          </a:solidFill>
                          <a:latin typeface="+mn-lt"/>
                          <a:ea typeface="+mn-ea"/>
                          <a:cs typeface="+mn-cs"/>
                        </a:rPr>
                        <a:t>File A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(4)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19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8" name="Rectangle 47"/>
          <p:cNvSpPr/>
          <p:nvPr/>
        </p:nvSpPr>
        <p:spPr bwMode="auto">
          <a:xfrm>
            <a:off x="1752600" y="2713038"/>
            <a:ext cx="838200" cy="762000"/>
          </a:xfrm>
          <a:prstGeom prst="rect">
            <a:avLst/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endParaRPr lang="en-US" sz="1600" dirty="0">
              <a:latin typeface="+mn-lt"/>
              <a:ea typeface="+mn-ea"/>
              <a:cs typeface="+mn-cs"/>
            </a:endParaRPr>
          </a:p>
          <a:p>
            <a:pPr algn="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(1)</a:t>
            </a:r>
          </a:p>
          <a:p>
            <a:pPr algn="ctr">
              <a:defRPr/>
            </a:pPr>
            <a:endParaRPr lang="en-US" sz="1600" b="1" dirty="0">
              <a:solidFill>
                <a:srgbClr val="42100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9" name="Group 86"/>
          <p:cNvGrpSpPr>
            <a:grpSpLocks/>
          </p:cNvGrpSpPr>
          <p:nvPr/>
        </p:nvGrpSpPr>
        <p:grpSpPr bwMode="auto">
          <a:xfrm>
            <a:off x="2286000" y="2349500"/>
            <a:ext cx="2667000" cy="360363"/>
            <a:chOff x="2286000" y="2129589"/>
            <a:chExt cx="2667000" cy="359331"/>
          </a:xfrm>
        </p:grpSpPr>
        <p:cxnSp>
          <p:nvCxnSpPr>
            <p:cNvPr id="47557" name="Straight Connector 74"/>
            <p:cNvCxnSpPr>
              <a:cxnSpLocks noChangeShapeType="1"/>
            </p:cNvCxnSpPr>
            <p:nvPr/>
          </p:nvCxnSpPr>
          <p:spPr bwMode="auto">
            <a:xfrm rot="10800000">
              <a:off x="2286000" y="2133600"/>
              <a:ext cx="26670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7558" name="Straight Arrow Connector 78"/>
            <p:cNvCxnSpPr>
              <a:cxnSpLocks noChangeShapeType="1"/>
            </p:cNvCxnSpPr>
            <p:nvPr/>
          </p:nvCxnSpPr>
          <p:spPr bwMode="auto">
            <a:xfrm flipH="1">
              <a:off x="2286000" y="2129589"/>
              <a:ext cx="2759" cy="359331"/>
            </a:xfrm>
            <a:prstGeom prst="straightConnector1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0" name="Rectangle 9"/>
          <p:cNvSpPr/>
          <p:nvPr/>
        </p:nvSpPr>
        <p:spPr bwMode="auto">
          <a:xfrm>
            <a:off x="1752600" y="2713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cxnSp>
        <p:nvCxnSpPr>
          <p:cNvPr id="52" name="Straight Arrow Connector 78"/>
          <p:cNvCxnSpPr>
            <a:cxnSpLocks noChangeShapeType="1"/>
          </p:cNvCxnSpPr>
          <p:nvPr/>
        </p:nvCxnSpPr>
        <p:spPr bwMode="auto">
          <a:xfrm flipH="1">
            <a:off x="6781800" y="2332038"/>
            <a:ext cx="1600200" cy="1752600"/>
          </a:xfrm>
          <a:prstGeom prst="straightConnector1">
            <a:avLst/>
          </a:prstGeom>
          <a:noFill/>
          <a:ln w="25400">
            <a:solidFill>
              <a:srgbClr val="66CC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4954588" y="1331913"/>
          <a:ext cx="3905250" cy="519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Address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Size (KB)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Next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3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7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>
                          <a:solidFill>
                            <a:srgbClr val="421002"/>
                          </a:solidFill>
                          <a:latin typeface="+mn-lt"/>
                          <a:ea typeface="+mn-ea"/>
                          <a:cs typeface="+mn-cs"/>
                        </a:rPr>
                        <a:t>File A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(4)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19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4" name="Rectangle 53"/>
          <p:cNvSpPr/>
          <p:nvPr/>
        </p:nvSpPr>
        <p:spPr bwMode="auto">
          <a:xfrm>
            <a:off x="3429000" y="3475038"/>
            <a:ext cx="838200" cy="762000"/>
          </a:xfrm>
          <a:prstGeom prst="rect">
            <a:avLst/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endParaRPr lang="en-US" sz="1600" dirty="0">
              <a:latin typeface="+mn-lt"/>
              <a:ea typeface="+mn-ea"/>
              <a:cs typeface="+mn-cs"/>
            </a:endParaRPr>
          </a:p>
          <a:p>
            <a:pPr algn="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(2)</a:t>
            </a:r>
          </a:p>
          <a:p>
            <a:pPr algn="ctr">
              <a:defRPr/>
            </a:pPr>
            <a:endParaRPr lang="en-US" sz="1600" b="1" dirty="0">
              <a:solidFill>
                <a:srgbClr val="42100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55" name="Group 54"/>
          <p:cNvGrpSpPr>
            <a:grpSpLocks/>
          </p:cNvGrpSpPr>
          <p:nvPr/>
        </p:nvGrpSpPr>
        <p:grpSpPr bwMode="auto">
          <a:xfrm>
            <a:off x="4267200" y="3856038"/>
            <a:ext cx="685800" cy="304800"/>
            <a:chOff x="4266996" y="3734083"/>
            <a:chExt cx="686004" cy="304854"/>
          </a:xfrm>
        </p:grpSpPr>
        <p:cxnSp>
          <p:nvCxnSpPr>
            <p:cNvPr id="47554" name="Straight Connector 82"/>
            <p:cNvCxnSpPr>
              <a:cxnSpLocks noChangeShapeType="1"/>
            </p:cNvCxnSpPr>
            <p:nvPr/>
          </p:nvCxnSpPr>
          <p:spPr bwMode="auto">
            <a:xfrm rot="10800000">
              <a:off x="4648109" y="4038937"/>
              <a:ext cx="304891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7555" name="Straight Arrow Connector 83"/>
            <p:cNvCxnSpPr>
              <a:cxnSpLocks noChangeShapeType="1"/>
            </p:cNvCxnSpPr>
            <p:nvPr/>
          </p:nvCxnSpPr>
          <p:spPr bwMode="auto">
            <a:xfrm rot="10800000">
              <a:off x="4266996" y="3734083"/>
              <a:ext cx="381113" cy="1588"/>
            </a:xfrm>
            <a:prstGeom prst="straightConnector1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7556" name="Straight Connector 92"/>
            <p:cNvCxnSpPr>
              <a:cxnSpLocks noChangeShapeType="1"/>
            </p:cNvCxnSpPr>
            <p:nvPr/>
          </p:nvCxnSpPr>
          <p:spPr bwMode="auto">
            <a:xfrm rot="5400000" flipH="1" flipV="1">
              <a:off x="4495682" y="3886510"/>
              <a:ext cx="304854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22" name="Rectangle 21"/>
          <p:cNvSpPr/>
          <p:nvPr/>
        </p:nvSpPr>
        <p:spPr bwMode="auto">
          <a:xfrm>
            <a:off x="3429000" y="3475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  <p:cxnSp>
        <p:nvCxnSpPr>
          <p:cNvPr id="59" name="Straight Arrow Connector 78"/>
          <p:cNvCxnSpPr>
            <a:cxnSpLocks noChangeShapeType="1"/>
          </p:cNvCxnSpPr>
          <p:nvPr/>
        </p:nvCxnSpPr>
        <p:spPr bwMode="auto">
          <a:xfrm flipH="1">
            <a:off x="6781800" y="4160838"/>
            <a:ext cx="1524000" cy="2209800"/>
          </a:xfrm>
          <a:prstGeom prst="straightConnector1">
            <a:avLst/>
          </a:prstGeom>
          <a:noFill/>
          <a:ln w="25400">
            <a:solidFill>
              <a:srgbClr val="66CC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4954588" y="1331913"/>
          <a:ext cx="3905250" cy="519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Address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Size (KB)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Next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3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7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>
                          <a:solidFill>
                            <a:srgbClr val="421002"/>
                          </a:solidFill>
                          <a:latin typeface="+mn-lt"/>
                          <a:ea typeface="+mn-ea"/>
                          <a:cs typeface="+mn-cs"/>
                        </a:rPr>
                        <a:t>File A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421002"/>
                          </a:solidFill>
                        </a:rPr>
                        <a:t>File A (4)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19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1" name="Rectangle 60"/>
          <p:cNvSpPr/>
          <p:nvPr/>
        </p:nvSpPr>
        <p:spPr bwMode="auto">
          <a:xfrm>
            <a:off x="3429000" y="5761038"/>
            <a:ext cx="838200" cy="762000"/>
          </a:xfrm>
          <a:prstGeom prst="rect">
            <a:avLst/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endParaRPr lang="en-US" sz="1600" dirty="0">
              <a:latin typeface="+mn-lt"/>
              <a:ea typeface="+mn-ea"/>
              <a:cs typeface="+mn-cs"/>
            </a:endParaRPr>
          </a:p>
          <a:p>
            <a:pPr algn="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(3)</a:t>
            </a:r>
          </a:p>
          <a:p>
            <a:pPr algn="ctr">
              <a:defRPr/>
            </a:pPr>
            <a:endParaRPr lang="en-US" sz="1600" b="1" dirty="0">
              <a:solidFill>
                <a:srgbClr val="421002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2" name="Straight Arrow Connector 101"/>
          <p:cNvCxnSpPr>
            <a:cxnSpLocks noChangeShapeType="1"/>
          </p:cNvCxnSpPr>
          <p:nvPr/>
        </p:nvCxnSpPr>
        <p:spPr bwMode="auto">
          <a:xfrm rot="10800000">
            <a:off x="4267200" y="6370638"/>
            <a:ext cx="685800" cy="1587"/>
          </a:xfrm>
          <a:prstGeom prst="straightConnector1">
            <a:avLst/>
          </a:prstGeom>
          <a:noFill/>
          <a:ln w="25400">
            <a:solidFill>
              <a:srgbClr val="66CC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6" name="Rectangle 45"/>
          <p:cNvSpPr/>
          <p:nvPr/>
        </p:nvSpPr>
        <p:spPr bwMode="auto">
          <a:xfrm>
            <a:off x="3429000" y="5761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cxnSp>
        <p:nvCxnSpPr>
          <p:cNvPr id="63" name="Straight Arrow Connector 78"/>
          <p:cNvCxnSpPr>
            <a:cxnSpLocks noChangeShapeType="1"/>
          </p:cNvCxnSpPr>
          <p:nvPr/>
        </p:nvCxnSpPr>
        <p:spPr bwMode="auto">
          <a:xfrm flipH="1" flipV="1">
            <a:off x="6705600" y="5608638"/>
            <a:ext cx="1600200" cy="762000"/>
          </a:xfrm>
          <a:prstGeom prst="straightConnector1">
            <a:avLst/>
          </a:prstGeom>
          <a:noFill/>
          <a:ln w="25400">
            <a:solidFill>
              <a:srgbClr val="66CC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4957763" y="1328738"/>
          <a:ext cx="3905250" cy="519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Address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Size (KB)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Next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3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7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>
                          <a:solidFill>
                            <a:srgbClr val="421002"/>
                          </a:solidFill>
                          <a:latin typeface="+mn-lt"/>
                          <a:ea typeface="+mn-ea"/>
                          <a:cs typeface="+mn-cs"/>
                        </a:rPr>
                        <a:t>File A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(4)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19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7" name="Rectangle 66"/>
          <p:cNvSpPr/>
          <p:nvPr/>
        </p:nvSpPr>
        <p:spPr bwMode="auto">
          <a:xfrm>
            <a:off x="1752600" y="5761038"/>
            <a:ext cx="838200" cy="762000"/>
          </a:xfrm>
          <a:prstGeom prst="rect">
            <a:avLst/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endParaRPr lang="en-US" sz="1600" dirty="0">
              <a:latin typeface="+mn-lt"/>
              <a:ea typeface="+mn-ea"/>
              <a:cs typeface="+mn-cs"/>
            </a:endParaRPr>
          </a:p>
          <a:p>
            <a:pPr algn="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(4)</a:t>
            </a:r>
          </a:p>
          <a:p>
            <a:pPr algn="ctr">
              <a:defRPr/>
            </a:pPr>
            <a:endParaRPr lang="en-US" sz="1600" b="1" dirty="0">
              <a:solidFill>
                <a:srgbClr val="42100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68" name="Group 111"/>
          <p:cNvGrpSpPr>
            <a:grpSpLocks/>
          </p:cNvGrpSpPr>
          <p:nvPr/>
        </p:nvGrpSpPr>
        <p:grpSpPr bwMode="auto">
          <a:xfrm>
            <a:off x="2284413" y="5608638"/>
            <a:ext cx="2668587" cy="1144587"/>
            <a:chOff x="2285206" y="5486400"/>
            <a:chExt cx="2667794" cy="1143794"/>
          </a:xfrm>
        </p:grpSpPr>
        <p:cxnSp>
          <p:nvCxnSpPr>
            <p:cNvPr id="47550" name="Straight Connector 96"/>
            <p:cNvCxnSpPr>
              <a:cxnSpLocks noChangeShapeType="1"/>
            </p:cNvCxnSpPr>
            <p:nvPr/>
          </p:nvCxnSpPr>
          <p:spPr bwMode="auto">
            <a:xfrm rot="10800000">
              <a:off x="4648200" y="5486400"/>
              <a:ext cx="3048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7551" name="Straight Arrow Connector 97"/>
            <p:cNvCxnSpPr>
              <a:cxnSpLocks noChangeShapeType="1"/>
            </p:cNvCxnSpPr>
            <p:nvPr/>
          </p:nvCxnSpPr>
          <p:spPr bwMode="auto">
            <a:xfrm rot="5400000" flipH="1" flipV="1">
              <a:off x="2171700" y="6515100"/>
              <a:ext cx="228600" cy="1588"/>
            </a:xfrm>
            <a:prstGeom prst="straightConnector1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7552" name="Straight Connector 98"/>
            <p:cNvCxnSpPr>
              <a:cxnSpLocks noChangeShapeType="1"/>
            </p:cNvCxnSpPr>
            <p:nvPr/>
          </p:nvCxnSpPr>
          <p:spPr bwMode="auto">
            <a:xfrm rot="5400000" flipH="1" flipV="1">
              <a:off x="4076700" y="6057900"/>
              <a:ext cx="11430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7553" name="Straight Connector 105"/>
            <p:cNvCxnSpPr>
              <a:cxnSpLocks noChangeShapeType="1"/>
            </p:cNvCxnSpPr>
            <p:nvPr/>
          </p:nvCxnSpPr>
          <p:spPr bwMode="auto">
            <a:xfrm rot="10800000">
              <a:off x="2286000" y="6629400"/>
              <a:ext cx="23622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42" name="Rectangle 41"/>
          <p:cNvSpPr/>
          <p:nvPr/>
        </p:nvSpPr>
        <p:spPr bwMode="auto">
          <a:xfrm>
            <a:off x="1752600" y="5761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  <p:grpSp>
        <p:nvGrpSpPr>
          <p:cNvPr id="47542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47548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549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47543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47544" name="Rectangle 14"/>
          <p:cNvSpPr>
            <a:spLocks noChangeArrowheads="1"/>
          </p:cNvSpPr>
          <p:nvPr/>
        </p:nvSpPr>
        <p:spPr bwMode="auto">
          <a:xfrm>
            <a:off x="214313" y="949325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47545" name="TextBox 1"/>
          <p:cNvSpPr txBox="1">
            <a:spLocks noChangeArrowheads="1"/>
          </p:cNvSpPr>
          <p:nvPr/>
        </p:nvSpPr>
        <p:spPr bwMode="auto">
          <a:xfrm>
            <a:off x="311150" y="1042988"/>
            <a:ext cx="193198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6a :</a:t>
            </a:r>
          </a:p>
        </p:txBody>
      </p:sp>
      <p:sp>
        <p:nvSpPr>
          <p:cNvPr id="47546" name="Rectangle 3"/>
          <p:cNvSpPr txBox="1">
            <a:spLocks noChangeArrowheads="1"/>
          </p:cNvSpPr>
          <p:nvPr/>
        </p:nvSpPr>
        <p:spPr bwMode="auto">
          <a:xfrm>
            <a:off x="296863" y="1544638"/>
            <a:ext cx="3675062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0"/>
              <a:buNone/>
            </a:pPr>
            <a:r>
              <a:rPr kumimoji="1" lang="en-US" sz="2200">
                <a:latin typeface="Helvetica" charset="0"/>
              </a:rPr>
              <a:t>MS-DOS which uses linked allocation - </a:t>
            </a:r>
            <a:r>
              <a:rPr kumimoji="1" lang="en-US" sz="2200" b="1">
                <a:solidFill>
                  <a:srgbClr val="66CCFF"/>
                </a:solidFill>
                <a:latin typeface="Helvetica" charset="0"/>
              </a:rPr>
              <a:t>FAT</a:t>
            </a:r>
            <a:r>
              <a:rPr kumimoji="1" lang="en-US" sz="2200">
                <a:latin typeface="Helvetica" charset="0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9350" y="931863"/>
            <a:ext cx="3903663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Directory Entry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4" grpId="0" animBg="1"/>
      <p:bldP spid="61" grpId="0" animBg="1"/>
      <p:bldP spid="6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/>
          <p:cNvGrpSpPr>
            <a:grpSpLocks/>
          </p:cNvGrpSpPr>
          <p:nvPr/>
        </p:nvGrpSpPr>
        <p:grpSpPr bwMode="auto">
          <a:xfrm>
            <a:off x="2590800" y="4237038"/>
            <a:ext cx="2362200" cy="762000"/>
            <a:chOff x="2590800" y="4114800"/>
            <a:chExt cx="2362200" cy="762000"/>
          </a:xfrm>
        </p:grpSpPr>
        <p:sp>
          <p:nvSpPr>
            <p:cNvPr id="98" name="Rectangle 97"/>
            <p:cNvSpPr/>
            <p:nvPr/>
          </p:nvSpPr>
          <p:spPr bwMode="auto">
            <a:xfrm>
              <a:off x="2590800" y="4114800"/>
              <a:ext cx="838200" cy="762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  <a:p>
              <a:pPr algn="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(3)</a:t>
              </a:r>
            </a:p>
            <a:p>
              <a:pPr algn="ctr">
                <a:defRPr/>
              </a:pPr>
              <a:endParaRPr lang="en-US" sz="1600" b="1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8501" name="Straight Arrow Connector 98"/>
            <p:cNvCxnSpPr>
              <a:cxnSpLocks noChangeShapeType="1"/>
            </p:cNvCxnSpPr>
            <p:nvPr/>
          </p:nvCxnSpPr>
          <p:spPr bwMode="auto">
            <a:xfrm rot="10800000">
              <a:off x="3429000" y="4722813"/>
              <a:ext cx="1524000" cy="1587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89" name="Group 88"/>
          <p:cNvGrpSpPr>
            <a:grpSpLocks/>
          </p:cNvGrpSpPr>
          <p:nvPr/>
        </p:nvGrpSpPr>
        <p:grpSpPr bwMode="auto">
          <a:xfrm>
            <a:off x="457200" y="2378075"/>
            <a:ext cx="4495800" cy="1858963"/>
            <a:chOff x="457200" y="2256164"/>
            <a:chExt cx="4495800" cy="1858636"/>
          </a:xfrm>
        </p:grpSpPr>
        <p:sp>
          <p:nvSpPr>
            <p:cNvPr id="90" name="Rectangle 89"/>
            <p:cNvSpPr/>
            <p:nvPr/>
          </p:nvSpPr>
          <p:spPr bwMode="auto">
            <a:xfrm>
              <a:off x="1752600" y="3352934"/>
              <a:ext cx="838200" cy="7618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  <a:p>
              <a:pPr algn="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(2)</a:t>
              </a:r>
            </a:p>
            <a:p>
              <a:pPr algn="ctr">
                <a:defRPr/>
              </a:pPr>
              <a:endParaRPr lang="en-US" sz="1600" b="1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8495" name="Straight Connector 90"/>
            <p:cNvCxnSpPr>
              <a:cxnSpLocks noChangeShapeType="1"/>
            </p:cNvCxnSpPr>
            <p:nvPr/>
          </p:nvCxnSpPr>
          <p:spPr bwMode="auto">
            <a:xfrm rot="10800000">
              <a:off x="4648200" y="3200400"/>
              <a:ext cx="3048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8496" name="Straight Arrow Connector 91"/>
            <p:cNvCxnSpPr>
              <a:cxnSpLocks noChangeShapeType="1"/>
            </p:cNvCxnSpPr>
            <p:nvPr/>
          </p:nvCxnSpPr>
          <p:spPr bwMode="auto">
            <a:xfrm>
              <a:off x="457200" y="3886200"/>
              <a:ext cx="1295400" cy="1588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8497" name="Straight Connector 92"/>
            <p:cNvCxnSpPr>
              <a:cxnSpLocks noChangeShapeType="1"/>
            </p:cNvCxnSpPr>
            <p:nvPr/>
          </p:nvCxnSpPr>
          <p:spPr bwMode="auto">
            <a:xfrm flipH="1" flipV="1">
              <a:off x="4648003" y="2256164"/>
              <a:ext cx="197" cy="944235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8498" name="Straight Connector 93"/>
            <p:cNvCxnSpPr>
              <a:cxnSpLocks noChangeShapeType="1"/>
            </p:cNvCxnSpPr>
            <p:nvPr/>
          </p:nvCxnSpPr>
          <p:spPr bwMode="auto">
            <a:xfrm rot="10800000">
              <a:off x="457200" y="2268699"/>
              <a:ext cx="41910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8499" name="Straight Connector 94"/>
            <p:cNvCxnSpPr>
              <a:cxnSpLocks noChangeShapeType="1"/>
            </p:cNvCxnSpPr>
            <p:nvPr/>
          </p:nvCxnSpPr>
          <p:spPr bwMode="auto">
            <a:xfrm flipH="1">
              <a:off x="457200" y="2256164"/>
              <a:ext cx="2196" cy="1630036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84" name="Group 83"/>
          <p:cNvGrpSpPr>
            <a:grpSpLocks/>
          </p:cNvGrpSpPr>
          <p:nvPr/>
        </p:nvGrpSpPr>
        <p:grpSpPr bwMode="auto">
          <a:xfrm>
            <a:off x="2590800" y="2560638"/>
            <a:ext cx="2362200" cy="914400"/>
            <a:chOff x="2590800" y="2438400"/>
            <a:chExt cx="2362200" cy="914400"/>
          </a:xfrm>
        </p:grpSpPr>
        <p:sp>
          <p:nvSpPr>
            <p:cNvPr id="85" name="Rectangle 84"/>
            <p:cNvSpPr/>
            <p:nvPr/>
          </p:nvSpPr>
          <p:spPr bwMode="auto">
            <a:xfrm>
              <a:off x="2590800" y="2590800"/>
              <a:ext cx="838200" cy="762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  <a:p>
              <a:pPr algn="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(1)</a:t>
              </a:r>
            </a:p>
            <a:p>
              <a:pPr algn="ctr">
                <a:defRPr/>
              </a:pPr>
              <a:endParaRPr lang="en-US" sz="1600" b="1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8492" name="Straight Connector 85"/>
            <p:cNvCxnSpPr>
              <a:cxnSpLocks noChangeShapeType="1"/>
            </p:cNvCxnSpPr>
            <p:nvPr/>
          </p:nvCxnSpPr>
          <p:spPr bwMode="auto">
            <a:xfrm rot="10800000">
              <a:off x="3200400" y="2438400"/>
              <a:ext cx="17526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8493" name="Straight Arrow Connector 86"/>
            <p:cNvCxnSpPr>
              <a:cxnSpLocks noChangeShapeType="1"/>
            </p:cNvCxnSpPr>
            <p:nvPr/>
          </p:nvCxnSpPr>
          <p:spPr bwMode="auto">
            <a:xfrm rot="5400000">
              <a:off x="3124994" y="2513806"/>
              <a:ext cx="152400" cy="1588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48132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53000" y="1331913"/>
          <a:ext cx="3905250" cy="519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Address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Size (KB)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Next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3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7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(4)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19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8210" name="Rectangle 6"/>
          <p:cNvSpPr>
            <a:spLocks noChangeArrowheads="1"/>
          </p:cNvSpPr>
          <p:nvPr/>
        </p:nvSpPr>
        <p:spPr bwMode="auto">
          <a:xfrm>
            <a:off x="914400" y="2713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914400" y="2713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48212" name="Rectangle 8"/>
          <p:cNvSpPr>
            <a:spLocks noChangeArrowheads="1"/>
          </p:cNvSpPr>
          <p:nvPr/>
        </p:nvSpPr>
        <p:spPr bwMode="auto">
          <a:xfrm>
            <a:off x="1752600" y="2713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48213" name="Rectangle 10"/>
          <p:cNvSpPr>
            <a:spLocks noChangeArrowheads="1"/>
          </p:cNvSpPr>
          <p:nvPr/>
        </p:nvSpPr>
        <p:spPr bwMode="auto">
          <a:xfrm>
            <a:off x="2590800" y="2713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590800" y="2713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48215" name="Rectangle 12"/>
          <p:cNvSpPr>
            <a:spLocks noChangeArrowheads="1"/>
          </p:cNvSpPr>
          <p:nvPr/>
        </p:nvSpPr>
        <p:spPr bwMode="auto">
          <a:xfrm>
            <a:off x="3429000" y="2713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3429000" y="2713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48217" name="Rectangle 14"/>
          <p:cNvSpPr>
            <a:spLocks noChangeArrowheads="1"/>
          </p:cNvSpPr>
          <p:nvPr/>
        </p:nvSpPr>
        <p:spPr bwMode="auto">
          <a:xfrm>
            <a:off x="914400" y="3475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 bwMode="auto">
          <a:xfrm>
            <a:off x="914400" y="3475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48219" name="Rectangle 16"/>
          <p:cNvSpPr>
            <a:spLocks noChangeArrowheads="1"/>
          </p:cNvSpPr>
          <p:nvPr/>
        </p:nvSpPr>
        <p:spPr bwMode="auto">
          <a:xfrm>
            <a:off x="1752600" y="3475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752600" y="3475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  <p:sp>
        <p:nvSpPr>
          <p:cNvPr id="48221" name="Rectangle 18"/>
          <p:cNvSpPr>
            <a:spLocks noChangeArrowheads="1"/>
          </p:cNvSpPr>
          <p:nvPr/>
        </p:nvSpPr>
        <p:spPr bwMode="auto">
          <a:xfrm>
            <a:off x="2590800" y="3475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 bwMode="auto">
          <a:xfrm>
            <a:off x="2590800" y="3475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  <p:sp>
        <p:nvSpPr>
          <p:cNvPr id="48223" name="Rectangle 20"/>
          <p:cNvSpPr>
            <a:spLocks noChangeArrowheads="1"/>
          </p:cNvSpPr>
          <p:nvPr/>
        </p:nvSpPr>
        <p:spPr bwMode="auto">
          <a:xfrm>
            <a:off x="3429000" y="3475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48224" name="Rectangle 22"/>
          <p:cNvSpPr>
            <a:spLocks noChangeArrowheads="1"/>
          </p:cNvSpPr>
          <p:nvPr/>
        </p:nvSpPr>
        <p:spPr bwMode="auto">
          <a:xfrm>
            <a:off x="914400" y="4237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 bwMode="auto">
          <a:xfrm>
            <a:off x="914400" y="4237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9</a:t>
            </a:r>
          </a:p>
        </p:txBody>
      </p:sp>
      <p:sp>
        <p:nvSpPr>
          <p:cNvPr id="48226" name="Rectangle 24"/>
          <p:cNvSpPr>
            <a:spLocks noChangeArrowheads="1"/>
          </p:cNvSpPr>
          <p:nvPr/>
        </p:nvSpPr>
        <p:spPr bwMode="auto">
          <a:xfrm>
            <a:off x="1752600" y="4237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 bwMode="auto">
          <a:xfrm>
            <a:off x="1752600" y="4237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48228" name="Rectangle 26"/>
          <p:cNvSpPr>
            <a:spLocks noChangeArrowheads="1"/>
          </p:cNvSpPr>
          <p:nvPr/>
        </p:nvSpPr>
        <p:spPr bwMode="auto">
          <a:xfrm>
            <a:off x="2590800" y="4237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28" name="Rectangle 27"/>
          <p:cNvSpPr/>
          <p:nvPr/>
        </p:nvSpPr>
        <p:spPr bwMode="auto">
          <a:xfrm>
            <a:off x="2590800" y="4237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48230" name="Rectangle 28"/>
          <p:cNvSpPr>
            <a:spLocks noChangeArrowheads="1"/>
          </p:cNvSpPr>
          <p:nvPr/>
        </p:nvSpPr>
        <p:spPr bwMode="auto">
          <a:xfrm>
            <a:off x="3429000" y="4237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30" name="Rectangle 29"/>
          <p:cNvSpPr/>
          <p:nvPr/>
        </p:nvSpPr>
        <p:spPr bwMode="auto">
          <a:xfrm>
            <a:off x="3429000" y="4237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48232" name="Rectangle 30"/>
          <p:cNvSpPr>
            <a:spLocks noChangeArrowheads="1"/>
          </p:cNvSpPr>
          <p:nvPr/>
        </p:nvSpPr>
        <p:spPr bwMode="auto">
          <a:xfrm>
            <a:off x="914400" y="4999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 bwMode="auto">
          <a:xfrm>
            <a:off x="914400" y="4999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  <p:sp>
        <p:nvSpPr>
          <p:cNvPr id="48234" name="Rectangle 32"/>
          <p:cNvSpPr>
            <a:spLocks noChangeArrowheads="1"/>
          </p:cNvSpPr>
          <p:nvPr/>
        </p:nvSpPr>
        <p:spPr bwMode="auto">
          <a:xfrm>
            <a:off x="1752600" y="4999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34" name="Rectangle 33"/>
          <p:cNvSpPr/>
          <p:nvPr/>
        </p:nvSpPr>
        <p:spPr bwMode="auto">
          <a:xfrm>
            <a:off x="1752600" y="4999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  <p:sp>
        <p:nvSpPr>
          <p:cNvPr id="48236" name="Rectangle 34"/>
          <p:cNvSpPr>
            <a:spLocks noChangeArrowheads="1"/>
          </p:cNvSpPr>
          <p:nvPr/>
        </p:nvSpPr>
        <p:spPr bwMode="auto">
          <a:xfrm>
            <a:off x="2590800" y="4999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36" name="Rectangle 35"/>
          <p:cNvSpPr/>
          <p:nvPr/>
        </p:nvSpPr>
        <p:spPr bwMode="auto">
          <a:xfrm>
            <a:off x="2590800" y="4999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sp>
        <p:nvSpPr>
          <p:cNvPr id="48238" name="Rectangle 36"/>
          <p:cNvSpPr>
            <a:spLocks noChangeArrowheads="1"/>
          </p:cNvSpPr>
          <p:nvPr/>
        </p:nvSpPr>
        <p:spPr bwMode="auto">
          <a:xfrm>
            <a:off x="3429000" y="4999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38" name="Rectangle 37"/>
          <p:cNvSpPr/>
          <p:nvPr/>
        </p:nvSpPr>
        <p:spPr bwMode="auto">
          <a:xfrm>
            <a:off x="3429000" y="4999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  <p:sp>
        <p:nvSpPr>
          <p:cNvPr id="48240" name="Rectangle 38"/>
          <p:cNvSpPr>
            <a:spLocks noChangeArrowheads="1"/>
          </p:cNvSpPr>
          <p:nvPr/>
        </p:nvSpPr>
        <p:spPr bwMode="auto">
          <a:xfrm>
            <a:off x="914400" y="5761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40" name="Rectangle 39"/>
          <p:cNvSpPr/>
          <p:nvPr/>
        </p:nvSpPr>
        <p:spPr bwMode="auto">
          <a:xfrm>
            <a:off x="914400" y="5761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  <p:sp>
        <p:nvSpPr>
          <p:cNvPr id="48242" name="Rectangle 40"/>
          <p:cNvSpPr>
            <a:spLocks noChangeArrowheads="1"/>
          </p:cNvSpPr>
          <p:nvPr/>
        </p:nvSpPr>
        <p:spPr bwMode="auto">
          <a:xfrm>
            <a:off x="1752600" y="5761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48243" name="Rectangle 42"/>
          <p:cNvSpPr>
            <a:spLocks noChangeArrowheads="1"/>
          </p:cNvSpPr>
          <p:nvPr/>
        </p:nvSpPr>
        <p:spPr bwMode="auto">
          <a:xfrm>
            <a:off x="2590800" y="5761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44" name="Rectangle 43"/>
          <p:cNvSpPr/>
          <p:nvPr/>
        </p:nvSpPr>
        <p:spPr bwMode="auto">
          <a:xfrm>
            <a:off x="2590800" y="5761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  <p:sp>
        <p:nvSpPr>
          <p:cNvPr id="48245" name="Rectangle 44"/>
          <p:cNvSpPr>
            <a:spLocks noChangeArrowheads="1"/>
          </p:cNvSpPr>
          <p:nvPr/>
        </p:nvSpPr>
        <p:spPr bwMode="auto">
          <a:xfrm>
            <a:off x="3429000" y="5761038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1431" tIns="45716" rIns="91431" bIns="45716"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1752600" y="2713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3429000" y="3475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  <p:sp>
        <p:nvSpPr>
          <p:cNvPr id="46" name="Rectangle 45"/>
          <p:cNvSpPr/>
          <p:nvPr/>
        </p:nvSpPr>
        <p:spPr bwMode="auto">
          <a:xfrm>
            <a:off x="3429000" y="5761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1752600" y="5761038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  <p:grpSp>
        <p:nvGrpSpPr>
          <p:cNvPr id="48250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48489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490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48251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48252" name="Rectangle 14"/>
          <p:cNvSpPr>
            <a:spLocks noChangeArrowheads="1"/>
          </p:cNvSpPr>
          <p:nvPr/>
        </p:nvSpPr>
        <p:spPr bwMode="auto">
          <a:xfrm>
            <a:off x="214313" y="949325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48253" name="TextBox 1"/>
          <p:cNvSpPr txBox="1">
            <a:spLocks noChangeArrowheads="1"/>
          </p:cNvSpPr>
          <p:nvPr/>
        </p:nvSpPr>
        <p:spPr bwMode="auto">
          <a:xfrm>
            <a:off x="311150" y="1042988"/>
            <a:ext cx="193198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6b :</a:t>
            </a:r>
          </a:p>
        </p:txBody>
      </p:sp>
      <p:sp>
        <p:nvSpPr>
          <p:cNvPr id="48254" name="Rectangle 3"/>
          <p:cNvSpPr txBox="1">
            <a:spLocks noChangeArrowheads="1"/>
          </p:cNvSpPr>
          <p:nvPr/>
        </p:nvSpPr>
        <p:spPr bwMode="auto">
          <a:xfrm>
            <a:off x="296863" y="1544638"/>
            <a:ext cx="3675062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0"/>
              <a:buNone/>
            </a:pPr>
            <a:r>
              <a:rPr kumimoji="1" lang="en-US" sz="2200">
                <a:latin typeface="Helvetica" charset="0"/>
              </a:rPr>
              <a:t>MS-DOS which uses linked allocation - </a:t>
            </a:r>
            <a:r>
              <a:rPr kumimoji="1" lang="en-US" sz="2200" b="1">
                <a:solidFill>
                  <a:srgbClr val="66CCFF"/>
                </a:solidFill>
                <a:latin typeface="Helvetica" charset="0"/>
              </a:rPr>
              <a:t>FAT</a:t>
            </a:r>
            <a:r>
              <a:rPr kumimoji="1" lang="en-US" sz="2200">
                <a:latin typeface="Helvetica" charset="0"/>
              </a:rPr>
              <a:t>.</a:t>
            </a:r>
          </a:p>
        </p:txBody>
      </p:sp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4949825" y="1328738"/>
          <a:ext cx="3905250" cy="519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Address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Size (KB)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Next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3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7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(4)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19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cxnSp>
        <p:nvCxnSpPr>
          <p:cNvPr id="88" name="Straight Arrow Connector 87"/>
          <p:cNvCxnSpPr>
            <a:cxnSpLocks noChangeShapeType="1"/>
          </p:cNvCxnSpPr>
          <p:nvPr/>
        </p:nvCxnSpPr>
        <p:spPr bwMode="auto">
          <a:xfrm flipH="1">
            <a:off x="6754813" y="2638425"/>
            <a:ext cx="1524000" cy="760413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101" name="Table 100"/>
          <p:cNvGraphicFramePr>
            <a:graphicFrameLocks noGrp="1"/>
          </p:cNvGraphicFramePr>
          <p:nvPr/>
        </p:nvGraphicFramePr>
        <p:xfrm>
          <a:off x="4951413" y="1325563"/>
          <a:ext cx="3905250" cy="519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Address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Size (KB)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Next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3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7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(4)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19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cxnSp>
        <p:nvCxnSpPr>
          <p:cNvPr id="96" name="Straight Arrow Connector 95"/>
          <p:cNvCxnSpPr>
            <a:cxnSpLocks noChangeShapeType="1"/>
          </p:cNvCxnSpPr>
          <p:nvPr/>
        </p:nvCxnSpPr>
        <p:spPr bwMode="auto">
          <a:xfrm flipH="1">
            <a:off x="6754813" y="3398838"/>
            <a:ext cx="1524000" cy="144780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102" name="Table 101"/>
          <p:cNvGraphicFramePr>
            <a:graphicFrameLocks noGrp="1"/>
          </p:cNvGraphicFramePr>
          <p:nvPr/>
        </p:nvGraphicFramePr>
        <p:xfrm>
          <a:off x="4948238" y="1327150"/>
          <a:ext cx="3905250" cy="519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Address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Size (KB)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Next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(1)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3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6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7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(2)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B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11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. . .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(4)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-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19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421002"/>
                        </a:solidFill>
                      </a:endParaRP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File A (3)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20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512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</a:rPr>
                        <a:t>18</a:t>
                      </a:r>
                    </a:p>
                  </a:txBody>
                  <a:tcPr marL="91447" marR="91447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03" name="TextBox 102"/>
          <p:cNvSpPr txBox="1"/>
          <p:nvPr/>
        </p:nvSpPr>
        <p:spPr>
          <a:xfrm>
            <a:off x="4959350" y="931863"/>
            <a:ext cx="3903663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Directory Entry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50178" name="Rectangle 2"/>
          <p:cNvSpPr txBox="1">
            <a:spLocks noChangeArrowheads="1"/>
          </p:cNvSpPr>
          <p:nvPr/>
        </p:nvSpPr>
        <p:spPr bwMode="auto">
          <a:xfrm>
            <a:off x="2260600" y="887413"/>
            <a:ext cx="6426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2800" b="1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(c) Indexed allocation</a:t>
            </a:r>
          </a:p>
        </p:txBody>
      </p:sp>
      <p:grpSp>
        <p:nvGrpSpPr>
          <p:cNvPr id="50179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50184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185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50180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054100" y="1858963"/>
            <a:ext cx="7275513" cy="4687887"/>
          </a:xfrm>
        </p:spPr>
        <p:txBody>
          <a:bodyPr/>
          <a:lstStyle/>
          <a:p>
            <a:pPr marL="400067" indent="-342900">
              <a:buFont typeface="Wingdings" charset="2"/>
              <a:buChar char="§"/>
              <a:defRPr/>
            </a:pPr>
            <a:r>
              <a:rPr lang="en-US" sz="2200" kern="1200" dirty="0"/>
              <a:t>Each file has its own </a:t>
            </a:r>
            <a:r>
              <a:rPr lang="en-US" sz="2200" b="1" kern="1200" dirty="0">
                <a:solidFill>
                  <a:srgbClr val="66CCFF"/>
                </a:solidFill>
              </a:rPr>
              <a:t>index block</a:t>
            </a:r>
            <a:r>
              <a:rPr lang="en-US" sz="2200" kern="1200" dirty="0"/>
              <a:t>(s) of pointers to its data blocks.</a:t>
            </a:r>
          </a:p>
          <a:p>
            <a:pPr marL="400067" indent="-342900">
              <a:buFont typeface="Wingdings" charset="2"/>
              <a:buChar char="§"/>
              <a:defRPr/>
            </a:pPr>
            <a:r>
              <a:rPr lang="en-US" sz="2200" kern="1200" dirty="0"/>
              <a:t>Logical view:</a:t>
            </a:r>
          </a:p>
          <a:p>
            <a:pPr marL="400067" indent="-342900">
              <a:buFont typeface="Wingdings" charset="2"/>
              <a:buChar char="§"/>
              <a:defRPr/>
            </a:pPr>
            <a:endParaRPr lang="en-US" sz="2200" kern="1200" dirty="0"/>
          </a:p>
          <a:p>
            <a:pPr marL="400067" indent="-342900">
              <a:buFont typeface="Wingdings" charset="2"/>
              <a:buChar char="§"/>
              <a:defRPr/>
            </a:pPr>
            <a:endParaRPr lang="en-US" sz="2200" kern="1200" dirty="0"/>
          </a:p>
          <a:p>
            <a:pPr marL="400067" indent="-342900">
              <a:buFont typeface="Wingdings" charset="2"/>
              <a:buChar char="§"/>
              <a:defRPr/>
            </a:pPr>
            <a:endParaRPr lang="en-US" sz="2200" kern="1200" dirty="0"/>
          </a:p>
          <a:p>
            <a:pPr marL="57167" indent="0">
              <a:buFont typeface="Monotype Sorts" charset="0"/>
              <a:buNone/>
              <a:defRPr/>
            </a:pPr>
            <a:endParaRPr lang="en-US" sz="2200" kern="1200" dirty="0"/>
          </a:p>
          <a:p>
            <a:pPr marL="57167" indent="0">
              <a:buFont typeface="Monotype Sorts" charset="0"/>
              <a:buNone/>
              <a:defRPr/>
            </a:pPr>
            <a:endParaRPr lang="en-US" sz="1000" kern="1200" dirty="0"/>
          </a:p>
          <a:p>
            <a:pPr marL="342866" indent="-342866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sz="2200" dirty="0">
                <a:latin typeface="Helvetica" charset="0"/>
                <a:ea typeface="MS PGothic" charset="0"/>
              </a:rPr>
              <a:t>Need index table.</a:t>
            </a:r>
          </a:p>
          <a:p>
            <a:pPr marL="342866" indent="-342866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sz="2200" dirty="0">
                <a:latin typeface="Helvetica" charset="0"/>
                <a:ea typeface="MS PGothic" charset="0"/>
              </a:rPr>
              <a:t>Random access.</a:t>
            </a:r>
          </a:p>
          <a:p>
            <a:pPr marL="342866" indent="-342866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sz="2200" dirty="0">
                <a:latin typeface="Helvetica" charset="0"/>
                <a:ea typeface="MS PGothic" charset="0"/>
              </a:rPr>
              <a:t>Dynamic access without </a:t>
            </a:r>
            <a:r>
              <a:rPr lang="en-US" sz="2200" dirty="0">
                <a:solidFill>
                  <a:srgbClr val="FF0000"/>
                </a:solidFill>
                <a:latin typeface="Helvetica" charset="0"/>
                <a:ea typeface="MS PGothic" charset="0"/>
              </a:rPr>
              <a:t>external fragmentation</a:t>
            </a:r>
            <a:r>
              <a:rPr lang="en-US" sz="2200" dirty="0">
                <a:latin typeface="Helvetica" charset="0"/>
                <a:ea typeface="MS PGothic" charset="0"/>
              </a:rPr>
              <a:t>, but have </a:t>
            </a:r>
            <a:r>
              <a:rPr lang="en-US" sz="2200" dirty="0">
                <a:solidFill>
                  <a:srgbClr val="FF0000"/>
                </a:solidFill>
                <a:latin typeface="Helvetica" charset="0"/>
                <a:ea typeface="MS PGothic" charset="0"/>
              </a:rPr>
              <a:t>overhead</a:t>
            </a:r>
            <a:r>
              <a:rPr lang="en-US" sz="2200" dirty="0">
                <a:latin typeface="Helvetica" charset="0"/>
                <a:ea typeface="MS PGothic" charset="0"/>
              </a:rPr>
              <a:t> of </a:t>
            </a:r>
            <a:r>
              <a:rPr lang="en-US" sz="2200" b="1" dirty="0">
                <a:solidFill>
                  <a:srgbClr val="66CCFF"/>
                </a:solidFill>
                <a:latin typeface="Helvetica" charset="0"/>
                <a:ea typeface="MS PGothic" charset="0"/>
              </a:rPr>
              <a:t>index block</a:t>
            </a:r>
            <a:r>
              <a:rPr lang="en-US" sz="2200" dirty="0">
                <a:latin typeface="Helvetica" charset="0"/>
                <a:ea typeface="MS PGothic" charset="0"/>
              </a:rPr>
              <a:t>.</a:t>
            </a:r>
            <a:endParaRPr lang="en-US" sz="2200" kern="1200" dirty="0"/>
          </a:p>
          <a:p>
            <a:pPr marL="342866" indent="-342866">
              <a:spcBef>
                <a:spcPts val="0"/>
              </a:spcBef>
              <a:spcAft>
                <a:spcPts val="1200"/>
              </a:spcAft>
              <a:buFont typeface="Wingdings" charset="2"/>
              <a:buChar char="§"/>
              <a:defRPr/>
            </a:pPr>
            <a:endParaRPr lang="en-US" sz="2200" kern="1200" dirty="0"/>
          </a:p>
        </p:txBody>
      </p:sp>
      <p:pic>
        <p:nvPicPr>
          <p:cNvPr id="5018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475" y="2740025"/>
            <a:ext cx="24860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 bwMode="auto">
          <a:xfrm>
            <a:off x="1157288" y="4999038"/>
            <a:ext cx="7181850" cy="174625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31" tIns="45716" rIns="91431" bIns="45716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grpSp>
        <p:nvGrpSpPr>
          <p:cNvPr id="52226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52243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244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52227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52228" name="Rectangle 14"/>
          <p:cNvSpPr>
            <a:spLocks noChangeArrowheads="1"/>
          </p:cNvSpPr>
          <p:nvPr/>
        </p:nvSpPr>
        <p:spPr bwMode="auto">
          <a:xfrm>
            <a:off x="214313" y="949325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52229" name="TextBox 1"/>
          <p:cNvSpPr txBox="1">
            <a:spLocks noChangeArrowheads="1"/>
          </p:cNvSpPr>
          <p:nvPr/>
        </p:nvSpPr>
        <p:spPr bwMode="auto">
          <a:xfrm>
            <a:off x="311150" y="1042988"/>
            <a:ext cx="193198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7 :</a:t>
            </a:r>
          </a:p>
        </p:txBody>
      </p:sp>
      <p:sp>
        <p:nvSpPr>
          <p:cNvPr id="14" name="TextBox 13">
            <a:extLst/>
          </p:cNvPr>
          <p:cNvSpPr txBox="1"/>
          <p:nvPr/>
        </p:nvSpPr>
        <p:spPr>
          <a:xfrm>
            <a:off x="3189288" y="6200775"/>
            <a:ext cx="5954712" cy="646113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66CCFF"/>
                </a:solidFill>
                <a:latin typeface="+mn-lt"/>
              </a:rPr>
              <a:t>Figure 11.8</a:t>
            </a:r>
            <a:r>
              <a:rPr lang="en-US" dirty="0">
                <a:latin typeface="+mn-lt"/>
              </a:rPr>
              <a:t>  Example of Indexed Allocation. Assume each block can only stores 8 block addresses.</a:t>
            </a:r>
          </a:p>
        </p:txBody>
      </p:sp>
      <p:sp>
        <p:nvSpPr>
          <p:cNvPr id="52231" name="TextBox 16"/>
          <p:cNvSpPr txBox="1">
            <a:spLocks noChangeArrowheads="1"/>
          </p:cNvSpPr>
          <p:nvPr/>
        </p:nvSpPr>
        <p:spPr bwMode="auto">
          <a:xfrm>
            <a:off x="396875" y="1589088"/>
            <a:ext cx="1017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400">
                <a:solidFill>
                  <a:srgbClr val="66CCFF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(Page: 510)</a:t>
            </a:r>
          </a:p>
        </p:txBody>
      </p:sp>
      <p:pic>
        <p:nvPicPr>
          <p:cNvPr id="52232" name="Picture 2" descr="Screen Shot 2018-04-26 at 6.26.3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3" y="1019175"/>
            <a:ext cx="5961062" cy="520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4946650" y="3143250"/>
            <a:ext cx="3498850" cy="1922463"/>
            <a:chOff x="4946880" y="3143765"/>
            <a:chExt cx="3497891" cy="1922475"/>
          </a:xfrm>
        </p:grpSpPr>
        <p:sp>
          <p:nvSpPr>
            <p:cNvPr id="19" name="Rectangle 18"/>
            <p:cNvSpPr/>
            <p:nvPr/>
          </p:nvSpPr>
          <p:spPr bwMode="auto">
            <a:xfrm>
              <a:off x="4946880" y="4024833"/>
              <a:ext cx="171403" cy="17780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1" tIns="45716" rIns="91431" bIns="45716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Rectangle 22"/>
            <p:cNvSpPr>
              <a:spLocks noChangeArrowheads="1"/>
            </p:cNvSpPr>
            <p:nvPr/>
          </p:nvSpPr>
          <p:spPr bwMode="auto">
            <a:xfrm>
              <a:off x="6522836" y="3143765"/>
              <a:ext cx="1921935" cy="192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1" tIns="45716" rIns="91431" bIns="45716"/>
            <a:lstStyle/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9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16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1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10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25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−1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−1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−1</a:t>
              </a:r>
            </a:p>
            <a:p>
              <a:pPr algn="ctr">
                <a:defRPr/>
              </a:pPr>
              <a:endParaRPr lang="en-US" sz="1500" dirty="0">
                <a:latin typeface="+mn-lt"/>
              </a:endParaRPr>
            </a:p>
          </p:txBody>
        </p:sp>
      </p:grpSp>
      <p:cxnSp>
        <p:nvCxnSpPr>
          <p:cNvPr id="52234" name="Straight Connector 21"/>
          <p:cNvCxnSpPr>
            <a:cxnSpLocks noChangeShapeType="1"/>
          </p:cNvCxnSpPr>
          <p:nvPr/>
        </p:nvCxnSpPr>
        <p:spPr bwMode="auto">
          <a:xfrm>
            <a:off x="6310313" y="1851025"/>
            <a:ext cx="233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3959225" y="3001963"/>
            <a:ext cx="185738" cy="19526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3468688" y="4016375"/>
            <a:ext cx="185737" cy="19526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3960813" y="1979613"/>
            <a:ext cx="185737" cy="19526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4452938" y="3003550"/>
            <a:ext cx="185737" cy="19526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3960813" y="5035550"/>
            <a:ext cx="185737" cy="193675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52240" name="Rectangle 3"/>
          <p:cNvSpPr txBox="1">
            <a:spLocks noChangeArrowheads="1"/>
          </p:cNvSpPr>
          <p:nvPr/>
        </p:nvSpPr>
        <p:spPr bwMode="auto">
          <a:xfrm>
            <a:off x="242888" y="2271713"/>
            <a:ext cx="2522537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1313" indent="-341313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The directory contains the address of the index block.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To find and read the </a:t>
            </a:r>
            <a:r>
              <a:rPr kumimoji="1" lang="en-US" sz="2200" i="1">
                <a:solidFill>
                  <a:srgbClr val="FF0000"/>
                </a:solidFill>
                <a:latin typeface="Times New Roman" charset="0"/>
                <a:cs typeface="Times New Roman" charset="0"/>
              </a:rPr>
              <a:t>i</a:t>
            </a:r>
            <a:r>
              <a:rPr kumimoji="1" lang="en-US" sz="2200">
                <a:solidFill>
                  <a:srgbClr val="FF0000"/>
                </a:solidFill>
                <a:latin typeface="Helvetica" charset="0"/>
              </a:rPr>
              <a:t>th</a:t>
            </a:r>
            <a:r>
              <a:rPr kumimoji="1" lang="en-US" sz="2200">
                <a:latin typeface="Helvetica" charset="0"/>
              </a:rPr>
              <a:t> block, the pointer in the </a:t>
            </a:r>
            <a:r>
              <a:rPr kumimoji="1" lang="en-US" sz="2200" i="1">
                <a:solidFill>
                  <a:srgbClr val="FF0000"/>
                </a:solidFill>
                <a:latin typeface="Times New Roman" charset="0"/>
                <a:cs typeface="Times New Roman" charset="0"/>
              </a:rPr>
              <a:t>i</a:t>
            </a:r>
            <a:r>
              <a:rPr kumimoji="1" lang="en-US" sz="2200">
                <a:solidFill>
                  <a:srgbClr val="FF0000"/>
                </a:solidFill>
                <a:latin typeface="Helvetica" charset="0"/>
              </a:rPr>
              <a:t>th</a:t>
            </a:r>
            <a:r>
              <a:rPr kumimoji="1" lang="en-US" sz="2200">
                <a:latin typeface="Helvetica" charset="0"/>
              </a:rPr>
              <a:t> index-block entry is used.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5486400" y="5181600"/>
          <a:ext cx="2354263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File No.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Index Block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45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934200" y="6477000"/>
            <a:ext cx="20574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8378C942-06EA-0943-9974-A6E4B776C752}" type="slidenum">
              <a:rPr lang="en-US" sz="160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pPr eaLnBrk="1" hangingPunct="1"/>
              <a:t>23</a:t>
            </a:fld>
            <a:endParaRPr lang="en-US" sz="1600">
              <a:solidFill>
                <a:srgbClr val="FFFFFF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7361" name="Group 4"/>
          <p:cNvGrpSpPr>
            <a:grpSpLocks/>
          </p:cNvGrpSpPr>
          <p:nvPr/>
        </p:nvGrpSpPr>
        <p:grpSpPr bwMode="auto">
          <a:xfrm>
            <a:off x="914400" y="2514600"/>
            <a:ext cx="3352800" cy="3810000"/>
            <a:chOff x="2209800" y="1295400"/>
            <a:chExt cx="3352800" cy="3810000"/>
          </a:xfrm>
          <a:noFill/>
        </p:grpSpPr>
        <p:sp>
          <p:nvSpPr>
            <p:cNvPr id="57414" name="Rectangle 5"/>
            <p:cNvSpPr>
              <a:spLocks noChangeArrowheads="1"/>
            </p:cNvSpPr>
            <p:nvPr/>
          </p:nvSpPr>
          <p:spPr bwMode="auto">
            <a:xfrm>
              <a:off x="22098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22098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416" name="Rectangle 7"/>
            <p:cNvSpPr>
              <a:spLocks noChangeArrowheads="1"/>
            </p:cNvSpPr>
            <p:nvPr/>
          </p:nvSpPr>
          <p:spPr bwMode="auto">
            <a:xfrm>
              <a:off x="30480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30480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418" name="Rectangle 9"/>
            <p:cNvSpPr>
              <a:spLocks noChangeArrowheads="1"/>
            </p:cNvSpPr>
            <p:nvPr/>
          </p:nvSpPr>
          <p:spPr bwMode="auto">
            <a:xfrm>
              <a:off x="38862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38862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420" name="Rectangle 11"/>
            <p:cNvSpPr>
              <a:spLocks noChangeArrowheads="1"/>
            </p:cNvSpPr>
            <p:nvPr/>
          </p:nvSpPr>
          <p:spPr bwMode="auto">
            <a:xfrm>
              <a:off x="47244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47244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422" name="Rectangle 13"/>
            <p:cNvSpPr>
              <a:spLocks noChangeArrowheads="1"/>
            </p:cNvSpPr>
            <p:nvPr/>
          </p:nvSpPr>
          <p:spPr bwMode="auto">
            <a:xfrm>
              <a:off x="22098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22098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424" name="Rectangle 15"/>
            <p:cNvSpPr>
              <a:spLocks noChangeArrowheads="1"/>
            </p:cNvSpPr>
            <p:nvPr/>
          </p:nvSpPr>
          <p:spPr bwMode="auto">
            <a:xfrm>
              <a:off x="30480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0480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426" name="Rectangle 17"/>
            <p:cNvSpPr>
              <a:spLocks noChangeArrowheads="1"/>
            </p:cNvSpPr>
            <p:nvPr/>
          </p:nvSpPr>
          <p:spPr bwMode="auto">
            <a:xfrm>
              <a:off x="38862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38862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7428" name="Rectangle 19"/>
            <p:cNvSpPr>
              <a:spLocks noChangeArrowheads="1"/>
            </p:cNvSpPr>
            <p:nvPr/>
          </p:nvSpPr>
          <p:spPr bwMode="auto">
            <a:xfrm>
              <a:off x="47244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47244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430" name="Rectangle 21"/>
            <p:cNvSpPr>
              <a:spLocks noChangeArrowheads="1"/>
            </p:cNvSpPr>
            <p:nvPr/>
          </p:nvSpPr>
          <p:spPr bwMode="auto">
            <a:xfrm>
              <a:off x="22098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22098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7432" name="Rectangle 23"/>
            <p:cNvSpPr>
              <a:spLocks noChangeArrowheads="1"/>
            </p:cNvSpPr>
            <p:nvPr/>
          </p:nvSpPr>
          <p:spPr bwMode="auto">
            <a:xfrm>
              <a:off x="30480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30480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7434" name="Rectangle 25"/>
            <p:cNvSpPr>
              <a:spLocks noChangeArrowheads="1"/>
            </p:cNvSpPr>
            <p:nvPr/>
          </p:nvSpPr>
          <p:spPr bwMode="auto">
            <a:xfrm>
              <a:off x="38862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38862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7436" name="Rectangle 27"/>
            <p:cNvSpPr>
              <a:spLocks noChangeArrowheads="1"/>
            </p:cNvSpPr>
            <p:nvPr/>
          </p:nvSpPr>
          <p:spPr bwMode="auto">
            <a:xfrm>
              <a:off x="47244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47244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438" name="Rectangle 29"/>
            <p:cNvSpPr>
              <a:spLocks noChangeArrowheads="1"/>
            </p:cNvSpPr>
            <p:nvPr/>
          </p:nvSpPr>
          <p:spPr bwMode="auto">
            <a:xfrm>
              <a:off x="22098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22098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7440" name="Rectangle 31"/>
            <p:cNvSpPr>
              <a:spLocks noChangeArrowheads="1"/>
            </p:cNvSpPr>
            <p:nvPr/>
          </p:nvSpPr>
          <p:spPr bwMode="auto">
            <a:xfrm>
              <a:off x="30480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30480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7442" name="Rectangle 33"/>
            <p:cNvSpPr>
              <a:spLocks noChangeArrowheads="1"/>
            </p:cNvSpPr>
            <p:nvPr/>
          </p:nvSpPr>
          <p:spPr bwMode="auto">
            <a:xfrm>
              <a:off x="38862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38862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7444" name="Rectangle 35"/>
            <p:cNvSpPr>
              <a:spLocks noChangeArrowheads="1"/>
            </p:cNvSpPr>
            <p:nvPr/>
          </p:nvSpPr>
          <p:spPr bwMode="auto">
            <a:xfrm>
              <a:off x="47244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47244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7446" name="Rectangle 37"/>
            <p:cNvSpPr>
              <a:spLocks noChangeArrowheads="1"/>
            </p:cNvSpPr>
            <p:nvPr/>
          </p:nvSpPr>
          <p:spPr bwMode="auto">
            <a:xfrm>
              <a:off x="22098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22098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7448" name="Rectangle 39"/>
            <p:cNvSpPr>
              <a:spLocks noChangeArrowheads="1"/>
            </p:cNvSpPr>
            <p:nvPr/>
          </p:nvSpPr>
          <p:spPr bwMode="auto">
            <a:xfrm>
              <a:off x="30480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30480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7450" name="Rectangle 41"/>
            <p:cNvSpPr>
              <a:spLocks noChangeArrowheads="1"/>
            </p:cNvSpPr>
            <p:nvPr/>
          </p:nvSpPr>
          <p:spPr bwMode="auto">
            <a:xfrm>
              <a:off x="38862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38862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57452" name="Rectangle 43"/>
            <p:cNvSpPr>
              <a:spLocks noChangeArrowheads="1"/>
            </p:cNvSpPr>
            <p:nvPr/>
          </p:nvSpPr>
          <p:spPr bwMode="auto">
            <a:xfrm>
              <a:off x="47244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47244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  <p:sp>
        <p:nvSpPr>
          <p:cNvPr id="46" name="Rectangle 45"/>
          <p:cNvSpPr/>
          <p:nvPr/>
        </p:nvSpPr>
        <p:spPr bwMode="auto">
          <a:xfrm>
            <a:off x="3429000" y="55626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2590800" y="25146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1752600" y="2514600"/>
            <a:ext cx="838200" cy="762000"/>
          </a:xfrm>
          <a:prstGeom prst="rect">
            <a:avLst/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endParaRPr lang="en-US" sz="1600" dirty="0">
              <a:latin typeface="+mn-lt"/>
              <a:ea typeface="+mn-ea"/>
              <a:cs typeface="+mn-cs"/>
            </a:endParaRPr>
          </a:p>
          <a:p>
            <a:pPr algn="r">
              <a:defRPr/>
            </a:pPr>
            <a:endParaRPr lang="en-US" sz="1600" dirty="0">
              <a:solidFill>
                <a:srgbClr val="421002"/>
              </a:solidFill>
              <a:latin typeface="+mn-lt"/>
              <a:ea typeface="+mn-ea"/>
              <a:cs typeface="+mn-cs"/>
            </a:endParaRPr>
          </a:p>
          <a:p>
            <a:pPr algn="ctr">
              <a:defRPr/>
            </a:pPr>
            <a:endParaRPr lang="en-US" sz="1600" b="1" dirty="0">
              <a:solidFill>
                <a:srgbClr val="42100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1752600" y="25146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3429000" y="4038600"/>
            <a:ext cx="838200" cy="762000"/>
            <a:chOff x="1600200" y="2590800"/>
            <a:chExt cx="838200" cy="762000"/>
          </a:xfrm>
        </p:grpSpPr>
        <p:sp>
          <p:nvSpPr>
            <p:cNvPr id="51" name="Rectangle 50"/>
            <p:cNvSpPr/>
            <p:nvPr/>
          </p:nvSpPr>
          <p:spPr bwMode="auto">
            <a:xfrm>
              <a:off x="1600200" y="2590800"/>
              <a:ext cx="838200" cy="7620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r"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2</a:t>
              </a:r>
            </a:p>
            <a:p>
              <a:pPr algn="r"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8</a:t>
              </a:r>
            </a:p>
            <a:p>
              <a:pPr algn="r"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20</a:t>
              </a:r>
            </a:p>
            <a:p>
              <a:pPr algn="r"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18</a:t>
              </a:r>
            </a:p>
            <a:p>
              <a:pPr algn="r">
                <a:defRPr/>
              </a:pPr>
              <a:endPara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  <a:p>
              <a:pPr algn="ctr">
                <a:defRPr/>
              </a:pPr>
              <a:endParaRPr lang="en-US" sz="1600" b="1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1600200" y="2590800"/>
              <a:ext cx="3810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3429000" y="5562600"/>
            <a:ext cx="838200" cy="762000"/>
            <a:chOff x="1905000" y="2590800"/>
            <a:chExt cx="838200" cy="762000"/>
          </a:xfrm>
        </p:grpSpPr>
        <p:sp>
          <p:nvSpPr>
            <p:cNvPr id="54" name="Rectangle 53"/>
            <p:cNvSpPr/>
            <p:nvPr/>
          </p:nvSpPr>
          <p:spPr bwMode="auto">
            <a:xfrm>
              <a:off x="1905000" y="2590800"/>
              <a:ext cx="838200" cy="762000"/>
            </a:xfrm>
            <a:prstGeom prst="rect">
              <a:avLst/>
            </a:prstGeom>
            <a:solidFill>
              <a:srgbClr val="66C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  <a:p>
              <a:pPr algn="r">
                <a:defRPr/>
              </a:pPr>
              <a:endPara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  <a:p>
              <a:pPr algn="ctr">
                <a:defRPr/>
              </a:pPr>
              <a:endParaRPr lang="en-US" sz="1600" b="1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1905000" y="2590800"/>
              <a:ext cx="381000" cy="381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1752600" y="5562600"/>
            <a:ext cx="838200" cy="762000"/>
            <a:chOff x="1905000" y="2590800"/>
            <a:chExt cx="838200" cy="762000"/>
          </a:xfrm>
        </p:grpSpPr>
        <p:sp>
          <p:nvSpPr>
            <p:cNvPr id="57" name="Rectangle 56"/>
            <p:cNvSpPr/>
            <p:nvPr/>
          </p:nvSpPr>
          <p:spPr bwMode="auto">
            <a:xfrm>
              <a:off x="1905000" y="2590800"/>
              <a:ext cx="838200" cy="762000"/>
            </a:xfrm>
            <a:prstGeom prst="rect">
              <a:avLst/>
            </a:prstGeom>
            <a:solidFill>
              <a:srgbClr val="66C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  <a:p>
              <a:pPr algn="r">
                <a:defRPr/>
              </a:pPr>
              <a:endPara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  <a:p>
              <a:pPr algn="ctr">
                <a:defRPr/>
              </a:pPr>
              <a:endParaRPr lang="en-US" sz="1600" b="1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1905000" y="2590800"/>
              <a:ext cx="381000" cy="381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5486400" y="5181600"/>
          <a:ext cx="2354263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File No.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Index Block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Group 89"/>
          <p:cNvGrpSpPr>
            <a:grpSpLocks/>
          </p:cNvGrpSpPr>
          <p:nvPr/>
        </p:nvGrpSpPr>
        <p:grpSpPr bwMode="auto">
          <a:xfrm>
            <a:off x="2208213" y="2055813"/>
            <a:ext cx="2439987" cy="2058987"/>
            <a:chOff x="2209006" y="2056606"/>
            <a:chExt cx="2439194" cy="2058194"/>
          </a:xfrm>
        </p:grpSpPr>
        <p:cxnSp>
          <p:nvCxnSpPr>
            <p:cNvPr id="61503" name="Straight Connector 76"/>
            <p:cNvCxnSpPr>
              <a:cxnSpLocks noChangeShapeType="1"/>
            </p:cNvCxnSpPr>
            <p:nvPr/>
          </p:nvCxnSpPr>
          <p:spPr bwMode="auto">
            <a:xfrm>
              <a:off x="4267200" y="4114800"/>
              <a:ext cx="3810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1504" name="Straight Connector 78"/>
            <p:cNvCxnSpPr>
              <a:cxnSpLocks noChangeShapeType="1"/>
            </p:cNvCxnSpPr>
            <p:nvPr/>
          </p:nvCxnSpPr>
          <p:spPr bwMode="auto">
            <a:xfrm rot="5400000" flipH="1" flipV="1">
              <a:off x="3619500" y="3086100"/>
              <a:ext cx="20574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1505" name="Straight Connector 80"/>
            <p:cNvCxnSpPr>
              <a:cxnSpLocks noChangeShapeType="1"/>
            </p:cNvCxnSpPr>
            <p:nvPr/>
          </p:nvCxnSpPr>
          <p:spPr bwMode="auto">
            <a:xfrm rot="10800000">
              <a:off x="2209800" y="2056606"/>
              <a:ext cx="2438400" cy="794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1506" name="Straight Arrow Connector 82"/>
            <p:cNvCxnSpPr>
              <a:cxnSpLocks noChangeShapeType="1"/>
            </p:cNvCxnSpPr>
            <p:nvPr/>
          </p:nvCxnSpPr>
          <p:spPr bwMode="auto">
            <a:xfrm rot="5400000">
              <a:off x="1981200" y="2285206"/>
              <a:ext cx="457200" cy="1588"/>
            </a:xfrm>
            <a:prstGeom prst="straightConnector1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8" name="Group 100"/>
          <p:cNvGrpSpPr>
            <a:grpSpLocks/>
          </p:cNvGrpSpPr>
          <p:nvPr/>
        </p:nvGrpSpPr>
        <p:grpSpPr bwMode="auto">
          <a:xfrm>
            <a:off x="4267200" y="3657600"/>
            <a:ext cx="762000" cy="685800"/>
            <a:chOff x="4267200" y="3657600"/>
            <a:chExt cx="762000" cy="685800"/>
          </a:xfrm>
        </p:grpSpPr>
        <p:cxnSp>
          <p:nvCxnSpPr>
            <p:cNvPr id="61500" name="Straight Connector 85"/>
            <p:cNvCxnSpPr>
              <a:cxnSpLocks noChangeShapeType="1"/>
            </p:cNvCxnSpPr>
            <p:nvPr/>
          </p:nvCxnSpPr>
          <p:spPr bwMode="auto">
            <a:xfrm>
              <a:off x="4267200" y="4343400"/>
              <a:ext cx="7620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1501" name="Straight Connector 86"/>
            <p:cNvCxnSpPr>
              <a:cxnSpLocks noChangeShapeType="1"/>
            </p:cNvCxnSpPr>
            <p:nvPr/>
          </p:nvCxnSpPr>
          <p:spPr bwMode="auto">
            <a:xfrm rot="5400000" flipH="1" flipV="1">
              <a:off x="4686300" y="4000500"/>
              <a:ext cx="6858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1502" name="Straight Arrow Connector 88"/>
            <p:cNvCxnSpPr>
              <a:cxnSpLocks noChangeShapeType="1"/>
            </p:cNvCxnSpPr>
            <p:nvPr/>
          </p:nvCxnSpPr>
          <p:spPr bwMode="auto">
            <a:xfrm rot="10800000" flipV="1">
              <a:off x="4267200" y="3657600"/>
              <a:ext cx="762000" cy="794"/>
            </a:xfrm>
            <a:prstGeom prst="straightConnector1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10" name="Group 94"/>
          <p:cNvGrpSpPr>
            <a:grpSpLocks/>
          </p:cNvGrpSpPr>
          <p:nvPr/>
        </p:nvGrpSpPr>
        <p:grpSpPr bwMode="auto">
          <a:xfrm>
            <a:off x="3429000" y="3276600"/>
            <a:ext cx="838200" cy="762000"/>
            <a:chOff x="1905000" y="2590800"/>
            <a:chExt cx="838200" cy="762000"/>
          </a:xfrm>
        </p:grpSpPr>
        <p:sp>
          <p:nvSpPr>
            <p:cNvPr id="96" name="Rectangle 95"/>
            <p:cNvSpPr/>
            <p:nvPr/>
          </p:nvSpPr>
          <p:spPr bwMode="auto">
            <a:xfrm>
              <a:off x="1905000" y="2590800"/>
              <a:ext cx="838200" cy="762000"/>
            </a:xfrm>
            <a:prstGeom prst="rect">
              <a:avLst/>
            </a:prstGeom>
            <a:solidFill>
              <a:srgbClr val="66C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  <a:p>
              <a:pPr algn="r">
                <a:defRPr/>
              </a:pPr>
              <a:endPara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  <a:p>
              <a:pPr algn="ctr">
                <a:defRPr/>
              </a:pPr>
              <a:endParaRPr lang="en-US" sz="1600" b="1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905000" y="2590800"/>
              <a:ext cx="381000" cy="381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12" name="Group 105"/>
          <p:cNvGrpSpPr>
            <a:grpSpLocks/>
          </p:cNvGrpSpPr>
          <p:nvPr/>
        </p:nvGrpSpPr>
        <p:grpSpPr bwMode="auto">
          <a:xfrm>
            <a:off x="4267200" y="4572000"/>
            <a:ext cx="304800" cy="1373188"/>
            <a:chOff x="4267200" y="4572000"/>
            <a:chExt cx="304800" cy="1372394"/>
          </a:xfrm>
        </p:grpSpPr>
        <p:cxnSp>
          <p:nvCxnSpPr>
            <p:cNvPr id="61495" name="Straight Connector 97"/>
            <p:cNvCxnSpPr>
              <a:cxnSpLocks noChangeShapeType="1"/>
            </p:cNvCxnSpPr>
            <p:nvPr/>
          </p:nvCxnSpPr>
          <p:spPr bwMode="auto">
            <a:xfrm>
              <a:off x="4267200" y="4572000"/>
              <a:ext cx="3048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1496" name="Straight Connector 98"/>
            <p:cNvCxnSpPr>
              <a:cxnSpLocks noChangeShapeType="1"/>
            </p:cNvCxnSpPr>
            <p:nvPr/>
          </p:nvCxnSpPr>
          <p:spPr bwMode="auto">
            <a:xfrm rot="5400000" flipH="1" flipV="1">
              <a:off x="3886200" y="5257800"/>
              <a:ext cx="13716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1497" name="Straight Arrow Connector 99"/>
            <p:cNvCxnSpPr>
              <a:cxnSpLocks noChangeShapeType="1"/>
            </p:cNvCxnSpPr>
            <p:nvPr/>
          </p:nvCxnSpPr>
          <p:spPr bwMode="auto">
            <a:xfrm rot="10800000" flipV="1">
              <a:off x="4267200" y="5943600"/>
              <a:ext cx="304800" cy="794"/>
            </a:xfrm>
            <a:prstGeom prst="straightConnector1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14" name="Group 114"/>
          <p:cNvGrpSpPr>
            <a:grpSpLocks/>
          </p:cNvGrpSpPr>
          <p:nvPr/>
        </p:nvGrpSpPr>
        <p:grpSpPr bwMode="auto">
          <a:xfrm>
            <a:off x="2209800" y="4724400"/>
            <a:ext cx="2819400" cy="1905000"/>
            <a:chOff x="2209800" y="4724400"/>
            <a:chExt cx="2819400" cy="1905000"/>
          </a:xfrm>
        </p:grpSpPr>
        <p:cxnSp>
          <p:nvCxnSpPr>
            <p:cNvPr id="61491" name="Straight Connector 87"/>
            <p:cNvCxnSpPr>
              <a:cxnSpLocks noChangeShapeType="1"/>
            </p:cNvCxnSpPr>
            <p:nvPr/>
          </p:nvCxnSpPr>
          <p:spPr bwMode="auto">
            <a:xfrm>
              <a:off x="2209800" y="6629400"/>
              <a:ext cx="28194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1492" name="Straight Connector 106"/>
            <p:cNvCxnSpPr>
              <a:cxnSpLocks noChangeShapeType="1"/>
            </p:cNvCxnSpPr>
            <p:nvPr/>
          </p:nvCxnSpPr>
          <p:spPr bwMode="auto">
            <a:xfrm>
              <a:off x="4267200" y="4724400"/>
              <a:ext cx="7620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1493" name="Straight Connector 107"/>
            <p:cNvCxnSpPr>
              <a:cxnSpLocks noChangeShapeType="1"/>
            </p:cNvCxnSpPr>
            <p:nvPr/>
          </p:nvCxnSpPr>
          <p:spPr bwMode="auto">
            <a:xfrm rot="5400000" flipH="1" flipV="1">
              <a:off x="4076700" y="5676900"/>
              <a:ext cx="1905000" cy="0"/>
            </a:xfrm>
            <a:prstGeom prst="line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1494" name="Straight Arrow Connector 108"/>
            <p:cNvCxnSpPr>
              <a:cxnSpLocks noChangeShapeType="1"/>
            </p:cNvCxnSpPr>
            <p:nvPr/>
          </p:nvCxnSpPr>
          <p:spPr bwMode="auto">
            <a:xfrm rot="5400000" flipH="1" flipV="1">
              <a:off x="2058591" y="6475809"/>
              <a:ext cx="304006" cy="1588"/>
            </a:xfrm>
            <a:prstGeom prst="straightConnector1">
              <a:avLst/>
            </a:prstGeom>
            <a:noFill/>
            <a:ln w="25400">
              <a:solidFill>
                <a:srgbClr val="66CC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61484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61489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90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61485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61486" name="Rectangle 14"/>
          <p:cNvSpPr>
            <a:spLocks noChangeArrowheads="1"/>
          </p:cNvSpPr>
          <p:nvPr/>
        </p:nvSpPr>
        <p:spPr bwMode="auto">
          <a:xfrm>
            <a:off x="214313" y="949325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61487" name="TextBox 1"/>
          <p:cNvSpPr txBox="1">
            <a:spLocks noChangeArrowheads="1"/>
          </p:cNvSpPr>
          <p:nvPr/>
        </p:nvSpPr>
        <p:spPr bwMode="auto">
          <a:xfrm>
            <a:off x="311150" y="1042988"/>
            <a:ext cx="193198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8a :</a:t>
            </a:r>
          </a:p>
        </p:txBody>
      </p:sp>
      <p:sp>
        <p:nvSpPr>
          <p:cNvPr id="61488" name="Rectangle 3"/>
          <p:cNvSpPr txBox="1">
            <a:spLocks noChangeArrowheads="1"/>
          </p:cNvSpPr>
          <p:nvPr/>
        </p:nvSpPr>
        <p:spPr bwMode="auto">
          <a:xfrm>
            <a:off x="2243138" y="968375"/>
            <a:ext cx="6323012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0"/>
              <a:buNone/>
            </a:pPr>
            <a:r>
              <a:rPr kumimoji="1" lang="en-US" sz="2200">
                <a:latin typeface="Helvetica" charset="0"/>
              </a:rPr>
              <a:t>Indexed allocation for 4 bytes each block.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/>
          <p:cNvSpPr/>
          <p:nvPr/>
        </p:nvSpPr>
        <p:spPr bwMode="auto">
          <a:xfrm>
            <a:off x="2590800" y="2514600"/>
            <a:ext cx="838200" cy="76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endParaRPr lang="en-US" sz="1600" dirty="0">
              <a:latin typeface="+mn-lt"/>
              <a:ea typeface="+mn-ea"/>
              <a:cs typeface="+mn-cs"/>
            </a:endParaRPr>
          </a:p>
          <a:p>
            <a:pPr algn="r">
              <a:defRPr/>
            </a:pPr>
            <a:endParaRPr lang="en-US" sz="1600" dirty="0">
              <a:solidFill>
                <a:srgbClr val="421002"/>
              </a:solidFill>
              <a:latin typeface="+mn-lt"/>
              <a:ea typeface="+mn-ea"/>
              <a:cs typeface="+mn-cs"/>
            </a:endParaRPr>
          </a:p>
          <a:p>
            <a:pPr algn="ctr">
              <a:defRPr/>
            </a:pPr>
            <a:endParaRPr lang="en-US" sz="1600" b="1" dirty="0">
              <a:solidFill>
                <a:srgbClr val="42100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2466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grpSp>
        <p:nvGrpSpPr>
          <p:cNvPr id="57361" name="Group 4"/>
          <p:cNvGrpSpPr>
            <a:grpSpLocks/>
          </p:cNvGrpSpPr>
          <p:nvPr/>
        </p:nvGrpSpPr>
        <p:grpSpPr bwMode="auto">
          <a:xfrm>
            <a:off x="914400" y="2514600"/>
            <a:ext cx="3352800" cy="3810000"/>
            <a:chOff x="2209800" y="1295400"/>
            <a:chExt cx="3352800" cy="3810000"/>
          </a:xfrm>
          <a:noFill/>
        </p:grpSpPr>
        <p:sp>
          <p:nvSpPr>
            <p:cNvPr id="57414" name="Rectangle 5"/>
            <p:cNvSpPr>
              <a:spLocks noChangeArrowheads="1"/>
            </p:cNvSpPr>
            <p:nvPr/>
          </p:nvSpPr>
          <p:spPr bwMode="auto">
            <a:xfrm>
              <a:off x="22098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22098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416" name="Rectangle 7"/>
            <p:cNvSpPr>
              <a:spLocks noChangeArrowheads="1"/>
            </p:cNvSpPr>
            <p:nvPr/>
          </p:nvSpPr>
          <p:spPr bwMode="auto">
            <a:xfrm>
              <a:off x="30480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30480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418" name="Rectangle 9"/>
            <p:cNvSpPr>
              <a:spLocks noChangeArrowheads="1"/>
            </p:cNvSpPr>
            <p:nvPr/>
          </p:nvSpPr>
          <p:spPr bwMode="auto">
            <a:xfrm>
              <a:off x="38862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38862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420" name="Rectangle 11"/>
            <p:cNvSpPr>
              <a:spLocks noChangeArrowheads="1"/>
            </p:cNvSpPr>
            <p:nvPr/>
          </p:nvSpPr>
          <p:spPr bwMode="auto">
            <a:xfrm>
              <a:off x="4724400" y="1295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4724400" y="1295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422" name="Rectangle 13"/>
            <p:cNvSpPr>
              <a:spLocks noChangeArrowheads="1"/>
            </p:cNvSpPr>
            <p:nvPr/>
          </p:nvSpPr>
          <p:spPr bwMode="auto">
            <a:xfrm>
              <a:off x="22098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22098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424" name="Rectangle 15"/>
            <p:cNvSpPr>
              <a:spLocks noChangeArrowheads="1"/>
            </p:cNvSpPr>
            <p:nvPr/>
          </p:nvSpPr>
          <p:spPr bwMode="auto">
            <a:xfrm>
              <a:off x="30480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0480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426" name="Rectangle 17"/>
            <p:cNvSpPr>
              <a:spLocks noChangeArrowheads="1"/>
            </p:cNvSpPr>
            <p:nvPr/>
          </p:nvSpPr>
          <p:spPr bwMode="auto">
            <a:xfrm>
              <a:off x="38862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38862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7428" name="Rectangle 19"/>
            <p:cNvSpPr>
              <a:spLocks noChangeArrowheads="1"/>
            </p:cNvSpPr>
            <p:nvPr/>
          </p:nvSpPr>
          <p:spPr bwMode="auto">
            <a:xfrm>
              <a:off x="4724400" y="2057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4724400" y="2057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430" name="Rectangle 21"/>
            <p:cNvSpPr>
              <a:spLocks noChangeArrowheads="1"/>
            </p:cNvSpPr>
            <p:nvPr/>
          </p:nvSpPr>
          <p:spPr bwMode="auto">
            <a:xfrm>
              <a:off x="22098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22098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7432" name="Rectangle 23"/>
            <p:cNvSpPr>
              <a:spLocks noChangeArrowheads="1"/>
            </p:cNvSpPr>
            <p:nvPr/>
          </p:nvSpPr>
          <p:spPr bwMode="auto">
            <a:xfrm>
              <a:off x="30480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30480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7434" name="Rectangle 25"/>
            <p:cNvSpPr>
              <a:spLocks noChangeArrowheads="1"/>
            </p:cNvSpPr>
            <p:nvPr/>
          </p:nvSpPr>
          <p:spPr bwMode="auto">
            <a:xfrm>
              <a:off x="38862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38862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7436" name="Rectangle 27"/>
            <p:cNvSpPr>
              <a:spLocks noChangeArrowheads="1"/>
            </p:cNvSpPr>
            <p:nvPr/>
          </p:nvSpPr>
          <p:spPr bwMode="auto">
            <a:xfrm>
              <a:off x="4724400" y="2819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4724400" y="2819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438" name="Rectangle 29"/>
            <p:cNvSpPr>
              <a:spLocks noChangeArrowheads="1"/>
            </p:cNvSpPr>
            <p:nvPr/>
          </p:nvSpPr>
          <p:spPr bwMode="auto">
            <a:xfrm>
              <a:off x="22098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22098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7440" name="Rectangle 31"/>
            <p:cNvSpPr>
              <a:spLocks noChangeArrowheads="1"/>
            </p:cNvSpPr>
            <p:nvPr/>
          </p:nvSpPr>
          <p:spPr bwMode="auto">
            <a:xfrm>
              <a:off x="30480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30480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7442" name="Rectangle 33"/>
            <p:cNvSpPr>
              <a:spLocks noChangeArrowheads="1"/>
            </p:cNvSpPr>
            <p:nvPr/>
          </p:nvSpPr>
          <p:spPr bwMode="auto">
            <a:xfrm>
              <a:off x="38862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38862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7444" name="Rectangle 35"/>
            <p:cNvSpPr>
              <a:spLocks noChangeArrowheads="1"/>
            </p:cNvSpPr>
            <p:nvPr/>
          </p:nvSpPr>
          <p:spPr bwMode="auto">
            <a:xfrm>
              <a:off x="4724400" y="3581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4724400" y="3581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7446" name="Rectangle 37"/>
            <p:cNvSpPr>
              <a:spLocks noChangeArrowheads="1"/>
            </p:cNvSpPr>
            <p:nvPr/>
          </p:nvSpPr>
          <p:spPr bwMode="auto">
            <a:xfrm>
              <a:off x="22098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22098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7448" name="Rectangle 39"/>
            <p:cNvSpPr>
              <a:spLocks noChangeArrowheads="1"/>
            </p:cNvSpPr>
            <p:nvPr/>
          </p:nvSpPr>
          <p:spPr bwMode="auto">
            <a:xfrm>
              <a:off x="30480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30480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7450" name="Rectangle 41"/>
            <p:cNvSpPr>
              <a:spLocks noChangeArrowheads="1"/>
            </p:cNvSpPr>
            <p:nvPr/>
          </p:nvSpPr>
          <p:spPr bwMode="auto">
            <a:xfrm>
              <a:off x="38862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38862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57452" name="Rectangle 43"/>
            <p:cNvSpPr>
              <a:spLocks noChangeArrowheads="1"/>
            </p:cNvSpPr>
            <p:nvPr/>
          </p:nvSpPr>
          <p:spPr bwMode="auto">
            <a:xfrm>
              <a:off x="4724400" y="4343400"/>
              <a:ext cx="838200" cy="762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4724400" y="4343400"/>
              <a:ext cx="3810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  <p:sp>
        <p:nvSpPr>
          <p:cNvPr id="46" name="Rectangle 45"/>
          <p:cNvSpPr/>
          <p:nvPr/>
        </p:nvSpPr>
        <p:spPr bwMode="auto">
          <a:xfrm>
            <a:off x="3429000" y="55626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4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2590800" y="25146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1752600" y="2514600"/>
            <a:ext cx="38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 algn="ctr">
              <a:defRPr/>
            </a:pPr>
            <a:r>
              <a: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grpSp>
        <p:nvGrpSpPr>
          <p:cNvPr id="62471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62513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514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62472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62473" name="Rectangle 14"/>
          <p:cNvSpPr>
            <a:spLocks noChangeArrowheads="1"/>
          </p:cNvSpPr>
          <p:nvPr/>
        </p:nvSpPr>
        <p:spPr bwMode="auto">
          <a:xfrm>
            <a:off x="214313" y="949325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62474" name="TextBox 1"/>
          <p:cNvSpPr txBox="1">
            <a:spLocks noChangeArrowheads="1"/>
          </p:cNvSpPr>
          <p:nvPr/>
        </p:nvSpPr>
        <p:spPr bwMode="auto">
          <a:xfrm>
            <a:off x="311150" y="1042988"/>
            <a:ext cx="193198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8b :</a:t>
            </a:r>
          </a:p>
        </p:txBody>
      </p:sp>
      <p:sp>
        <p:nvSpPr>
          <p:cNvPr id="62475" name="Rectangle 3"/>
          <p:cNvSpPr txBox="1">
            <a:spLocks noChangeArrowheads="1"/>
          </p:cNvSpPr>
          <p:nvPr/>
        </p:nvSpPr>
        <p:spPr bwMode="auto">
          <a:xfrm>
            <a:off x="2243138" y="968375"/>
            <a:ext cx="6323012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0"/>
              <a:buNone/>
            </a:pPr>
            <a:r>
              <a:rPr kumimoji="1" lang="en-US" sz="2200">
                <a:latin typeface="Helvetica" charset="0"/>
              </a:rPr>
              <a:t>Indexed allocation for 4 bytes each block.</a:t>
            </a:r>
          </a:p>
        </p:txBody>
      </p:sp>
      <p:grpSp>
        <p:nvGrpSpPr>
          <p:cNvPr id="95" name="Group 52"/>
          <p:cNvGrpSpPr>
            <a:grpSpLocks/>
          </p:cNvGrpSpPr>
          <p:nvPr/>
        </p:nvGrpSpPr>
        <p:grpSpPr bwMode="auto">
          <a:xfrm>
            <a:off x="1752600" y="3276600"/>
            <a:ext cx="838200" cy="762000"/>
            <a:chOff x="1905000" y="2590800"/>
            <a:chExt cx="838200" cy="762000"/>
          </a:xfrm>
        </p:grpSpPr>
        <p:sp>
          <p:nvSpPr>
            <p:cNvPr id="98" name="Rectangle 97"/>
            <p:cNvSpPr/>
            <p:nvPr/>
          </p:nvSpPr>
          <p:spPr bwMode="auto">
            <a:xfrm>
              <a:off x="1905000" y="2590800"/>
              <a:ext cx="838200" cy="762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  <a:p>
              <a:pPr algn="r">
                <a:defRPr/>
              </a:pPr>
              <a:endPara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  <a:p>
              <a:pPr algn="ctr">
                <a:defRPr/>
              </a:pPr>
              <a:endParaRPr lang="en-US" sz="1600" b="1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9" name="Rectangle 98"/>
            <p:cNvSpPr/>
            <p:nvPr/>
          </p:nvSpPr>
          <p:spPr bwMode="auto">
            <a:xfrm>
              <a:off x="1905000" y="2590800"/>
              <a:ext cx="381000" cy="381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101" name="Group 91"/>
          <p:cNvGrpSpPr>
            <a:grpSpLocks/>
          </p:cNvGrpSpPr>
          <p:nvPr/>
        </p:nvGrpSpPr>
        <p:grpSpPr bwMode="auto">
          <a:xfrm>
            <a:off x="3046413" y="2286000"/>
            <a:ext cx="1601787" cy="381000"/>
            <a:chOff x="3047206" y="2286000"/>
            <a:chExt cx="1600994" cy="381000"/>
          </a:xfrm>
        </p:grpSpPr>
        <p:cxnSp>
          <p:nvCxnSpPr>
            <p:cNvPr id="62507" name="Straight Connector 101"/>
            <p:cNvCxnSpPr>
              <a:cxnSpLocks noChangeShapeType="1"/>
            </p:cNvCxnSpPr>
            <p:nvPr/>
          </p:nvCxnSpPr>
          <p:spPr bwMode="auto">
            <a:xfrm>
              <a:off x="4267389" y="2667000"/>
              <a:ext cx="380811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2508" name="Straight Connector 102"/>
            <p:cNvCxnSpPr>
              <a:cxnSpLocks noChangeShapeType="1"/>
            </p:cNvCxnSpPr>
            <p:nvPr/>
          </p:nvCxnSpPr>
          <p:spPr bwMode="auto">
            <a:xfrm rot="5400000" flipH="1" flipV="1">
              <a:off x="4457700" y="2476500"/>
              <a:ext cx="3810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2509" name="Straight Connector 103"/>
            <p:cNvCxnSpPr>
              <a:cxnSpLocks noChangeShapeType="1"/>
            </p:cNvCxnSpPr>
            <p:nvPr/>
          </p:nvCxnSpPr>
          <p:spPr bwMode="auto">
            <a:xfrm rot="10800000">
              <a:off x="3048792" y="2286000"/>
              <a:ext cx="1599408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2510" name="Straight Arrow Connector 104"/>
            <p:cNvCxnSpPr>
              <a:cxnSpLocks noChangeShapeType="1"/>
            </p:cNvCxnSpPr>
            <p:nvPr/>
          </p:nvCxnSpPr>
          <p:spPr bwMode="auto">
            <a:xfrm rot="5400000">
              <a:off x="2933700" y="2401094"/>
              <a:ext cx="228600" cy="1586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106" name="Group 94"/>
          <p:cNvGrpSpPr>
            <a:grpSpLocks/>
          </p:cNvGrpSpPr>
          <p:nvPr/>
        </p:nvGrpSpPr>
        <p:grpSpPr bwMode="auto">
          <a:xfrm>
            <a:off x="2590800" y="4038600"/>
            <a:ext cx="838200" cy="762000"/>
            <a:chOff x="1905000" y="2590800"/>
            <a:chExt cx="838200" cy="762000"/>
          </a:xfrm>
        </p:grpSpPr>
        <p:sp>
          <p:nvSpPr>
            <p:cNvPr id="107" name="Rectangle 106"/>
            <p:cNvSpPr/>
            <p:nvPr/>
          </p:nvSpPr>
          <p:spPr bwMode="auto">
            <a:xfrm>
              <a:off x="1905000" y="2590800"/>
              <a:ext cx="838200" cy="762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  <a:p>
              <a:pPr algn="r">
                <a:defRPr/>
              </a:pPr>
              <a:endPara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  <a:p>
              <a:pPr algn="ctr">
                <a:defRPr/>
              </a:pPr>
              <a:endParaRPr lang="en-US" sz="1600" b="1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1905000" y="2590800"/>
              <a:ext cx="381000" cy="381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109" name="Group 114"/>
          <p:cNvGrpSpPr>
            <a:grpSpLocks/>
          </p:cNvGrpSpPr>
          <p:nvPr/>
        </p:nvGrpSpPr>
        <p:grpSpPr bwMode="auto">
          <a:xfrm>
            <a:off x="2286000" y="2057400"/>
            <a:ext cx="2667000" cy="1219200"/>
            <a:chOff x="2286000" y="2057400"/>
            <a:chExt cx="2667000" cy="1219200"/>
          </a:xfrm>
        </p:grpSpPr>
        <p:cxnSp>
          <p:nvCxnSpPr>
            <p:cNvPr id="62501" name="Straight Connector 109"/>
            <p:cNvCxnSpPr>
              <a:cxnSpLocks noChangeShapeType="1"/>
            </p:cNvCxnSpPr>
            <p:nvPr/>
          </p:nvCxnSpPr>
          <p:spPr bwMode="auto">
            <a:xfrm>
              <a:off x="4267200" y="2819400"/>
              <a:ext cx="6858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2502" name="Straight Connector 110"/>
            <p:cNvCxnSpPr>
              <a:cxnSpLocks noChangeShapeType="1"/>
            </p:cNvCxnSpPr>
            <p:nvPr/>
          </p:nvCxnSpPr>
          <p:spPr bwMode="auto">
            <a:xfrm rot="5400000" flipH="1" flipV="1">
              <a:off x="4572000" y="2438400"/>
              <a:ext cx="7620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2503" name="Straight Connector 111"/>
            <p:cNvCxnSpPr>
              <a:cxnSpLocks noChangeShapeType="1"/>
            </p:cNvCxnSpPr>
            <p:nvPr/>
          </p:nvCxnSpPr>
          <p:spPr bwMode="auto">
            <a:xfrm rot="10800000">
              <a:off x="2286000" y="2057400"/>
              <a:ext cx="26670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2504" name="Straight Arrow Connector 112"/>
            <p:cNvCxnSpPr>
              <a:cxnSpLocks noChangeShapeType="1"/>
            </p:cNvCxnSpPr>
            <p:nvPr/>
          </p:nvCxnSpPr>
          <p:spPr bwMode="auto">
            <a:xfrm rot="5400000">
              <a:off x="1677194" y="2666206"/>
              <a:ext cx="1219200" cy="1588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114" name="Group 119"/>
          <p:cNvGrpSpPr>
            <a:grpSpLocks/>
          </p:cNvGrpSpPr>
          <p:nvPr/>
        </p:nvGrpSpPr>
        <p:grpSpPr bwMode="auto">
          <a:xfrm>
            <a:off x="3429000" y="2971800"/>
            <a:ext cx="1524000" cy="1677988"/>
            <a:chOff x="3429000" y="2971800"/>
            <a:chExt cx="1524000" cy="1677988"/>
          </a:xfrm>
        </p:grpSpPr>
        <p:cxnSp>
          <p:nvCxnSpPr>
            <p:cNvPr id="62498" name="Straight Connector 114"/>
            <p:cNvCxnSpPr>
              <a:cxnSpLocks noChangeShapeType="1"/>
            </p:cNvCxnSpPr>
            <p:nvPr/>
          </p:nvCxnSpPr>
          <p:spPr bwMode="auto">
            <a:xfrm>
              <a:off x="4267200" y="2971800"/>
              <a:ext cx="6858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2499" name="Straight Connector 115"/>
            <p:cNvCxnSpPr>
              <a:cxnSpLocks noChangeShapeType="1"/>
            </p:cNvCxnSpPr>
            <p:nvPr/>
          </p:nvCxnSpPr>
          <p:spPr bwMode="auto">
            <a:xfrm rot="5400000" flipH="1" flipV="1">
              <a:off x="4114800" y="3810000"/>
              <a:ext cx="167640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2500" name="Straight Arrow Connector 116"/>
            <p:cNvCxnSpPr>
              <a:cxnSpLocks noChangeShapeType="1"/>
            </p:cNvCxnSpPr>
            <p:nvPr/>
          </p:nvCxnSpPr>
          <p:spPr bwMode="auto">
            <a:xfrm rot="10800000">
              <a:off x="3429000" y="4648200"/>
              <a:ext cx="1524000" cy="1588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5483225" y="5178425"/>
          <a:ext cx="2354263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File No.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Index Block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21002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91415" marR="9141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1" name="Group 49"/>
          <p:cNvGrpSpPr>
            <a:grpSpLocks/>
          </p:cNvGrpSpPr>
          <p:nvPr/>
        </p:nvGrpSpPr>
        <p:grpSpPr bwMode="auto">
          <a:xfrm>
            <a:off x="3425825" y="2511425"/>
            <a:ext cx="838200" cy="762000"/>
            <a:chOff x="1600200" y="2590800"/>
            <a:chExt cx="838200" cy="762000"/>
          </a:xfrm>
        </p:grpSpPr>
        <p:sp>
          <p:nvSpPr>
            <p:cNvPr id="122" name="Rectangle 121"/>
            <p:cNvSpPr/>
            <p:nvPr/>
          </p:nvSpPr>
          <p:spPr bwMode="auto">
            <a:xfrm>
              <a:off x="1600200" y="2590800"/>
              <a:ext cx="838200" cy="7620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r"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3</a:t>
              </a:r>
            </a:p>
            <a:p>
              <a:pPr algn="r"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6</a:t>
              </a:r>
            </a:p>
            <a:p>
              <a:pPr algn="r"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11</a:t>
              </a:r>
            </a:p>
            <a:p>
              <a:pPr algn="r"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−1</a:t>
              </a:r>
            </a:p>
            <a:p>
              <a:pPr algn="r">
                <a:defRPr/>
              </a:pPr>
              <a:endParaRPr lang="en-US" sz="1600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  <a:p>
              <a:pPr algn="ctr">
                <a:defRPr/>
              </a:pPr>
              <a:endParaRPr lang="en-US" sz="1600" b="1" dirty="0">
                <a:solidFill>
                  <a:srgbClr val="42100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3" name="Rectangle 122"/>
            <p:cNvSpPr/>
            <p:nvPr/>
          </p:nvSpPr>
          <p:spPr bwMode="auto">
            <a:xfrm>
              <a:off x="1600200" y="2590800"/>
              <a:ext cx="3810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42100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63490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pic>
        <p:nvPicPr>
          <p:cNvPr id="63491" name="Picture 2" descr="Screen Shot 2018-04-26 at 6.26.3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3" y="1019175"/>
            <a:ext cx="5961062" cy="520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3492" name="Group 3"/>
          <p:cNvGrpSpPr>
            <a:grpSpLocks/>
          </p:cNvGrpSpPr>
          <p:nvPr/>
        </p:nvGrpSpPr>
        <p:grpSpPr bwMode="auto">
          <a:xfrm>
            <a:off x="4946650" y="3143250"/>
            <a:ext cx="3498850" cy="1922463"/>
            <a:chOff x="4946880" y="3143765"/>
            <a:chExt cx="3497891" cy="1922475"/>
          </a:xfrm>
        </p:grpSpPr>
        <p:sp>
          <p:nvSpPr>
            <p:cNvPr id="19" name="Rectangle 18"/>
            <p:cNvSpPr/>
            <p:nvPr/>
          </p:nvSpPr>
          <p:spPr bwMode="auto">
            <a:xfrm>
              <a:off x="4946880" y="4024833"/>
              <a:ext cx="171403" cy="17780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1431" tIns="45716" rIns="91431" bIns="45716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Rectangle 22"/>
            <p:cNvSpPr>
              <a:spLocks noChangeArrowheads="1"/>
            </p:cNvSpPr>
            <p:nvPr/>
          </p:nvSpPr>
          <p:spPr bwMode="auto">
            <a:xfrm>
              <a:off x="6522836" y="3143765"/>
              <a:ext cx="1921935" cy="192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1" tIns="45716" rIns="91431" bIns="45716"/>
            <a:lstStyle/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9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16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1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10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25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−1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−1</a:t>
              </a:r>
            </a:p>
            <a:p>
              <a:pPr algn="ctr">
                <a:defRPr/>
              </a:pPr>
              <a:r>
                <a:rPr lang="en-US" sz="1500" dirty="0">
                  <a:solidFill>
                    <a:srgbClr val="FF0000"/>
                  </a:solidFill>
                  <a:latin typeface="+mn-lt"/>
                </a:rPr>
                <a:t>−1</a:t>
              </a:r>
            </a:p>
            <a:p>
              <a:pPr algn="ctr">
                <a:defRPr/>
              </a:pPr>
              <a:endParaRPr lang="en-US" sz="1500" dirty="0">
                <a:latin typeface="+mn-lt"/>
              </a:endParaRPr>
            </a:p>
          </p:txBody>
        </p:sp>
      </p:grpSp>
      <p:cxnSp>
        <p:nvCxnSpPr>
          <p:cNvPr id="63493" name="Straight Connector 21"/>
          <p:cNvCxnSpPr>
            <a:cxnSpLocks noChangeShapeType="1"/>
          </p:cNvCxnSpPr>
          <p:nvPr/>
        </p:nvCxnSpPr>
        <p:spPr bwMode="auto">
          <a:xfrm>
            <a:off x="6310313" y="1851025"/>
            <a:ext cx="233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63494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63501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02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63495" name="Rectangle 8"/>
          <p:cNvSpPr>
            <a:spLocks noChangeArrowheads="1"/>
          </p:cNvSpPr>
          <p:nvPr/>
        </p:nvSpPr>
        <p:spPr bwMode="auto">
          <a:xfrm>
            <a:off x="2495550" y="1030288"/>
            <a:ext cx="3543300" cy="5175250"/>
          </a:xfrm>
          <a:prstGeom prst="rect">
            <a:avLst/>
          </a:prstGeom>
          <a:solidFill>
            <a:schemeClr val="bg1">
              <a:alpha val="9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pPr marL="285750" indent="-285750">
              <a:buFont typeface="Arial" charset="0"/>
              <a:buChar char="•"/>
            </a:pPr>
            <a:endParaRPr lang="en-US"/>
          </a:p>
        </p:txBody>
      </p:sp>
      <p:sp>
        <p:nvSpPr>
          <p:cNvPr id="6349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70000"/>
            <a:ext cx="8077200" cy="550863"/>
          </a:xfrm>
        </p:spPr>
        <p:txBody>
          <a:bodyPr/>
          <a:lstStyle/>
          <a:p>
            <a:pPr algn="l"/>
            <a:r>
              <a:rPr lang="en-US" sz="2400">
                <a:solidFill>
                  <a:srgbClr val="FF0000"/>
                </a:solidFill>
                <a:latin typeface="Arial" charset="0"/>
                <a:ea typeface="MS PGothic" charset="0"/>
              </a:rPr>
              <a:t>Index Block Size Dilemma</a:t>
            </a:r>
          </a:p>
        </p:txBody>
      </p:sp>
      <p:sp>
        <p:nvSpPr>
          <p:cNvPr id="63497" name="Rectangle 8"/>
          <p:cNvSpPr>
            <a:spLocks noChangeArrowheads="1"/>
          </p:cNvSpPr>
          <p:nvPr/>
        </p:nvSpPr>
        <p:spPr bwMode="auto">
          <a:xfrm>
            <a:off x="6038850" y="928688"/>
            <a:ext cx="3017838" cy="1668462"/>
          </a:xfrm>
          <a:prstGeom prst="rect">
            <a:avLst/>
          </a:prstGeom>
          <a:solidFill>
            <a:schemeClr val="bg1">
              <a:alpha val="9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 bwMode="auto">
          <a:xfrm>
            <a:off x="457200" y="2144713"/>
            <a:ext cx="5102225" cy="2963862"/>
          </a:xfrm>
          <a:prstGeom prst="rect">
            <a:avLst/>
          </a:prstGeom>
          <a:solidFill>
            <a:schemeClr val="bg1">
              <a:alpha val="7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2900" indent="-3429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Aft>
                <a:spcPts val="1200"/>
              </a:spcAft>
              <a:buFontTx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If the </a:t>
            </a:r>
            <a:r>
              <a:rPr lang="en-US" sz="2200" u="sng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index block </a:t>
            </a:r>
            <a:r>
              <a:rPr lang="en-US" sz="2200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is:</a:t>
            </a:r>
          </a:p>
          <a:p>
            <a:pPr lvl="1">
              <a:spcAft>
                <a:spcPts val="1200"/>
              </a:spcAft>
              <a:buFontTx/>
              <a:buChar char="–"/>
            </a:pPr>
            <a:r>
              <a:rPr lang="en-US" sz="2200" b="1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small</a:t>
            </a:r>
            <a:r>
              <a:rPr lang="en-US" sz="2200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200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  <a:sym typeface="Wingdings" charset="0"/>
              </a:rPr>
              <a:t></a:t>
            </a:r>
            <a:r>
              <a:rPr lang="en-US" sz="2200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 it will not be able to hold enough </a:t>
            </a:r>
            <a:r>
              <a:rPr lang="en-US" sz="2200" u="sng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pointers</a:t>
            </a:r>
            <a:r>
              <a:rPr lang="en-US" sz="2200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 for large files.</a:t>
            </a:r>
          </a:p>
          <a:p>
            <a:pPr lvl="1">
              <a:spcAft>
                <a:spcPts val="1200"/>
              </a:spcAft>
              <a:buFontTx/>
              <a:buChar char="–"/>
            </a:pPr>
            <a:r>
              <a:rPr lang="en-US" sz="2200" b="1" dirty="0">
                <a:latin typeface="Arial" charset="0"/>
              </a:rPr>
              <a:t>large</a:t>
            </a:r>
            <a:r>
              <a:rPr lang="en-US" sz="2200" dirty="0">
                <a:latin typeface="Arial" charset="0"/>
              </a:rPr>
              <a:t> </a:t>
            </a:r>
            <a:r>
              <a:rPr lang="en-US" sz="2200" dirty="0">
                <a:latin typeface="Arial" charset="0"/>
                <a:sym typeface="Wingdings" charset="0"/>
              </a:rPr>
              <a:t></a:t>
            </a:r>
            <a:r>
              <a:rPr lang="en-US" sz="2200" dirty="0">
                <a:latin typeface="Arial" charset="0"/>
              </a:rPr>
              <a:t> there may be lots of </a:t>
            </a:r>
            <a:r>
              <a:rPr lang="en-US" sz="2200" u="sng" dirty="0">
                <a:latin typeface="Arial" charset="0"/>
              </a:rPr>
              <a:t>unused space</a:t>
            </a:r>
            <a:r>
              <a:rPr lang="en-US" sz="2200" dirty="0">
                <a:latin typeface="Arial" charset="0"/>
              </a:rPr>
              <a:t> if the file size is small.</a:t>
            </a:r>
            <a:r>
              <a:rPr lang="en-US" sz="2200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457200" y="5105400"/>
            <a:ext cx="4806950" cy="1143000"/>
          </a:xfrm>
          <a:prstGeom prst="rect">
            <a:avLst/>
          </a:prstGeom>
          <a:solidFill>
            <a:schemeClr val="bg1">
              <a:alpha val="7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2900" indent="-3429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Aft>
                <a:spcPts val="1200"/>
              </a:spcAft>
              <a:buFontTx/>
              <a:buChar char="•"/>
            </a:pPr>
            <a:r>
              <a:rPr lang="en-US" sz="2200" b="1" u="sng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Solution</a:t>
            </a:r>
            <a:r>
              <a:rPr lang="en-US" sz="2200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:  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rPr>
              <a:t>	Use </a:t>
            </a:r>
            <a:r>
              <a:rPr lang="en-US" sz="2200" b="1" dirty="0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index block structure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6540500" y="4318000"/>
            <a:ext cx="1884363" cy="7381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1400">
                <a:solidFill>
                  <a:schemeClr val="bg1"/>
                </a:solidFill>
              </a:rPr>
              <a:t>−1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−1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−1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 bldLvl="2" animBg="1"/>
      <p:bldP spid="34" grpId="0" animBg="1"/>
      <p:bldP spid="3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/>
        </p:nvGraphicFramePr>
        <p:xfrm>
          <a:off x="510822" y="1778000"/>
          <a:ext cx="8077200" cy="40357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553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477000"/>
            <a:ext cx="20574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3FDE2A01-D015-494E-A794-BFBDE5BD0F67}" type="slidenum">
              <a:rPr lang="en-US" sz="160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pPr eaLnBrk="1" hangingPunct="1"/>
              <a:t>26</a:t>
            </a:fld>
            <a:endParaRPr lang="en-US" sz="1600">
              <a:solidFill>
                <a:srgbClr val="FFFFFF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65539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65541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42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65540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4"/>
          <p:cNvSpPr>
            <a:spLocks noChangeArrowheads="1"/>
          </p:cNvSpPr>
          <p:nvPr/>
        </p:nvSpPr>
        <p:spPr bwMode="auto">
          <a:xfrm>
            <a:off x="1109663" y="5194300"/>
            <a:ext cx="2813050" cy="577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SG">
              <a:latin typeface="+mn-lt"/>
              <a:ea typeface="+mn-ea"/>
              <a:cs typeface="+mn-cs"/>
            </a:endParaRPr>
          </a:p>
        </p:txBody>
      </p:sp>
      <p:sp>
        <p:nvSpPr>
          <p:cNvPr id="66562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212850"/>
            <a:ext cx="8077200" cy="539750"/>
          </a:xfrm>
        </p:spPr>
        <p:txBody>
          <a:bodyPr/>
          <a:lstStyle/>
          <a:p>
            <a:pPr algn="l"/>
            <a:r>
              <a:rPr lang="en-US" sz="2400">
                <a:solidFill>
                  <a:schemeClr val="tx1"/>
                </a:solidFill>
                <a:latin typeface="Arial" charset="0"/>
                <a:ea typeface="MS PGothic" charset="0"/>
              </a:rPr>
              <a:t>Indexed Allocation: </a:t>
            </a:r>
            <a:r>
              <a:rPr lang="en-US" sz="2400">
                <a:solidFill>
                  <a:srgbClr val="66CCFF"/>
                </a:solidFill>
                <a:latin typeface="Arial" charset="0"/>
                <a:ea typeface="MS PGothic" charset="0"/>
              </a:rPr>
              <a:t>(1) Linked scheme</a:t>
            </a: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5551488" y="4049713"/>
            <a:ext cx="1109662" cy="2416175"/>
            <a:chOff x="1389063" y="4176713"/>
            <a:chExt cx="1109251" cy="2416704"/>
          </a:xfrm>
        </p:grpSpPr>
        <p:sp>
          <p:nvSpPr>
            <p:cNvPr id="69643" name="Rectangle 29"/>
            <p:cNvSpPr>
              <a:spLocks noChangeArrowheads="1"/>
            </p:cNvSpPr>
            <p:nvPr/>
          </p:nvSpPr>
          <p:spPr bwMode="auto">
            <a:xfrm>
              <a:off x="1492212" y="4176713"/>
              <a:ext cx="842651" cy="17783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2200" dirty="0">
                <a:latin typeface="+mn-lt"/>
              </a:endParaRPr>
            </a:p>
          </p:txBody>
        </p:sp>
        <p:sp>
          <p:nvSpPr>
            <p:cNvPr id="69646" name="Text Box 58"/>
            <p:cNvSpPr txBox="1">
              <a:spLocks noChangeArrowheads="1"/>
            </p:cNvSpPr>
            <p:nvPr/>
          </p:nvSpPr>
          <p:spPr bwMode="auto">
            <a:xfrm>
              <a:off x="1389063" y="6163110"/>
              <a:ext cx="1109251" cy="430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>
                <a:defRPr/>
              </a:pPr>
              <a:r>
                <a:rPr lang="en-US" sz="2200" dirty="0">
                  <a:latin typeface="+mn-lt"/>
                  <a:ea typeface="ＭＳ Ｐゴシック" charset="0"/>
                  <a:cs typeface="ＭＳ Ｐゴシック" charset="0"/>
                </a:rPr>
                <a:t>Block </a:t>
              </a:r>
              <a:r>
                <a:rPr lang="en-US" sz="2200" dirty="0">
                  <a:solidFill>
                    <a:srgbClr val="FF0000"/>
                  </a:solidFill>
                  <a:latin typeface="+mn-lt"/>
                  <a:ea typeface="ＭＳ Ｐゴシック" charset="0"/>
                  <a:cs typeface="ＭＳ Ｐゴシック" charset="0"/>
                </a:rPr>
                <a:t>9</a:t>
              </a:r>
            </a:p>
          </p:txBody>
        </p:sp>
      </p:grp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7450138" y="4008438"/>
            <a:ext cx="1109662" cy="2500312"/>
            <a:chOff x="3288124" y="4135438"/>
            <a:chExt cx="1109251" cy="2500312"/>
          </a:xfrm>
        </p:grpSpPr>
        <p:sp>
          <p:nvSpPr>
            <p:cNvPr id="69644" name="Rectangle 56"/>
            <p:cNvSpPr>
              <a:spLocks noChangeArrowheads="1"/>
            </p:cNvSpPr>
            <p:nvPr/>
          </p:nvSpPr>
          <p:spPr bwMode="auto">
            <a:xfrm>
              <a:off x="3391273" y="4135438"/>
              <a:ext cx="844237" cy="18621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2200" dirty="0">
                <a:latin typeface="+mn-lt"/>
              </a:endParaRPr>
            </a:p>
          </p:txBody>
        </p:sp>
        <p:sp>
          <p:nvSpPr>
            <p:cNvPr id="69647" name="Text Box 59"/>
            <p:cNvSpPr txBox="1">
              <a:spLocks noChangeArrowheads="1"/>
            </p:cNvSpPr>
            <p:nvPr/>
          </p:nvSpPr>
          <p:spPr bwMode="auto">
            <a:xfrm>
              <a:off x="3288124" y="6205538"/>
              <a:ext cx="1109251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>
                <a:defRPr/>
              </a:pPr>
              <a:r>
                <a:rPr lang="en-US" sz="2200" dirty="0">
                  <a:latin typeface="+mn-lt"/>
                  <a:ea typeface="ＭＳ Ｐゴシック" charset="0"/>
                  <a:cs typeface="ＭＳ Ｐゴシック" charset="0"/>
                </a:rPr>
                <a:t>Block </a:t>
              </a:r>
              <a:r>
                <a:rPr lang="en-US" sz="2200" dirty="0">
                  <a:solidFill>
                    <a:srgbClr val="FF0000"/>
                  </a:solidFill>
                  <a:latin typeface="+mn-lt"/>
                  <a:ea typeface="ＭＳ Ｐゴシック" charset="0"/>
                  <a:cs typeface="ＭＳ Ｐゴシック" charset="0"/>
                </a:rPr>
                <a:t>7</a:t>
              </a:r>
            </a:p>
          </p:txBody>
        </p:sp>
      </p:grp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1025084" y="4301768"/>
            <a:ext cx="2940239" cy="1381125"/>
            <a:chOff x="3540" y="2186"/>
            <a:chExt cx="2006" cy="8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560" name="Rectangle 64"/>
            <p:cNvSpPr>
              <a:spLocks noChangeArrowheads="1"/>
            </p:cNvSpPr>
            <p:nvPr/>
          </p:nvSpPr>
          <p:spPr bwMode="auto">
            <a:xfrm>
              <a:off x="3600" y="2448"/>
              <a:ext cx="1917" cy="29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SG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" name="Group 67"/>
            <p:cNvGrpSpPr>
              <a:grpSpLocks/>
            </p:cNvGrpSpPr>
            <p:nvPr/>
          </p:nvGrpSpPr>
          <p:grpSpPr bwMode="auto">
            <a:xfrm>
              <a:off x="3540" y="2186"/>
              <a:ext cx="2006" cy="870"/>
              <a:chOff x="3540" y="2186"/>
              <a:chExt cx="2006" cy="870"/>
            </a:xfrm>
          </p:grpSpPr>
          <p:sp>
            <p:nvSpPr>
              <p:cNvPr id="23562" name="Text Box 63"/>
              <p:cNvSpPr txBox="1">
                <a:spLocks noChangeArrowheads="1"/>
              </p:cNvSpPr>
              <p:nvPr/>
            </p:nvSpPr>
            <p:spPr bwMode="auto">
              <a:xfrm>
                <a:off x="3686" y="2474"/>
                <a:ext cx="1860" cy="58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b="1" dirty="0">
                    <a:latin typeface="+mn-lt"/>
                    <a:ea typeface="+mn-ea"/>
                    <a:cs typeface="+mn-cs"/>
                  </a:rPr>
                  <a:t>File          Index Block</a:t>
                </a:r>
                <a:endParaRPr lang="en-US" dirty="0">
                  <a:latin typeface="+mn-lt"/>
                  <a:ea typeface="+mn-ea"/>
                  <a:cs typeface="+mn-cs"/>
                </a:endParaRPr>
              </a:p>
              <a:p>
                <a:pPr>
                  <a:defRPr/>
                </a:pPr>
                <a:endParaRPr lang="en-US" dirty="0">
                  <a:latin typeface="+mn-lt"/>
                  <a:ea typeface="+mn-ea"/>
                  <a:cs typeface="+mn-cs"/>
                </a:endParaRPr>
              </a:p>
              <a:p>
                <a:pPr>
                  <a:defRPr/>
                </a:pPr>
                <a:r>
                  <a:rPr lang="en-US" dirty="0">
                    <a:latin typeface="+mn-lt"/>
                    <a:ea typeface="+mn-ea"/>
                    <a:cs typeface="+mn-cs"/>
                  </a:rPr>
                  <a:t>DATA                9</a:t>
                </a:r>
              </a:p>
            </p:txBody>
          </p:sp>
          <p:sp>
            <p:nvSpPr>
              <p:cNvPr id="23563" name="Text Box 65"/>
              <p:cNvSpPr txBox="1">
                <a:spLocks noChangeArrowheads="1"/>
              </p:cNvSpPr>
              <p:nvPr/>
            </p:nvSpPr>
            <p:spPr bwMode="auto">
              <a:xfrm>
                <a:off x="3540" y="2186"/>
                <a:ext cx="800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latin typeface="+mn-lt"/>
                    <a:ea typeface="+mn-ea"/>
                    <a:cs typeface="+mn-cs"/>
                  </a:rPr>
                  <a:t>Directory:</a:t>
                </a:r>
              </a:p>
            </p:txBody>
          </p:sp>
        </p:grpSp>
      </p:grpSp>
      <p:sp>
        <p:nvSpPr>
          <p:cNvPr id="66567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477000"/>
            <a:ext cx="20574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FB2E7555-C984-1D40-8296-07458D5DCB80}" type="slidenum">
              <a:rPr lang="en-US" sz="160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pPr eaLnBrk="1" hangingPunct="1"/>
              <a:t>27</a:t>
            </a:fld>
            <a:endParaRPr lang="en-US" sz="1600">
              <a:solidFill>
                <a:srgbClr val="FFFFFF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57425" y="2406650"/>
            <a:ext cx="6294438" cy="1262063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200" dirty="0">
                <a:latin typeface="+mn-lt"/>
              </a:rPr>
              <a:t>File blocks </a:t>
            </a:r>
            <a:r>
              <a:rPr lang="en-US" sz="2200" dirty="0">
                <a:latin typeface="+mn-lt"/>
                <a:sym typeface="Wingdings"/>
              </a:rPr>
              <a:t> </a:t>
            </a:r>
            <a:r>
              <a:rPr lang="en-US" sz="2200" dirty="0">
                <a:latin typeface="+mn-lt"/>
              </a:rPr>
              <a:t> 9, 12, 5, 3, 4, 7, 19, 16.</a:t>
            </a:r>
          </a:p>
          <a:p>
            <a:pPr>
              <a:spcAft>
                <a:spcPts val="1200"/>
              </a:spcAft>
              <a:defRPr/>
            </a:pPr>
            <a:r>
              <a:rPr lang="en-US" sz="2200" dirty="0">
                <a:latin typeface="+mn-lt"/>
              </a:rPr>
              <a:t>Assume each block can only stores 5 block addresses.</a:t>
            </a:r>
          </a:p>
        </p:txBody>
      </p:sp>
      <p:grpSp>
        <p:nvGrpSpPr>
          <p:cNvPr id="66569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66579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580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66570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66571" name="Rectangle 14"/>
          <p:cNvSpPr>
            <a:spLocks noChangeArrowheads="1"/>
          </p:cNvSpPr>
          <p:nvPr/>
        </p:nvSpPr>
        <p:spPr bwMode="auto">
          <a:xfrm>
            <a:off x="214313" y="2281238"/>
            <a:ext cx="2028825" cy="617537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66572" name="TextBox 1"/>
          <p:cNvSpPr txBox="1">
            <a:spLocks noChangeArrowheads="1"/>
          </p:cNvSpPr>
          <p:nvPr/>
        </p:nvSpPr>
        <p:spPr bwMode="auto">
          <a:xfrm>
            <a:off x="446088" y="2374900"/>
            <a:ext cx="17160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9 :</a:t>
            </a:r>
          </a:p>
        </p:txBody>
      </p:sp>
      <p:sp>
        <p:nvSpPr>
          <p:cNvPr id="25" name="Rectangle 29"/>
          <p:cNvSpPr>
            <a:spLocks noChangeArrowheads="1"/>
          </p:cNvSpPr>
          <p:nvPr/>
        </p:nvSpPr>
        <p:spPr bwMode="auto">
          <a:xfrm>
            <a:off x="5651500" y="4046538"/>
            <a:ext cx="842963" cy="1778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200" dirty="0">
                <a:latin typeface="+mn-lt"/>
              </a:rPr>
              <a:t>12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5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3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4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4250" y="2409825"/>
            <a:ext cx="6294438" cy="430213"/>
          </a:xfrm>
          <a:prstGeom prst="rect">
            <a:avLst/>
          </a:prstGeom>
          <a:solidFill>
            <a:schemeClr val="bg1"/>
          </a:solidFill>
        </p:spPr>
        <p:txBody>
          <a:bodyPr lIns="91431" tIns="45716" rIns="91431" bIns="45716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200" dirty="0">
                <a:latin typeface="+mn-lt"/>
              </a:rPr>
              <a:t>File blocks </a:t>
            </a:r>
            <a:r>
              <a:rPr lang="en-US" sz="2200" dirty="0">
                <a:latin typeface="+mn-lt"/>
                <a:sym typeface="Wingdings"/>
              </a:rPr>
              <a:t> </a:t>
            </a:r>
            <a:r>
              <a:rPr lang="en-US" sz="2200" dirty="0">
                <a:latin typeface="+mn-lt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+mn-lt"/>
              </a:rPr>
              <a:t>9</a:t>
            </a:r>
            <a:r>
              <a:rPr lang="en-US" sz="2200" dirty="0">
                <a:latin typeface="+mn-lt"/>
              </a:rPr>
              <a:t>, 12, 5, 3, 4, 7, 19, 16.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55838" y="2409825"/>
            <a:ext cx="6294437" cy="430213"/>
          </a:xfrm>
          <a:prstGeom prst="rect">
            <a:avLst/>
          </a:prstGeom>
          <a:solidFill>
            <a:schemeClr val="bg1"/>
          </a:solidFill>
        </p:spPr>
        <p:txBody>
          <a:bodyPr lIns="91431" tIns="45716" rIns="91431" bIns="45716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200" dirty="0">
                <a:latin typeface="+mn-lt"/>
              </a:rPr>
              <a:t>File blocks </a:t>
            </a:r>
            <a:r>
              <a:rPr lang="en-US" sz="2200" dirty="0">
                <a:latin typeface="+mn-lt"/>
                <a:sym typeface="Wingdings"/>
              </a:rPr>
              <a:t> </a:t>
            </a:r>
            <a:r>
              <a:rPr lang="en-US" sz="2200" dirty="0">
                <a:latin typeface="+mn-lt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+mn-lt"/>
              </a:rPr>
              <a:t>9</a:t>
            </a:r>
            <a:r>
              <a:rPr lang="en-US" sz="2200" dirty="0">
                <a:latin typeface="+mn-lt"/>
              </a:rPr>
              <a:t>, 12, 5, 3, 4, </a:t>
            </a:r>
            <a:r>
              <a:rPr lang="en-US" sz="2200" b="1" dirty="0">
                <a:solidFill>
                  <a:srgbClr val="FF0000"/>
                </a:solidFill>
                <a:latin typeface="+mn-lt"/>
              </a:rPr>
              <a:t>7</a:t>
            </a:r>
            <a:r>
              <a:rPr lang="en-US" sz="2200" dirty="0">
                <a:latin typeface="+mn-lt"/>
              </a:rPr>
              <a:t>, 19, 16.</a:t>
            </a:r>
          </a:p>
        </p:txBody>
      </p:sp>
      <p:cxnSp>
        <p:nvCxnSpPr>
          <p:cNvPr id="28" name="AutoShape 57"/>
          <p:cNvCxnSpPr>
            <a:cxnSpLocks noChangeShapeType="1"/>
          </p:cNvCxnSpPr>
          <p:nvPr/>
        </p:nvCxnSpPr>
        <p:spPr bwMode="auto">
          <a:xfrm rot="5400000" flipH="1" flipV="1">
            <a:off x="6116637" y="3968751"/>
            <a:ext cx="1819275" cy="1898650"/>
          </a:xfrm>
          <a:prstGeom prst="curvedConnector5">
            <a:avLst>
              <a:gd name="adj1" fmla="val -12560"/>
              <a:gd name="adj2" fmla="val 50000"/>
              <a:gd name="adj3" fmla="val 11256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9" name="Rectangle 56"/>
          <p:cNvSpPr>
            <a:spLocks noChangeArrowheads="1"/>
          </p:cNvSpPr>
          <p:nvPr/>
        </p:nvSpPr>
        <p:spPr bwMode="auto">
          <a:xfrm>
            <a:off x="7550150" y="4005263"/>
            <a:ext cx="844550" cy="186213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200" dirty="0">
                <a:latin typeface="+mn-lt"/>
              </a:rPr>
              <a:t>19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16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−</a:t>
            </a:r>
          </a:p>
          <a:p>
            <a:pPr algn="ctr">
              <a:defRPr/>
            </a:pPr>
            <a:r>
              <a:rPr lang="en-US" sz="2200" dirty="0"/>
              <a:t>−</a:t>
            </a:r>
          </a:p>
          <a:p>
            <a:pPr algn="ctr">
              <a:defRPr/>
            </a:pPr>
            <a:r>
              <a:rPr lang="en-US" sz="2200" dirty="0"/>
              <a:t>−</a:t>
            </a:r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5648325" y="4043363"/>
            <a:ext cx="842963" cy="1778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200" dirty="0">
                <a:latin typeface="+mn-lt"/>
              </a:rPr>
              <a:t>12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5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3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4</a:t>
            </a:r>
          </a:p>
          <a:p>
            <a:pPr algn="ctr">
              <a:defRPr/>
            </a:pPr>
            <a:r>
              <a:rPr lang="en-US" sz="2200" dirty="0">
                <a:solidFill>
                  <a:srgbClr val="FF0000"/>
                </a:solidFill>
                <a:latin typeface="+mn-lt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9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212850"/>
            <a:ext cx="8077200" cy="539750"/>
          </a:xfrm>
        </p:spPr>
        <p:txBody>
          <a:bodyPr/>
          <a:lstStyle/>
          <a:p>
            <a:pPr algn="l"/>
            <a:r>
              <a:rPr lang="en-US" sz="2400">
                <a:solidFill>
                  <a:schemeClr val="tx1"/>
                </a:solidFill>
                <a:latin typeface="Arial" charset="0"/>
                <a:ea typeface="MS PGothic" charset="0"/>
              </a:rPr>
              <a:t>Indexed Allocation: </a:t>
            </a:r>
            <a:r>
              <a:rPr lang="en-US" sz="2400">
                <a:solidFill>
                  <a:srgbClr val="66CCFF"/>
                </a:solidFill>
                <a:latin typeface="Arial" charset="0"/>
                <a:ea typeface="MS PGothic" charset="0"/>
              </a:rPr>
              <a:t>(2) Multilevel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7425" y="2406650"/>
            <a:ext cx="6294438" cy="430213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200" dirty="0">
                <a:latin typeface="+mn-lt"/>
              </a:rPr>
              <a:t>Two-level index.</a:t>
            </a:r>
          </a:p>
        </p:txBody>
      </p:sp>
      <p:grpSp>
        <p:nvGrpSpPr>
          <p:cNvPr id="67588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67620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621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67589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67590" name="Rectangle 14"/>
          <p:cNvSpPr>
            <a:spLocks noChangeArrowheads="1"/>
          </p:cNvSpPr>
          <p:nvPr/>
        </p:nvSpPr>
        <p:spPr bwMode="auto">
          <a:xfrm>
            <a:off x="214313" y="2281238"/>
            <a:ext cx="2028825" cy="617537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67591" name="TextBox 1"/>
          <p:cNvSpPr txBox="1">
            <a:spLocks noChangeArrowheads="1"/>
          </p:cNvSpPr>
          <p:nvPr/>
        </p:nvSpPr>
        <p:spPr bwMode="auto">
          <a:xfrm>
            <a:off x="323850" y="2374900"/>
            <a:ext cx="18383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10 :</a:t>
            </a:r>
          </a:p>
        </p:txBody>
      </p:sp>
      <p:grpSp>
        <p:nvGrpSpPr>
          <p:cNvPr id="67592" name="Group 30"/>
          <p:cNvGrpSpPr>
            <a:grpSpLocks/>
          </p:cNvGrpSpPr>
          <p:nvPr/>
        </p:nvGrpSpPr>
        <p:grpSpPr bwMode="auto">
          <a:xfrm>
            <a:off x="1704975" y="2227263"/>
            <a:ext cx="7058025" cy="4525962"/>
            <a:chOff x="592" y="768"/>
            <a:chExt cx="4816" cy="2851"/>
          </a:xfrm>
        </p:grpSpPr>
        <p:sp>
          <p:nvSpPr>
            <p:cNvPr id="33" name="Rectangle 3"/>
            <p:cNvSpPr>
              <a:spLocks noChangeArrowheads="1"/>
            </p:cNvSpPr>
            <p:nvPr/>
          </p:nvSpPr>
          <p:spPr bwMode="auto">
            <a:xfrm>
              <a:off x="2974" y="882"/>
              <a:ext cx="1143" cy="2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7594" name="Rectangle 4"/>
            <p:cNvSpPr>
              <a:spLocks noChangeArrowheads="1"/>
            </p:cNvSpPr>
            <p:nvPr/>
          </p:nvSpPr>
          <p:spPr bwMode="auto">
            <a:xfrm>
              <a:off x="3171" y="1073"/>
              <a:ext cx="749" cy="1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595" name="Rectangle 5"/>
            <p:cNvSpPr>
              <a:spLocks noChangeArrowheads="1"/>
            </p:cNvSpPr>
            <p:nvPr/>
          </p:nvSpPr>
          <p:spPr bwMode="auto">
            <a:xfrm>
              <a:off x="3172" y="1248"/>
              <a:ext cx="749" cy="1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596" name="Rectangle 6"/>
            <p:cNvSpPr>
              <a:spLocks noChangeArrowheads="1"/>
            </p:cNvSpPr>
            <p:nvPr/>
          </p:nvSpPr>
          <p:spPr bwMode="auto">
            <a:xfrm>
              <a:off x="3173" y="1392"/>
              <a:ext cx="749" cy="1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597" name="Rectangle 7"/>
            <p:cNvSpPr>
              <a:spLocks noChangeArrowheads="1"/>
            </p:cNvSpPr>
            <p:nvPr/>
          </p:nvSpPr>
          <p:spPr bwMode="auto">
            <a:xfrm>
              <a:off x="3171" y="1793"/>
              <a:ext cx="749" cy="1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598" name="Rectangle 8"/>
            <p:cNvSpPr>
              <a:spLocks noChangeArrowheads="1"/>
            </p:cNvSpPr>
            <p:nvPr/>
          </p:nvSpPr>
          <p:spPr bwMode="auto">
            <a:xfrm>
              <a:off x="3172" y="1968"/>
              <a:ext cx="749" cy="1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599" name="Rectangle 9"/>
            <p:cNvSpPr>
              <a:spLocks noChangeArrowheads="1"/>
            </p:cNvSpPr>
            <p:nvPr/>
          </p:nvSpPr>
          <p:spPr bwMode="auto">
            <a:xfrm>
              <a:off x="3172" y="2544"/>
              <a:ext cx="728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0" name="Rectangle 10"/>
            <p:cNvSpPr>
              <a:spLocks noChangeArrowheads="1"/>
            </p:cNvSpPr>
            <p:nvPr/>
          </p:nvSpPr>
          <p:spPr bwMode="auto">
            <a:xfrm>
              <a:off x="4680" y="768"/>
              <a:ext cx="728" cy="25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1" name="Rectangle 11"/>
            <p:cNvSpPr>
              <a:spLocks noChangeArrowheads="1"/>
            </p:cNvSpPr>
            <p:nvPr/>
          </p:nvSpPr>
          <p:spPr bwMode="auto">
            <a:xfrm>
              <a:off x="4804" y="912"/>
              <a:ext cx="500" cy="4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2" name="Rectangle 12"/>
            <p:cNvSpPr>
              <a:spLocks noChangeArrowheads="1"/>
            </p:cNvSpPr>
            <p:nvPr/>
          </p:nvSpPr>
          <p:spPr bwMode="auto">
            <a:xfrm>
              <a:off x="4804" y="1488"/>
              <a:ext cx="500" cy="4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3" name="Rectangle 13"/>
            <p:cNvSpPr>
              <a:spLocks noChangeArrowheads="1"/>
            </p:cNvSpPr>
            <p:nvPr/>
          </p:nvSpPr>
          <p:spPr bwMode="auto">
            <a:xfrm>
              <a:off x="4804" y="2064"/>
              <a:ext cx="500" cy="4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4" name="Rectangle 14"/>
            <p:cNvSpPr>
              <a:spLocks noChangeArrowheads="1"/>
            </p:cNvSpPr>
            <p:nvPr/>
          </p:nvSpPr>
          <p:spPr bwMode="auto">
            <a:xfrm>
              <a:off x="1709" y="1712"/>
              <a:ext cx="749" cy="1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5" name="Rectangle 15"/>
            <p:cNvSpPr>
              <a:spLocks noChangeArrowheads="1"/>
            </p:cNvSpPr>
            <p:nvPr/>
          </p:nvSpPr>
          <p:spPr bwMode="auto">
            <a:xfrm>
              <a:off x="1710" y="1857"/>
              <a:ext cx="749" cy="1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6" name="Rectangle 16"/>
            <p:cNvSpPr>
              <a:spLocks noChangeArrowheads="1"/>
            </p:cNvSpPr>
            <p:nvPr/>
          </p:nvSpPr>
          <p:spPr bwMode="auto">
            <a:xfrm>
              <a:off x="1710" y="2031"/>
              <a:ext cx="749" cy="11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7" name="Rectangle 17"/>
            <p:cNvSpPr>
              <a:spLocks noChangeArrowheads="1"/>
            </p:cNvSpPr>
            <p:nvPr/>
          </p:nvSpPr>
          <p:spPr bwMode="auto">
            <a:xfrm>
              <a:off x="1710" y="3135"/>
              <a:ext cx="749" cy="1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8" name="Rectangle 18"/>
            <p:cNvSpPr>
              <a:spLocks noChangeArrowheads="1"/>
            </p:cNvSpPr>
            <p:nvPr/>
          </p:nvSpPr>
          <p:spPr bwMode="auto">
            <a:xfrm>
              <a:off x="592" y="1695"/>
              <a:ext cx="749" cy="1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9" name="Line 19"/>
            <p:cNvSpPr>
              <a:spLocks noChangeShapeType="1"/>
            </p:cNvSpPr>
            <p:nvPr/>
          </p:nvSpPr>
          <p:spPr bwMode="auto">
            <a:xfrm>
              <a:off x="1346" y="1773"/>
              <a:ext cx="3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0" name="Line 20"/>
            <p:cNvSpPr>
              <a:spLocks noChangeShapeType="1"/>
            </p:cNvSpPr>
            <p:nvPr/>
          </p:nvSpPr>
          <p:spPr bwMode="auto">
            <a:xfrm flipV="1">
              <a:off x="2461" y="1152"/>
              <a:ext cx="711" cy="6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1" name="Line 21"/>
            <p:cNvSpPr>
              <a:spLocks noChangeShapeType="1"/>
            </p:cNvSpPr>
            <p:nvPr/>
          </p:nvSpPr>
          <p:spPr bwMode="auto">
            <a:xfrm flipV="1">
              <a:off x="2461" y="1881"/>
              <a:ext cx="708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2" name="Line 22"/>
            <p:cNvSpPr>
              <a:spLocks noChangeShapeType="1"/>
            </p:cNvSpPr>
            <p:nvPr/>
          </p:nvSpPr>
          <p:spPr bwMode="auto">
            <a:xfrm flipV="1">
              <a:off x="2452" y="2877"/>
              <a:ext cx="723" cy="3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3" name="Text Box 23"/>
            <p:cNvSpPr txBox="1">
              <a:spLocks noChangeArrowheads="1"/>
            </p:cNvSpPr>
            <p:nvPr/>
          </p:nvSpPr>
          <p:spPr bwMode="auto">
            <a:xfrm>
              <a:off x="2008" y="2391"/>
              <a:ext cx="1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000">
                  <a:latin typeface="Helvetica" charset="0"/>
                  <a:ea typeface="ＭＳ Ｐゴシック" charset="0"/>
                  <a:cs typeface="ＭＳ Ｐゴシック" charset="0"/>
                  <a:sym typeface="MT Extra" charset="0"/>
                </a:rPr>
                <a:t></a:t>
              </a:r>
              <a:endParaRPr lang="en-US" sz="2000">
                <a:latin typeface="Helvetica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614" name="Line 24"/>
            <p:cNvSpPr>
              <a:spLocks noChangeShapeType="1"/>
            </p:cNvSpPr>
            <p:nvPr/>
          </p:nvSpPr>
          <p:spPr bwMode="auto">
            <a:xfrm flipH="1" flipV="1">
              <a:off x="3913" y="1881"/>
              <a:ext cx="89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5" name="Line 25"/>
            <p:cNvSpPr>
              <a:spLocks noChangeShapeType="1"/>
            </p:cNvSpPr>
            <p:nvPr/>
          </p:nvSpPr>
          <p:spPr bwMode="auto">
            <a:xfrm flipH="1" flipV="1">
              <a:off x="3916" y="1296"/>
              <a:ext cx="884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6" name="Line 26"/>
            <p:cNvSpPr>
              <a:spLocks noChangeShapeType="1"/>
            </p:cNvSpPr>
            <p:nvPr/>
          </p:nvSpPr>
          <p:spPr bwMode="auto">
            <a:xfrm flipH="1">
              <a:off x="3910" y="1062"/>
              <a:ext cx="894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7" name="Text Box 27"/>
            <p:cNvSpPr txBox="1">
              <a:spLocks noChangeArrowheads="1"/>
            </p:cNvSpPr>
            <p:nvPr/>
          </p:nvSpPr>
          <p:spPr bwMode="auto">
            <a:xfrm>
              <a:off x="1606" y="3357"/>
              <a:ext cx="100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000">
                  <a:latin typeface="Helvetica" charset="0"/>
                  <a:ea typeface="ＭＳ Ｐゴシック" charset="0"/>
                  <a:cs typeface="ＭＳ Ｐゴシック" charset="0"/>
                </a:rPr>
                <a:t>outer-index</a:t>
              </a:r>
            </a:p>
          </p:txBody>
        </p:sp>
        <p:sp>
          <p:nvSpPr>
            <p:cNvPr id="67618" name="Text Box 28"/>
            <p:cNvSpPr txBox="1">
              <a:spLocks noChangeArrowheads="1"/>
            </p:cNvSpPr>
            <p:nvPr/>
          </p:nvSpPr>
          <p:spPr bwMode="auto">
            <a:xfrm>
              <a:off x="3123" y="3367"/>
              <a:ext cx="97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000">
                  <a:latin typeface="Helvetica" charset="0"/>
                  <a:ea typeface="ＭＳ Ｐゴシック" charset="0"/>
                  <a:cs typeface="ＭＳ Ｐゴシック" charset="0"/>
                </a:rPr>
                <a:t>index table</a:t>
              </a:r>
            </a:p>
          </p:txBody>
        </p:sp>
        <p:sp>
          <p:nvSpPr>
            <p:cNvPr id="67619" name="Text Box 29"/>
            <p:cNvSpPr txBox="1">
              <a:spLocks noChangeArrowheads="1"/>
            </p:cNvSpPr>
            <p:nvPr/>
          </p:nvSpPr>
          <p:spPr bwMode="auto">
            <a:xfrm>
              <a:off x="4952" y="3354"/>
              <a:ext cx="35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000">
                  <a:latin typeface="Helvetica" charset="0"/>
                  <a:ea typeface="ＭＳ Ｐゴシック" charset="0"/>
                  <a:cs typeface="ＭＳ Ｐゴシック" charset="0"/>
                </a:rPr>
                <a:t>file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6858000" y="4579938"/>
            <a:ext cx="2057400" cy="1295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6" rIns="91431" bIns="45716"/>
          <a:lstStyle/>
          <a:p>
            <a:pPr>
              <a:defRPr/>
            </a:pPr>
            <a:endParaRPr lang="en-US">
              <a:latin typeface="Times New Roman" pitchFamily="18" charset="0"/>
            </a:endParaRPr>
          </a:p>
        </p:txBody>
      </p:sp>
      <p:grpSp>
        <p:nvGrpSpPr>
          <p:cNvPr id="68611" name="Group 88"/>
          <p:cNvGrpSpPr>
            <a:grpSpLocks/>
          </p:cNvGrpSpPr>
          <p:nvPr/>
        </p:nvGrpSpPr>
        <p:grpSpPr bwMode="auto">
          <a:xfrm>
            <a:off x="352425" y="1989138"/>
            <a:ext cx="8580438" cy="4648200"/>
            <a:chOff x="192" y="960"/>
            <a:chExt cx="5856" cy="2928"/>
          </a:xfrm>
        </p:grpSpPr>
        <p:grpSp>
          <p:nvGrpSpPr>
            <p:cNvPr id="68624" name="Group 7"/>
            <p:cNvGrpSpPr>
              <a:grpSpLocks/>
            </p:cNvGrpSpPr>
            <p:nvPr/>
          </p:nvGrpSpPr>
          <p:grpSpPr bwMode="auto">
            <a:xfrm>
              <a:off x="1200" y="2016"/>
              <a:ext cx="576" cy="576"/>
              <a:chOff x="1152" y="1968"/>
              <a:chExt cx="576" cy="576"/>
            </a:xfrm>
          </p:grpSpPr>
          <p:sp>
            <p:nvSpPr>
              <p:cNvPr id="56402" name="Rectangle 3"/>
              <p:cNvSpPr>
                <a:spLocks noChangeArrowheads="1"/>
              </p:cNvSpPr>
              <p:nvPr/>
            </p:nvSpPr>
            <p:spPr bwMode="auto">
              <a:xfrm>
                <a:off x="1152" y="1968"/>
                <a:ext cx="576" cy="576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403" name="Line 4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404" name="Line 5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405" name="Line 6"/>
              <p:cNvSpPr>
                <a:spLocks noChangeShapeType="1"/>
              </p:cNvSpPr>
              <p:nvPr/>
            </p:nvSpPr>
            <p:spPr bwMode="auto">
              <a:xfrm>
                <a:off x="1152" y="24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68625" name="Group 8"/>
            <p:cNvGrpSpPr>
              <a:grpSpLocks/>
            </p:cNvGrpSpPr>
            <p:nvPr/>
          </p:nvGrpSpPr>
          <p:grpSpPr bwMode="auto">
            <a:xfrm>
              <a:off x="2352" y="3312"/>
              <a:ext cx="576" cy="576"/>
              <a:chOff x="1152" y="1968"/>
              <a:chExt cx="576" cy="576"/>
            </a:xfrm>
          </p:grpSpPr>
          <p:sp>
            <p:nvSpPr>
              <p:cNvPr id="56398" name="Rectangle 9"/>
              <p:cNvSpPr>
                <a:spLocks noChangeArrowheads="1"/>
              </p:cNvSpPr>
              <p:nvPr/>
            </p:nvSpPr>
            <p:spPr bwMode="auto">
              <a:xfrm>
                <a:off x="1152" y="1968"/>
                <a:ext cx="569" cy="576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99" name="Line 10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400" name="Line 11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401" name="Line 12"/>
              <p:cNvSpPr>
                <a:spLocks noChangeShapeType="1"/>
              </p:cNvSpPr>
              <p:nvPr/>
            </p:nvSpPr>
            <p:spPr bwMode="auto">
              <a:xfrm>
                <a:off x="1152" y="2400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68626" name="Group 13"/>
            <p:cNvGrpSpPr>
              <a:grpSpLocks/>
            </p:cNvGrpSpPr>
            <p:nvPr/>
          </p:nvGrpSpPr>
          <p:grpSpPr bwMode="auto">
            <a:xfrm>
              <a:off x="2352" y="2592"/>
              <a:ext cx="576" cy="576"/>
              <a:chOff x="1152" y="1968"/>
              <a:chExt cx="576" cy="576"/>
            </a:xfrm>
          </p:grpSpPr>
          <p:sp>
            <p:nvSpPr>
              <p:cNvPr id="56394" name="Rectangle 14"/>
              <p:cNvSpPr>
                <a:spLocks noChangeArrowheads="1"/>
              </p:cNvSpPr>
              <p:nvPr/>
            </p:nvSpPr>
            <p:spPr bwMode="auto">
              <a:xfrm>
                <a:off x="1152" y="1968"/>
                <a:ext cx="569" cy="576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95" name="Line 15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96" name="Line 16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97" name="Line 17"/>
              <p:cNvSpPr>
                <a:spLocks noChangeShapeType="1"/>
              </p:cNvSpPr>
              <p:nvPr/>
            </p:nvSpPr>
            <p:spPr bwMode="auto">
              <a:xfrm>
                <a:off x="1152" y="2400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68627" name="Group 18"/>
            <p:cNvGrpSpPr>
              <a:grpSpLocks/>
            </p:cNvGrpSpPr>
            <p:nvPr/>
          </p:nvGrpSpPr>
          <p:grpSpPr bwMode="auto">
            <a:xfrm>
              <a:off x="2352" y="1824"/>
              <a:ext cx="576" cy="576"/>
              <a:chOff x="1152" y="1968"/>
              <a:chExt cx="576" cy="576"/>
            </a:xfrm>
          </p:grpSpPr>
          <p:sp>
            <p:nvSpPr>
              <p:cNvPr id="56390" name="Rectangle 19"/>
              <p:cNvSpPr>
                <a:spLocks noChangeArrowheads="1"/>
              </p:cNvSpPr>
              <p:nvPr/>
            </p:nvSpPr>
            <p:spPr bwMode="auto">
              <a:xfrm>
                <a:off x="1152" y="1968"/>
                <a:ext cx="569" cy="576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91" name="Line 20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92" name="Line 21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93" name="Line 22"/>
              <p:cNvSpPr>
                <a:spLocks noChangeShapeType="1"/>
              </p:cNvSpPr>
              <p:nvPr/>
            </p:nvSpPr>
            <p:spPr bwMode="auto">
              <a:xfrm>
                <a:off x="1152" y="2400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68628" name="Group 23"/>
            <p:cNvGrpSpPr>
              <a:grpSpLocks/>
            </p:cNvGrpSpPr>
            <p:nvPr/>
          </p:nvGrpSpPr>
          <p:grpSpPr bwMode="auto">
            <a:xfrm>
              <a:off x="2352" y="1008"/>
              <a:ext cx="576" cy="576"/>
              <a:chOff x="1152" y="1968"/>
              <a:chExt cx="576" cy="576"/>
            </a:xfrm>
          </p:grpSpPr>
          <p:sp>
            <p:nvSpPr>
              <p:cNvPr id="56386" name="Rectangle 24"/>
              <p:cNvSpPr>
                <a:spLocks noChangeArrowheads="1"/>
              </p:cNvSpPr>
              <p:nvPr/>
            </p:nvSpPr>
            <p:spPr bwMode="auto">
              <a:xfrm>
                <a:off x="1152" y="1968"/>
                <a:ext cx="569" cy="576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87" name="Line 25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88" name="Line 26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89" name="Line 27"/>
              <p:cNvSpPr>
                <a:spLocks noChangeShapeType="1"/>
              </p:cNvSpPr>
              <p:nvPr/>
            </p:nvSpPr>
            <p:spPr bwMode="auto">
              <a:xfrm>
                <a:off x="1152" y="2400"/>
                <a:ext cx="5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68629" name="Group 28"/>
            <p:cNvGrpSpPr>
              <a:grpSpLocks/>
            </p:cNvGrpSpPr>
            <p:nvPr/>
          </p:nvGrpSpPr>
          <p:grpSpPr bwMode="auto">
            <a:xfrm>
              <a:off x="4608" y="960"/>
              <a:ext cx="576" cy="576"/>
              <a:chOff x="1152" y="1968"/>
              <a:chExt cx="576" cy="576"/>
            </a:xfrm>
          </p:grpSpPr>
          <p:sp>
            <p:nvSpPr>
              <p:cNvPr id="56382" name="Rectangle 29"/>
              <p:cNvSpPr>
                <a:spLocks noChangeArrowheads="1"/>
              </p:cNvSpPr>
              <p:nvPr/>
            </p:nvSpPr>
            <p:spPr bwMode="auto">
              <a:xfrm>
                <a:off x="1152" y="1968"/>
                <a:ext cx="576" cy="576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83" name="Line 30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84" name="Line 31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85" name="Line 32"/>
              <p:cNvSpPr>
                <a:spLocks noChangeShapeType="1"/>
              </p:cNvSpPr>
              <p:nvPr/>
            </p:nvSpPr>
            <p:spPr bwMode="auto">
              <a:xfrm>
                <a:off x="1152" y="24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68630" name="Group 42"/>
            <p:cNvGrpSpPr>
              <a:grpSpLocks/>
            </p:cNvGrpSpPr>
            <p:nvPr/>
          </p:nvGrpSpPr>
          <p:grpSpPr bwMode="auto">
            <a:xfrm>
              <a:off x="3264" y="2688"/>
              <a:ext cx="960" cy="480"/>
              <a:chOff x="3456" y="1920"/>
              <a:chExt cx="960" cy="480"/>
            </a:xfrm>
          </p:grpSpPr>
          <p:sp>
            <p:nvSpPr>
              <p:cNvPr id="56378" name="Rectangle 33"/>
              <p:cNvSpPr>
                <a:spLocks noChangeArrowheads="1"/>
              </p:cNvSpPr>
              <p:nvPr/>
            </p:nvSpPr>
            <p:spPr bwMode="auto">
              <a:xfrm>
                <a:off x="3456" y="1920"/>
                <a:ext cx="672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79" name="Rectangle 34"/>
              <p:cNvSpPr>
                <a:spLocks noChangeArrowheads="1"/>
              </p:cNvSpPr>
              <p:nvPr/>
            </p:nvSpPr>
            <p:spPr bwMode="auto">
              <a:xfrm>
                <a:off x="3552" y="2016"/>
                <a:ext cx="672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80" name="Rectangle 35"/>
              <p:cNvSpPr>
                <a:spLocks noChangeArrowheads="1"/>
              </p:cNvSpPr>
              <p:nvPr/>
            </p:nvSpPr>
            <p:spPr bwMode="auto">
              <a:xfrm>
                <a:off x="3644" y="2112"/>
                <a:ext cx="674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81" name="Rectangle 36"/>
              <p:cNvSpPr>
                <a:spLocks noChangeArrowheads="1"/>
              </p:cNvSpPr>
              <p:nvPr/>
            </p:nvSpPr>
            <p:spPr bwMode="auto">
              <a:xfrm>
                <a:off x="3744" y="2208"/>
                <a:ext cx="672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sp>
          <p:nvSpPr>
            <p:cNvPr id="56336" name="Rectangle 38"/>
            <p:cNvSpPr>
              <a:spLocks noChangeArrowheads="1"/>
            </p:cNvSpPr>
            <p:nvPr/>
          </p:nvSpPr>
          <p:spPr bwMode="auto">
            <a:xfrm>
              <a:off x="5376" y="960"/>
              <a:ext cx="672" cy="192"/>
            </a:xfrm>
            <a:prstGeom prst="rect">
              <a:avLst/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grpSp>
          <p:nvGrpSpPr>
            <p:cNvPr id="68632" name="Group 43"/>
            <p:cNvGrpSpPr>
              <a:grpSpLocks/>
            </p:cNvGrpSpPr>
            <p:nvPr/>
          </p:nvGrpSpPr>
          <p:grpSpPr bwMode="auto">
            <a:xfrm>
              <a:off x="3360" y="3360"/>
              <a:ext cx="960" cy="480"/>
              <a:chOff x="3456" y="1920"/>
              <a:chExt cx="960" cy="480"/>
            </a:xfrm>
          </p:grpSpPr>
          <p:sp>
            <p:nvSpPr>
              <p:cNvPr id="56374" name="Rectangle 44"/>
              <p:cNvSpPr>
                <a:spLocks noChangeArrowheads="1"/>
              </p:cNvSpPr>
              <p:nvPr/>
            </p:nvSpPr>
            <p:spPr bwMode="auto">
              <a:xfrm>
                <a:off x="3456" y="1920"/>
                <a:ext cx="672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75" name="Rectangle 45"/>
              <p:cNvSpPr>
                <a:spLocks noChangeArrowheads="1"/>
              </p:cNvSpPr>
              <p:nvPr/>
            </p:nvSpPr>
            <p:spPr bwMode="auto">
              <a:xfrm>
                <a:off x="3552" y="2016"/>
                <a:ext cx="672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76" name="Rectangle 46"/>
              <p:cNvSpPr>
                <a:spLocks noChangeArrowheads="1"/>
              </p:cNvSpPr>
              <p:nvPr/>
            </p:nvSpPr>
            <p:spPr bwMode="auto">
              <a:xfrm>
                <a:off x="3648" y="2112"/>
                <a:ext cx="672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77" name="Rectangle 47"/>
              <p:cNvSpPr>
                <a:spLocks noChangeArrowheads="1"/>
              </p:cNvSpPr>
              <p:nvPr/>
            </p:nvSpPr>
            <p:spPr bwMode="auto">
              <a:xfrm>
                <a:off x="3744" y="2208"/>
                <a:ext cx="672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68633" name="Group 48"/>
            <p:cNvGrpSpPr>
              <a:grpSpLocks/>
            </p:cNvGrpSpPr>
            <p:nvPr/>
          </p:nvGrpSpPr>
          <p:grpSpPr bwMode="auto">
            <a:xfrm>
              <a:off x="3264" y="1968"/>
              <a:ext cx="960" cy="480"/>
              <a:chOff x="3456" y="1920"/>
              <a:chExt cx="960" cy="480"/>
            </a:xfrm>
          </p:grpSpPr>
          <p:sp>
            <p:nvSpPr>
              <p:cNvPr id="56370" name="Rectangle 49"/>
              <p:cNvSpPr>
                <a:spLocks noChangeArrowheads="1"/>
              </p:cNvSpPr>
              <p:nvPr/>
            </p:nvSpPr>
            <p:spPr bwMode="auto">
              <a:xfrm>
                <a:off x="3456" y="1920"/>
                <a:ext cx="672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71" name="Rectangle 50"/>
              <p:cNvSpPr>
                <a:spLocks noChangeArrowheads="1"/>
              </p:cNvSpPr>
              <p:nvPr/>
            </p:nvSpPr>
            <p:spPr bwMode="auto">
              <a:xfrm>
                <a:off x="3552" y="2016"/>
                <a:ext cx="672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72" name="Rectangle 51"/>
              <p:cNvSpPr>
                <a:spLocks noChangeArrowheads="1"/>
              </p:cNvSpPr>
              <p:nvPr/>
            </p:nvSpPr>
            <p:spPr bwMode="auto">
              <a:xfrm>
                <a:off x="3644" y="2112"/>
                <a:ext cx="674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73" name="Rectangle 52"/>
              <p:cNvSpPr>
                <a:spLocks noChangeArrowheads="1"/>
              </p:cNvSpPr>
              <p:nvPr/>
            </p:nvSpPr>
            <p:spPr bwMode="auto">
              <a:xfrm>
                <a:off x="3744" y="2208"/>
                <a:ext cx="672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68634" name="Group 58"/>
            <p:cNvGrpSpPr>
              <a:grpSpLocks/>
            </p:cNvGrpSpPr>
            <p:nvPr/>
          </p:nvGrpSpPr>
          <p:grpSpPr bwMode="auto">
            <a:xfrm>
              <a:off x="3744" y="1536"/>
              <a:ext cx="864" cy="384"/>
              <a:chOff x="4320" y="1632"/>
              <a:chExt cx="864" cy="384"/>
            </a:xfrm>
          </p:grpSpPr>
          <p:sp>
            <p:nvSpPr>
              <p:cNvPr id="56367" name="Rectangle 54"/>
              <p:cNvSpPr>
                <a:spLocks noChangeArrowheads="1"/>
              </p:cNvSpPr>
              <p:nvPr/>
            </p:nvSpPr>
            <p:spPr bwMode="auto">
              <a:xfrm>
                <a:off x="4320" y="1632"/>
                <a:ext cx="675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68" name="Rectangle 55"/>
              <p:cNvSpPr>
                <a:spLocks noChangeArrowheads="1"/>
              </p:cNvSpPr>
              <p:nvPr/>
            </p:nvSpPr>
            <p:spPr bwMode="auto">
              <a:xfrm>
                <a:off x="4416" y="1728"/>
                <a:ext cx="672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69" name="Rectangle 56"/>
              <p:cNvSpPr>
                <a:spLocks noChangeArrowheads="1"/>
              </p:cNvSpPr>
              <p:nvPr/>
            </p:nvSpPr>
            <p:spPr bwMode="auto">
              <a:xfrm>
                <a:off x="4509" y="1824"/>
                <a:ext cx="675" cy="192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+mn-lt"/>
                </a:endParaRPr>
              </a:p>
            </p:txBody>
          </p:sp>
        </p:grpSp>
        <p:sp>
          <p:nvSpPr>
            <p:cNvPr id="56340" name="Line 59"/>
            <p:cNvSpPr>
              <a:spLocks noChangeShapeType="1"/>
            </p:cNvSpPr>
            <p:nvPr/>
          </p:nvSpPr>
          <p:spPr bwMode="auto">
            <a:xfrm flipV="1">
              <a:off x="1776" y="1296"/>
              <a:ext cx="576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41" name="Line 60"/>
            <p:cNvSpPr>
              <a:spLocks noChangeShapeType="1"/>
            </p:cNvSpPr>
            <p:nvPr/>
          </p:nvSpPr>
          <p:spPr bwMode="auto">
            <a:xfrm flipV="1">
              <a:off x="1776" y="2112"/>
              <a:ext cx="57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42" name="Line 61"/>
            <p:cNvSpPr>
              <a:spLocks noChangeShapeType="1"/>
            </p:cNvSpPr>
            <p:nvPr/>
          </p:nvSpPr>
          <p:spPr bwMode="auto">
            <a:xfrm>
              <a:off x="1776" y="2352"/>
              <a:ext cx="57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43" name="Line 62"/>
            <p:cNvSpPr>
              <a:spLocks noChangeShapeType="1"/>
            </p:cNvSpPr>
            <p:nvPr/>
          </p:nvSpPr>
          <p:spPr bwMode="auto">
            <a:xfrm>
              <a:off x="1776" y="2544"/>
              <a:ext cx="576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44" name="Line 63"/>
            <p:cNvSpPr>
              <a:spLocks noChangeShapeType="1"/>
            </p:cNvSpPr>
            <p:nvPr/>
          </p:nvSpPr>
          <p:spPr bwMode="auto">
            <a:xfrm>
              <a:off x="2928" y="1056"/>
              <a:ext cx="168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45" name="Line 64"/>
            <p:cNvSpPr>
              <a:spLocks noChangeShapeType="1"/>
            </p:cNvSpPr>
            <p:nvPr/>
          </p:nvSpPr>
          <p:spPr bwMode="auto">
            <a:xfrm>
              <a:off x="2928" y="1248"/>
              <a:ext cx="816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46" name="Line 65"/>
            <p:cNvSpPr>
              <a:spLocks noChangeShapeType="1"/>
            </p:cNvSpPr>
            <p:nvPr/>
          </p:nvSpPr>
          <p:spPr bwMode="auto">
            <a:xfrm>
              <a:off x="2928" y="1392"/>
              <a:ext cx="91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47" name="Line 66"/>
            <p:cNvSpPr>
              <a:spLocks noChangeShapeType="1"/>
            </p:cNvSpPr>
            <p:nvPr/>
          </p:nvSpPr>
          <p:spPr bwMode="auto">
            <a:xfrm>
              <a:off x="2928" y="1536"/>
              <a:ext cx="1011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48" name="Line 67"/>
            <p:cNvSpPr>
              <a:spLocks noChangeShapeType="1"/>
            </p:cNvSpPr>
            <p:nvPr/>
          </p:nvSpPr>
          <p:spPr bwMode="auto">
            <a:xfrm>
              <a:off x="2928" y="1920"/>
              <a:ext cx="336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49" name="Line 68"/>
            <p:cNvSpPr>
              <a:spLocks noChangeShapeType="1"/>
            </p:cNvSpPr>
            <p:nvPr/>
          </p:nvSpPr>
          <p:spPr bwMode="auto">
            <a:xfrm>
              <a:off x="2928" y="2064"/>
              <a:ext cx="432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50" name="Line 69"/>
            <p:cNvSpPr>
              <a:spLocks noChangeShapeType="1"/>
            </p:cNvSpPr>
            <p:nvPr/>
          </p:nvSpPr>
          <p:spPr bwMode="auto">
            <a:xfrm>
              <a:off x="2928" y="2160"/>
              <a:ext cx="53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51" name="Line 70"/>
            <p:cNvSpPr>
              <a:spLocks noChangeShapeType="1"/>
            </p:cNvSpPr>
            <p:nvPr/>
          </p:nvSpPr>
          <p:spPr bwMode="auto">
            <a:xfrm>
              <a:off x="2928" y="2304"/>
              <a:ext cx="62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52" name="Line 71"/>
            <p:cNvSpPr>
              <a:spLocks noChangeShapeType="1"/>
            </p:cNvSpPr>
            <p:nvPr/>
          </p:nvSpPr>
          <p:spPr bwMode="auto">
            <a:xfrm>
              <a:off x="2928" y="2688"/>
              <a:ext cx="33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53" name="Line 72"/>
            <p:cNvSpPr>
              <a:spLocks noChangeShapeType="1"/>
            </p:cNvSpPr>
            <p:nvPr/>
          </p:nvSpPr>
          <p:spPr bwMode="auto">
            <a:xfrm>
              <a:off x="2928" y="2832"/>
              <a:ext cx="432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54" name="Line 73"/>
            <p:cNvSpPr>
              <a:spLocks noChangeShapeType="1"/>
            </p:cNvSpPr>
            <p:nvPr/>
          </p:nvSpPr>
          <p:spPr bwMode="auto">
            <a:xfrm>
              <a:off x="2880" y="297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55" name="Line 74"/>
            <p:cNvSpPr>
              <a:spLocks noChangeShapeType="1"/>
            </p:cNvSpPr>
            <p:nvPr/>
          </p:nvSpPr>
          <p:spPr bwMode="auto">
            <a:xfrm>
              <a:off x="2928" y="3120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56" name="Line 75"/>
            <p:cNvSpPr>
              <a:spLocks noChangeShapeType="1"/>
            </p:cNvSpPr>
            <p:nvPr/>
          </p:nvSpPr>
          <p:spPr bwMode="auto">
            <a:xfrm>
              <a:off x="2928" y="3408"/>
              <a:ext cx="432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57" name="Line 76"/>
            <p:cNvSpPr>
              <a:spLocks noChangeShapeType="1"/>
            </p:cNvSpPr>
            <p:nvPr/>
          </p:nvSpPr>
          <p:spPr bwMode="auto">
            <a:xfrm>
              <a:off x="2928" y="3504"/>
              <a:ext cx="5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58" name="Line 77"/>
            <p:cNvSpPr>
              <a:spLocks noChangeShapeType="1"/>
            </p:cNvSpPr>
            <p:nvPr/>
          </p:nvSpPr>
          <p:spPr bwMode="auto">
            <a:xfrm>
              <a:off x="2928" y="3696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59" name="Line 79"/>
            <p:cNvSpPr>
              <a:spLocks noChangeShapeType="1"/>
            </p:cNvSpPr>
            <p:nvPr/>
          </p:nvSpPr>
          <p:spPr bwMode="auto">
            <a:xfrm>
              <a:off x="5184" y="105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60" name="Line 80"/>
            <p:cNvSpPr>
              <a:spLocks noChangeShapeType="1"/>
            </p:cNvSpPr>
            <p:nvPr/>
          </p:nvSpPr>
          <p:spPr bwMode="auto">
            <a:xfrm flipV="1">
              <a:off x="2928" y="3792"/>
              <a:ext cx="72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61" name="Text Box 82"/>
            <p:cNvSpPr txBox="1">
              <a:spLocks noChangeArrowheads="1"/>
            </p:cNvSpPr>
            <p:nvPr/>
          </p:nvSpPr>
          <p:spPr bwMode="auto">
            <a:xfrm>
              <a:off x="192" y="1152"/>
              <a:ext cx="960" cy="296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sz="2400" dirty="0">
                  <a:solidFill>
                    <a:schemeClr val="tx1"/>
                  </a:solidFill>
                  <a:latin typeface="+mn-lt"/>
                </a:rPr>
                <a:t>Directory</a:t>
              </a:r>
            </a:p>
          </p:txBody>
        </p:sp>
        <p:sp>
          <p:nvSpPr>
            <p:cNvPr id="56362" name="Line 83"/>
            <p:cNvSpPr>
              <a:spLocks noChangeShapeType="1"/>
            </p:cNvSpPr>
            <p:nvPr/>
          </p:nvSpPr>
          <p:spPr bwMode="auto">
            <a:xfrm>
              <a:off x="1056" y="1488"/>
              <a:ext cx="288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63" name="Text Box 84"/>
            <p:cNvSpPr txBox="1">
              <a:spLocks noChangeArrowheads="1"/>
            </p:cNvSpPr>
            <p:nvPr/>
          </p:nvSpPr>
          <p:spPr bwMode="auto">
            <a:xfrm>
              <a:off x="304" y="2073"/>
              <a:ext cx="938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tx1"/>
                  </a:solidFill>
                  <a:latin typeface="+mn-lt"/>
                </a:rPr>
                <a:t>First-level </a:t>
              </a:r>
              <a:r>
                <a:rPr lang="en-US" i="1" dirty="0" err="1">
                  <a:solidFill>
                    <a:schemeClr val="tx1"/>
                  </a:solidFill>
                  <a:latin typeface="Times New Roman"/>
                  <a:cs typeface="Times New Roman"/>
                </a:rPr>
                <a:t>inode</a:t>
              </a:r>
              <a:endParaRPr lang="en-US" i="1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56364" name="Text Box 85"/>
            <p:cNvSpPr txBox="1">
              <a:spLocks noChangeArrowheads="1"/>
            </p:cNvSpPr>
            <p:nvPr/>
          </p:nvSpPr>
          <p:spPr bwMode="auto">
            <a:xfrm>
              <a:off x="1440" y="3360"/>
              <a:ext cx="848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tx1"/>
                  </a:solidFill>
                  <a:latin typeface="+mn-lt"/>
                </a:rPr>
                <a:t>2nd-level</a:t>
              </a:r>
            </a:p>
            <a:p>
              <a:pPr>
                <a:defRPr/>
              </a:pPr>
              <a:r>
                <a:rPr lang="en-US" i="1" dirty="0" err="1">
                  <a:solidFill>
                    <a:schemeClr val="tx1"/>
                  </a:solidFill>
                  <a:latin typeface="Times New Roman"/>
                  <a:cs typeface="Times New Roman"/>
                </a:rPr>
                <a:t>inode</a:t>
              </a:r>
              <a:endParaRPr lang="en-US" i="1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56365" name="Text Box 86"/>
            <p:cNvSpPr txBox="1">
              <a:spLocks noChangeArrowheads="1"/>
            </p:cNvSpPr>
            <p:nvPr/>
          </p:nvSpPr>
          <p:spPr bwMode="auto">
            <a:xfrm>
              <a:off x="4800" y="1536"/>
              <a:ext cx="810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tx1"/>
                  </a:solidFill>
                  <a:latin typeface="+mn-lt"/>
                </a:rPr>
                <a:t>3rd-level</a:t>
              </a:r>
            </a:p>
            <a:p>
              <a:pPr>
                <a:defRPr/>
              </a:pPr>
              <a:r>
                <a:rPr lang="en-US" i="1" dirty="0" err="1">
                  <a:solidFill>
                    <a:schemeClr val="tx1"/>
                  </a:solidFill>
                  <a:latin typeface="Times New Roman"/>
                  <a:cs typeface="Times New Roman"/>
                </a:rPr>
                <a:t>inode</a:t>
              </a:r>
              <a:endParaRPr lang="en-US" i="1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56366" name="Text Box 87"/>
            <p:cNvSpPr txBox="1">
              <a:spLocks noChangeArrowheads="1"/>
            </p:cNvSpPr>
            <p:nvPr/>
          </p:nvSpPr>
          <p:spPr bwMode="auto">
            <a:xfrm>
              <a:off x="4464" y="3600"/>
              <a:ext cx="4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tx1"/>
                  </a:solidFill>
                  <a:latin typeface="+mn-lt"/>
                </a:rPr>
                <a:t>Files</a:t>
              </a:r>
            </a:p>
          </p:txBody>
        </p:sp>
      </p:grpSp>
      <p:grpSp>
        <p:nvGrpSpPr>
          <p:cNvPr id="68612" name="Group 93"/>
          <p:cNvGrpSpPr>
            <a:grpSpLocks/>
          </p:cNvGrpSpPr>
          <p:nvPr/>
        </p:nvGrpSpPr>
        <p:grpSpPr bwMode="auto">
          <a:xfrm>
            <a:off x="6934200" y="4808538"/>
            <a:ext cx="2009775" cy="933450"/>
            <a:chOff x="4944" y="2928"/>
            <a:chExt cx="1372" cy="588"/>
          </a:xfrm>
        </p:grpSpPr>
        <p:sp>
          <p:nvSpPr>
            <p:cNvPr id="56325" name="Rectangle 89"/>
            <p:cNvSpPr>
              <a:spLocks noChangeArrowheads="1"/>
            </p:cNvSpPr>
            <p:nvPr/>
          </p:nvSpPr>
          <p:spPr bwMode="auto">
            <a:xfrm>
              <a:off x="4944" y="2928"/>
              <a:ext cx="336" cy="192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26" name="Rectangle 90"/>
            <p:cNvSpPr>
              <a:spLocks noChangeArrowheads="1"/>
            </p:cNvSpPr>
            <p:nvPr/>
          </p:nvSpPr>
          <p:spPr bwMode="auto">
            <a:xfrm>
              <a:off x="4944" y="3264"/>
              <a:ext cx="336" cy="192"/>
            </a:xfrm>
            <a:prstGeom prst="rect">
              <a:avLst/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6327" name="Text Box 91"/>
            <p:cNvSpPr txBox="1">
              <a:spLocks noChangeArrowheads="1"/>
            </p:cNvSpPr>
            <p:nvPr/>
          </p:nvSpPr>
          <p:spPr bwMode="auto">
            <a:xfrm>
              <a:off x="5304" y="2928"/>
              <a:ext cx="10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>
                  <a:solidFill>
                    <a:schemeClr val="tx1"/>
                  </a:solidFill>
                  <a:latin typeface="+mn-lt"/>
                </a:rPr>
                <a:t>Index block</a:t>
              </a:r>
            </a:p>
          </p:txBody>
        </p:sp>
        <p:sp>
          <p:nvSpPr>
            <p:cNvPr id="56328" name="Text Box 92"/>
            <p:cNvSpPr txBox="1">
              <a:spLocks noChangeArrowheads="1"/>
            </p:cNvSpPr>
            <p:nvPr/>
          </p:nvSpPr>
          <p:spPr bwMode="auto">
            <a:xfrm>
              <a:off x="5299" y="3264"/>
              <a:ext cx="95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  <a:latin typeface="+mn-lt"/>
                </a:rPr>
                <a:t>Data block</a:t>
              </a:r>
            </a:p>
          </p:txBody>
        </p:sp>
      </p:grpSp>
      <p:grpSp>
        <p:nvGrpSpPr>
          <p:cNvPr id="68613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68618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8619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68614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57425" y="1093788"/>
            <a:ext cx="6294438" cy="431800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200" dirty="0">
                <a:latin typeface="+mn-lt"/>
              </a:rPr>
              <a:t>Multilevel index.</a:t>
            </a:r>
          </a:p>
        </p:txBody>
      </p:sp>
      <p:sp>
        <p:nvSpPr>
          <p:cNvPr id="68616" name="Rectangle 14"/>
          <p:cNvSpPr>
            <a:spLocks noChangeArrowheads="1"/>
          </p:cNvSpPr>
          <p:nvPr/>
        </p:nvSpPr>
        <p:spPr bwMode="auto">
          <a:xfrm>
            <a:off x="214313" y="968375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68617" name="TextBox 1"/>
          <p:cNvSpPr txBox="1">
            <a:spLocks noChangeArrowheads="1"/>
          </p:cNvSpPr>
          <p:nvPr/>
        </p:nvSpPr>
        <p:spPr bwMode="auto">
          <a:xfrm>
            <a:off x="323850" y="1062038"/>
            <a:ext cx="1838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11 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212850"/>
            <a:ext cx="8077200" cy="539750"/>
          </a:xfrm>
        </p:spPr>
        <p:txBody>
          <a:bodyPr/>
          <a:lstStyle/>
          <a:p>
            <a:pPr algn="l"/>
            <a:r>
              <a:rPr lang="en-US" sz="2400">
                <a:solidFill>
                  <a:schemeClr val="tx1"/>
                </a:solidFill>
                <a:latin typeface="Arial" charset="0"/>
                <a:ea typeface="MS PGothic" charset="0"/>
              </a:rPr>
              <a:t>Indexed Allocation: </a:t>
            </a:r>
            <a:r>
              <a:rPr lang="en-US" sz="2400">
                <a:solidFill>
                  <a:srgbClr val="66CCFF"/>
                </a:solidFill>
                <a:latin typeface="Arial" charset="0"/>
                <a:ea typeface="MS PGothic" charset="0"/>
              </a:rPr>
              <a:t>(3) Combined scheme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713" y="3111500"/>
            <a:ext cx="2300287" cy="1939925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200" dirty="0">
                <a:latin typeface="+mn-lt"/>
              </a:rPr>
              <a:t>The UNIX File System (UFS).</a:t>
            </a:r>
          </a:p>
          <a:p>
            <a:pPr marL="342900" indent="-342900">
              <a:spcAft>
                <a:spcPts val="1200"/>
              </a:spcAft>
              <a:buFont typeface="Wingdings" charset="2"/>
              <a:buChar char="§"/>
              <a:defRPr/>
            </a:pPr>
            <a:r>
              <a:rPr lang="en-US" sz="2200" dirty="0">
                <a:latin typeface="Arial" charset="0"/>
              </a:rPr>
              <a:t>4K bytes per block, 32-bit addresses.</a:t>
            </a:r>
            <a:endParaRPr lang="en-US" sz="2200" dirty="0">
              <a:latin typeface="+mn-lt"/>
            </a:endParaRPr>
          </a:p>
        </p:txBody>
      </p:sp>
      <p:grpSp>
        <p:nvGrpSpPr>
          <p:cNvPr id="69636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69641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9642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69637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69638" name="Rectangle 14"/>
          <p:cNvSpPr>
            <a:spLocks noChangeArrowheads="1"/>
          </p:cNvSpPr>
          <p:nvPr/>
        </p:nvSpPr>
        <p:spPr bwMode="auto">
          <a:xfrm>
            <a:off x="214313" y="2281238"/>
            <a:ext cx="2028825" cy="617537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69639" name="TextBox 1"/>
          <p:cNvSpPr txBox="1">
            <a:spLocks noChangeArrowheads="1"/>
          </p:cNvSpPr>
          <p:nvPr/>
        </p:nvSpPr>
        <p:spPr bwMode="auto">
          <a:xfrm>
            <a:off x="323850" y="2374900"/>
            <a:ext cx="18383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12 :</a:t>
            </a:r>
          </a:p>
        </p:txBody>
      </p:sp>
      <p:pic>
        <p:nvPicPr>
          <p:cNvPr id="69640" name="Picture 1" descr="Screen Shot 2018-04-27 at 11.00.1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88" y="1943100"/>
            <a:ext cx="60213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Content Placeholder 2"/>
          <p:cNvSpPr>
            <a:spLocks noGrp="1"/>
          </p:cNvSpPr>
          <p:nvPr>
            <p:ph idx="1"/>
          </p:nvPr>
        </p:nvSpPr>
        <p:spPr>
          <a:xfrm>
            <a:off x="1090613" y="1979613"/>
            <a:ext cx="7573962" cy="3960812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Best method depends on file access type.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Contiguous great for sequential and random.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Linked good for sequential, not for random.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Declare access type at creation </a:t>
            </a:r>
            <a:r>
              <a:rPr lang="en-US" sz="2200">
                <a:latin typeface="Helvetica" charset="0"/>
                <a:ea typeface="MS PGothic" charset="0"/>
                <a:sym typeface="Wingdings" charset="0"/>
              </a:rPr>
              <a:t></a:t>
            </a:r>
            <a:r>
              <a:rPr lang="en-US" sz="2200">
                <a:latin typeface="Helvetica" charset="0"/>
                <a:ea typeface="MS PGothic" charset="0"/>
              </a:rPr>
              <a:t> select either contiguous or linked.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Indexed more complex.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Single block access could require 2 index block reads then data block read.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endParaRPr lang="en-US" sz="2200">
              <a:latin typeface="Helvetica" charset="0"/>
              <a:ea typeface="MS PGothic" charset="0"/>
            </a:endParaRP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endParaRPr lang="en-US" sz="2200">
              <a:latin typeface="Helvetica" charset="0"/>
              <a:ea typeface="MS PGothic" charset="0"/>
            </a:endParaRPr>
          </a:p>
        </p:txBody>
      </p:sp>
      <p:grpSp>
        <p:nvGrpSpPr>
          <p:cNvPr id="72706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72709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2710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72707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72708" name="Rectangle 2"/>
          <p:cNvSpPr txBox="1">
            <a:spLocks noChangeArrowheads="1"/>
          </p:cNvSpPr>
          <p:nvPr/>
        </p:nvSpPr>
        <p:spPr bwMode="auto">
          <a:xfrm>
            <a:off x="2260600" y="887413"/>
            <a:ext cx="6426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2800" b="1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Performance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8875" y="198438"/>
            <a:ext cx="7527925" cy="576262"/>
          </a:xfrm>
        </p:spPr>
        <p:txBody>
          <a:bodyPr/>
          <a:lstStyle/>
          <a:p>
            <a:pPr algn="r" eaLnBrk="1" hangingPunct="1"/>
            <a:r>
              <a:rPr lang="en-US">
                <a:latin typeface="Arial" charset="0"/>
                <a:ea typeface="MS PGothic" charset="0"/>
              </a:rPr>
              <a:t>Free-Space Management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901825"/>
            <a:ext cx="7483475" cy="4079875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Since disk space is limited, we need to reuse the space from deleted files for new files, if possible. 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File system maintains 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free-space list </a:t>
            </a:r>
            <a:r>
              <a:rPr lang="en-US" sz="2200">
                <a:latin typeface="Helvetica" charset="0"/>
                <a:ea typeface="MS PGothic" charset="0"/>
              </a:rPr>
              <a:t>to track available 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blocks</a:t>
            </a:r>
            <a:r>
              <a:rPr lang="en-US" sz="2200">
                <a:latin typeface="Helvetica" charset="0"/>
                <a:ea typeface="MS PGothic" charset="0"/>
              </a:rPr>
              <a:t> / clusters.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(Using term </a:t>
            </a:r>
            <a:r>
              <a:rPr lang="ja-JP" altLang="en-US" sz="2200">
                <a:latin typeface="Helvetica" charset="0"/>
                <a:ea typeface="MS PGothic" charset="0"/>
              </a:rPr>
              <a:t>“</a:t>
            </a:r>
            <a:r>
              <a:rPr lang="en-US" altLang="ja-JP" sz="2200">
                <a:latin typeface="Helvetica" charset="0"/>
                <a:ea typeface="MS PGothic" charset="0"/>
              </a:rPr>
              <a:t>block</a:t>
            </a:r>
            <a:r>
              <a:rPr lang="ja-JP" altLang="en-US" sz="2200">
                <a:latin typeface="Helvetica" charset="0"/>
                <a:ea typeface="MS PGothic" charset="0"/>
              </a:rPr>
              <a:t>”</a:t>
            </a:r>
            <a:r>
              <a:rPr lang="en-US" altLang="ja-JP" sz="2200">
                <a:latin typeface="Helvetica" charset="0"/>
                <a:ea typeface="MS PGothic" charset="0"/>
              </a:rPr>
              <a:t> for simplicity)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endParaRPr lang="en-US" altLang="ja-JP" sz="2200">
              <a:latin typeface="Helvetica" charset="0"/>
              <a:ea typeface="MS PGothic" charset="0"/>
            </a:endParaRPr>
          </a:p>
        </p:txBody>
      </p:sp>
      <p:grpSp>
        <p:nvGrpSpPr>
          <p:cNvPr id="74756" name="Group 3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74759" name="Rectangle 4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4760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11.5</a:t>
              </a:r>
            </a:p>
          </p:txBody>
        </p:sp>
      </p:grpSp>
      <p:graphicFrame>
        <p:nvGraphicFramePr>
          <p:cNvPr id="7" name="Diagram 6"/>
          <p:cNvGraphicFramePr/>
          <p:nvPr/>
        </p:nvGraphicFramePr>
        <p:xfrm>
          <a:off x="832556" y="4124236"/>
          <a:ext cx="7662334" cy="2651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4758" name="Rectangle 2"/>
          <p:cNvSpPr txBox="1">
            <a:spLocks noChangeArrowheads="1"/>
          </p:cNvSpPr>
          <p:nvPr/>
        </p:nvSpPr>
        <p:spPr bwMode="auto">
          <a:xfrm>
            <a:off x="2260600" y="887413"/>
            <a:ext cx="6426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2800" b="1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Overview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76802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86600" y="64008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9D8D3D1E-5A17-3B41-9D99-4427FA7B74D3}" type="slidenum">
              <a:rPr lang="en-US" sz="16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rPr>
              <a:pPr eaLnBrk="1" hangingPunct="1"/>
              <a:t>33</a:t>
            </a:fld>
            <a:endParaRPr lang="en-US" sz="1600">
              <a:solidFill>
                <a:schemeClr val="bg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0422" name="Rectangle 4"/>
          <p:cNvSpPr>
            <a:spLocks noChangeArrowheads="1"/>
          </p:cNvSpPr>
          <p:nvPr/>
        </p:nvSpPr>
        <p:spPr bwMode="auto">
          <a:xfrm>
            <a:off x="844550" y="4833938"/>
            <a:ext cx="702945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/>
          <a:lstStyle/>
          <a:p>
            <a:pPr marL="342900" indent="-342900">
              <a:spcBef>
                <a:spcPct val="20000"/>
              </a:spcBef>
              <a:spcAft>
                <a:spcPts val="1200"/>
              </a:spcAft>
              <a:buClr>
                <a:schemeClr val="folHlink"/>
              </a:buClr>
              <a:buSzPct val="90000"/>
              <a:buFont typeface="Wingdings" charset="2"/>
              <a:buChar char="§"/>
              <a:defRPr/>
            </a:pPr>
            <a:r>
              <a:rPr lang="en-US" sz="2200" dirty="0">
                <a:latin typeface="+mn-lt"/>
              </a:rPr>
              <a:t>The calculation of the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first free block </a:t>
            </a:r>
            <a:r>
              <a:rPr lang="en-US" sz="2200" dirty="0">
                <a:latin typeface="+mn-lt"/>
              </a:rPr>
              <a:t>number.</a:t>
            </a:r>
          </a:p>
          <a:p>
            <a:pPr marL="457154" lvl="1" indent="0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75000"/>
              <a:defRPr/>
            </a:pPr>
            <a:r>
              <a:rPr lang="en-US" sz="2200" dirty="0">
                <a:latin typeface="+mn-lt"/>
                <a:sym typeface="Wingdings"/>
              </a:rPr>
              <a:t> </a:t>
            </a:r>
            <a:r>
              <a:rPr lang="en-US" sz="2200" dirty="0">
                <a:latin typeface="+mn-lt"/>
              </a:rPr>
              <a:t>The first non-0 word is scanned for the first 1 bit, which is the location of the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first free block</a:t>
            </a:r>
            <a:r>
              <a:rPr lang="en-US" sz="2200" dirty="0">
                <a:latin typeface="+mn-lt"/>
              </a:rPr>
              <a:t>.</a:t>
            </a:r>
          </a:p>
        </p:txBody>
      </p:sp>
      <p:grpSp>
        <p:nvGrpSpPr>
          <p:cNvPr id="95240" name="Group 6"/>
          <p:cNvGrpSpPr>
            <a:grpSpLocks/>
          </p:cNvGrpSpPr>
          <p:nvPr/>
        </p:nvGrpSpPr>
        <p:grpSpPr bwMode="auto">
          <a:xfrm>
            <a:off x="2664158" y="2658525"/>
            <a:ext cx="4020268" cy="1700213"/>
            <a:chOff x="1848" y="1104"/>
            <a:chExt cx="2643" cy="1071"/>
          </a:xfrm>
          <a:noFill/>
        </p:grpSpPr>
        <p:grpSp>
          <p:nvGrpSpPr>
            <p:cNvPr id="95247" name="Group 7"/>
            <p:cNvGrpSpPr>
              <a:grpSpLocks/>
            </p:cNvGrpSpPr>
            <p:nvPr/>
          </p:nvGrpSpPr>
          <p:grpSpPr bwMode="auto">
            <a:xfrm>
              <a:off x="1863" y="1104"/>
              <a:ext cx="2628" cy="468"/>
              <a:chOff x="1863" y="1152"/>
              <a:chExt cx="2628" cy="468"/>
            </a:xfrm>
            <a:grpFill/>
          </p:grpSpPr>
          <p:grpSp>
            <p:nvGrpSpPr>
              <p:cNvPr id="95251" name="Group 8"/>
              <p:cNvGrpSpPr>
                <a:grpSpLocks/>
              </p:cNvGrpSpPr>
              <p:nvPr/>
            </p:nvGrpSpPr>
            <p:grpSpPr bwMode="auto">
              <a:xfrm>
                <a:off x="1863" y="1392"/>
                <a:ext cx="2551" cy="228"/>
                <a:chOff x="1855" y="1314"/>
                <a:chExt cx="2551" cy="228"/>
              </a:xfrm>
              <a:grpFill/>
            </p:grpSpPr>
            <p:sp>
              <p:nvSpPr>
                <p:cNvPr id="95257" name="Rectangle 9"/>
                <p:cNvSpPr>
                  <a:spLocks noChangeArrowheads="1"/>
                </p:cNvSpPr>
                <p:nvPr/>
              </p:nvSpPr>
              <p:spPr bwMode="auto">
                <a:xfrm>
                  <a:off x="1855" y="1314"/>
                  <a:ext cx="246" cy="22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95258" name="Rectangle 10"/>
                <p:cNvSpPr>
                  <a:spLocks noChangeArrowheads="1"/>
                </p:cNvSpPr>
                <p:nvPr/>
              </p:nvSpPr>
              <p:spPr bwMode="auto">
                <a:xfrm>
                  <a:off x="2100" y="1314"/>
                  <a:ext cx="246" cy="22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95259" name="Rectangle 11"/>
                <p:cNvSpPr>
                  <a:spLocks noChangeArrowheads="1"/>
                </p:cNvSpPr>
                <p:nvPr/>
              </p:nvSpPr>
              <p:spPr bwMode="auto">
                <a:xfrm>
                  <a:off x="2345" y="1314"/>
                  <a:ext cx="246" cy="22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95260" name="Rectangle 12"/>
                <p:cNvSpPr>
                  <a:spLocks noChangeArrowheads="1"/>
                </p:cNvSpPr>
                <p:nvPr/>
              </p:nvSpPr>
              <p:spPr bwMode="auto">
                <a:xfrm>
                  <a:off x="2591" y="1314"/>
                  <a:ext cx="245" cy="22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95261" name="Rectangle 13"/>
                <p:cNvSpPr>
                  <a:spLocks noChangeArrowheads="1"/>
                </p:cNvSpPr>
                <p:nvPr/>
              </p:nvSpPr>
              <p:spPr bwMode="auto">
                <a:xfrm>
                  <a:off x="2836" y="1314"/>
                  <a:ext cx="246" cy="22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95262" name="Rectangle 14"/>
                <p:cNvSpPr>
                  <a:spLocks noChangeArrowheads="1"/>
                </p:cNvSpPr>
                <p:nvPr/>
              </p:nvSpPr>
              <p:spPr bwMode="auto">
                <a:xfrm>
                  <a:off x="3081" y="1314"/>
                  <a:ext cx="246" cy="22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95263" name="Rectangle 15"/>
                <p:cNvSpPr>
                  <a:spLocks noChangeArrowheads="1"/>
                </p:cNvSpPr>
                <p:nvPr/>
              </p:nvSpPr>
              <p:spPr bwMode="auto">
                <a:xfrm>
                  <a:off x="3328" y="1314"/>
                  <a:ext cx="832" cy="22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>
                      <a:latin typeface="Helvetica" charset="0"/>
                    </a:rPr>
                    <a:t>…</a:t>
                  </a:r>
                </a:p>
              </p:txBody>
            </p:sp>
            <p:sp>
              <p:nvSpPr>
                <p:cNvPr id="95264" name="Rectangle 16"/>
                <p:cNvSpPr>
                  <a:spLocks noChangeArrowheads="1"/>
                </p:cNvSpPr>
                <p:nvPr/>
              </p:nvSpPr>
              <p:spPr bwMode="auto">
                <a:xfrm>
                  <a:off x="4160" y="1314"/>
                  <a:ext cx="246" cy="22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95252" name="Group 17"/>
              <p:cNvGrpSpPr>
                <a:grpSpLocks/>
              </p:cNvGrpSpPr>
              <p:nvPr/>
            </p:nvGrpSpPr>
            <p:grpSpPr bwMode="auto">
              <a:xfrm>
                <a:off x="1972" y="1152"/>
                <a:ext cx="2519" cy="252"/>
                <a:chOff x="1988" y="1056"/>
                <a:chExt cx="2519" cy="252"/>
              </a:xfrm>
              <a:grpFill/>
            </p:grpSpPr>
            <p:sp>
              <p:nvSpPr>
                <p:cNvPr id="95253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988" y="1056"/>
                  <a:ext cx="215" cy="25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defRPr/>
                  </a:pPr>
                  <a:r>
                    <a:rPr lang="en-US" sz="2000">
                      <a:latin typeface="Helvetica" charset="0"/>
                      <a:ea typeface="ＭＳ Ｐゴシック" charset="0"/>
                      <a:cs typeface="ＭＳ Ｐゴシック" charset="0"/>
                    </a:rPr>
                    <a:t>0</a:t>
                  </a:r>
                </a:p>
              </p:txBody>
            </p:sp>
            <p:sp>
              <p:nvSpPr>
                <p:cNvPr id="95254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96" y="1056"/>
                  <a:ext cx="215" cy="25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defRPr/>
                  </a:pPr>
                  <a:r>
                    <a:rPr lang="en-US" sz="2000">
                      <a:latin typeface="Helvetica" charset="0"/>
                      <a:ea typeface="ＭＳ Ｐゴシック" charset="0"/>
                      <a:cs typeface="ＭＳ Ｐゴシック" charset="0"/>
                    </a:rPr>
                    <a:t>1</a:t>
                  </a:r>
                </a:p>
              </p:txBody>
            </p:sp>
            <p:sp>
              <p:nvSpPr>
                <p:cNvPr id="95255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508" y="1056"/>
                  <a:ext cx="215" cy="25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defRPr/>
                  </a:pPr>
                  <a:r>
                    <a:rPr lang="en-US" sz="2000">
                      <a:latin typeface="Helvetica" charset="0"/>
                      <a:ea typeface="ＭＳ Ｐゴシック" charset="0"/>
                      <a:cs typeface="ＭＳ Ｐゴシック" charset="0"/>
                    </a:rPr>
                    <a:t>2</a:t>
                  </a:r>
                </a:p>
              </p:txBody>
            </p:sp>
            <p:sp>
              <p:nvSpPr>
                <p:cNvPr id="95256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081" y="1056"/>
                  <a:ext cx="426" cy="25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charset="0"/>
                      <a:ea typeface="MS PGothic" charset="0"/>
                      <a:cs typeface="MS PGothic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defRPr/>
                  </a:pPr>
                  <a:r>
                    <a:rPr lang="en-US" sz="2000" i="1" dirty="0">
                      <a:latin typeface="Times New Roman"/>
                      <a:ea typeface="ＭＳ Ｐゴシック" charset="0"/>
                      <a:cs typeface="Times New Roman"/>
                    </a:rPr>
                    <a:t>n−</a:t>
                  </a:r>
                  <a:r>
                    <a:rPr lang="en-US" sz="2000" dirty="0">
                      <a:latin typeface="Helvetica" charset="0"/>
                      <a:ea typeface="ＭＳ Ｐゴシック" charset="0"/>
                      <a:cs typeface="ＭＳ Ｐゴシック" charset="0"/>
                    </a:rPr>
                    <a:t>1</a:t>
                  </a:r>
                </a:p>
              </p:txBody>
            </p:sp>
          </p:grpSp>
        </p:grpSp>
        <p:sp>
          <p:nvSpPr>
            <p:cNvPr id="95248" name="Text Box 22"/>
            <p:cNvSpPr txBox="1">
              <a:spLocks noChangeArrowheads="1"/>
            </p:cNvSpPr>
            <p:nvPr/>
          </p:nvSpPr>
          <p:spPr bwMode="auto">
            <a:xfrm>
              <a:off x="1848" y="1728"/>
              <a:ext cx="585" cy="25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sz="2000" dirty="0">
                  <a:latin typeface="Helvetica" charset="0"/>
                  <a:ea typeface="ＭＳ Ｐゴシック" charset="0"/>
                  <a:cs typeface="ＭＳ Ｐゴシック" charset="0"/>
                </a:rPr>
                <a:t>bit[</a:t>
              </a:r>
              <a:r>
                <a:rPr lang="en-US" sz="2000" i="1" dirty="0" err="1">
                  <a:latin typeface="Times New Roman"/>
                  <a:ea typeface="ＭＳ Ｐゴシック" charset="0"/>
                  <a:cs typeface="Times New Roman"/>
                </a:rPr>
                <a:t>i</a:t>
              </a:r>
              <a:r>
                <a:rPr lang="en-US" sz="2000" dirty="0">
                  <a:latin typeface="Helvetica" charset="0"/>
                  <a:ea typeface="ＭＳ Ｐゴシック" charset="0"/>
                  <a:cs typeface="ＭＳ Ｐゴシック" charset="0"/>
                </a:rPr>
                <a:t>] =</a:t>
              </a:r>
            </a:p>
          </p:txBody>
        </p:sp>
        <p:sp>
          <p:nvSpPr>
            <p:cNvPr id="95249" name="Text Box 23"/>
            <p:cNvSpPr txBox="1">
              <a:spLocks noChangeArrowheads="1"/>
            </p:cNvSpPr>
            <p:nvPr/>
          </p:nvSpPr>
          <p:spPr bwMode="auto">
            <a:xfrm>
              <a:off x="2544" y="1632"/>
              <a:ext cx="1683" cy="5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sz="2000" dirty="0">
                  <a:latin typeface="Helvetica" charset="0"/>
                  <a:ea typeface="ＭＳ Ｐゴシック" charset="0"/>
                  <a:cs typeface="ＭＳ Ｐゴシック" charset="0"/>
                </a:rPr>
                <a:t>1 </a:t>
              </a:r>
              <a:r>
                <a:rPr lang="en-US" sz="2000" dirty="0">
                  <a:latin typeface="Helvetica" charset="0"/>
                  <a:ea typeface="ＭＳ Ｐゴシック" charset="0"/>
                  <a:cs typeface="ＭＳ Ｐゴシック" charset="0"/>
                  <a:sym typeface="Wingdings"/>
                </a:rPr>
                <a:t></a:t>
              </a:r>
              <a:r>
                <a:rPr lang="en-US" sz="2000" dirty="0">
                  <a:latin typeface="Helvetica" charset="0"/>
                  <a:ea typeface="ＭＳ Ｐゴシック" charset="0"/>
                  <a:cs typeface="ＭＳ Ｐゴシック" charset="0"/>
                  <a:sym typeface="Symbol" charset="0"/>
                </a:rPr>
                <a:t> block [</a:t>
              </a:r>
              <a:r>
                <a:rPr lang="en-US" sz="2000" i="1" dirty="0" err="1">
                  <a:latin typeface="Times New Roman"/>
                  <a:ea typeface="ＭＳ Ｐゴシック" charset="0"/>
                  <a:cs typeface="Times New Roman"/>
                  <a:sym typeface="Symbol" charset="0"/>
                </a:rPr>
                <a:t>i</a:t>
              </a:r>
              <a:r>
                <a:rPr lang="en-US" sz="2000" dirty="0">
                  <a:latin typeface="Helvetica" charset="0"/>
                  <a:ea typeface="ＭＳ Ｐゴシック" charset="0"/>
                  <a:cs typeface="ＭＳ Ｐゴシック" charset="0"/>
                  <a:sym typeface="Symbol" charset="0"/>
                </a:rPr>
                <a:t>] is free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sz="2000" dirty="0">
                  <a:latin typeface="Helvetica" charset="0"/>
                  <a:ea typeface="ＭＳ Ｐゴシック" charset="0"/>
                  <a:cs typeface="ＭＳ Ｐゴシック" charset="0"/>
                  <a:sym typeface="Symbol" charset="0"/>
                </a:rPr>
                <a:t>0 </a:t>
              </a:r>
              <a:r>
                <a:rPr lang="en-US" sz="2000" dirty="0">
                  <a:latin typeface="Helvetica" charset="0"/>
                  <a:ea typeface="ＭＳ Ｐゴシック" charset="0"/>
                  <a:cs typeface="ＭＳ Ｐゴシック" charset="0"/>
                  <a:sym typeface="Wingdings"/>
                </a:rPr>
                <a:t></a:t>
              </a:r>
              <a:r>
                <a:rPr lang="en-US" sz="2000" dirty="0">
                  <a:latin typeface="Helvetica" charset="0"/>
                  <a:ea typeface="ＭＳ Ｐゴシック" charset="0"/>
                  <a:cs typeface="ＭＳ Ｐゴシック" charset="0"/>
                  <a:sym typeface="Symbol" charset="0"/>
                </a:rPr>
                <a:t> block [</a:t>
              </a:r>
              <a:r>
                <a:rPr lang="en-US" sz="2000" i="1" dirty="0" err="1">
                  <a:latin typeface="Times New Roman"/>
                  <a:ea typeface="ＭＳ Ｐゴシック" charset="0"/>
                  <a:cs typeface="Times New Roman"/>
                  <a:sym typeface="Symbol" charset="0"/>
                </a:rPr>
                <a:t>i</a:t>
              </a:r>
              <a:r>
                <a:rPr lang="en-US" sz="2000" dirty="0">
                  <a:latin typeface="Helvetica" charset="0"/>
                  <a:ea typeface="ＭＳ Ｐゴシック" charset="0"/>
                  <a:cs typeface="ＭＳ Ｐゴシック" charset="0"/>
                  <a:sym typeface="Symbol" charset="0"/>
                </a:rPr>
                <a:t>] is used</a:t>
              </a:r>
            </a:p>
          </p:txBody>
        </p:sp>
        <p:sp>
          <p:nvSpPr>
            <p:cNvPr id="95250" name="AutoShape 24"/>
            <p:cNvSpPr>
              <a:spLocks/>
            </p:cNvSpPr>
            <p:nvPr/>
          </p:nvSpPr>
          <p:spPr bwMode="auto">
            <a:xfrm>
              <a:off x="2400" y="1680"/>
              <a:ext cx="48" cy="336"/>
            </a:xfrm>
            <a:prstGeom prst="leftBrace">
              <a:avLst>
                <a:gd name="adj1" fmla="val 58333"/>
                <a:gd name="adj2" fmla="val 50000"/>
              </a:avLst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76805" name="Rectangle 2"/>
          <p:cNvSpPr txBox="1">
            <a:spLocks noChangeArrowheads="1"/>
          </p:cNvSpPr>
          <p:nvPr/>
        </p:nvSpPr>
        <p:spPr bwMode="auto">
          <a:xfrm>
            <a:off x="1158875" y="198438"/>
            <a:ext cx="75279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Free-Space Management</a:t>
            </a:r>
          </a:p>
        </p:txBody>
      </p:sp>
      <p:grpSp>
        <p:nvGrpSpPr>
          <p:cNvPr id="76806" name="Group 23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76809" name="Rectangle 24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6810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11.5</a:t>
              </a:r>
            </a:p>
          </p:txBody>
        </p:sp>
      </p:grpSp>
      <p:sp>
        <p:nvSpPr>
          <p:cNvPr id="76807" name="Rectangle 2"/>
          <p:cNvSpPr txBox="1">
            <a:spLocks noChangeArrowheads="1"/>
          </p:cNvSpPr>
          <p:nvPr/>
        </p:nvSpPr>
        <p:spPr bwMode="auto">
          <a:xfrm>
            <a:off x="2260600" y="887413"/>
            <a:ext cx="6426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2800" b="1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(a) Bit map</a:t>
            </a:r>
          </a:p>
        </p:txBody>
      </p:sp>
      <p:sp>
        <p:nvSpPr>
          <p:cNvPr id="76808" name="Rectangle 3"/>
          <p:cNvSpPr txBox="1">
            <a:spLocks noChangeArrowheads="1"/>
          </p:cNvSpPr>
          <p:nvPr/>
        </p:nvSpPr>
        <p:spPr bwMode="auto">
          <a:xfrm>
            <a:off x="939800" y="1878013"/>
            <a:ext cx="82042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/>
          <a:lstStyle>
            <a:lvl1pPr marL="341313" indent="-341313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35000"/>
              </a:spcBef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 b="1">
                <a:solidFill>
                  <a:srgbClr val="66CCFF"/>
                </a:solidFill>
                <a:latin typeface="Helvetica" charset="0"/>
              </a:rPr>
              <a:t>Bit map </a:t>
            </a:r>
            <a:r>
              <a:rPr kumimoji="1" lang="en-US" sz="2200">
                <a:latin typeface="Helvetica" charset="0"/>
              </a:rPr>
              <a:t>or </a:t>
            </a:r>
            <a:r>
              <a:rPr kumimoji="1" lang="en-US" sz="2200" b="1">
                <a:solidFill>
                  <a:srgbClr val="66CCFF"/>
                </a:solidFill>
                <a:latin typeface="Helvetica" charset="0"/>
              </a:rPr>
              <a:t>bit vector </a:t>
            </a:r>
            <a:r>
              <a:rPr kumimoji="1" lang="en-US" sz="2200">
                <a:latin typeface="Helvetica" charset="0"/>
              </a:rPr>
              <a:t>(</a:t>
            </a:r>
            <a:r>
              <a:rPr kumimoji="1" lang="en-US" sz="2200" i="1">
                <a:latin typeface="Times New Roman" charset="0"/>
                <a:cs typeface="Times New Roman" charset="0"/>
              </a:rPr>
              <a:t>n</a:t>
            </a:r>
            <a:r>
              <a:rPr kumimoji="1" lang="en-US" sz="2200">
                <a:latin typeface="Helvetica" charset="0"/>
              </a:rPr>
              <a:t> blocks)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7782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86600" y="64008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3902C647-58B6-2248-936F-F9356083F842}" type="slidenum">
              <a:rPr lang="en-US" sz="16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rPr>
              <a:pPr eaLnBrk="1" hangingPunct="1"/>
              <a:t>34</a:t>
            </a:fld>
            <a:endParaRPr lang="en-US" sz="1600">
              <a:solidFill>
                <a:schemeClr val="bg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5239" name="Text Box 5"/>
          <p:cNvSpPr txBox="1">
            <a:spLocks noChangeArrowheads="1"/>
          </p:cNvSpPr>
          <p:nvPr/>
        </p:nvSpPr>
        <p:spPr bwMode="auto">
          <a:xfrm>
            <a:off x="2227263" y="1065213"/>
            <a:ext cx="6380162" cy="768350"/>
          </a:xfrm>
          <a:prstGeom prst="rect">
            <a:avLst/>
          </a:prstGeom>
          <a:noFill/>
          <a:ln>
            <a:noFill/>
          </a:ln>
        </p:spPr>
        <p:txBody>
          <a:bodyPr lIns="91431" tIns="45716" rIns="91431" bIns="45716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2200" dirty="0">
                <a:latin typeface="+mn-lt"/>
                <a:ea typeface="ＭＳ Ｐゴシック" charset="0"/>
                <a:cs typeface="ＭＳ Ｐゴシック" charset="0"/>
              </a:rPr>
              <a:t>Assume there are </a:t>
            </a:r>
            <a:r>
              <a:rPr lang="en-US" sz="2200" dirty="0">
                <a:solidFill>
                  <a:srgbClr val="008000"/>
                </a:solidFill>
                <a:latin typeface="+mn-lt"/>
                <a:ea typeface="ＭＳ Ｐゴシック" charset="0"/>
                <a:cs typeface="ＭＳ Ｐゴシック" charset="0"/>
              </a:rPr>
              <a:t>8 bits </a:t>
            </a:r>
            <a:r>
              <a:rPr lang="en-US" sz="2200" dirty="0">
                <a:latin typeface="+mn-lt"/>
                <a:ea typeface="ＭＳ Ｐゴシック" charset="0"/>
                <a:cs typeface="ＭＳ Ｐゴシック" charset="0"/>
              </a:rPr>
              <a:t>per word and the bit map is as follows:</a:t>
            </a:r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6448425" y="3879850"/>
            <a:ext cx="2328863" cy="708025"/>
            <a:chOff x="6448778" y="3880556"/>
            <a:chExt cx="2328333" cy="707878"/>
          </a:xfrm>
        </p:grpSpPr>
        <p:cxnSp>
          <p:nvCxnSpPr>
            <p:cNvPr id="78131" name="Straight Arrow Connector 32"/>
            <p:cNvCxnSpPr>
              <a:cxnSpLocks noChangeShapeType="1"/>
            </p:cNvCxnSpPr>
            <p:nvPr/>
          </p:nvCxnSpPr>
          <p:spPr bwMode="auto">
            <a:xfrm flipH="1">
              <a:off x="6448778" y="4162778"/>
              <a:ext cx="1100667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78132" name="Straight Arrow Connector 32"/>
            <p:cNvCxnSpPr>
              <a:cxnSpLocks noChangeShapeType="1"/>
            </p:cNvCxnSpPr>
            <p:nvPr/>
          </p:nvCxnSpPr>
          <p:spPr bwMode="auto">
            <a:xfrm flipV="1">
              <a:off x="6462889" y="3880556"/>
              <a:ext cx="0" cy="28222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4" name="TextBox 30"/>
            <p:cNvSpPr txBox="1">
              <a:spLocks noChangeArrowheads="1"/>
            </p:cNvSpPr>
            <p:nvPr/>
          </p:nvSpPr>
          <p:spPr bwMode="auto">
            <a:xfrm>
              <a:off x="7548666" y="3880556"/>
              <a:ext cx="1228445" cy="7078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139700" dir="2700000" algn="tl" rotWithShape="0">
                <a:srgbClr val="000000">
                  <a:alpha val="43000"/>
                </a:srgbClr>
              </a:outerShdw>
            </a:effectLst>
          </p:spPr>
          <p:txBody>
            <a:bodyPr lIns="91431" tIns="45716" rIns="91431" bIns="45716">
              <a:spAutoFit/>
            </a:bodyPr>
            <a:lstStyle>
              <a:lvl1pPr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First free block</a:t>
              </a:r>
            </a:p>
          </p:txBody>
        </p:sp>
      </p:grpSp>
      <p:sp>
        <p:nvSpPr>
          <p:cNvPr id="77829" name="Rectangle 2"/>
          <p:cNvSpPr txBox="1">
            <a:spLocks noChangeArrowheads="1"/>
          </p:cNvSpPr>
          <p:nvPr/>
        </p:nvSpPr>
        <p:spPr bwMode="auto">
          <a:xfrm>
            <a:off x="1158875" y="198438"/>
            <a:ext cx="75279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Free-Space Management</a:t>
            </a:r>
          </a:p>
        </p:txBody>
      </p:sp>
      <p:grpSp>
        <p:nvGrpSpPr>
          <p:cNvPr id="77830" name="Group 23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78129" name="Rectangle 24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8130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11.5</a:t>
              </a:r>
            </a:p>
          </p:txBody>
        </p:sp>
      </p:grpSp>
      <p:sp>
        <p:nvSpPr>
          <p:cNvPr id="77831" name="Rectangle 14"/>
          <p:cNvSpPr>
            <a:spLocks noChangeArrowheads="1"/>
          </p:cNvSpPr>
          <p:nvPr/>
        </p:nvSpPr>
        <p:spPr bwMode="auto">
          <a:xfrm>
            <a:off x="200025" y="968375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77832" name="TextBox 1"/>
          <p:cNvSpPr txBox="1">
            <a:spLocks noChangeArrowheads="1"/>
          </p:cNvSpPr>
          <p:nvPr/>
        </p:nvSpPr>
        <p:spPr bwMode="auto">
          <a:xfrm>
            <a:off x="311150" y="1062038"/>
            <a:ext cx="18367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Example 13 :</a:t>
            </a:r>
          </a:p>
        </p:txBody>
      </p: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871538" y="4987925"/>
            <a:ext cx="7481887" cy="430213"/>
          </a:xfrm>
          <a:prstGeom prst="rect">
            <a:avLst/>
          </a:prstGeom>
          <a:noFill/>
          <a:ln>
            <a:noFill/>
          </a:ln>
        </p:spPr>
        <p:txBody>
          <a:bodyPr lIns="91431" tIns="45716" rIns="91431" bIns="45716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2200" dirty="0">
                <a:latin typeface="+mn-lt"/>
                <a:ea typeface="ＭＳ Ｐゴシック" charset="0"/>
                <a:cs typeface="ＭＳ Ｐゴシック" charset="0"/>
              </a:rPr>
              <a:t>To find the address of the first free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87425" y="5483225"/>
            <a:ext cx="7535863" cy="769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200" dirty="0">
                <a:latin typeface="+mn-lt"/>
              </a:rPr>
              <a:t>= (</a:t>
            </a:r>
            <a:r>
              <a:rPr lang="en-US" sz="2200" dirty="0">
                <a:solidFill>
                  <a:srgbClr val="008000"/>
                </a:solidFill>
                <a:latin typeface="+mn-lt"/>
              </a:rPr>
              <a:t>number of bits per word </a:t>
            </a:r>
            <a:r>
              <a:rPr lang="en-US" sz="2200" dirty="0">
                <a:latin typeface="+mn-lt"/>
              </a:rPr>
              <a:t>) * (</a:t>
            </a:r>
            <a:r>
              <a:rPr lang="en-US" sz="2200" dirty="0">
                <a:solidFill>
                  <a:srgbClr val="3366FF"/>
                </a:solidFill>
                <a:latin typeface="+mn-lt"/>
              </a:rPr>
              <a:t>number of 0-value words</a:t>
            </a:r>
            <a:r>
              <a:rPr lang="en-US" sz="2200" dirty="0">
                <a:latin typeface="+mn-lt"/>
              </a:rPr>
              <a:t>) +   </a:t>
            </a:r>
          </a:p>
          <a:p>
            <a:pPr>
              <a:defRPr/>
            </a:pPr>
            <a:r>
              <a:rPr lang="en-US" sz="2200" dirty="0">
                <a:latin typeface="+mn-lt"/>
              </a:rPr>
              <a:t>    offset of first 1 bit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7575" y="2243138"/>
          <a:ext cx="7813675" cy="1509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46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50323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Block No.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12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13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14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15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7" marR="91437" marT="45749" marB="457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/>
                        <a:t>Bit map :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749" marB="4574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mr-IN" sz="1800" dirty="0"/>
                        <a:t>…</a:t>
                      </a:r>
                      <a:endParaRPr lang="en-US" sz="1800" dirty="0"/>
                    </a:p>
                  </a:txBody>
                  <a:tcPr marL="91437" marR="91437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/>
                        <a:t>Offset :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2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3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4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5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6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7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2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3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4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5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6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7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mr-IN" sz="1800" dirty="0"/>
                        <a:t>…</a:t>
                      </a:r>
                      <a:endParaRPr lang="en-US" sz="1800" dirty="0"/>
                    </a:p>
                  </a:txBody>
                  <a:tcPr marL="91437" marR="91437" marT="45749" marB="457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914400" y="2241550"/>
          <a:ext cx="7813675" cy="1508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46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5027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Block No.</a:t>
                      </a:r>
                    </a:p>
                  </a:txBody>
                  <a:tcPr marL="91437" marR="91437" marT="45685" marB="4568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12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13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14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15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7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/>
                        <a:t>Bit map :</a:t>
                      </a:r>
                    </a:p>
                  </a:txBody>
                  <a:tcPr marL="91437" marR="91437" marT="45685" marB="45685"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685" marB="45685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685" marB="45685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685" marB="45685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685" marB="45685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685" marB="45685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685" marB="45685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685" marB="45685"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mr-IN" sz="1800" dirty="0"/>
                        <a:t>…</a:t>
                      </a:r>
                      <a:endParaRPr lang="en-US" sz="1800" dirty="0"/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7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/>
                        <a:t>Offset :</a:t>
                      </a:r>
                    </a:p>
                  </a:txBody>
                  <a:tcPr marL="91437" marR="91437" marT="45685" marB="45685"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2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3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4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5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6</a:t>
                      </a:r>
                    </a:p>
                  </a:txBody>
                  <a:tcPr marL="91437" marR="91437" marT="45685" marB="45685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7</a:t>
                      </a:r>
                    </a:p>
                  </a:txBody>
                  <a:tcPr marL="91437" marR="91437" marT="45685" marB="45685"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2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3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5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6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7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mr-IN" sz="1800" dirty="0"/>
                        <a:t>…</a:t>
                      </a:r>
                      <a:endParaRPr lang="en-US" sz="1800" dirty="0"/>
                    </a:p>
                  </a:txBody>
                  <a:tcPr marL="91437" marR="91437" marT="45685" marB="4568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" name="Rectangle 50"/>
          <p:cNvSpPr/>
          <p:nvPr/>
        </p:nvSpPr>
        <p:spPr bwMode="auto">
          <a:xfrm>
            <a:off x="831850" y="4900613"/>
            <a:ext cx="7861300" cy="18161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31" tIns="45716" rIns="91431" bIns="45716"/>
          <a:lstStyle/>
          <a:p>
            <a:pPr>
              <a:defRPr/>
            </a:pPr>
            <a:endParaRPr lang="en-US"/>
          </a:p>
        </p:txBody>
      </p:sp>
      <p:sp>
        <p:nvSpPr>
          <p:cNvPr id="52" name="TextBox 51"/>
          <p:cNvSpPr txBox="1"/>
          <p:nvPr/>
        </p:nvSpPr>
        <p:spPr bwMode="auto">
          <a:xfrm>
            <a:off x="3067050" y="3759200"/>
            <a:ext cx="812800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008000"/>
                </a:solidFill>
                <a:latin typeface="+mn-lt"/>
                <a:ea typeface="+mn-ea"/>
                <a:cs typeface="+mn-cs"/>
              </a:rPr>
              <a:t>A word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911225" y="2244725"/>
          <a:ext cx="7813675" cy="1509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46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3713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83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solidFill>
                            <a:srgbClr val="66CCFF"/>
                          </a:solidFill>
                        </a:rPr>
                        <a:t>Block No.</a:t>
                      </a:r>
                    </a:p>
                  </a:txBody>
                  <a:tcPr marL="91437" marR="91437" marT="45749" marB="4574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13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14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15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/>
                        <a:t>Bit map :</a:t>
                      </a:r>
                    </a:p>
                  </a:txBody>
                  <a:tcPr marL="91437" marR="91437" marT="45749" marB="45749"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749" marB="45749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749" marB="45749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749" marB="45749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749" marB="45749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749" marB="45749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749" marB="45749"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</a:rPr>
                        <a:t>0</a:t>
                      </a:r>
                    </a:p>
                  </a:txBody>
                  <a:tcPr marL="91437" marR="91437" marT="45749" marB="45749"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mr-IN" sz="1800" dirty="0"/>
                        <a:t>…</a:t>
                      </a:r>
                      <a:endParaRPr lang="en-US" sz="1800" dirty="0"/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/>
                        <a:t>Offset :</a:t>
                      </a:r>
                    </a:p>
                  </a:txBody>
                  <a:tcPr marL="91437" marR="91437" marT="45749" marB="45749"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2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3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4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5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6</a:t>
                      </a:r>
                    </a:p>
                  </a:txBody>
                  <a:tcPr marL="91437" marR="91437" marT="45749" marB="45749"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7</a:t>
                      </a:r>
                    </a:p>
                  </a:txBody>
                  <a:tcPr marL="91437" marR="91437" marT="45749" marB="45749"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2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3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5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6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7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/>
                        <a:t>0</a:t>
                      </a:r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mr-IN" sz="1800" dirty="0"/>
                        <a:t>…</a:t>
                      </a:r>
                      <a:endParaRPr lang="en-US" sz="1800" dirty="0"/>
                    </a:p>
                  </a:txBody>
                  <a:tcPr marL="91437" marR="91437" marT="45749" marB="4574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2809875" y="6216650"/>
            <a:ext cx="434975" cy="485775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50" name="Text Box 5"/>
          <p:cNvSpPr txBox="1">
            <a:spLocks noChangeArrowheads="1"/>
          </p:cNvSpPr>
          <p:nvPr/>
        </p:nvSpPr>
        <p:spPr bwMode="auto">
          <a:xfrm>
            <a:off x="982663" y="6240463"/>
            <a:ext cx="7481887" cy="431800"/>
          </a:xfrm>
          <a:prstGeom prst="rect">
            <a:avLst/>
          </a:prstGeom>
          <a:noFill/>
          <a:ln>
            <a:noFill/>
          </a:ln>
        </p:spPr>
        <p:txBody>
          <a:bodyPr lIns="91431" tIns="45716" rIns="91431" bIns="45716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2200" dirty="0">
                <a:latin typeface="+mn-lt"/>
                <a:ea typeface="ＭＳ Ｐゴシック" charset="0"/>
                <a:cs typeface="ＭＳ Ｐゴシック" charset="0"/>
              </a:rPr>
              <a:t>= (</a:t>
            </a:r>
            <a:r>
              <a:rPr lang="en-US" sz="2200" dirty="0">
                <a:solidFill>
                  <a:srgbClr val="008000"/>
                </a:solidFill>
                <a:latin typeface="+mn-lt"/>
                <a:ea typeface="ＭＳ Ｐゴシック" charset="0"/>
                <a:cs typeface="ＭＳ Ｐゴシック" charset="0"/>
              </a:rPr>
              <a:t>8</a:t>
            </a:r>
            <a:r>
              <a:rPr lang="en-US" sz="2200" dirty="0">
                <a:latin typeface="+mn-lt"/>
                <a:ea typeface="ＭＳ Ｐゴシック" charset="0"/>
                <a:cs typeface="ＭＳ Ｐゴシック" charset="0"/>
              </a:rPr>
              <a:t> * </a:t>
            </a:r>
            <a:r>
              <a:rPr lang="en-US" sz="2200" dirty="0">
                <a:solidFill>
                  <a:srgbClr val="3366FF"/>
                </a:solidFill>
                <a:latin typeface="+mn-lt"/>
                <a:ea typeface="ＭＳ Ｐゴシック" charset="0"/>
                <a:cs typeface="ＭＳ Ｐゴシック" charset="0"/>
              </a:rPr>
              <a:t>1)</a:t>
            </a:r>
            <a:r>
              <a:rPr lang="en-US" sz="2200" dirty="0">
                <a:latin typeface="+mn-lt"/>
                <a:ea typeface="ＭＳ Ｐゴシック" charset="0"/>
                <a:cs typeface="ＭＳ Ｐゴシック" charset="0"/>
              </a:rPr>
              <a:t> + </a:t>
            </a:r>
            <a:r>
              <a:rPr lang="en-US" sz="2200" dirty="0">
                <a:solidFill>
                  <a:srgbClr val="FF0000"/>
                </a:solidFill>
                <a:latin typeface="+mn-lt"/>
                <a:ea typeface="ＭＳ Ｐゴシック" charset="0"/>
                <a:cs typeface="ＭＳ Ｐゴシック" charset="0"/>
              </a:rPr>
              <a:t>4</a:t>
            </a:r>
            <a:r>
              <a:rPr lang="en-US" sz="2200" dirty="0">
                <a:latin typeface="+mn-lt"/>
                <a:ea typeface="ＭＳ Ｐゴシック" charset="0"/>
                <a:cs typeface="ＭＳ Ｐゴシック" charset="0"/>
              </a:rPr>
              <a:t> =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" grpId="0"/>
      <p:bldP spid="51" grpId="0" animBg="1"/>
      <p:bldP spid="52" grpId="0"/>
      <p:bldP spid="54" grpId="0" animBg="1"/>
      <p:bldP spid="5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grpSp>
        <p:nvGrpSpPr>
          <p:cNvPr id="100353" name="Group 102"/>
          <p:cNvGrpSpPr>
            <a:grpSpLocks/>
          </p:cNvGrpSpPr>
          <p:nvPr/>
        </p:nvGrpSpPr>
        <p:grpSpPr bwMode="auto">
          <a:xfrm>
            <a:off x="762000" y="1998135"/>
            <a:ext cx="7848600" cy="914400"/>
            <a:chOff x="762000" y="1905000"/>
            <a:chExt cx="7848600" cy="914400"/>
          </a:xfrm>
          <a:noFill/>
        </p:grpSpPr>
        <p:sp>
          <p:nvSpPr>
            <p:cNvPr id="5" name="Rectangle 4"/>
            <p:cNvSpPr/>
            <p:nvPr/>
          </p:nvSpPr>
          <p:spPr bwMode="auto">
            <a:xfrm>
              <a:off x="8382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2954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17526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22098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26670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31242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35814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40386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44958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49530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54102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58674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63246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67818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72390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76962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7" name="Rectangle 86"/>
            <p:cNvSpPr/>
            <p:nvPr/>
          </p:nvSpPr>
          <p:spPr bwMode="auto">
            <a:xfrm>
              <a:off x="8153400" y="2438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762000" y="1905000"/>
              <a:ext cx="1119188" cy="338138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Block No.:</a:t>
              </a: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8382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12954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 bwMode="auto">
            <a:xfrm>
              <a:off x="17526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Rectangle 66"/>
            <p:cNvSpPr/>
            <p:nvPr/>
          </p:nvSpPr>
          <p:spPr bwMode="auto">
            <a:xfrm>
              <a:off x="22098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26670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31242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35814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3" name="Rectangle 92"/>
            <p:cNvSpPr/>
            <p:nvPr/>
          </p:nvSpPr>
          <p:spPr bwMode="auto">
            <a:xfrm>
              <a:off x="40386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4" name="Rectangle 93"/>
            <p:cNvSpPr/>
            <p:nvPr/>
          </p:nvSpPr>
          <p:spPr bwMode="auto">
            <a:xfrm>
              <a:off x="44958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5" name="Rectangle 94"/>
            <p:cNvSpPr/>
            <p:nvPr/>
          </p:nvSpPr>
          <p:spPr bwMode="auto">
            <a:xfrm>
              <a:off x="49530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6" name="Rectangle 95"/>
            <p:cNvSpPr/>
            <p:nvPr/>
          </p:nvSpPr>
          <p:spPr bwMode="auto">
            <a:xfrm>
              <a:off x="54102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58674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8" name="Rectangle 97"/>
            <p:cNvSpPr/>
            <p:nvPr/>
          </p:nvSpPr>
          <p:spPr bwMode="auto">
            <a:xfrm>
              <a:off x="63246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9" name="Rectangle 98"/>
            <p:cNvSpPr/>
            <p:nvPr/>
          </p:nvSpPr>
          <p:spPr bwMode="auto">
            <a:xfrm>
              <a:off x="67818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00" name="Rectangle 99"/>
            <p:cNvSpPr/>
            <p:nvPr/>
          </p:nvSpPr>
          <p:spPr bwMode="auto">
            <a:xfrm>
              <a:off x="72390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1" name="Rectangle 100"/>
            <p:cNvSpPr/>
            <p:nvPr/>
          </p:nvSpPr>
          <p:spPr bwMode="auto">
            <a:xfrm>
              <a:off x="7696200" y="2133600"/>
              <a:ext cx="457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0452" name="Rectangle 101"/>
            <p:cNvSpPr>
              <a:spLocks noChangeArrowheads="1"/>
            </p:cNvSpPr>
            <p:nvPr/>
          </p:nvSpPr>
          <p:spPr bwMode="auto">
            <a:xfrm>
              <a:off x="8153400" y="2133600"/>
              <a:ext cx="457200" cy="381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>
                  <a:latin typeface="Arial" charset="0"/>
                </a:rPr>
                <a:t>…</a:t>
              </a:r>
            </a:p>
          </p:txBody>
        </p:sp>
      </p:grp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533400" y="3979863"/>
            <a:ext cx="3813175" cy="244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1" tIns="45716" rIns="91431" bIns="45716"/>
          <a:lstStyle/>
          <a:p>
            <a:pPr marL="228577" indent="-228577">
              <a:spcBef>
                <a:spcPct val="20000"/>
              </a:spcBef>
              <a:buFontTx/>
              <a:buChar char="•"/>
              <a:tabLst>
                <a:tab pos="1312732" algn="l"/>
              </a:tabLst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List the block addresses </a:t>
            </a:r>
          </a:p>
          <a:p>
            <a:pPr marL="228577" indent="-228577">
              <a:spcBef>
                <a:spcPct val="20000"/>
              </a:spcBef>
              <a:tabLst>
                <a:tab pos="1312732" algn="l"/>
              </a:tabLst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	needed by a file with </a:t>
            </a:r>
          </a:p>
          <a:p>
            <a:pPr marL="228577" indent="-228577">
              <a:spcBef>
                <a:spcPct val="20000"/>
              </a:spcBef>
              <a:tabLst>
                <a:tab pos="1312732" algn="l"/>
              </a:tabLst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	size 5KB for the </a:t>
            </a:r>
          </a:p>
          <a:p>
            <a:pPr marL="228577" indent="-228577">
              <a:spcBef>
                <a:spcPct val="20000"/>
              </a:spcBef>
              <a:tabLst>
                <a:tab pos="1312732" algn="l"/>
              </a:tabLst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	different block size of </a:t>
            </a:r>
          </a:p>
          <a:p>
            <a:pPr marL="228577" indent="-228577">
              <a:spcBef>
                <a:spcPct val="20000"/>
              </a:spcBef>
              <a:tabLst>
                <a:tab pos="1312732" algn="l"/>
              </a:tabLst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	file system.</a:t>
            </a:r>
          </a:p>
        </p:txBody>
      </p:sp>
      <p:grpSp>
        <p:nvGrpSpPr>
          <p:cNvPr id="100356" name="Group 58"/>
          <p:cNvGrpSpPr>
            <a:grpSpLocks/>
          </p:cNvGrpSpPr>
          <p:nvPr/>
        </p:nvGrpSpPr>
        <p:grpSpPr bwMode="auto">
          <a:xfrm>
            <a:off x="762000" y="2988735"/>
            <a:ext cx="7848600" cy="685800"/>
            <a:chOff x="762000" y="2895600"/>
            <a:chExt cx="7848600" cy="685800"/>
          </a:xfrm>
          <a:noFill/>
        </p:grpSpPr>
        <p:sp>
          <p:nvSpPr>
            <p:cNvPr id="23" name="Rectangle 22"/>
            <p:cNvSpPr/>
            <p:nvPr/>
          </p:nvSpPr>
          <p:spPr bwMode="auto">
            <a:xfrm>
              <a:off x="8382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12954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17526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22098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26670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31242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35814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40386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44958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49530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54102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58674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63246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67818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72390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7696200" y="3200400"/>
              <a:ext cx="4572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416" name="Rectangle 87"/>
            <p:cNvSpPr>
              <a:spLocks noChangeArrowheads="1"/>
            </p:cNvSpPr>
            <p:nvPr/>
          </p:nvSpPr>
          <p:spPr bwMode="auto">
            <a:xfrm>
              <a:off x="8153400" y="3200400"/>
              <a:ext cx="457200" cy="381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600">
                  <a:latin typeface="Arial" charset="0"/>
                </a:rPr>
                <a:t>…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62000" y="2895600"/>
              <a:ext cx="936625" cy="338138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dirty="0">
                  <a:latin typeface="+mn-lt"/>
                  <a:ea typeface="+mn-ea"/>
                  <a:cs typeface="+mn-cs"/>
                </a:rPr>
                <a:t>Bit Map:</a:t>
              </a:r>
            </a:p>
          </p:txBody>
        </p:sp>
      </p:grpSp>
      <p:graphicFrame>
        <p:nvGraphicFramePr>
          <p:cNvPr id="104" name="Table 103"/>
          <p:cNvGraphicFramePr>
            <a:graphicFrameLocks noGrp="1"/>
          </p:cNvGraphicFramePr>
          <p:nvPr/>
        </p:nvGraphicFramePr>
        <p:xfrm>
          <a:off x="4267200" y="4078288"/>
          <a:ext cx="4054475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7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Case(s)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Block size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Address(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KB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 KB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 KB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 KB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 KB</a:t>
                      </a: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477000" y="4459288"/>
            <a:ext cx="1441450" cy="338137"/>
          </a:xfrm>
          <a:prstGeom prst="rect">
            <a:avLst/>
          </a:prstGeom>
          <a:noFill/>
        </p:spPr>
        <p:txBody>
          <a:bodyPr wrap="none" lIns="91431" tIns="45716" rIns="91431" bIns="45716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FF0000"/>
                </a:solidFill>
                <a:latin typeface="+mn-lt"/>
              </a:rPr>
              <a:t>2, 3, 8, 10, 12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00" y="4806950"/>
            <a:ext cx="762000" cy="338138"/>
          </a:xfrm>
          <a:prstGeom prst="rect">
            <a:avLst/>
          </a:prstGeom>
          <a:noFill/>
        </p:spPr>
        <p:txBody>
          <a:bodyPr wrap="none" lIns="91431" tIns="45716" rIns="91431" bIns="45716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FF0000"/>
                </a:solidFill>
                <a:latin typeface="+mn-lt"/>
              </a:rPr>
              <a:t>2, 3, 8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7000" y="5187950"/>
            <a:ext cx="527050" cy="338138"/>
          </a:xfrm>
          <a:prstGeom prst="rect">
            <a:avLst/>
          </a:prstGeom>
          <a:noFill/>
        </p:spPr>
        <p:txBody>
          <a:bodyPr wrap="none" lIns="91431" tIns="45716" rIns="91431" bIns="45716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FF0000"/>
                </a:solidFill>
                <a:latin typeface="+mn-lt"/>
              </a:rPr>
              <a:t>2, 3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7000" y="5568950"/>
            <a:ext cx="300038" cy="338138"/>
          </a:xfrm>
          <a:prstGeom prst="rect">
            <a:avLst/>
          </a:prstGeom>
          <a:noFill/>
        </p:spPr>
        <p:txBody>
          <a:bodyPr wrap="none" lIns="91431" tIns="45716" rIns="91431" bIns="45716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FF0000"/>
                </a:solidFill>
                <a:latin typeface="+mn-lt"/>
              </a:rPr>
              <a:t>2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77000" y="5949950"/>
            <a:ext cx="2082800" cy="584200"/>
          </a:xfrm>
          <a:prstGeom prst="rect">
            <a:avLst/>
          </a:prstGeom>
          <a:solidFill>
            <a:schemeClr val="bg1"/>
          </a:solidFill>
        </p:spPr>
        <p:txBody>
          <a:bodyPr wrap="none" lIns="91431" tIns="45716" rIns="91431" bIns="45716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FF0000"/>
                </a:solidFill>
                <a:latin typeface="+mn-lt"/>
              </a:rPr>
              <a:t>2, 3, 8, 10, 12, 14,</a:t>
            </a:r>
          </a:p>
          <a:p>
            <a:pPr>
              <a:defRPr/>
            </a:pPr>
            <a:r>
              <a:rPr lang="en-US" sz="1600" dirty="0">
                <a:solidFill>
                  <a:srgbClr val="FF0000"/>
                </a:solidFill>
                <a:latin typeface="+mn-lt"/>
              </a:rPr>
              <a:t>Another 4 addresses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2275" y="2560638"/>
            <a:ext cx="517525" cy="276225"/>
          </a:xfrm>
          <a:prstGeom prst="rect">
            <a:avLst/>
          </a:prstGeom>
          <a:noFill/>
        </p:spPr>
        <p:txBody>
          <a:bodyPr wrap="none" lIns="91431" tIns="45716" rIns="91431" bIns="45716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0000"/>
                </a:solidFill>
                <a:latin typeface="+mn-lt"/>
              </a:rPr>
              <a:t>1 KB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81225" y="2560638"/>
            <a:ext cx="517525" cy="276225"/>
          </a:xfrm>
          <a:prstGeom prst="rect">
            <a:avLst/>
          </a:prstGeom>
          <a:noFill/>
        </p:spPr>
        <p:txBody>
          <a:bodyPr wrap="none" lIns="91431" tIns="45716" rIns="91431" bIns="45716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0000"/>
                </a:solidFill>
                <a:latin typeface="+mn-lt"/>
              </a:rPr>
              <a:t>1 KB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35475" y="2560638"/>
            <a:ext cx="517525" cy="276225"/>
          </a:xfrm>
          <a:prstGeom prst="rect">
            <a:avLst/>
          </a:prstGeom>
          <a:noFill/>
        </p:spPr>
        <p:txBody>
          <a:bodyPr wrap="none" lIns="91431" tIns="45716" rIns="91431" bIns="45716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0000"/>
                </a:solidFill>
                <a:latin typeface="+mn-lt"/>
              </a:rPr>
              <a:t>1 KB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64163" y="2560638"/>
            <a:ext cx="517525" cy="276225"/>
          </a:xfrm>
          <a:prstGeom prst="rect">
            <a:avLst/>
          </a:prstGeom>
          <a:noFill/>
        </p:spPr>
        <p:txBody>
          <a:bodyPr wrap="none" lIns="91431" tIns="45716" rIns="91431" bIns="45716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0000"/>
                </a:solidFill>
                <a:latin typeface="+mn-lt"/>
              </a:rPr>
              <a:t>1 KB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96025" y="2560638"/>
            <a:ext cx="517525" cy="276225"/>
          </a:xfrm>
          <a:prstGeom prst="rect">
            <a:avLst/>
          </a:prstGeom>
          <a:noFill/>
        </p:spPr>
        <p:txBody>
          <a:bodyPr wrap="none" lIns="91431" tIns="45716" rIns="91431" bIns="45716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0000"/>
                </a:solidFill>
                <a:latin typeface="+mn-lt"/>
              </a:rPr>
              <a:t>1 KB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73550" y="4465638"/>
            <a:ext cx="928688" cy="3381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91431" tIns="45716" rIns="91431" bIns="45716">
            <a:spAutoFit/>
          </a:bodyPr>
          <a:lstStyle/>
          <a:p>
            <a:pPr algn="ctr">
              <a:defRPr/>
            </a:pPr>
            <a:r>
              <a:rPr lang="en-US" sz="1600" dirty="0">
                <a:latin typeface="+mn-lt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73550" y="4840288"/>
            <a:ext cx="928688" cy="3381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91431" tIns="45716" rIns="91431" bIns="45716">
            <a:spAutoFit/>
          </a:bodyPr>
          <a:lstStyle/>
          <a:p>
            <a:pPr algn="ctr">
              <a:defRPr/>
            </a:pPr>
            <a:r>
              <a:rPr lang="en-US" sz="1600" dirty="0">
                <a:latin typeface="+mn-lt"/>
              </a:rPr>
              <a:t>2</a:t>
            </a:r>
          </a:p>
        </p:txBody>
      </p:sp>
      <p:sp>
        <p:nvSpPr>
          <p:cNvPr id="82991" name="Rectangle 14"/>
          <p:cNvSpPr>
            <a:spLocks noChangeArrowheads="1"/>
          </p:cNvSpPr>
          <p:nvPr/>
        </p:nvSpPr>
        <p:spPr bwMode="auto">
          <a:xfrm>
            <a:off x="200025" y="968375"/>
            <a:ext cx="2028825" cy="617538"/>
          </a:xfrm>
          <a:prstGeom prst="rect">
            <a:avLst/>
          </a:prstGeom>
          <a:solidFill>
            <a:srgbClr val="32669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82992" name="TextBox 1"/>
          <p:cNvSpPr txBox="1">
            <a:spLocks noChangeArrowheads="1"/>
          </p:cNvSpPr>
          <p:nvPr/>
        </p:nvSpPr>
        <p:spPr bwMode="auto">
          <a:xfrm>
            <a:off x="225425" y="1062038"/>
            <a:ext cx="20177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200">
                <a:solidFill>
                  <a:schemeClr val="bg1"/>
                </a:solidFill>
                <a:latin typeface="Helvetica" charset="0"/>
                <a:ea typeface="ＭＳ Ｐゴシック" charset="0"/>
                <a:cs typeface="ＭＳ Ｐゴシック" charset="0"/>
              </a:rPr>
              <a:t>Exercise 11.1 :</a:t>
            </a:r>
          </a:p>
        </p:txBody>
      </p:sp>
      <p:grpSp>
        <p:nvGrpSpPr>
          <p:cNvPr id="82993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82996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97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11.4</a:t>
              </a:r>
            </a:p>
          </p:txBody>
        </p:sp>
      </p:grpSp>
      <p:sp>
        <p:nvSpPr>
          <p:cNvPr id="82994" name="Rectangle 2"/>
          <p:cNvSpPr txBox="1">
            <a:spLocks noChangeArrowheads="1"/>
          </p:cNvSpPr>
          <p:nvPr/>
        </p:nvSpPr>
        <p:spPr bwMode="auto">
          <a:xfrm>
            <a:off x="2214563" y="182563"/>
            <a:ext cx="64230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Allocation Methods</a:t>
            </a:r>
          </a:p>
        </p:txBody>
      </p:sp>
      <p:sp>
        <p:nvSpPr>
          <p:cNvPr id="100352" name="Rectangle 100351"/>
          <p:cNvSpPr/>
          <p:nvPr/>
        </p:nvSpPr>
        <p:spPr>
          <a:xfrm>
            <a:off x="2228850" y="1087438"/>
            <a:ext cx="6632575" cy="4318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tabLst>
                <a:tab pos="1312732" algn="l"/>
              </a:tabLst>
              <a:defRPr/>
            </a:pPr>
            <a:r>
              <a:rPr lang="en-US" sz="2200" dirty="0">
                <a:latin typeface="+mn-lt"/>
              </a:rPr>
              <a:t>Given a bit map value (0 </a:t>
            </a:r>
            <a:r>
              <a:rPr lang="en-US" sz="2200" dirty="0">
                <a:latin typeface="+mn-lt"/>
                <a:sym typeface="Wingdings" pitchFamily="2" charset="2"/>
              </a:rPr>
              <a:t> used; 1  unused/free).</a:t>
            </a:r>
            <a:endParaRPr lang="en-US" sz="22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2" grpId="0"/>
      <p:bldP spid="63" grpId="0"/>
      <p:bldP spid="71" grpId="0"/>
      <p:bldP spid="72" grpId="0" animBg="1"/>
      <p:bldP spid="3" grpId="0"/>
      <p:bldP spid="3" grpId="1"/>
      <p:bldP spid="73" grpId="0"/>
      <p:bldP spid="73" grpId="1"/>
      <p:bldP spid="74" grpId="0"/>
      <p:bldP spid="74" grpId="1"/>
      <p:bldP spid="75" grpId="0"/>
      <p:bldP spid="75" grpId="1"/>
      <p:bldP spid="76" grpId="0"/>
      <p:bldP spid="76" grpId="1"/>
      <p:bldP spid="4" grpId="0" animBg="1"/>
      <p:bldP spid="4" grpId="1" animBg="1"/>
      <p:bldP spid="77" grpId="0" animBg="1"/>
      <p:bldP spid="77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83970" name="Rectangle 2"/>
          <p:cNvSpPr txBox="1">
            <a:spLocks noChangeArrowheads="1"/>
          </p:cNvSpPr>
          <p:nvPr/>
        </p:nvSpPr>
        <p:spPr bwMode="auto">
          <a:xfrm>
            <a:off x="1158875" y="198438"/>
            <a:ext cx="75279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Free-Space Management</a:t>
            </a:r>
          </a:p>
        </p:txBody>
      </p:sp>
      <p:grpSp>
        <p:nvGrpSpPr>
          <p:cNvPr id="83971" name="Group 5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83978" name="Rectangle 6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3979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11.5</a:t>
              </a:r>
            </a:p>
          </p:txBody>
        </p:sp>
      </p:grpSp>
      <p:sp>
        <p:nvSpPr>
          <p:cNvPr id="83972" name="Rectangle 2"/>
          <p:cNvSpPr txBox="1">
            <a:spLocks noChangeArrowheads="1"/>
          </p:cNvSpPr>
          <p:nvPr/>
        </p:nvSpPr>
        <p:spPr bwMode="auto">
          <a:xfrm>
            <a:off x="2260600" y="887413"/>
            <a:ext cx="6426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2800" b="1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(b) Free list</a:t>
            </a:r>
          </a:p>
        </p:txBody>
      </p:sp>
      <p:pic>
        <p:nvPicPr>
          <p:cNvPr id="83973" name="Picture 2" descr="Screen Shot 2018-04-27 at 5.28.3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1165225"/>
            <a:ext cx="4324350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4" name="Rectangle 3"/>
          <p:cNvSpPr txBox="1">
            <a:spLocks noChangeArrowheads="1"/>
          </p:cNvSpPr>
          <p:nvPr/>
        </p:nvSpPr>
        <p:spPr bwMode="auto">
          <a:xfrm>
            <a:off x="4938713" y="2074863"/>
            <a:ext cx="4008437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2" tIns="32001" rIns="64002" bIns="32001"/>
          <a:lstStyle>
            <a:lvl1pPr marL="488950" indent="-488950"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1060450" indent="-407988"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Aft>
                <a:spcPts val="1200"/>
              </a:spcAft>
              <a:buClr>
                <a:srgbClr val="993300"/>
              </a:buClr>
              <a:buSzPct val="90000"/>
              <a:buFont typeface="Wingdings" charset="0"/>
              <a:buChar char="§"/>
            </a:pPr>
            <a:r>
              <a:rPr kumimoji="1" lang="en-US" sz="2200">
                <a:latin typeface="Helvetica" charset="0"/>
              </a:rPr>
              <a:t>Linked list (free list):</a:t>
            </a:r>
          </a:p>
          <a:p>
            <a:pPr lvl="1">
              <a:spcAft>
                <a:spcPts val="1200"/>
              </a:spcAft>
              <a:buClr>
                <a:srgbClr val="CC6600"/>
              </a:buClr>
              <a:buSzPct val="80000"/>
              <a:buFont typeface="Wingdings" charset="0"/>
              <a:buChar char="ü"/>
            </a:pPr>
            <a:r>
              <a:rPr kumimoji="1" lang="en-US" sz="2200">
                <a:latin typeface="Helvetica" charset="0"/>
              </a:rPr>
              <a:t>Cannot get contiguous space easily.</a:t>
            </a:r>
          </a:p>
          <a:p>
            <a:pPr lvl="1">
              <a:spcAft>
                <a:spcPts val="1200"/>
              </a:spcAft>
              <a:buClr>
                <a:srgbClr val="CC6600"/>
              </a:buClr>
              <a:buSzPct val="80000"/>
              <a:buFont typeface="Wingdings" charset="0"/>
              <a:buChar char="ü"/>
            </a:pPr>
            <a:r>
              <a:rPr kumimoji="1" lang="en-US" sz="2200">
                <a:latin typeface="Helvetica" charset="0"/>
              </a:rPr>
              <a:t>No waste of space.</a:t>
            </a:r>
          </a:p>
          <a:p>
            <a:pPr lvl="1">
              <a:spcAft>
                <a:spcPts val="1200"/>
              </a:spcAft>
              <a:buClr>
                <a:srgbClr val="CC6600"/>
              </a:buClr>
              <a:buSzPct val="80000"/>
              <a:buFont typeface="Wingdings" charset="0"/>
              <a:buChar char="ü"/>
            </a:pPr>
            <a:r>
              <a:rPr kumimoji="1" lang="en-US" sz="2200">
                <a:latin typeface="Helvetica" charset="0"/>
              </a:rPr>
              <a:t>No need to traverse the entire list (if # free blocks recorded).</a:t>
            </a:r>
          </a:p>
          <a:p>
            <a:pPr lvl="1">
              <a:spcAft>
                <a:spcPts val="1200"/>
              </a:spcAft>
              <a:buClr>
                <a:srgbClr val="CC6600"/>
              </a:buClr>
              <a:buSzPct val="80000"/>
              <a:buFont typeface="Wingdings" charset="0"/>
              <a:buChar char="§"/>
            </a:pPr>
            <a:endParaRPr kumimoji="1" lang="en-US" sz="2200">
              <a:latin typeface="Helvetica" charset="0"/>
            </a:endParaRPr>
          </a:p>
        </p:txBody>
      </p:sp>
      <p:sp>
        <p:nvSpPr>
          <p:cNvPr id="13" name="TextBox 12">
            <a:extLst/>
          </p:cNvPr>
          <p:cNvSpPr txBox="1"/>
          <p:nvPr/>
        </p:nvSpPr>
        <p:spPr>
          <a:xfrm>
            <a:off x="241300" y="6229350"/>
            <a:ext cx="4838700" cy="368300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66CCFF"/>
                </a:solidFill>
                <a:latin typeface="+mn-lt"/>
              </a:rPr>
              <a:t>Figure 11.10</a:t>
            </a:r>
            <a:r>
              <a:rPr lang="en-US" dirty="0">
                <a:latin typeface="+mn-lt"/>
              </a:rPr>
              <a:t>  Linked free-space list on disk.</a:t>
            </a:r>
            <a:endParaRPr lang="en-MY" dirty="0">
              <a:latin typeface="+mn-lt"/>
            </a:endParaRPr>
          </a:p>
        </p:txBody>
      </p:sp>
      <p:sp>
        <p:nvSpPr>
          <p:cNvPr id="83976" name="Rectangle 13"/>
          <p:cNvSpPr>
            <a:spLocks noChangeArrowheads="1"/>
          </p:cNvSpPr>
          <p:nvPr/>
        </p:nvSpPr>
        <p:spPr bwMode="auto">
          <a:xfrm>
            <a:off x="3721100" y="2120900"/>
            <a:ext cx="185738" cy="19526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39713" y="1763713"/>
            <a:ext cx="2043112" cy="33813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dirty="0">
                <a:solidFill>
                  <a:srgbClr val="FF0000"/>
                </a:solidFill>
                <a:latin typeface="+mn-lt"/>
              </a:rPr>
              <a:t>Free-space list head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86018" name="Rectangle 2"/>
          <p:cNvSpPr txBox="1">
            <a:spLocks noChangeArrowheads="1"/>
          </p:cNvSpPr>
          <p:nvPr/>
        </p:nvSpPr>
        <p:spPr bwMode="auto">
          <a:xfrm>
            <a:off x="1158875" y="198438"/>
            <a:ext cx="75279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Free-Space Management</a:t>
            </a:r>
          </a:p>
        </p:txBody>
      </p:sp>
      <p:grpSp>
        <p:nvGrpSpPr>
          <p:cNvPr id="86019" name="Group 5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86046" name="Rectangle 6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6047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11.5</a:t>
              </a:r>
            </a:p>
          </p:txBody>
        </p:sp>
      </p:grpSp>
      <p:sp>
        <p:nvSpPr>
          <p:cNvPr id="86020" name="Rectangle 2"/>
          <p:cNvSpPr txBox="1">
            <a:spLocks noChangeArrowheads="1"/>
          </p:cNvSpPr>
          <p:nvPr/>
        </p:nvSpPr>
        <p:spPr bwMode="auto">
          <a:xfrm>
            <a:off x="2260600" y="887413"/>
            <a:ext cx="6426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2800" b="1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(c) Grouping</a:t>
            </a:r>
          </a:p>
        </p:txBody>
      </p:sp>
      <p:sp>
        <p:nvSpPr>
          <p:cNvPr id="86021" name="Rectangle 3"/>
          <p:cNvSpPr txBox="1">
            <a:spLocks noChangeArrowheads="1"/>
          </p:cNvSpPr>
          <p:nvPr/>
        </p:nvSpPr>
        <p:spPr bwMode="auto">
          <a:xfrm>
            <a:off x="1073150" y="2046288"/>
            <a:ext cx="7591425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2" tIns="32001" rIns="64002" bIns="32001"/>
          <a:lstStyle>
            <a:lvl1pPr marL="422275" indent="-342900">
              <a:tabLst>
                <a:tab pos="130968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650875">
              <a:tabLst>
                <a:tab pos="130968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tabLst>
                <a:tab pos="130968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tabLst>
                <a:tab pos="130968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tabLst>
                <a:tab pos="130968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0968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0968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0968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0968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</a:rPr>
              <a:t>Modify </a:t>
            </a:r>
            <a:r>
              <a:rPr lang="en-US" sz="2200" b="1">
                <a:solidFill>
                  <a:srgbClr val="66CCFF"/>
                </a:solidFill>
                <a:latin typeface="Helvetica" charset="0"/>
              </a:rPr>
              <a:t>linked list </a:t>
            </a:r>
            <a:r>
              <a:rPr lang="en-US" sz="2200">
                <a:latin typeface="Helvetica" charset="0"/>
              </a:rPr>
              <a:t>to store address of next </a:t>
            </a:r>
            <a:r>
              <a:rPr lang="en-US" sz="2200" i="1">
                <a:latin typeface="Times New Roman" charset="0"/>
                <a:cs typeface="Times New Roman" charset="0"/>
              </a:rPr>
              <a:t>n</a:t>
            </a:r>
            <a:r>
              <a:rPr lang="en-US" sz="2200">
                <a:latin typeface="Helvetica" charset="0"/>
              </a:rPr>
              <a:t>-1 free blocks in first free block, plus a </a:t>
            </a:r>
            <a:r>
              <a:rPr lang="en-US" sz="2200" b="1">
                <a:solidFill>
                  <a:srgbClr val="66CCFF"/>
                </a:solidFill>
                <a:latin typeface="Helvetica" charset="0"/>
              </a:rPr>
              <a:t>pointer</a:t>
            </a:r>
            <a:r>
              <a:rPr lang="en-US" sz="2200">
                <a:latin typeface="Helvetica" charset="0"/>
              </a:rPr>
              <a:t> to next block that contains free-block-pointers (like this one)</a:t>
            </a:r>
          </a:p>
          <a:p>
            <a:pPr lvl="1" indent="0">
              <a:spcAft>
                <a:spcPts val="1200"/>
              </a:spcAft>
              <a:buClr>
                <a:srgbClr val="CC6600"/>
              </a:buClr>
              <a:buSzPct val="80000"/>
            </a:pPr>
            <a:endParaRPr kumimoji="1" lang="en-US" sz="2200">
              <a:latin typeface="Helvetica" charset="0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14313" y="3340100"/>
            <a:ext cx="8337550" cy="1389063"/>
            <a:chOff x="214313" y="3340100"/>
            <a:chExt cx="8337550" cy="1389314"/>
          </a:xfrm>
        </p:grpSpPr>
        <p:sp>
          <p:nvSpPr>
            <p:cNvPr id="86043" name="Rectangle 14"/>
            <p:cNvSpPr>
              <a:spLocks noChangeArrowheads="1"/>
            </p:cNvSpPr>
            <p:nvPr/>
          </p:nvSpPr>
          <p:spPr bwMode="auto">
            <a:xfrm>
              <a:off x="214313" y="3340100"/>
              <a:ext cx="2028825" cy="617538"/>
            </a:xfrm>
            <a:prstGeom prst="rect">
              <a:avLst/>
            </a:prstGeom>
            <a:solidFill>
              <a:srgbClr val="32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31" tIns="45716" rIns="91431" bIns="45716"/>
            <a:lstStyle/>
            <a:p>
              <a:endParaRPr lang="en-US"/>
            </a:p>
          </p:txBody>
        </p:sp>
        <p:sp>
          <p:nvSpPr>
            <p:cNvPr id="86044" name="TextBox 1"/>
            <p:cNvSpPr txBox="1">
              <a:spLocks noChangeArrowheads="1"/>
            </p:cNvSpPr>
            <p:nvPr/>
          </p:nvSpPr>
          <p:spPr bwMode="auto">
            <a:xfrm>
              <a:off x="268112" y="3433763"/>
              <a:ext cx="1894064" cy="430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2200">
                  <a:solidFill>
                    <a:schemeClr val="bg1"/>
                  </a:solidFill>
                  <a:latin typeface="Helvetica" charset="0"/>
                  <a:ea typeface="ＭＳ Ｐゴシック" charset="0"/>
                  <a:cs typeface="ＭＳ Ｐゴシック" charset="0"/>
                </a:rPr>
                <a:t>Example 14 :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257425" y="3436955"/>
              <a:ext cx="6294438" cy="1292459"/>
            </a:xfrm>
            <a:prstGeom prst="rect">
              <a:avLst/>
            </a:prstGeom>
            <a:noFill/>
          </p:spPr>
          <p:txBody>
            <a:bodyPr lIns="91431" tIns="45716" rIns="91431" bIns="45716">
              <a:spAutoFit/>
            </a:bodyPr>
            <a:lstStyle/>
            <a:p>
              <a:pPr>
                <a:spcAft>
                  <a:spcPts val="1200"/>
                </a:spcAft>
                <a:defRPr/>
              </a:pPr>
              <a:r>
                <a:rPr lang="en-US" sz="2200" dirty="0">
                  <a:latin typeface="+mn-lt"/>
                </a:rPr>
                <a:t>Free-blocks list </a:t>
              </a:r>
              <a:r>
                <a:rPr lang="en-US" sz="2200" dirty="0">
                  <a:latin typeface="+mn-lt"/>
                  <a:sym typeface="Wingdings"/>
                </a:rPr>
                <a:t> </a:t>
              </a:r>
              <a:r>
                <a:rPr lang="en-US" sz="2200" dirty="0">
                  <a:latin typeface="+mn-lt"/>
                </a:rPr>
                <a:t> </a:t>
              </a:r>
              <a:r>
                <a:rPr lang="en-US" sz="2200" dirty="0">
                  <a:latin typeface="Arial" charset="0"/>
                </a:rPr>
                <a:t>2, 3, 4, 5, 8, 9, 10, 11, 12</a:t>
              </a:r>
              <a:r>
                <a:rPr lang="en-US" sz="2200" dirty="0">
                  <a:latin typeface="+mn-lt"/>
                </a:rPr>
                <a:t>.</a:t>
              </a:r>
            </a:p>
            <a:p>
              <a:pPr>
                <a:spcAft>
                  <a:spcPts val="1200"/>
                </a:spcAft>
                <a:defRPr/>
              </a:pPr>
              <a:r>
                <a:rPr lang="en-US" sz="2200" dirty="0">
                  <a:latin typeface="+mn-lt"/>
                </a:rPr>
                <a:t>Assume each block can only stores 3 block addresses.</a:t>
              </a:r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835025" y="4883150"/>
            <a:ext cx="1109663" cy="1524000"/>
            <a:chOff x="2374194" y="4882445"/>
            <a:chExt cx="1109324" cy="1524000"/>
          </a:xfrm>
        </p:grpSpPr>
        <p:sp>
          <p:nvSpPr>
            <p:cNvPr id="22" name="Rectangle 6"/>
            <p:cNvSpPr>
              <a:spLocks noChangeArrowheads="1"/>
            </p:cNvSpPr>
            <p:nvPr/>
          </p:nvSpPr>
          <p:spPr bwMode="auto">
            <a:xfrm>
              <a:off x="2444023" y="5339645"/>
              <a:ext cx="774463" cy="1066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22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25" name="Text Box 9"/>
            <p:cNvSpPr txBox="1">
              <a:spLocks noChangeArrowheads="1"/>
            </p:cNvSpPr>
            <p:nvPr/>
          </p:nvSpPr>
          <p:spPr bwMode="auto">
            <a:xfrm>
              <a:off x="2374194" y="4882445"/>
              <a:ext cx="1109324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>
                <a:defRPr/>
              </a:pPr>
              <a:r>
                <a:rPr lang="en-US" sz="2200" dirty="0">
                  <a:latin typeface="+mn-lt"/>
                  <a:ea typeface="ＭＳ Ｐゴシック" charset="0"/>
                  <a:cs typeface="ＭＳ Ｐゴシック" charset="0"/>
                </a:rPr>
                <a:t>Block </a:t>
              </a:r>
              <a:r>
                <a:rPr lang="en-US" sz="2200" dirty="0">
                  <a:solidFill>
                    <a:srgbClr val="FF0000"/>
                  </a:solidFill>
                  <a:latin typeface="+mn-lt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</p:grp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292225" y="4883150"/>
            <a:ext cx="2270125" cy="1536700"/>
            <a:chOff x="2831406" y="4882445"/>
            <a:chExt cx="2269938" cy="1536828"/>
          </a:xfrm>
        </p:grpSpPr>
        <p:grpSp>
          <p:nvGrpSpPr>
            <p:cNvPr id="86037" name="Group 3"/>
            <p:cNvGrpSpPr>
              <a:grpSpLocks/>
            </p:cNvGrpSpPr>
            <p:nvPr/>
          </p:nvGrpSpPr>
          <p:grpSpPr bwMode="auto">
            <a:xfrm>
              <a:off x="3992020" y="4882445"/>
              <a:ext cx="1109324" cy="1524000"/>
              <a:chOff x="3992020" y="4882445"/>
              <a:chExt cx="1109324" cy="1524000"/>
            </a:xfrm>
          </p:grpSpPr>
          <p:sp>
            <p:nvSpPr>
              <p:cNvPr id="24" name="Rectangle 8"/>
              <p:cNvSpPr>
                <a:spLocks noChangeArrowheads="1"/>
              </p:cNvSpPr>
              <p:nvPr/>
            </p:nvSpPr>
            <p:spPr bwMode="auto">
              <a:xfrm>
                <a:off x="4061617" y="5339683"/>
                <a:ext cx="774636" cy="106688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200" dirty="0">
                  <a:solidFill>
                    <a:srgbClr val="3366FF"/>
                  </a:solidFill>
                  <a:latin typeface="+mn-lt"/>
                </a:endParaRPr>
              </a:p>
            </p:txBody>
          </p:sp>
          <p:sp>
            <p:nvSpPr>
              <p:cNvPr id="27" name="Text Box 11"/>
              <p:cNvSpPr txBox="1">
                <a:spLocks noChangeArrowheads="1"/>
              </p:cNvSpPr>
              <p:nvPr/>
            </p:nvSpPr>
            <p:spPr bwMode="auto">
              <a:xfrm>
                <a:off x="3991773" y="4882445"/>
                <a:ext cx="1109571" cy="430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2200" dirty="0">
                    <a:solidFill>
                      <a:srgbClr val="000000"/>
                    </a:solidFill>
                    <a:latin typeface="+mn-lt"/>
                    <a:ea typeface="ＭＳ Ｐゴシック" charset="0"/>
                    <a:cs typeface="ＭＳ Ｐゴシック" charset="0"/>
                  </a:rPr>
                  <a:t>Block </a:t>
                </a:r>
                <a:r>
                  <a:rPr lang="en-US" sz="2200" dirty="0">
                    <a:solidFill>
                      <a:srgbClr val="FF0000"/>
                    </a:solidFill>
                    <a:latin typeface="+mn-lt"/>
                    <a:ea typeface="ＭＳ Ｐゴシック" charset="0"/>
                    <a:cs typeface="ＭＳ Ｐゴシック" charset="0"/>
                  </a:rPr>
                  <a:t>5</a:t>
                </a:r>
              </a:p>
            </p:txBody>
          </p:sp>
        </p:grpSp>
        <p:cxnSp>
          <p:nvCxnSpPr>
            <p:cNvPr id="86038" name="AutoShape 12"/>
            <p:cNvCxnSpPr>
              <a:cxnSpLocks noChangeShapeType="1"/>
              <a:stCxn id="22" idx="2"/>
              <a:endCxn id="27" idx="1"/>
            </p:cNvCxnSpPr>
            <p:nvPr/>
          </p:nvCxnSpPr>
          <p:spPr bwMode="auto">
            <a:xfrm rot="5400000" flipH="1" flipV="1">
              <a:off x="2750852" y="5178106"/>
              <a:ext cx="1321721" cy="1160614"/>
            </a:xfrm>
            <a:prstGeom prst="curvedConnector4">
              <a:avLst>
                <a:gd name="adj1" fmla="val -17296"/>
                <a:gd name="adj2" fmla="val 66667"/>
              </a:avLst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2944813" y="4883150"/>
            <a:ext cx="2673350" cy="1600200"/>
            <a:chOff x="4484402" y="4882445"/>
            <a:chExt cx="2672930" cy="1600200"/>
          </a:xfrm>
        </p:grpSpPr>
        <p:grpSp>
          <p:nvGrpSpPr>
            <p:cNvPr id="86033" name="Group 4"/>
            <p:cNvGrpSpPr>
              <a:grpSpLocks/>
            </p:cNvGrpSpPr>
            <p:nvPr/>
          </p:nvGrpSpPr>
          <p:grpSpPr bwMode="auto">
            <a:xfrm>
              <a:off x="5891207" y="4882445"/>
              <a:ext cx="1266125" cy="1524000"/>
              <a:chOff x="5891207" y="4882445"/>
              <a:chExt cx="1266125" cy="1524000"/>
            </a:xfrm>
          </p:grpSpPr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5960545" y="5339645"/>
                <a:ext cx="774578" cy="10668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200" dirty="0">
                  <a:latin typeface="+mn-lt"/>
                </a:endParaRPr>
              </a:p>
            </p:txBody>
          </p:sp>
          <p:sp>
            <p:nvSpPr>
              <p:cNvPr id="26" name="Text Box 10"/>
              <p:cNvSpPr txBox="1">
                <a:spLocks noChangeArrowheads="1"/>
              </p:cNvSpPr>
              <p:nvPr/>
            </p:nvSpPr>
            <p:spPr bwMode="auto">
              <a:xfrm>
                <a:off x="5890706" y="4882445"/>
                <a:ext cx="1266626" cy="430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MS PGothic" charset="0"/>
                    <a:cs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2200" dirty="0">
                    <a:solidFill>
                      <a:srgbClr val="000000"/>
                    </a:solidFill>
                    <a:latin typeface="+mn-lt"/>
                    <a:ea typeface="ＭＳ Ｐゴシック" charset="0"/>
                    <a:cs typeface="ＭＳ Ｐゴシック" charset="0"/>
                  </a:rPr>
                  <a:t>Block </a:t>
                </a:r>
                <a:r>
                  <a:rPr lang="en-US" sz="2200" dirty="0">
                    <a:solidFill>
                      <a:srgbClr val="FF0000"/>
                    </a:solidFill>
                    <a:latin typeface="+mn-lt"/>
                    <a:ea typeface="ＭＳ Ｐゴシック" charset="0"/>
                    <a:cs typeface="ＭＳ Ｐゴシック" charset="0"/>
                  </a:rPr>
                  <a:t>10</a:t>
                </a:r>
              </a:p>
            </p:txBody>
          </p:sp>
        </p:grpSp>
        <p:cxnSp>
          <p:nvCxnSpPr>
            <p:cNvPr id="86034" name="AutoShape 13"/>
            <p:cNvCxnSpPr>
              <a:cxnSpLocks noChangeShapeType="1"/>
            </p:cNvCxnSpPr>
            <p:nvPr/>
          </p:nvCxnSpPr>
          <p:spPr bwMode="auto">
            <a:xfrm rot="5400000" flipH="1" flipV="1">
              <a:off x="4417009" y="5254638"/>
              <a:ext cx="1295400" cy="1160614"/>
            </a:xfrm>
            <a:prstGeom prst="curvedConnector4">
              <a:avLst>
                <a:gd name="adj1" fmla="val -17648"/>
                <a:gd name="adj2" fmla="val 66667"/>
              </a:avLst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28" name="TextBox 27"/>
          <p:cNvSpPr txBox="1"/>
          <p:nvPr/>
        </p:nvSpPr>
        <p:spPr>
          <a:xfrm>
            <a:off x="2262188" y="3433763"/>
            <a:ext cx="6294437" cy="431800"/>
          </a:xfrm>
          <a:prstGeom prst="rect">
            <a:avLst/>
          </a:prstGeom>
          <a:solidFill>
            <a:schemeClr val="bg1"/>
          </a:solidFill>
        </p:spPr>
        <p:txBody>
          <a:bodyPr lIns="91431" tIns="45716" rIns="91431" bIns="45716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200" dirty="0">
                <a:latin typeface="+mn-lt"/>
              </a:rPr>
              <a:t>Free-blocks list </a:t>
            </a:r>
            <a:r>
              <a:rPr lang="en-US" sz="2200" dirty="0">
                <a:latin typeface="+mn-lt"/>
                <a:sym typeface="Wingdings"/>
              </a:rPr>
              <a:t> </a:t>
            </a:r>
            <a:r>
              <a:rPr lang="en-US" sz="2200" dirty="0">
                <a:latin typeface="+mn-lt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Arial" charset="0"/>
              </a:rPr>
              <a:t>2</a:t>
            </a:r>
            <a:r>
              <a:rPr lang="en-US" sz="2200" dirty="0">
                <a:latin typeface="Arial" charset="0"/>
              </a:rPr>
              <a:t>, 3, 4, 5, 8, 9, 10, 11, 12</a:t>
            </a:r>
            <a:r>
              <a:rPr lang="en-US" sz="2200" dirty="0">
                <a:latin typeface="+mn-lt"/>
              </a:rPr>
              <a:t>.</a:t>
            </a: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901700" y="5337175"/>
            <a:ext cx="774700" cy="10668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200" dirty="0">
                <a:latin typeface="+mn-lt"/>
              </a:rPr>
              <a:t>3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4</a:t>
            </a:r>
          </a:p>
          <a:p>
            <a:pPr algn="ctr">
              <a:defRPr/>
            </a:pPr>
            <a:r>
              <a:rPr lang="en-US" sz="2200" dirty="0">
                <a:solidFill>
                  <a:srgbClr val="FF0000"/>
                </a:solidFill>
                <a:latin typeface="+mn-lt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59013" y="3435350"/>
            <a:ext cx="6294437" cy="430213"/>
          </a:xfrm>
          <a:prstGeom prst="rect">
            <a:avLst/>
          </a:prstGeom>
          <a:solidFill>
            <a:schemeClr val="bg1"/>
          </a:solidFill>
        </p:spPr>
        <p:txBody>
          <a:bodyPr lIns="91431" tIns="45716" rIns="91431" bIns="45716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200" dirty="0">
                <a:latin typeface="+mn-lt"/>
              </a:rPr>
              <a:t>Free-blocks list </a:t>
            </a:r>
            <a:r>
              <a:rPr lang="en-US" sz="2200" dirty="0">
                <a:latin typeface="+mn-lt"/>
                <a:sym typeface="Wingdings"/>
              </a:rPr>
              <a:t> </a:t>
            </a:r>
            <a:r>
              <a:rPr lang="en-US" sz="2200" dirty="0">
                <a:latin typeface="+mn-lt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Arial" charset="0"/>
              </a:rPr>
              <a:t>2</a:t>
            </a:r>
            <a:r>
              <a:rPr lang="en-US" sz="2200" dirty="0">
                <a:latin typeface="Arial" charset="0"/>
              </a:rPr>
              <a:t>, 3, 4, </a:t>
            </a:r>
            <a:r>
              <a:rPr lang="en-US" sz="2200" b="1" dirty="0">
                <a:solidFill>
                  <a:srgbClr val="FF0000"/>
                </a:solidFill>
                <a:latin typeface="Arial" charset="0"/>
              </a:rPr>
              <a:t>5</a:t>
            </a:r>
            <a:r>
              <a:rPr lang="en-US" sz="2200" dirty="0">
                <a:latin typeface="Arial" charset="0"/>
              </a:rPr>
              <a:t>, 8, 9, 10, 11, 12</a:t>
            </a:r>
            <a:r>
              <a:rPr lang="en-US" sz="2200" dirty="0">
                <a:latin typeface="+mn-lt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57425" y="3433763"/>
            <a:ext cx="6294438" cy="430212"/>
          </a:xfrm>
          <a:prstGeom prst="rect">
            <a:avLst/>
          </a:prstGeom>
          <a:solidFill>
            <a:schemeClr val="bg1"/>
          </a:solidFill>
        </p:spPr>
        <p:txBody>
          <a:bodyPr lIns="91431" tIns="45716" rIns="91431" bIns="45716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200" dirty="0">
                <a:latin typeface="+mn-lt"/>
              </a:rPr>
              <a:t>Free-blocks list </a:t>
            </a:r>
            <a:r>
              <a:rPr lang="en-US" sz="2200" dirty="0">
                <a:latin typeface="+mn-lt"/>
                <a:sym typeface="Wingdings"/>
              </a:rPr>
              <a:t> </a:t>
            </a:r>
            <a:r>
              <a:rPr lang="en-US" sz="2200" dirty="0">
                <a:latin typeface="+mn-lt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Arial" charset="0"/>
              </a:rPr>
              <a:t>2</a:t>
            </a:r>
            <a:r>
              <a:rPr lang="en-US" sz="2200" dirty="0">
                <a:latin typeface="Arial" charset="0"/>
              </a:rPr>
              <a:t>, 3, 4, </a:t>
            </a:r>
            <a:r>
              <a:rPr lang="en-US" sz="2200" b="1" dirty="0">
                <a:solidFill>
                  <a:srgbClr val="FF0000"/>
                </a:solidFill>
                <a:latin typeface="Arial" charset="0"/>
              </a:rPr>
              <a:t>5</a:t>
            </a:r>
            <a:r>
              <a:rPr lang="en-US" sz="2200" dirty="0">
                <a:latin typeface="Arial" charset="0"/>
              </a:rPr>
              <a:t>, 8, 9, </a:t>
            </a:r>
            <a:r>
              <a:rPr lang="en-US" sz="2200" b="1" dirty="0">
                <a:solidFill>
                  <a:srgbClr val="FF0000"/>
                </a:solidFill>
                <a:latin typeface="Arial" charset="0"/>
              </a:rPr>
              <a:t>10</a:t>
            </a:r>
            <a:r>
              <a:rPr lang="en-US" sz="2200" dirty="0">
                <a:latin typeface="Arial" charset="0"/>
              </a:rPr>
              <a:t>, 11, 12</a:t>
            </a:r>
            <a:r>
              <a:rPr lang="en-US" sz="2200" dirty="0">
                <a:latin typeface="+mn-lt"/>
              </a:rPr>
              <a:t>.</a:t>
            </a:r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2520950" y="5338763"/>
            <a:ext cx="774700" cy="10668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200" dirty="0">
                <a:latin typeface="+mn-lt"/>
              </a:rPr>
              <a:t>8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9</a:t>
            </a:r>
          </a:p>
          <a:p>
            <a:pPr algn="ctr">
              <a:defRPr/>
            </a:pPr>
            <a:r>
              <a:rPr lang="en-US" sz="2200" dirty="0">
                <a:solidFill>
                  <a:srgbClr val="FF0000"/>
                </a:solidFill>
                <a:latin typeface="+mn-lt"/>
              </a:rPr>
              <a:t>10</a:t>
            </a:r>
          </a:p>
        </p:txBody>
      </p: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4421188" y="5338763"/>
            <a:ext cx="773112" cy="10668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200" dirty="0">
                <a:latin typeface="+mn-lt"/>
              </a:rPr>
              <a:t>11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12</a:t>
            </a:r>
          </a:p>
          <a:p>
            <a:pPr algn="ctr">
              <a:defRPr/>
            </a:pPr>
            <a:r>
              <a:rPr lang="en-US" sz="2200" dirty="0">
                <a:latin typeface="+mn-lt"/>
              </a:rPr>
              <a:t>−</a:t>
            </a:r>
          </a:p>
        </p:txBody>
      </p:sp>
      <p:sp>
        <p:nvSpPr>
          <p:cNvPr id="34" name="Text Box 15"/>
          <p:cNvSpPr txBox="1">
            <a:spLocks noChangeArrowheads="1"/>
          </p:cNvSpPr>
          <p:nvPr/>
        </p:nvSpPr>
        <p:spPr bwMode="auto">
          <a:xfrm>
            <a:off x="6491288" y="4999038"/>
            <a:ext cx="2347912" cy="14763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lIns="91431" tIns="45716" rIns="91431" bIns="45716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Note: block 2, 5 and 10 have become the index block; cannot be used for Data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88066" name="Rectangle 2"/>
          <p:cNvSpPr txBox="1">
            <a:spLocks noChangeArrowheads="1"/>
          </p:cNvSpPr>
          <p:nvPr/>
        </p:nvSpPr>
        <p:spPr bwMode="auto">
          <a:xfrm>
            <a:off x="1158875" y="198438"/>
            <a:ext cx="75279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Free-Space Management</a:t>
            </a:r>
          </a:p>
        </p:txBody>
      </p:sp>
      <p:grpSp>
        <p:nvGrpSpPr>
          <p:cNvPr id="88067" name="Group 5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88070" name="Rectangle 6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8071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11.5</a:t>
              </a:r>
            </a:p>
          </p:txBody>
        </p:sp>
      </p:grpSp>
      <p:sp>
        <p:nvSpPr>
          <p:cNvPr id="88068" name="Rectangle 2"/>
          <p:cNvSpPr txBox="1">
            <a:spLocks noChangeArrowheads="1"/>
          </p:cNvSpPr>
          <p:nvPr/>
        </p:nvSpPr>
        <p:spPr bwMode="auto">
          <a:xfrm>
            <a:off x="2260600" y="887413"/>
            <a:ext cx="6426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2800" b="1">
                <a:solidFill>
                  <a:srgbClr val="66CCFF"/>
                </a:solidFill>
                <a:latin typeface="Arial" charset="0"/>
                <a:ea typeface="ＭＳ Ｐゴシック" charset="0"/>
                <a:cs typeface="ＭＳ Ｐゴシック" charset="0"/>
              </a:rPr>
              <a:t>(d) Counting</a:t>
            </a:r>
          </a:p>
        </p:txBody>
      </p:sp>
      <p:sp>
        <p:nvSpPr>
          <p:cNvPr id="92163" name="Rectangle 3"/>
          <p:cNvSpPr txBox="1">
            <a:spLocks noChangeArrowheads="1"/>
          </p:cNvSpPr>
          <p:nvPr/>
        </p:nvSpPr>
        <p:spPr bwMode="auto">
          <a:xfrm>
            <a:off x="1073150" y="2046288"/>
            <a:ext cx="7591425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2" tIns="32001" rIns="64002" bIns="32001"/>
          <a:lstStyle>
            <a:lvl1pPr marL="488950" indent="-488950"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1060450" indent="-407988"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4838" algn="l"/>
              </a:tabLs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marL="423862" indent="-342900">
              <a:spcAft>
                <a:spcPts val="1200"/>
              </a:spcAft>
              <a:buFont typeface="Wingdings" charset="2"/>
              <a:buChar char="§"/>
              <a:tabLst>
                <a:tab pos="1309688" algn="l"/>
              </a:tabLst>
              <a:defRPr/>
            </a:pPr>
            <a:r>
              <a:rPr lang="en-US" sz="2200" dirty="0">
                <a:latin typeface="Helvetica" charset="0"/>
              </a:rPr>
              <a:t>Because space is frequently contiguously used and freed, with contiguous-allocation algorithms, extents, or clustering:</a:t>
            </a:r>
          </a:p>
          <a:p>
            <a:pPr marL="995362" lvl="1" indent="-342900">
              <a:spcAft>
                <a:spcPts val="1200"/>
              </a:spcAft>
              <a:buFont typeface="Wingdings" charset="2"/>
              <a:buChar char="q"/>
              <a:tabLst>
                <a:tab pos="1309688" algn="l"/>
              </a:tabLst>
              <a:defRPr/>
            </a:pPr>
            <a:r>
              <a:rPr lang="en-US" sz="2200" dirty="0">
                <a:latin typeface="Helvetica" charset="0"/>
              </a:rPr>
              <a:t>Keep address of first free block and count of following free blocks.</a:t>
            </a:r>
          </a:p>
          <a:p>
            <a:pPr marL="995362" lvl="1" indent="-342900">
              <a:spcAft>
                <a:spcPts val="1200"/>
              </a:spcAft>
              <a:buFont typeface="Wingdings" charset="2"/>
              <a:buChar char="q"/>
              <a:tabLst>
                <a:tab pos="1309688" algn="l"/>
              </a:tabLst>
              <a:defRPr/>
            </a:pPr>
            <a:r>
              <a:rPr lang="en-US" sz="2200" dirty="0">
                <a:latin typeface="Helvetica" charset="0"/>
              </a:rPr>
              <a:t>Free space list then has entries containing addresses and counts.</a:t>
            </a:r>
          </a:p>
          <a:p>
            <a:pPr marL="652462" lvl="1" indent="0">
              <a:spcBef>
                <a:spcPts val="0"/>
              </a:spcBef>
              <a:spcAft>
                <a:spcPts val="1200"/>
              </a:spcAft>
              <a:buClr>
                <a:srgbClr val="CC6600"/>
              </a:buClr>
              <a:buSzPct val="80000"/>
              <a:defRPr/>
            </a:pPr>
            <a:endParaRPr kumimoji="1" lang="en-US" sz="22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8"/>
          <p:cNvSpPr>
            <a:spLocks noChangeArrowheads="1"/>
          </p:cNvSpPr>
          <p:nvPr/>
        </p:nvSpPr>
        <p:spPr bwMode="auto">
          <a:xfrm>
            <a:off x="236538" y="5918200"/>
            <a:ext cx="8907462" cy="93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5197475" y="198438"/>
            <a:ext cx="3489325" cy="576262"/>
          </a:xfrm>
        </p:spPr>
        <p:txBody>
          <a:bodyPr/>
          <a:lstStyle/>
          <a:p>
            <a:pPr algn="r" eaLnBrk="1" hangingPunct="1"/>
            <a:r>
              <a:rPr lang="en-US">
                <a:latin typeface="Arial" charset="0"/>
                <a:ea typeface="MS PGothic" charset="0"/>
              </a:rPr>
              <a:t>Recovery</a:t>
            </a:r>
          </a:p>
        </p:txBody>
      </p:sp>
      <p:sp>
        <p:nvSpPr>
          <p:cNvPr id="931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012950"/>
            <a:ext cx="7499350" cy="4160838"/>
          </a:xfrm>
        </p:spPr>
        <p:txBody>
          <a:bodyPr/>
          <a:lstStyle/>
          <a:p>
            <a:pPr>
              <a:buFont typeface="Wingdings" charset="2"/>
              <a:buChar char="§"/>
              <a:defRPr/>
            </a:pPr>
            <a:r>
              <a:rPr lang="en-US" sz="2200" b="1" dirty="0">
                <a:solidFill>
                  <a:srgbClr val="66CCFF"/>
                </a:solidFill>
                <a:latin typeface="Helvetica" charset="0"/>
                <a:ea typeface="MS PGothic" charset="0"/>
              </a:rPr>
              <a:t>Consistency checking</a:t>
            </a:r>
            <a:r>
              <a:rPr lang="en-US" sz="2200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sz="2200" dirty="0">
                <a:latin typeface="Helvetica" charset="0"/>
                <a:ea typeface="MS PGothic" charset="0"/>
              </a:rPr>
              <a:t>– compares data in directory structure with data blocks on disk, and tries to fix inconsistencies.</a:t>
            </a:r>
          </a:p>
          <a:p>
            <a:pPr lvl="1">
              <a:buFont typeface="Wingdings" charset="2"/>
              <a:buChar char="ü"/>
              <a:defRPr/>
            </a:pPr>
            <a:r>
              <a:rPr lang="en-US" sz="2200" dirty="0">
                <a:latin typeface="Helvetica" charset="0"/>
                <a:ea typeface="MS PGothic" charset="0"/>
              </a:rPr>
              <a:t>Can be </a:t>
            </a:r>
            <a:r>
              <a:rPr lang="en-US" sz="2200" dirty="0">
                <a:solidFill>
                  <a:srgbClr val="FF0000"/>
                </a:solidFill>
                <a:latin typeface="Helvetica" charset="0"/>
                <a:ea typeface="MS PGothic" charset="0"/>
              </a:rPr>
              <a:t>slow</a:t>
            </a:r>
            <a:r>
              <a:rPr lang="en-US" sz="2200" dirty="0">
                <a:latin typeface="Helvetica" charset="0"/>
                <a:ea typeface="MS PGothic" charset="0"/>
              </a:rPr>
              <a:t> and sometimes </a:t>
            </a:r>
            <a:r>
              <a:rPr lang="en-US" sz="2200" dirty="0">
                <a:solidFill>
                  <a:srgbClr val="FF0000"/>
                </a:solidFill>
                <a:latin typeface="Helvetica" charset="0"/>
                <a:ea typeface="MS PGothic" charset="0"/>
              </a:rPr>
              <a:t>fails</a:t>
            </a:r>
            <a:r>
              <a:rPr lang="en-US" sz="2200" dirty="0">
                <a:latin typeface="Helvetica" charset="0"/>
                <a:ea typeface="MS PGothic" charset="0"/>
              </a:rPr>
              <a:t>.</a:t>
            </a:r>
          </a:p>
          <a:p>
            <a:pPr marL="457200" lvl="1" indent="0">
              <a:buFont typeface="Monotype Sorts" charset="0"/>
              <a:buNone/>
              <a:defRPr/>
            </a:pPr>
            <a:endParaRPr lang="en-US" sz="2200" dirty="0">
              <a:latin typeface="Helvetica" charset="0"/>
              <a:ea typeface="MS PGothic" charset="0"/>
            </a:endParaRPr>
          </a:p>
          <a:p>
            <a:pPr>
              <a:buFont typeface="Wingdings" charset="2"/>
              <a:buChar char="§"/>
              <a:defRPr/>
            </a:pPr>
            <a:r>
              <a:rPr lang="en-US" sz="2200" dirty="0">
                <a:latin typeface="Helvetica" charset="0"/>
                <a:ea typeface="MS PGothic" charset="0"/>
              </a:rPr>
              <a:t>Use system programs to </a:t>
            </a:r>
            <a:r>
              <a:rPr lang="en-US" sz="2200" b="1" dirty="0">
                <a:solidFill>
                  <a:srgbClr val="66CCFF"/>
                </a:solidFill>
                <a:latin typeface="Helvetica" charset="0"/>
                <a:ea typeface="MS PGothic" charset="0"/>
              </a:rPr>
              <a:t>backup</a:t>
            </a:r>
            <a:r>
              <a:rPr lang="en-US" sz="2200" dirty="0">
                <a:solidFill>
                  <a:srgbClr val="66CCFF"/>
                </a:solidFill>
                <a:latin typeface="Helvetica" charset="0"/>
                <a:ea typeface="MS PGothic" charset="0"/>
              </a:rPr>
              <a:t> </a:t>
            </a:r>
            <a:r>
              <a:rPr lang="en-US" sz="2200" dirty="0">
                <a:latin typeface="Helvetica" charset="0"/>
                <a:ea typeface="MS PGothic" charset="0"/>
              </a:rPr>
              <a:t>data from disk to another storage device (magnetic tape, other magnetic disk, optical).</a:t>
            </a:r>
          </a:p>
          <a:p>
            <a:pPr>
              <a:buFont typeface="Wingdings" charset="2"/>
              <a:buChar char="§"/>
              <a:defRPr/>
            </a:pPr>
            <a:endParaRPr lang="en-US" sz="2200" dirty="0">
              <a:latin typeface="Helvetica" charset="0"/>
              <a:ea typeface="MS PGothic" charset="0"/>
            </a:endParaRPr>
          </a:p>
          <a:p>
            <a:pPr>
              <a:buFont typeface="Wingdings" charset="2"/>
              <a:buChar char="§"/>
              <a:defRPr/>
            </a:pPr>
            <a:r>
              <a:rPr lang="en-US" sz="2200" dirty="0">
                <a:latin typeface="Helvetica" charset="0"/>
                <a:ea typeface="MS PGothic" charset="0"/>
              </a:rPr>
              <a:t>Recover lost file or disk by </a:t>
            </a:r>
            <a:r>
              <a:rPr lang="en-US" sz="2200" b="1" dirty="0">
                <a:solidFill>
                  <a:srgbClr val="66CCFF"/>
                </a:solidFill>
                <a:latin typeface="Helvetica" charset="0"/>
                <a:ea typeface="MS PGothic" charset="0"/>
              </a:rPr>
              <a:t>restoring</a:t>
            </a:r>
            <a:r>
              <a:rPr lang="en-US" sz="2200" dirty="0">
                <a:solidFill>
                  <a:srgbClr val="66CCFF"/>
                </a:solidFill>
                <a:latin typeface="Helvetica" charset="0"/>
                <a:ea typeface="MS PGothic" charset="0"/>
              </a:rPr>
              <a:t> </a:t>
            </a:r>
            <a:r>
              <a:rPr lang="en-US" sz="2200" dirty="0">
                <a:latin typeface="Helvetica" charset="0"/>
                <a:ea typeface="MS PGothic" charset="0"/>
              </a:rPr>
              <a:t>data from backup.</a:t>
            </a:r>
          </a:p>
        </p:txBody>
      </p:sp>
      <p:grpSp>
        <p:nvGrpSpPr>
          <p:cNvPr id="90116" name="Group 4"/>
          <p:cNvGrpSpPr>
            <a:grpSpLocks/>
          </p:cNvGrpSpPr>
          <p:nvPr/>
        </p:nvGrpSpPr>
        <p:grpSpPr bwMode="auto">
          <a:xfrm>
            <a:off x="1328738" y="0"/>
            <a:ext cx="1036637" cy="827088"/>
            <a:chOff x="1329266" y="0"/>
            <a:chExt cx="1036116" cy="827213"/>
          </a:xfrm>
        </p:grpSpPr>
        <p:sp>
          <p:nvSpPr>
            <p:cNvPr id="90117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81564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18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036116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build="p" bldLvl="2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5197475" y="198438"/>
            <a:ext cx="3489325" cy="576262"/>
          </a:xfrm>
        </p:spPr>
        <p:txBody>
          <a:bodyPr/>
          <a:lstStyle/>
          <a:p>
            <a:pPr algn="r" eaLnBrk="1" hangingPunct="1"/>
            <a:r>
              <a:rPr lang="en-US">
                <a:latin typeface="Arial" charset="0"/>
                <a:ea typeface="MS PGothic" charset="0"/>
              </a:rPr>
              <a:t>Summary</a:t>
            </a:r>
          </a:p>
        </p:txBody>
      </p:sp>
      <p:sp>
        <p:nvSpPr>
          <p:cNvPr id="952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0000" y="2039938"/>
            <a:ext cx="7077075" cy="3592512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The 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file system</a:t>
            </a:r>
            <a:r>
              <a:rPr lang="en-US" sz="2200">
                <a:latin typeface="Helvetica" charset="0"/>
                <a:ea typeface="MS PGothic" charset="0"/>
              </a:rPr>
              <a:t> resides permanently on secondary storage </a:t>
            </a:r>
            <a:r>
              <a:rPr lang="en-US" sz="2200">
                <a:latin typeface="Helvetica" charset="0"/>
                <a:ea typeface="MS PGothic" charset="0"/>
                <a:sym typeface="Wingdings" charset="0"/>
              </a:rPr>
              <a:t> disk</a:t>
            </a:r>
            <a:r>
              <a:rPr lang="en-US" sz="2200">
                <a:latin typeface="Helvetica" charset="0"/>
                <a:ea typeface="MS PGothic" charset="0"/>
              </a:rPr>
              <a:t>. 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Physical disks may be segmented into partitions to control media use and to allow multiple file systems. 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Any file-system type can have different structures and algorithms. 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The various files can be allocated space on the disk in three ways: 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contiguous</a:t>
            </a:r>
            <a:r>
              <a:rPr lang="en-US" sz="2200">
                <a:latin typeface="Helvetica" charset="0"/>
                <a:ea typeface="MS PGothic" charset="0"/>
              </a:rPr>
              <a:t>, 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linked</a:t>
            </a:r>
            <a:r>
              <a:rPr lang="en-US" sz="2200">
                <a:latin typeface="Helvetica" charset="0"/>
                <a:ea typeface="MS PGothic" charset="0"/>
              </a:rPr>
              <a:t>, or 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indexed</a:t>
            </a:r>
            <a:r>
              <a:rPr lang="en-US" sz="2200">
                <a:latin typeface="Helvetica" charset="0"/>
                <a:ea typeface="MS PGothic" charset="0"/>
              </a:rPr>
              <a:t> allocation. 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endParaRPr lang="en-US" sz="2200">
              <a:latin typeface="Helvetica" charset="0"/>
              <a:ea typeface="MS PGothic" charset="0"/>
            </a:endParaRPr>
          </a:p>
        </p:txBody>
      </p:sp>
      <p:grpSp>
        <p:nvGrpSpPr>
          <p:cNvPr id="94211" name="Group 4"/>
          <p:cNvGrpSpPr>
            <a:grpSpLocks/>
          </p:cNvGrpSpPr>
          <p:nvPr/>
        </p:nvGrpSpPr>
        <p:grpSpPr bwMode="auto">
          <a:xfrm>
            <a:off x="1328738" y="0"/>
            <a:ext cx="1196975" cy="827088"/>
            <a:chOff x="1329266" y="0"/>
            <a:chExt cx="1195690" cy="827213"/>
          </a:xfrm>
        </p:grpSpPr>
        <p:sp>
          <p:nvSpPr>
            <p:cNvPr id="94212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100629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13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195690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11.10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>
          <a:xfrm>
            <a:off x="5197475" y="198438"/>
            <a:ext cx="3489325" cy="576262"/>
          </a:xfrm>
        </p:spPr>
        <p:txBody>
          <a:bodyPr/>
          <a:lstStyle/>
          <a:p>
            <a:pPr algn="r" eaLnBrk="1" hangingPunct="1"/>
            <a:r>
              <a:rPr lang="en-US">
                <a:latin typeface="Arial" charset="0"/>
                <a:ea typeface="MS PGothic" charset="0"/>
              </a:rPr>
              <a:t>Summary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0000" y="2039938"/>
            <a:ext cx="7077075" cy="3592512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r>
              <a:rPr lang="en-US" sz="2200">
                <a:latin typeface="Helvetica" charset="0"/>
                <a:ea typeface="MS PGothic" charset="0"/>
              </a:rPr>
              <a:t>Free-space allocation methods also influence the efficiency of </a:t>
            </a:r>
            <a:r>
              <a:rPr lang="en-US" sz="2200" u="sng">
                <a:latin typeface="Helvetica" charset="0"/>
                <a:ea typeface="MS PGothic" charset="0"/>
              </a:rPr>
              <a:t>disk-space</a:t>
            </a:r>
            <a:r>
              <a:rPr lang="en-US" sz="2200">
                <a:latin typeface="Helvetica" charset="0"/>
                <a:ea typeface="MS PGothic" charset="0"/>
              </a:rPr>
              <a:t> use, the </a:t>
            </a:r>
            <a:r>
              <a:rPr lang="en-US" sz="2200" u="sng">
                <a:latin typeface="Helvetica" charset="0"/>
                <a:ea typeface="MS PGothic" charset="0"/>
              </a:rPr>
              <a:t>performance</a:t>
            </a:r>
            <a:r>
              <a:rPr lang="en-US" sz="2200">
                <a:latin typeface="Helvetica" charset="0"/>
                <a:ea typeface="MS PGothic" charset="0"/>
              </a:rPr>
              <a:t> of the file system, and the </a:t>
            </a:r>
            <a:r>
              <a:rPr lang="en-US" sz="2200" u="sng">
                <a:latin typeface="Helvetica" charset="0"/>
                <a:ea typeface="MS PGothic" charset="0"/>
              </a:rPr>
              <a:t>reliability</a:t>
            </a:r>
            <a:r>
              <a:rPr lang="en-US" sz="2200">
                <a:latin typeface="Helvetica" charset="0"/>
                <a:ea typeface="MS PGothic" charset="0"/>
              </a:rPr>
              <a:t> of secondary storage. 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bit map</a:t>
            </a:r>
            <a:r>
              <a:rPr lang="en-US" sz="2200">
                <a:latin typeface="Helvetica" charset="0"/>
                <a:ea typeface="MS PGothic" charset="0"/>
              </a:rPr>
              <a:t>, 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linked lists</a:t>
            </a:r>
            <a:r>
              <a:rPr lang="en-US" sz="2200">
                <a:latin typeface="Helvetica" charset="0"/>
                <a:ea typeface="MS PGothic" charset="0"/>
              </a:rPr>
              <a:t>, 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grouping</a:t>
            </a:r>
            <a:r>
              <a:rPr lang="en-US" sz="2200">
                <a:latin typeface="Helvetica" charset="0"/>
                <a:ea typeface="MS PGothic" charset="0"/>
              </a:rPr>
              <a:t>, and </a:t>
            </a:r>
            <a:r>
              <a:rPr lang="en-US" sz="2200" b="1">
                <a:solidFill>
                  <a:srgbClr val="66CCFF"/>
                </a:solidFill>
                <a:latin typeface="Helvetica" charset="0"/>
                <a:ea typeface="MS PGothic" charset="0"/>
              </a:rPr>
              <a:t>counting</a:t>
            </a:r>
            <a:r>
              <a:rPr lang="en-US" sz="2200">
                <a:latin typeface="Helvetica" charset="0"/>
                <a:ea typeface="MS PGothic" charset="0"/>
              </a:rPr>
              <a:t>. </a:t>
            </a: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endParaRPr lang="en-US" sz="2200">
              <a:latin typeface="Helvetica" charset="0"/>
              <a:ea typeface="MS PGothic" charset="0"/>
            </a:endParaRPr>
          </a:p>
          <a:p>
            <a:pPr>
              <a:spcBef>
                <a:spcPct val="0"/>
              </a:spcBef>
              <a:spcAft>
                <a:spcPts val="1200"/>
              </a:spcAft>
              <a:buFont typeface="Wingdings" charset="0"/>
              <a:buChar char="§"/>
            </a:pPr>
            <a:endParaRPr lang="en-US" sz="2200">
              <a:latin typeface="Helvetica" charset="0"/>
              <a:ea typeface="MS PGothic" charset="0"/>
            </a:endParaRPr>
          </a:p>
        </p:txBody>
      </p:sp>
      <p:grpSp>
        <p:nvGrpSpPr>
          <p:cNvPr id="96259" name="Group 4"/>
          <p:cNvGrpSpPr>
            <a:grpSpLocks/>
          </p:cNvGrpSpPr>
          <p:nvPr/>
        </p:nvGrpSpPr>
        <p:grpSpPr bwMode="auto">
          <a:xfrm>
            <a:off x="1328738" y="0"/>
            <a:ext cx="1196975" cy="827088"/>
            <a:chOff x="1329266" y="0"/>
            <a:chExt cx="1195690" cy="827213"/>
          </a:xfrm>
        </p:grpSpPr>
        <p:sp>
          <p:nvSpPr>
            <p:cNvPr id="96260" name="Rectangle 5"/>
            <p:cNvSpPr>
              <a:spLocks noChangeArrowheads="1"/>
            </p:cNvSpPr>
            <p:nvPr/>
          </p:nvSpPr>
          <p:spPr bwMode="auto">
            <a:xfrm>
              <a:off x="1444863" y="0"/>
              <a:ext cx="1006298" cy="827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261" name="Rectangle 2"/>
            <p:cNvSpPr txBox="1">
              <a:spLocks noChangeArrowheads="1"/>
            </p:cNvSpPr>
            <p:nvPr/>
          </p:nvSpPr>
          <p:spPr bwMode="auto">
            <a:xfrm>
              <a:off x="1329266" y="187725"/>
              <a:ext cx="1195690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en-US" sz="3200" b="1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11.10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/>
          </p:cNvPr>
          <p:cNvSpPr txBox="1"/>
          <p:nvPr/>
        </p:nvSpPr>
        <p:spPr>
          <a:xfrm>
            <a:off x="2746375" y="1647825"/>
            <a:ext cx="6059488" cy="4216400"/>
          </a:xfrm>
          <a:prstGeom prst="rect">
            <a:avLst/>
          </a:prstGeom>
          <a:noFill/>
        </p:spPr>
        <p:txBody>
          <a:bodyPr lIns="91431" tIns="45716" rIns="91431" bIns="45716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200" dirty="0">
                <a:latin typeface="+mn-lt"/>
              </a:rPr>
              <a:t>From </a:t>
            </a:r>
            <a:r>
              <a:rPr lang="en-US" sz="2200" dirty="0" err="1">
                <a:latin typeface="+mn-lt"/>
              </a:rPr>
              <a:t>Silberchatz</a:t>
            </a:r>
            <a:r>
              <a:rPr lang="en-US" sz="2200" dirty="0">
                <a:latin typeface="+mn-lt"/>
              </a:rPr>
              <a:t>, Operating System Concepts Chapter 11 Exercises </a:t>
            </a:r>
            <a:r>
              <a:rPr lang="en-US" sz="2200" dirty="0">
                <a:latin typeface="Helvetica"/>
                <a:cs typeface="Helvetica"/>
              </a:rPr>
              <a:t>(page: 533 - 534)</a:t>
            </a:r>
            <a:endParaRPr lang="en-US" sz="2200" dirty="0">
              <a:latin typeface="+mn-lt"/>
            </a:endParaRPr>
          </a:p>
          <a:p>
            <a:pPr>
              <a:spcAft>
                <a:spcPts val="1200"/>
              </a:spcAft>
              <a:defRPr/>
            </a:pPr>
            <a:endParaRPr lang="en-US" sz="2200" dirty="0">
              <a:latin typeface="+mn-lt"/>
            </a:endParaRPr>
          </a:p>
          <a:p>
            <a:pPr marL="285722" indent="-285722">
              <a:spcAft>
                <a:spcPts val="1200"/>
              </a:spcAft>
              <a:buFont typeface="Wingdings" panose="05000000000000000000" pitchFamily="2" charset="2"/>
              <a:buChar char="q"/>
              <a:defRPr/>
            </a:pPr>
            <a:r>
              <a:rPr lang="en-US" sz="2200" dirty="0">
                <a:latin typeface="+mn-lt"/>
              </a:rPr>
              <a:t> 11.2 </a:t>
            </a:r>
          </a:p>
          <a:p>
            <a:pPr marL="285722" indent="-285722">
              <a:spcAft>
                <a:spcPts val="1200"/>
              </a:spcAft>
              <a:buFont typeface="Wingdings" panose="05000000000000000000" pitchFamily="2" charset="2"/>
              <a:buChar char="q"/>
              <a:defRPr/>
            </a:pPr>
            <a:r>
              <a:rPr lang="en-US" sz="2200" dirty="0">
                <a:latin typeface="+mn-lt"/>
              </a:rPr>
              <a:t> 11.7</a:t>
            </a:r>
          </a:p>
          <a:p>
            <a:pPr marL="285722" indent="-285722">
              <a:spcAft>
                <a:spcPts val="1200"/>
              </a:spcAft>
              <a:buFont typeface="Wingdings" panose="05000000000000000000" pitchFamily="2" charset="2"/>
              <a:buChar char="q"/>
              <a:defRPr/>
            </a:pPr>
            <a:r>
              <a:rPr lang="en-US" sz="2200" dirty="0">
                <a:latin typeface="+mn-lt"/>
              </a:rPr>
              <a:t> 11.8</a:t>
            </a:r>
          </a:p>
          <a:p>
            <a:pPr marL="285722" indent="-285722">
              <a:spcAft>
                <a:spcPts val="1200"/>
              </a:spcAft>
              <a:buFont typeface="Wingdings" panose="05000000000000000000" pitchFamily="2" charset="2"/>
              <a:buChar char="q"/>
              <a:defRPr/>
            </a:pPr>
            <a:r>
              <a:rPr lang="en-US" sz="2200" dirty="0">
                <a:latin typeface="+mn-lt"/>
              </a:rPr>
              <a:t> 11.9</a:t>
            </a:r>
          </a:p>
          <a:p>
            <a:pPr marL="285722" indent="-285722">
              <a:spcAft>
                <a:spcPts val="1200"/>
              </a:spcAft>
              <a:buFont typeface="Wingdings" panose="05000000000000000000" pitchFamily="2" charset="2"/>
              <a:buChar char="q"/>
              <a:defRPr/>
            </a:pPr>
            <a:r>
              <a:rPr lang="en-US" sz="2200" dirty="0">
                <a:latin typeface="+mn-lt"/>
              </a:rPr>
              <a:t> 11.10</a:t>
            </a:r>
          </a:p>
          <a:p>
            <a:pPr>
              <a:spcAft>
                <a:spcPts val="1200"/>
              </a:spcAft>
              <a:defRPr/>
            </a:pPr>
            <a:endParaRPr lang="en-US" sz="2200" dirty="0">
              <a:latin typeface="+mn-lt"/>
            </a:endParaRPr>
          </a:p>
        </p:txBody>
      </p:sp>
      <p:sp>
        <p:nvSpPr>
          <p:cNvPr id="102402" name="Rectangle 5"/>
          <p:cNvSpPr>
            <a:spLocks noChangeArrowheads="1"/>
          </p:cNvSpPr>
          <p:nvPr/>
        </p:nvSpPr>
        <p:spPr bwMode="auto">
          <a:xfrm>
            <a:off x="1444625" y="0"/>
            <a:ext cx="955675" cy="6545263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1" tIns="45716" rIns="91431" bIns="45716"/>
          <a:lstStyle/>
          <a:p>
            <a:endParaRPr lang="en-US"/>
          </a:p>
        </p:txBody>
      </p:sp>
      <p:sp>
        <p:nvSpPr>
          <p:cNvPr id="102403" name="Rectangle 2"/>
          <p:cNvSpPr txBox="1">
            <a:spLocks noChangeArrowheads="1"/>
          </p:cNvSpPr>
          <p:nvPr/>
        </p:nvSpPr>
        <p:spPr bwMode="auto">
          <a:xfrm>
            <a:off x="2260600" y="198438"/>
            <a:ext cx="634523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6699"/>
                </a:solidFill>
                <a:latin typeface="Arial" charset="0"/>
              </a:rPr>
              <a:t>Exercises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End of Chapter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13162</TotalTime>
  <Words>3422</Words>
  <Application>Microsoft Office PowerPoint</Application>
  <PresentationFormat>On-screen Show (4:3)</PresentationFormat>
  <Paragraphs>1255</Paragraphs>
  <Slides>43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11:   File-System Implementation</vt:lpstr>
      <vt:lpstr>Chapter 11:  File-System Implementation</vt:lpstr>
      <vt:lpstr>Objectives</vt:lpstr>
      <vt:lpstr>File-System Structure</vt:lpstr>
      <vt:lpstr>File-System Structure</vt:lpstr>
      <vt:lpstr>File-System Structure</vt:lpstr>
      <vt:lpstr>File-System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Index Block Size Dilemma</vt:lpstr>
      <vt:lpstr>PowerPoint Presentation</vt:lpstr>
      <vt:lpstr>Indexed Allocation: (1) Linked scheme</vt:lpstr>
      <vt:lpstr>Indexed Allocation: (2) Multilevel index</vt:lpstr>
      <vt:lpstr>PowerPoint Presentation</vt:lpstr>
      <vt:lpstr>Indexed Allocation: (3) Combined scheme</vt:lpstr>
      <vt:lpstr>PowerPoint Presentation</vt:lpstr>
      <vt:lpstr>Free-Space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Recovery</vt:lpstr>
      <vt:lpstr>Summary</vt:lpstr>
      <vt:lpstr>Summary</vt:lpstr>
      <vt:lpstr>PowerPoint Presentation</vt:lpstr>
      <vt:lpstr>End of Chapter 11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FIROZ BIN YUSUF PATEL DAWOODI</cp:lastModifiedBy>
  <cp:revision>595</cp:revision>
  <cp:lastPrinted>2013-09-10T17:57:57Z</cp:lastPrinted>
  <dcterms:created xsi:type="dcterms:W3CDTF">2011-01-13T23:43:38Z</dcterms:created>
  <dcterms:modified xsi:type="dcterms:W3CDTF">2019-05-13T02:52:48Z</dcterms:modified>
</cp:coreProperties>
</file>