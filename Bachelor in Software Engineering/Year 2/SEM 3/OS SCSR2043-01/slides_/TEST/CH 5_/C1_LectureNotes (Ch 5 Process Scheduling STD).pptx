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5.xml" ContentType="application/vnd.openxmlformats-officedocument.theme+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theme/theme6.xml" ContentType="application/vnd.openxmlformats-officedocument.theme+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4" r:id="rId1"/>
    <p:sldMasterId id="2147484204" r:id="rId2"/>
    <p:sldMasterId id="2147484217" r:id="rId3"/>
    <p:sldMasterId id="2147484230" r:id="rId4"/>
    <p:sldMasterId id="2147484243" r:id="rId5"/>
    <p:sldMasterId id="2147484268" r:id="rId6"/>
    <p:sldMasterId id="2147484293" r:id="rId7"/>
  </p:sldMasterIdLst>
  <p:notesMasterIdLst>
    <p:notesMasterId r:id="rId108"/>
  </p:notesMasterIdLst>
  <p:handoutMasterIdLst>
    <p:handoutMasterId r:id="rId109"/>
  </p:handoutMasterIdLst>
  <p:sldIdLst>
    <p:sldId id="331" r:id="rId8"/>
    <p:sldId id="332" r:id="rId9"/>
    <p:sldId id="334" r:id="rId10"/>
    <p:sldId id="545" r:id="rId11"/>
    <p:sldId id="335" r:id="rId12"/>
    <p:sldId id="555" r:id="rId13"/>
    <p:sldId id="558" r:id="rId14"/>
    <p:sldId id="559" r:id="rId15"/>
    <p:sldId id="336" r:id="rId16"/>
    <p:sldId id="445" r:id="rId17"/>
    <p:sldId id="444" r:id="rId18"/>
    <p:sldId id="465" r:id="rId19"/>
    <p:sldId id="548" r:id="rId20"/>
    <p:sldId id="561" r:id="rId21"/>
    <p:sldId id="562" r:id="rId22"/>
    <p:sldId id="563" r:id="rId23"/>
    <p:sldId id="564" r:id="rId24"/>
    <p:sldId id="565" r:id="rId25"/>
    <p:sldId id="566" r:id="rId26"/>
    <p:sldId id="567" r:id="rId27"/>
    <p:sldId id="568" r:id="rId28"/>
    <p:sldId id="629" r:id="rId29"/>
    <p:sldId id="338" r:id="rId30"/>
    <p:sldId id="630" r:id="rId31"/>
    <p:sldId id="339" r:id="rId32"/>
    <p:sldId id="450" r:id="rId33"/>
    <p:sldId id="452" r:id="rId34"/>
    <p:sldId id="341" r:id="rId35"/>
    <p:sldId id="541" r:id="rId36"/>
    <p:sldId id="542" r:id="rId37"/>
    <p:sldId id="543" r:id="rId38"/>
    <p:sldId id="485" r:id="rId39"/>
    <p:sldId id="486" r:id="rId40"/>
    <p:sldId id="484" r:id="rId41"/>
    <p:sldId id="342" r:id="rId42"/>
    <p:sldId id="480" r:id="rId43"/>
    <p:sldId id="631" r:id="rId44"/>
    <p:sldId id="487" r:id="rId45"/>
    <p:sldId id="488" r:id="rId46"/>
    <p:sldId id="489" r:id="rId47"/>
    <p:sldId id="490" r:id="rId48"/>
    <p:sldId id="491" r:id="rId49"/>
    <p:sldId id="492" r:id="rId50"/>
    <p:sldId id="493" r:id="rId51"/>
    <p:sldId id="494" r:id="rId52"/>
    <p:sldId id="440" r:id="rId53"/>
    <p:sldId id="495" r:id="rId54"/>
    <p:sldId id="496" r:id="rId55"/>
    <p:sldId id="497" r:id="rId56"/>
    <p:sldId id="498" r:id="rId57"/>
    <p:sldId id="500" r:id="rId58"/>
    <p:sldId id="501" r:id="rId59"/>
    <p:sldId id="502" r:id="rId60"/>
    <p:sldId id="547" r:id="rId61"/>
    <p:sldId id="350" r:id="rId62"/>
    <p:sldId id="510" r:id="rId63"/>
    <p:sldId id="511" r:id="rId64"/>
    <p:sldId id="481" r:id="rId65"/>
    <p:sldId id="503" r:id="rId66"/>
    <p:sldId id="504" r:id="rId67"/>
    <p:sldId id="505" r:id="rId68"/>
    <p:sldId id="506" r:id="rId69"/>
    <p:sldId id="512" r:id="rId70"/>
    <p:sldId id="513" r:id="rId71"/>
    <p:sldId id="507" r:id="rId72"/>
    <p:sldId id="508" r:id="rId73"/>
    <p:sldId id="509" r:id="rId74"/>
    <p:sldId id="461" r:id="rId75"/>
    <p:sldId id="482" r:id="rId76"/>
    <p:sldId id="516" r:id="rId77"/>
    <p:sldId id="518" r:id="rId78"/>
    <p:sldId id="483" r:id="rId79"/>
    <p:sldId id="632" r:id="rId80"/>
    <p:sldId id="354" r:id="rId81"/>
    <p:sldId id="469" r:id="rId82"/>
    <p:sldId id="533" r:id="rId83"/>
    <p:sldId id="519" r:id="rId84"/>
    <p:sldId id="520" r:id="rId85"/>
    <p:sldId id="521" r:id="rId86"/>
    <p:sldId id="522" r:id="rId87"/>
    <p:sldId id="523" r:id="rId88"/>
    <p:sldId id="524" r:id="rId89"/>
    <p:sldId id="525" r:id="rId90"/>
    <p:sldId id="526" r:id="rId91"/>
    <p:sldId id="527" r:id="rId92"/>
    <p:sldId id="528" r:id="rId93"/>
    <p:sldId id="529" r:id="rId94"/>
    <p:sldId id="530" r:id="rId95"/>
    <p:sldId id="531" r:id="rId96"/>
    <p:sldId id="532" r:id="rId97"/>
    <p:sldId id="355" r:id="rId98"/>
    <p:sldId id="534" r:id="rId99"/>
    <p:sldId id="356" r:id="rId100"/>
    <p:sldId id="357" r:id="rId101"/>
    <p:sldId id="537" r:id="rId102"/>
    <p:sldId id="538" r:id="rId103"/>
    <p:sldId id="539" r:id="rId104"/>
    <p:sldId id="633" r:id="rId105"/>
    <p:sldId id="540" r:id="rId106"/>
    <p:sldId id="397" r:id="rId107"/>
  </p:sldIdLst>
  <p:sldSz cx="9144000" cy="6858000" type="screen4x3"/>
  <p:notesSz cx="10234613" cy="7099300"/>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p15:clr>
            <a:srgbClr val="A4A3A4"/>
          </p15:clr>
        </p15:guide>
        <p15:guide id="2" pos="4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CCECFF"/>
    <a:srgbClr val="66CCFF"/>
    <a:srgbClr val="CCFFFF"/>
    <a:srgbClr val="F8F8F8"/>
    <a:srgbClr val="EAEAEA"/>
    <a:srgbClr val="CC6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271" autoAdjust="0"/>
    <p:restoredTop sz="94660"/>
  </p:normalViewPr>
  <p:slideViewPr>
    <p:cSldViewPr snapToGrid="0">
      <p:cViewPr varScale="1">
        <p:scale>
          <a:sx n="65" d="100"/>
          <a:sy n="65" d="100"/>
        </p:scale>
        <p:origin x="1506" y="42"/>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napToGrid="0">
      <p:cViewPr varScale="1">
        <p:scale>
          <a:sx n="111" d="100"/>
          <a:sy n="111" d="100"/>
        </p:scale>
        <p:origin x="2154" y="7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openxmlformats.org/officeDocument/2006/relationships/slide" Target="slides/slide77.xml"/><Relationship Id="rId89" Type="http://schemas.openxmlformats.org/officeDocument/2006/relationships/slide" Target="slides/slide82.xml"/><Relationship Id="rId112" Type="http://schemas.openxmlformats.org/officeDocument/2006/relationships/theme" Target="theme/theme1.xml"/><Relationship Id="rId16" Type="http://schemas.openxmlformats.org/officeDocument/2006/relationships/slide" Target="slides/slide9.xml"/><Relationship Id="rId107" Type="http://schemas.openxmlformats.org/officeDocument/2006/relationships/slide" Target="slides/slide100.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slide" Target="slides/slide72.xml"/><Relationship Id="rId102" Type="http://schemas.openxmlformats.org/officeDocument/2006/relationships/slide" Target="slides/slide95.xml"/><Relationship Id="rId5" Type="http://schemas.openxmlformats.org/officeDocument/2006/relationships/slideMaster" Target="slideMasters/slideMaster5.xml"/><Relationship Id="rId90" Type="http://schemas.openxmlformats.org/officeDocument/2006/relationships/slide" Target="slides/slide83.xml"/><Relationship Id="rId95" Type="http://schemas.openxmlformats.org/officeDocument/2006/relationships/slide" Target="slides/slide88.xml"/><Relationship Id="rId22" Type="http://schemas.openxmlformats.org/officeDocument/2006/relationships/slide" Target="slides/slide15.xml"/><Relationship Id="rId27" Type="http://schemas.openxmlformats.org/officeDocument/2006/relationships/slide" Target="slides/slide20.xml"/><Relationship Id="rId43" Type="http://schemas.openxmlformats.org/officeDocument/2006/relationships/slide" Target="slides/slide36.xml"/><Relationship Id="rId48" Type="http://schemas.openxmlformats.org/officeDocument/2006/relationships/slide" Target="slides/slide41.xml"/><Relationship Id="rId64" Type="http://schemas.openxmlformats.org/officeDocument/2006/relationships/slide" Target="slides/slide57.xml"/><Relationship Id="rId69" Type="http://schemas.openxmlformats.org/officeDocument/2006/relationships/slide" Target="slides/slide62.xml"/><Relationship Id="rId113" Type="http://schemas.openxmlformats.org/officeDocument/2006/relationships/tableStyles" Target="tableStyles.xml"/><Relationship Id="rId80" Type="http://schemas.openxmlformats.org/officeDocument/2006/relationships/slide" Target="slides/slide73.xml"/><Relationship Id="rId85" Type="http://schemas.openxmlformats.org/officeDocument/2006/relationships/slide" Target="slides/slide78.xml"/><Relationship Id="rId12" Type="http://schemas.openxmlformats.org/officeDocument/2006/relationships/slide" Target="slides/slide5.xml"/><Relationship Id="rId17" Type="http://schemas.openxmlformats.org/officeDocument/2006/relationships/slide" Target="slides/slide10.xml"/><Relationship Id="rId33" Type="http://schemas.openxmlformats.org/officeDocument/2006/relationships/slide" Target="slides/slide26.xml"/><Relationship Id="rId38" Type="http://schemas.openxmlformats.org/officeDocument/2006/relationships/slide" Target="slides/slide31.xml"/><Relationship Id="rId59" Type="http://schemas.openxmlformats.org/officeDocument/2006/relationships/slide" Target="slides/slide52.xml"/><Relationship Id="rId103" Type="http://schemas.openxmlformats.org/officeDocument/2006/relationships/slide" Target="slides/slide96.xml"/><Relationship Id="rId108" Type="http://schemas.openxmlformats.org/officeDocument/2006/relationships/notesMaster" Target="notesMasters/notesMaster1.xml"/><Relationship Id="rId54" Type="http://schemas.openxmlformats.org/officeDocument/2006/relationships/slide" Target="slides/slide47.xml"/><Relationship Id="rId70" Type="http://schemas.openxmlformats.org/officeDocument/2006/relationships/slide" Target="slides/slide63.xml"/><Relationship Id="rId75" Type="http://schemas.openxmlformats.org/officeDocument/2006/relationships/slide" Target="slides/slide68.xml"/><Relationship Id="rId91" Type="http://schemas.openxmlformats.org/officeDocument/2006/relationships/slide" Target="slides/slide84.xml"/><Relationship Id="rId96" Type="http://schemas.openxmlformats.org/officeDocument/2006/relationships/slide" Target="slides/slide89.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6" Type="http://schemas.openxmlformats.org/officeDocument/2006/relationships/slide" Target="slides/slide99.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slide" Target="slides/slide71.xml"/><Relationship Id="rId81" Type="http://schemas.openxmlformats.org/officeDocument/2006/relationships/slide" Target="slides/slide74.xml"/><Relationship Id="rId86" Type="http://schemas.openxmlformats.org/officeDocument/2006/relationships/slide" Target="slides/slide79.xml"/><Relationship Id="rId94" Type="http://schemas.openxmlformats.org/officeDocument/2006/relationships/slide" Target="slides/slide87.xml"/><Relationship Id="rId99" Type="http://schemas.openxmlformats.org/officeDocument/2006/relationships/slide" Target="slides/slide92.xml"/><Relationship Id="rId101" Type="http://schemas.openxmlformats.org/officeDocument/2006/relationships/slide" Target="slides/slide94.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109" Type="http://schemas.openxmlformats.org/officeDocument/2006/relationships/handoutMaster" Target="handoutMasters/handoutMaster1.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97" Type="http://schemas.openxmlformats.org/officeDocument/2006/relationships/slide" Target="slides/slide90.xml"/><Relationship Id="rId104" Type="http://schemas.openxmlformats.org/officeDocument/2006/relationships/slide" Target="slides/slide97.xml"/><Relationship Id="rId7" Type="http://schemas.openxmlformats.org/officeDocument/2006/relationships/slideMaster" Target="slideMasters/slideMaster7.xml"/><Relationship Id="rId71" Type="http://schemas.openxmlformats.org/officeDocument/2006/relationships/slide" Target="slides/slide64.xml"/><Relationship Id="rId92" Type="http://schemas.openxmlformats.org/officeDocument/2006/relationships/slide" Target="slides/slide85.xml"/><Relationship Id="rId2" Type="http://schemas.openxmlformats.org/officeDocument/2006/relationships/slideMaster" Target="slideMasters/slideMaster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87" Type="http://schemas.openxmlformats.org/officeDocument/2006/relationships/slide" Target="slides/slide80.xml"/><Relationship Id="rId110" Type="http://schemas.openxmlformats.org/officeDocument/2006/relationships/presProps" Target="presProps.xml"/><Relationship Id="rId61" Type="http://schemas.openxmlformats.org/officeDocument/2006/relationships/slide" Target="slides/slide54.xml"/><Relationship Id="rId82" Type="http://schemas.openxmlformats.org/officeDocument/2006/relationships/slide" Target="slides/slide75.xml"/><Relationship Id="rId19" Type="http://schemas.openxmlformats.org/officeDocument/2006/relationships/slide" Target="slides/slide12.xml"/><Relationship Id="rId14" Type="http://schemas.openxmlformats.org/officeDocument/2006/relationships/slide" Target="slides/slide7.xml"/><Relationship Id="rId30" Type="http://schemas.openxmlformats.org/officeDocument/2006/relationships/slide" Target="slides/slide23.xml"/><Relationship Id="rId35" Type="http://schemas.openxmlformats.org/officeDocument/2006/relationships/slide" Target="slides/slide28.xml"/><Relationship Id="rId56" Type="http://schemas.openxmlformats.org/officeDocument/2006/relationships/slide" Target="slides/slide49.xml"/><Relationship Id="rId77" Type="http://schemas.openxmlformats.org/officeDocument/2006/relationships/slide" Target="slides/slide70.xml"/><Relationship Id="rId100" Type="http://schemas.openxmlformats.org/officeDocument/2006/relationships/slide" Target="slides/slide93.xml"/><Relationship Id="rId105" Type="http://schemas.openxmlformats.org/officeDocument/2006/relationships/slide" Target="slides/slide98.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93" Type="http://schemas.openxmlformats.org/officeDocument/2006/relationships/slide" Target="slides/slide86.xml"/><Relationship Id="rId98" Type="http://schemas.openxmlformats.org/officeDocument/2006/relationships/slide" Target="slides/slide91.xml"/><Relationship Id="rId3" Type="http://schemas.openxmlformats.org/officeDocument/2006/relationships/slideMaster" Target="slideMasters/slideMaster3.xml"/><Relationship Id="rId25" Type="http://schemas.openxmlformats.org/officeDocument/2006/relationships/slide" Target="slides/slide18.xml"/><Relationship Id="rId46" Type="http://schemas.openxmlformats.org/officeDocument/2006/relationships/slide" Target="slides/slide39.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62" Type="http://schemas.openxmlformats.org/officeDocument/2006/relationships/slide" Target="slides/slide55.xml"/><Relationship Id="rId83" Type="http://schemas.openxmlformats.org/officeDocument/2006/relationships/slide" Target="slides/slide76.xml"/><Relationship Id="rId88" Type="http://schemas.openxmlformats.org/officeDocument/2006/relationships/slide" Target="slides/slide81.xml"/><Relationship Id="rId111"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6471EF6D-C4A9-4359-BE2E-82884D7DD952}"/>
              </a:ext>
            </a:extLst>
          </p:cNvPr>
          <p:cNvSpPr>
            <a:spLocks noGrp="1" noChangeArrowheads="1"/>
          </p:cNvSpPr>
          <p:nvPr>
            <p:ph type="hdr" sz="quarter"/>
          </p:nvPr>
        </p:nvSpPr>
        <p:spPr bwMode="auto">
          <a:xfrm>
            <a:off x="3" y="2"/>
            <a:ext cx="4486913" cy="338236"/>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3" name="Rectangle 3">
            <a:extLst>
              <a:ext uri="{FF2B5EF4-FFF2-40B4-BE49-F238E27FC236}">
                <a16:creationId xmlns:a16="http://schemas.microsoft.com/office/drawing/2014/main" id="{307F3AD3-BA45-4F1E-984B-9C508F822986}"/>
              </a:ext>
            </a:extLst>
          </p:cNvPr>
          <p:cNvSpPr>
            <a:spLocks noGrp="1" noChangeArrowheads="1"/>
          </p:cNvSpPr>
          <p:nvPr>
            <p:ph type="dt" sz="quarter" idx="1"/>
          </p:nvPr>
        </p:nvSpPr>
        <p:spPr bwMode="auto">
          <a:xfrm>
            <a:off x="5768560" y="2"/>
            <a:ext cx="4484595" cy="338236"/>
          </a:xfrm>
          <a:prstGeom prst="rect">
            <a:avLst/>
          </a:prstGeom>
          <a:noFill/>
          <a:ln w="9525">
            <a:noFill/>
            <a:miter lim="800000"/>
            <a:headEnd/>
            <a:tailEnd/>
          </a:ln>
        </p:spPr>
        <p:txBody>
          <a:bodyPr vert="horz" wrap="none" lIns="88261" tIns="44132" rIns="88261" bIns="44132" numCol="1" anchor="ctr" anchorCtr="0" compatLnSpc="1">
            <a:prstTxWarp prst="textNoShape">
              <a:avLst/>
            </a:prstTxWarp>
          </a:bodyPr>
          <a:lstStyle>
            <a:lvl1pPr algn="r" defTabSz="883169">
              <a:defRPr sz="1100">
                <a:latin typeface="Helvetica" charset="0"/>
                <a:ea typeface="ＭＳ Ｐゴシック" charset="-128"/>
                <a:cs typeface="ＭＳ Ｐゴシック" charset="-128"/>
              </a:defRPr>
            </a:lvl1pPr>
          </a:lstStyle>
          <a:p>
            <a:pPr>
              <a:defRPr/>
            </a:pPr>
            <a:endParaRPr lang="en-US"/>
          </a:p>
        </p:txBody>
      </p:sp>
      <p:sp>
        <p:nvSpPr>
          <p:cNvPr id="46084" name="Rectangle 4">
            <a:extLst>
              <a:ext uri="{FF2B5EF4-FFF2-40B4-BE49-F238E27FC236}">
                <a16:creationId xmlns:a16="http://schemas.microsoft.com/office/drawing/2014/main" id="{42D49BFB-96AD-4456-B099-2B5883DB494D}"/>
              </a:ext>
            </a:extLst>
          </p:cNvPr>
          <p:cNvSpPr>
            <a:spLocks noGrp="1" noChangeArrowheads="1"/>
          </p:cNvSpPr>
          <p:nvPr>
            <p:ph type="ftr" sz="quarter" idx="2"/>
          </p:nvPr>
        </p:nvSpPr>
        <p:spPr bwMode="auto">
          <a:xfrm>
            <a:off x="3" y="6770764"/>
            <a:ext cx="4486913" cy="338235"/>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defTabSz="883169">
              <a:defRPr sz="1100">
                <a:latin typeface="Helvetica" charset="0"/>
                <a:ea typeface="ＭＳ Ｐゴシック" charset="-128"/>
                <a:cs typeface="ＭＳ Ｐゴシック" charset="-128"/>
              </a:defRPr>
            </a:lvl1pPr>
          </a:lstStyle>
          <a:p>
            <a:pPr>
              <a:defRPr/>
            </a:pPr>
            <a:endParaRPr lang="en-US"/>
          </a:p>
        </p:txBody>
      </p:sp>
      <p:sp>
        <p:nvSpPr>
          <p:cNvPr id="46085" name="Rectangle 5">
            <a:extLst>
              <a:ext uri="{FF2B5EF4-FFF2-40B4-BE49-F238E27FC236}">
                <a16:creationId xmlns:a16="http://schemas.microsoft.com/office/drawing/2014/main" id="{014EB9F4-A0B5-4C05-8B10-E8DE6DE76560}"/>
              </a:ext>
            </a:extLst>
          </p:cNvPr>
          <p:cNvSpPr>
            <a:spLocks noGrp="1" noChangeArrowheads="1"/>
          </p:cNvSpPr>
          <p:nvPr>
            <p:ph type="sldNum" sz="quarter" idx="3"/>
          </p:nvPr>
        </p:nvSpPr>
        <p:spPr bwMode="auto">
          <a:xfrm>
            <a:off x="5673669" y="6520598"/>
            <a:ext cx="4484595" cy="338235"/>
          </a:xfrm>
          <a:prstGeom prst="rect">
            <a:avLst/>
          </a:prstGeom>
          <a:noFill/>
          <a:ln w="9525">
            <a:noFill/>
            <a:miter lim="800000"/>
            <a:headEnd/>
            <a:tailEnd/>
          </a:ln>
        </p:spPr>
        <p:txBody>
          <a:bodyPr vert="horz" wrap="none" lIns="88261" tIns="44132" rIns="88261" bIns="44132" numCol="1" anchor="b" anchorCtr="0" compatLnSpc="1">
            <a:prstTxWarp prst="textNoShape">
              <a:avLst/>
            </a:prstTxWarp>
          </a:bodyPr>
          <a:lstStyle>
            <a:lvl1pPr algn="r" defTabSz="882650">
              <a:defRPr sz="1100">
                <a:latin typeface="Helvetica" panose="020B0604020202020204" pitchFamily="34" charset="0"/>
              </a:defRPr>
            </a:lvl1pPr>
          </a:lstStyle>
          <a:p>
            <a:fld id="{8659A03F-BBC6-420F-A46E-03978BD87F1F}" type="slidenum">
              <a:rPr lang="en-US" altLang="en-US"/>
              <a:pPr/>
              <a:t>‹#›</a:t>
            </a:fld>
            <a:endParaRPr lang="en-US" altLang="en-US"/>
          </a:p>
        </p:txBody>
      </p:sp>
    </p:spTree>
    <p:extLst>
      <p:ext uri="{BB962C8B-B14F-4D97-AF65-F5344CB8AC3E}">
        <p14:creationId xmlns:p14="http://schemas.microsoft.com/office/powerpoint/2010/main" val="27092088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9CAED665-0325-464A-A7C6-94F1DECC0243}"/>
              </a:ext>
            </a:extLst>
          </p:cNvPr>
          <p:cNvSpPr>
            <a:spLocks noGrp="1" noChangeArrowheads="1"/>
          </p:cNvSpPr>
          <p:nvPr>
            <p:ph type="hdr" sz="quarter"/>
          </p:nvPr>
        </p:nvSpPr>
        <p:spPr bwMode="auto">
          <a:xfrm>
            <a:off x="0" y="2"/>
            <a:ext cx="4433609" cy="35399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47" name="Rectangle 3">
            <a:extLst>
              <a:ext uri="{FF2B5EF4-FFF2-40B4-BE49-F238E27FC236}">
                <a16:creationId xmlns:a16="http://schemas.microsoft.com/office/drawing/2014/main" id="{947FEFB4-9EC7-4FD8-8844-A474053030FF}"/>
              </a:ext>
            </a:extLst>
          </p:cNvPr>
          <p:cNvSpPr>
            <a:spLocks noGrp="1" noChangeArrowheads="1"/>
          </p:cNvSpPr>
          <p:nvPr>
            <p:ph type="dt" idx="1"/>
          </p:nvPr>
        </p:nvSpPr>
        <p:spPr bwMode="auto">
          <a:xfrm>
            <a:off x="5801009" y="2"/>
            <a:ext cx="4433608" cy="353995"/>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lvl1pPr algn="r" defTabSz="931168">
              <a:defRPr sz="1200">
                <a:latin typeface="Times New Roman" charset="0"/>
                <a:ea typeface="ＭＳ Ｐゴシック" charset="-128"/>
                <a:cs typeface="ＭＳ Ｐゴシック" charset="-128"/>
              </a:defRPr>
            </a:lvl1pPr>
          </a:lstStyle>
          <a:p>
            <a:pPr>
              <a:defRPr/>
            </a:pPr>
            <a:endParaRPr lang="en-US"/>
          </a:p>
        </p:txBody>
      </p:sp>
      <p:sp>
        <p:nvSpPr>
          <p:cNvPr id="36868" name="Rectangle 4">
            <a:extLst>
              <a:ext uri="{FF2B5EF4-FFF2-40B4-BE49-F238E27FC236}">
                <a16:creationId xmlns:a16="http://schemas.microsoft.com/office/drawing/2014/main" id="{75A743AC-A92C-43F6-B545-D1932151846F}"/>
              </a:ext>
            </a:extLst>
          </p:cNvPr>
          <p:cNvSpPr>
            <a:spLocks noGrp="1" noRot="1" noChangeAspect="1" noChangeArrowheads="1" noTextEdit="1"/>
          </p:cNvSpPr>
          <p:nvPr>
            <p:ph type="sldImg" idx="2"/>
          </p:nvPr>
        </p:nvSpPr>
        <p:spPr bwMode="auto">
          <a:xfrm>
            <a:off x="3343275" y="534988"/>
            <a:ext cx="3549650" cy="26622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9" name="Rectangle 5">
            <a:extLst>
              <a:ext uri="{FF2B5EF4-FFF2-40B4-BE49-F238E27FC236}">
                <a16:creationId xmlns:a16="http://schemas.microsoft.com/office/drawing/2014/main" id="{3FDE1C89-F79D-4A1D-92F5-B6430FDA93F7}"/>
              </a:ext>
            </a:extLst>
          </p:cNvPr>
          <p:cNvSpPr>
            <a:spLocks noGrp="1" noChangeArrowheads="1"/>
          </p:cNvSpPr>
          <p:nvPr>
            <p:ph type="body" sz="quarter" idx="3"/>
          </p:nvPr>
        </p:nvSpPr>
        <p:spPr bwMode="auto">
          <a:xfrm>
            <a:off x="1365080" y="3372655"/>
            <a:ext cx="7504457" cy="3193230"/>
          </a:xfrm>
          <a:prstGeom prst="rect">
            <a:avLst/>
          </a:prstGeom>
          <a:noFill/>
          <a:ln w="9525">
            <a:noFill/>
            <a:miter lim="800000"/>
            <a:headEnd/>
            <a:tailEnd/>
          </a:ln>
        </p:spPr>
        <p:txBody>
          <a:bodyPr vert="horz" wrap="none" lIns="93160" tIns="46580" rIns="93160" bIns="46580" numCol="1" anchor="ctr"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150" name="Rectangle 6">
            <a:extLst>
              <a:ext uri="{FF2B5EF4-FFF2-40B4-BE49-F238E27FC236}">
                <a16:creationId xmlns:a16="http://schemas.microsoft.com/office/drawing/2014/main" id="{3D6919D4-CA8B-42CF-AA4C-814746DA8AE5}"/>
              </a:ext>
            </a:extLst>
          </p:cNvPr>
          <p:cNvSpPr>
            <a:spLocks noGrp="1" noChangeArrowheads="1"/>
          </p:cNvSpPr>
          <p:nvPr>
            <p:ph type="ftr" sz="quarter" idx="4"/>
          </p:nvPr>
        </p:nvSpPr>
        <p:spPr bwMode="auto">
          <a:xfrm>
            <a:off x="0" y="6745307"/>
            <a:ext cx="4433609" cy="353995"/>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defTabSz="931168">
              <a:defRPr sz="1200">
                <a:latin typeface="Times New Roman" charset="0"/>
                <a:ea typeface="ＭＳ Ｐゴシック" charset="-128"/>
                <a:cs typeface="ＭＳ Ｐゴシック" charset="-128"/>
              </a:defRPr>
            </a:lvl1pPr>
          </a:lstStyle>
          <a:p>
            <a:pPr>
              <a:defRPr/>
            </a:pPr>
            <a:endParaRPr lang="en-US"/>
          </a:p>
        </p:txBody>
      </p:sp>
      <p:sp>
        <p:nvSpPr>
          <p:cNvPr id="6151" name="Rectangle 7">
            <a:extLst>
              <a:ext uri="{FF2B5EF4-FFF2-40B4-BE49-F238E27FC236}">
                <a16:creationId xmlns:a16="http://schemas.microsoft.com/office/drawing/2014/main" id="{4D9810D8-EC08-49E7-9E7C-08952DE30DED}"/>
              </a:ext>
            </a:extLst>
          </p:cNvPr>
          <p:cNvSpPr>
            <a:spLocks noGrp="1" noChangeArrowheads="1"/>
          </p:cNvSpPr>
          <p:nvPr>
            <p:ph type="sldNum" sz="quarter" idx="5"/>
          </p:nvPr>
        </p:nvSpPr>
        <p:spPr bwMode="auto">
          <a:xfrm>
            <a:off x="5801009" y="6745307"/>
            <a:ext cx="4433608" cy="353995"/>
          </a:xfrm>
          <a:prstGeom prst="rect">
            <a:avLst/>
          </a:prstGeom>
          <a:noFill/>
          <a:ln w="9525">
            <a:noFill/>
            <a:miter lim="800000"/>
            <a:headEnd/>
            <a:tailEnd/>
          </a:ln>
        </p:spPr>
        <p:txBody>
          <a:bodyPr vert="horz" wrap="none" lIns="93160" tIns="46580" rIns="93160" bIns="46580" numCol="1" anchor="b" anchorCtr="0" compatLnSpc="1">
            <a:prstTxWarp prst="textNoShape">
              <a:avLst/>
            </a:prstTxWarp>
          </a:bodyPr>
          <a:lstStyle>
            <a:lvl1pPr algn="r" defTabSz="930275">
              <a:defRPr sz="1200">
                <a:latin typeface="Times New Roman" panose="02020603050405020304" pitchFamily="18" charset="0"/>
              </a:defRPr>
            </a:lvl1pPr>
          </a:lstStyle>
          <a:p>
            <a:fld id="{15DF5B7C-1F76-47B3-84DA-53203EEF7D6F}" type="slidenum">
              <a:rPr lang="en-US" altLang="en-US"/>
              <a:pPr/>
              <a:t>‹#›</a:t>
            </a:fld>
            <a:endParaRPr lang="en-US" altLang="en-US"/>
          </a:p>
        </p:txBody>
      </p:sp>
    </p:spTree>
    <p:extLst>
      <p:ext uri="{BB962C8B-B14F-4D97-AF65-F5344CB8AC3E}">
        <p14:creationId xmlns:p14="http://schemas.microsoft.com/office/powerpoint/2010/main" val="57650326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charset="0"/>
        <a:ea typeface="MS PGothic" pitchFamily="34" charset="-128"/>
        <a:cs typeface="ＭＳ Ｐゴシック" charset="-128"/>
      </a:defRPr>
    </a:lvl1pPr>
    <a:lvl2pPr marL="4572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Times New Roman" charset="0"/>
        <a:ea typeface="MS PGothic" pitchFamily="3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5B2E53F0-8B08-4586-9F07-9FFA55D6645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BE67212-BA0F-4C42-8034-513DCC01D723}" type="slidenum">
              <a:rPr lang="en-US" altLang="en-US">
                <a:latin typeface="Times New Roman" panose="02020603050405020304" pitchFamily="18" charset="0"/>
              </a:rPr>
              <a:pPr/>
              <a:t>1</a:t>
            </a:fld>
            <a:endParaRPr lang="en-US" altLang="en-US">
              <a:latin typeface="Times New Roman" panose="02020603050405020304" pitchFamily="18" charset="0"/>
            </a:endParaRPr>
          </a:p>
        </p:txBody>
      </p:sp>
      <p:sp>
        <p:nvSpPr>
          <p:cNvPr id="37891" name="Rectangle 2">
            <a:extLst>
              <a:ext uri="{FF2B5EF4-FFF2-40B4-BE49-F238E27FC236}">
                <a16:creationId xmlns:a16="http://schemas.microsoft.com/office/drawing/2014/main" id="{10E76ABA-F636-45B1-9F69-96A468084207}"/>
              </a:ext>
            </a:extLst>
          </p:cNvPr>
          <p:cNvSpPr>
            <a:spLocks noGrp="1" noRot="1" noChangeAspect="1" noChangeArrowheads="1" noTextEdit="1"/>
          </p:cNvSpPr>
          <p:nvPr>
            <p:ph type="sldImg"/>
          </p:nvPr>
        </p:nvSpPr>
        <p:spPr>
          <a:ln/>
        </p:spPr>
      </p:sp>
      <p:sp>
        <p:nvSpPr>
          <p:cNvPr id="37892" name="Rectangle 3">
            <a:extLst>
              <a:ext uri="{FF2B5EF4-FFF2-40B4-BE49-F238E27FC236}">
                <a16:creationId xmlns:a16="http://schemas.microsoft.com/office/drawing/2014/main" id="{4BA6178E-F060-434D-A41F-8B4A2ED55A0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73991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F99B1DAD-6274-4890-9F56-4690090FD8A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8ADAAA3-4A6C-4856-B5F7-31BA1417BACB}" type="slidenum">
              <a:rPr lang="en-US" altLang="en-US">
                <a:latin typeface="Times New Roman" panose="02020603050405020304" pitchFamily="18" charset="0"/>
              </a:rPr>
              <a:pPr/>
              <a:t>2</a:t>
            </a:fld>
            <a:endParaRPr lang="en-US" altLang="en-US">
              <a:latin typeface="Times New Roman" panose="02020603050405020304" pitchFamily="18" charset="0"/>
            </a:endParaRPr>
          </a:p>
        </p:txBody>
      </p:sp>
      <p:sp>
        <p:nvSpPr>
          <p:cNvPr id="38915" name="Rectangle 2">
            <a:extLst>
              <a:ext uri="{FF2B5EF4-FFF2-40B4-BE49-F238E27FC236}">
                <a16:creationId xmlns:a16="http://schemas.microsoft.com/office/drawing/2014/main" id="{1CE95C80-6187-4BB5-AF0A-E857A4526336}"/>
              </a:ext>
            </a:extLst>
          </p:cNvPr>
          <p:cNvSpPr>
            <a:spLocks noGrp="1" noRot="1" noChangeAspect="1" noChangeArrowheads="1" noTextEdit="1"/>
          </p:cNvSpPr>
          <p:nvPr>
            <p:ph type="sldImg"/>
          </p:nvPr>
        </p:nvSpPr>
        <p:spPr>
          <a:ln/>
        </p:spPr>
      </p:sp>
      <p:sp>
        <p:nvSpPr>
          <p:cNvPr id="38916" name="Rectangle 3">
            <a:extLst>
              <a:ext uri="{FF2B5EF4-FFF2-40B4-BE49-F238E27FC236}">
                <a16:creationId xmlns:a16="http://schemas.microsoft.com/office/drawing/2014/main" id="{39E86EEC-5DE4-4616-BDCC-EF350E71818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784241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C114C5B3-B78A-44DC-9B91-894885A5241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1E517BB-7ACE-4998-A5D5-0342FB674CCC}" type="slidenum">
              <a:rPr lang="en-US" altLang="en-US">
                <a:latin typeface="Times New Roman" panose="02020603050405020304" pitchFamily="18" charset="0"/>
              </a:rPr>
              <a:pPr/>
              <a:t>3</a:t>
            </a:fld>
            <a:endParaRPr lang="en-US" altLang="en-US">
              <a:latin typeface="Times New Roman" panose="02020603050405020304" pitchFamily="18" charset="0"/>
            </a:endParaRPr>
          </a:p>
        </p:txBody>
      </p:sp>
      <p:sp>
        <p:nvSpPr>
          <p:cNvPr id="40963" name="Rectangle 2">
            <a:extLst>
              <a:ext uri="{FF2B5EF4-FFF2-40B4-BE49-F238E27FC236}">
                <a16:creationId xmlns:a16="http://schemas.microsoft.com/office/drawing/2014/main" id="{72C9B257-B1A4-42CC-BB99-2D329E90947E}"/>
              </a:ext>
            </a:extLst>
          </p:cNvPr>
          <p:cNvSpPr>
            <a:spLocks noGrp="1" noRot="1" noChangeAspect="1" noChangeArrowheads="1" noTextEdit="1"/>
          </p:cNvSpPr>
          <p:nvPr>
            <p:ph type="sldImg"/>
          </p:nvPr>
        </p:nvSpPr>
        <p:spPr>
          <a:ln/>
        </p:spPr>
      </p:sp>
      <p:sp>
        <p:nvSpPr>
          <p:cNvPr id="40964" name="Rectangle 3">
            <a:extLst>
              <a:ext uri="{FF2B5EF4-FFF2-40B4-BE49-F238E27FC236}">
                <a16:creationId xmlns:a16="http://schemas.microsoft.com/office/drawing/2014/main" id="{75E19D40-4B3E-4AF2-B110-A5A0ED4E6BA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639534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2D46292C-437F-4667-8BF5-AA32CD360C26}"/>
              </a:ext>
            </a:extLst>
          </p:cNvPr>
          <p:cNvSpPr>
            <a:spLocks noGrp="1" noRot="1" noChangeAspect="1" noChangeArrowheads="1" noTextEdit="1"/>
          </p:cNvSpPr>
          <p:nvPr>
            <p:ph type="sldImg"/>
          </p:nvPr>
        </p:nvSpPr>
        <p:spPr>
          <a:xfrm>
            <a:off x="3375025" y="609600"/>
            <a:ext cx="3260725" cy="2446338"/>
          </a:xfrm>
          <a:ln/>
        </p:spPr>
      </p:sp>
      <p:sp>
        <p:nvSpPr>
          <p:cNvPr id="50178" name="Rectangle 3">
            <a:extLst>
              <a:ext uri="{FF2B5EF4-FFF2-40B4-BE49-F238E27FC236}">
                <a16:creationId xmlns:a16="http://schemas.microsoft.com/office/drawing/2014/main" id="{E0361405-C14C-47BC-948B-38A10D4ADE9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 name="Footer Placeholder 1">
            <a:extLst>
              <a:ext uri="{FF2B5EF4-FFF2-40B4-BE49-F238E27FC236}">
                <a16:creationId xmlns:a16="http://schemas.microsoft.com/office/drawing/2014/main" id="{B585C066-552E-4548-9E19-1EA714E2355B}"/>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M @ 2012-13-II</a:t>
            </a:r>
          </a:p>
        </p:txBody>
      </p:sp>
      <p:sp>
        <p:nvSpPr>
          <p:cNvPr id="3" name="Header Placeholder 2">
            <a:extLst>
              <a:ext uri="{FF2B5EF4-FFF2-40B4-BE49-F238E27FC236}">
                <a16:creationId xmlns:a16="http://schemas.microsoft.com/office/drawing/2014/main" id="{4D50DC5E-D6EF-4DAD-9B0E-BDCF860AB7B5}"/>
              </a:ext>
            </a:extLst>
          </p:cNvPr>
          <p:cNvSpPr>
            <a:spLocks noGrp="1"/>
          </p:cNvSpPr>
          <p:nvPr>
            <p:ph type="hdr" sz="quarter"/>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SCCR2043 Operating Systems</a:t>
            </a:r>
          </a:p>
        </p:txBody>
      </p:sp>
    </p:spTree>
    <p:extLst>
      <p:ext uri="{BB962C8B-B14F-4D97-AF65-F5344CB8AC3E}">
        <p14:creationId xmlns:p14="http://schemas.microsoft.com/office/powerpoint/2010/main" val="30507881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DB2DC913-492C-4F22-842C-16C7DB5E6C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2DE1B4-21BC-4364-A36C-3622C357A5AF}" type="slidenum">
              <a:rPr lang="en-US" altLang="en-US">
                <a:latin typeface="Times New Roman" panose="02020603050405020304" pitchFamily="18" charset="0"/>
              </a:rPr>
              <a:pPr/>
              <a:t>5</a:t>
            </a:fld>
            <a:endParaRPr lang="en-US" altLang="en-US">
              <a:latin typeface="Times New Roman" panose="02020603050405020304" pitchFamily="18" charset="0"/>
            </a:endParaRPr>
          </a:p>
        </p:txBody>
      </p:sp>
      <p:sp>
        <p:nvSpPr>
          <p:cNvPr id="41987" name="Rectangle 2">
            <a:extLst>
              <a:ext uri="{FF2B5EF4-FFF2-40B4-BE49-F238E27FC236}">
                <a16:creationId xmlns:a16="http://schemas.microsoft.com/office/drawing/2014/main" id="{2ED20F52-E6F1-4BAE-9614-D7D0BC58A8F8}"/>
              </a:ext>
            </a:extLst>
          </p:cNvPr>
          <p:cNvSpPr>
            <a:spLocks noGrp="1" noRot="1" noChangeAspect="1" noChangeArrowheads="1" noTextEdit="1"/>
          </p:cNvSpPr>
          <p:nvPr>
            <p:ph type="sldImg"/>
          </p:nvPr>
        </p:nvSpPr>
        <p:spPr>
          <a:ln/>
        </p:spPr>
      </p:sp>
      <p:sp>
        <p:nvSpPr>
          <p:cNvPr id="41988" name="Rectangle 3">
            <a:extLst>
              <a:ext uri="{FF2B5EF4-FFF2-40B4-BE49-F238E27FC236}">
                <a16:creationId xmlns:a16="http://schemas.microsoft.com/office/drawing/2014/main" id="{257CAFE9-1D0D-425B-8A3B-B2E12FCC936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848019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9D3BB114-C46A-432F-BF66-A34FDAE2555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157E11-B4A8-4185-8330-433FDF95E853}" type="slidenum">
              <a:rPr lang="en-US" altLang="en-US">
                <a:latin typeface="Times New Roman" panose="02020603050405020304" pitchFamily="18" charset="0"/>
              </a:rPr>
              <a:pPr/>
              <a:t>9</a:t>
            </a:fld>
            <a:endParaRPr lang="en-US" altLang="en-US">
              <a:latin typeface="Times New Roman" panose="02020603050405020304" pitchFamily="18" charset="0"/>
            </a:endParaRPr>
          </a:p>
        </p:txBody>
      </p:sp>
      <p:sp>
        <p:nvSpPr>
          <p:cNvPr id="43011" name="Rectangle 2">
            <a:extLst>
              <a:ext uri="{FF2B5EF4-FFF2-40B4-BE49-F238E27FC236}">
                <a16:creationId xmlns:a16="http://schemas.microsoft.com/office/drawing/2014/main" id="{C2B4596C-D02D-4D5A-8CD4-36B371940A8E}"/>
              </a:ext>
            </a:extLst>
          </p:cNvPr>
          <p:cNvSpPr>
            <a:spLocks noGrp="1" noRot="1" noChangeAspect="1" noChangeArrowheads="1" noTextEdit="1"/>
          </p:cNvSpPr>
          <p:nvPr>
            <p:ph type="sldImg"/>
          </p:nvPr>
        </p:nvSpPr>
        <p:spPr>
          <a:ln/>
        </p:spPr>
      </p:sp>
      <p:sp>
        <p:nvSpPr>
          <p:cNvPr id="43012" name="Rectangle 3">
            <a:extLst>
              <a:ext uri="{FF2B5EF4-FFF2-40B4-BE49-F238E27FC236}">
                <a16:creationId xmlns:a16="http://schemas.microsoft.com/office/drawing/2014/main" id="{72FA866E-4A4B-47F5-B189-3A8423D1C86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49482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48815BB7-B6DC-46D7-9E10-61C34B4D10C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7F70BC6-97D1-46DA-BE99-DF2896D888E4}" type="slidenum">
              <a:rPr lang="en-US" altLang="en-US">
                <a:latin typeface="Times New Roman" panose="02020603050405020304" pitchFamily="18" charset="0"/>
              </a:rPr>
              <a:pPr/>
              <a:t>10</a:t>
            </a:fld>
            <a:endParaRPr lang="en-US" altLang="en-US">
              <a:latin typeface="Times New Roman" panose="02020603050405020304" pitchFamily="18" charset="0"/>
            </a:endParaRPr>
          </a:p>
        </p:txBody>
      </p:sp>
      <p:sp>
        <p:nvSpPr>
          <p:cNvPr id="44035" name="Rectangle 2">
            <a:extLst>
              <a:ext uri="{FF2B5EF4-FFF2-40B4-BE49-F238E27FC236}">
                <a16:creationId xmlns:a16="http://schemas.microsoft.com/office/drawing/2014/main" id="{DF56180C-C4F6-4A23-853D-9C06C8A53BBB}"/>
              </a:ext>
            </a:extLst>
          </p:cNvPr>
          <p:cNvSpPr>
            <a:spLocks noGrp="1" noRot="1" noChangeAspect="1" noChangeArrowheads="1" noTextEdit="1"/>
          </p:cNvSpPr>
          <p:nvPr>
            <p:ph type="sldImg"/>
          </p:nvPr>
        </p:nvSpPr>
        <p:spPr>
          <a:ln/>
        </p:spPr>
      </p:sp>
      <p:sp>
        <p:nvSpPr>
          <p:cNvPr id="44036" name="Rectangle 3">
            <a:extLst>
              <a:ext uri="{FF2B5EF4-FFF2-40B4-BE49-F238E27FC236}">
                <a16:creationId xmlns:a16="http://schemas.microsoft.com/office/drawing/2014/main" id="{D3548506-9B5D-4FA0-BECE-B42CE7AE41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5952554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BEDAF469-D38D-4B31-B4D9-B20FA0BDBC9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98BBD77-A542-44F9-9E7A-E9AB294F2914}" type="slidenum">
              <a:rPr lang="en-US" altLang="en-US">
                <a:latin typeface="Times New Roman" panose="02020603050405020304" pitchFamily="18" charset="0"/>
              </a:rPr>
              <a:pPr/>
              <a:t>11</a:t>
            </a:fld>
            <a:endParaRPr lang="en-US" altLang="en-US">
              <a:latin typeface="Times New Roman" panose="02020603050405020304" pitchFamily="18" charset="0"/>
            </a:endParaRPr>
          </a:p>
        </p:txBody>
      </p:sp>
      <p:sp>
        <p:nvSpPr>
          <p:cNvPr id="45059" name="Rectangle 2">
            <a:extLst>
              <a:ext uri="{FF2B5EF4-FFF2-40B4-BE49-F238E27FC236}">
                <a16:creationId xmlns:a16="http://schemas.microsoft.com/office/drawing/2014/main" id="{15A1D995-4770-46D6-926B-8E018457BF10}"/>
              </a:ext>
            </a:extLst>
          </p:cNvPr>
          <p:cNvSpPr>
            <a:spLocks noGrp="1" noRot="1" noChangeAspect="1" noChangeArrowheads="1" noTextEdit="1"/>
          </p:cNvSpPr>
          <p:nvPr>
            <p:ph type="sldImg"/>
          </p:nvPr>
        </p:nvSpPr>
        <p:spPr>
          <a:ln/>
        </p:spPr>
      </p:sp>
      <p:sp>
        <p:nvSpPr>
          <p:cNvPr id="45060" name="Rectangle 3">
            <a:extLst>
              <a:ext uri="{FF2B5EF4-FFF2-40B4-BE49-F238E27FC236}">
                <a16:creationId xmlns:a16="http://schemas.microsoft.com/office/drawing/2014/main" id="{E1541C27-D2A9-4FAE-AF50-4189FE79AA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068197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B23210AC-F23D-4ABB-81CB-5E1278D82F6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B78E808-55CA-418D-8E12-1F494B0159E1}" type="slidenum">
              <a:rPr lang="en-US" altLang="en-US">
                <a:latin typeface="Times New Roman" panose="02020603050405020304" pitchFamily="18" charset="0"/>
              </a:rPr>
              <a:pPr/>
              <a:t>12</a:t>
            </a:fld>
            <a:endParaRPr lang="en-US" altLang="en-US">
              <a:latin typeface="Times New Roman" panose="02020603050405020304" pitchFamily="18" charset="0"/>
            </a:endParaRPr>
          </a:p>
        </p:txBody>
      </p:sp>
      <p:sp>
        <p:nvSpPr>
          <p:cNvPr id="46083" name="Rectangle 2">
            <a:extLst>
              <a:ext uri="{FF2B5EF4-FFF2-40B4-BE49-F238E27FC236}">
                <a16:creationId xmlns:a16="http://schemas.microsoft.com/office/drawing/2014/main" id="{36F4F402-D006-4C72-AA82-48C4D2AF455E}"/>
              </a:ext>
            </a:extLst>
          </p:cNvPr>
          <p:cNvSpPr>
            <a:spLocks noGrp="1" noRot="1" noChangeAspect="1" noChangeArrowheads="1" noTextEdit="1"/>
          </p:cNvSpPr>
          <p:nvPr>
            <p:ph type="sldImg"/>
          </p:nvPr>
        </p:nvSpPr>
        <p:spPr>
          <a:ln/>
        </p:spPr>
      </p:sp>
      <p:sp>
        <p:nvSpPr>
          <p:cNvPr id="46084" name="Rectangle 3">
            <a:extLst>
              <a:ext uri="{FF2B5EF4-FFF2-40B4-BE49-F238E27FC236}">
                <a16:creationId xmlns:a16="http://schemas.microsoft.com/office/drawing/2014/main" id="{45457D25-3B4F-49AB-BD12-12C4CFC129F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5389399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2">
            <a:extLst>
              <a:ext uri="{FF2B5EF4-FFF2-40B4-BE49-F238E27FC236}">
                <a16:creationId xmlns:a16="http://schemas.microsoft.com/office/drawing/2014/main" id="{DF79521C-6141-4F64-8BF2-DC0CB45DBE24}"/>
              </a:ext>
            </a:extLst>
          </p:cNvPr>
          <p:cNvSpPr>
            <a:spLocks noGrp="1" noRot="1" noChangeAspect="1" noChangeArrowheads="1" noTextEdit="1"/>
          </p:cNvSpPr>
          <p:nvPr>
            <p:ph type="sldImg"/>
          </p:nvPr>
        </p:nvSpPr>
        <p:spPr>
          <a:xfrm>
            <a:off x="3375025" y="609600"/>
            <a:ext cx="3260725" cy="2446338"/>
          </a:xfrm>
          <a:ln/>
        </p:spPr>
      </p:sp>
      <p:sp>
        <p:nvSpPr>
          <p:cNvPr id="54274" name="Rectangle 3">
            <a:extLst>
              <a:ext uri="{FF2B5EF4-FFF2-40B4-BE49-F238E27FC236}">
                <a16:creationId xmlns:a16="http://schemas.microsoft.com/office/drawing/2014/main" id="{9E576159-8DA1-4291-ACD8-FDA8C1C1403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 name="Footer Placeholder 1">
            <a:extLst>
              <a:ext uri="{FF2B5EF4-FFF2-40B4-BE49-F238E27FC236}">
                <a16:creationId xmlns:a16="http://schemas.microsoft.com/office/drawing/2014/main" id="{E621EEE6-E000-437F-AE1E-514D64ACBA64}"/>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M @ 2012-13-II</a:t>
            </a:r>
          </a:p>
        </p:txBody>
      </p:sp>
      <p:sp>
        <p:nvSpPr>
          <p:cNvPr id="3" name="Header Placeholder 2">
            <a:extLst>
              <a:ext uri="{FF2B5EF4-FFF2-40B4-BE49-F238E27FC236}">
                <a16:creationId xmlns:a16="http://schemas.microsoft.com/office/drawing/2014/main" id="{CF9010A1-C8A0-4C2D-A00F-129404A2CF04}"/>
              </a:ext>
            </a:extLst>
          </p:cNvPr>
          <p:cNvSpPr>
            <a:spLocks noGrp="1"/>
          </p:cNvSpPr>
          <p:nvPr>
            <p:ph type="hdr" sz="quarter"/>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SCCR2043 Operating Systems</a:t>
            </a:r>
          </a:p>
        </p:txBody>
      </p:sp>
    </p:spTree>
    <p:extLst>
      <p:ext uri="{BB962C8B-B14F-4D97-AF65-F5344CB8AC3E}">
        <p14:creationId xmlns:p14="http://schemas.microsoft.com/office/powerpoint/2010/main" val="36385928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a:extLst>
              <a:ext uri="{FF2B5EF4-FFF2-40B4-BE49-F238E27FC236}">
                <a16:creationId xmlns:a16="http://schemas.microsoft.com/office/drawing/2014/main" id="{AFB38C73-0681-44EF-A539-67CFD6ED9D99}"/>
              </a:ext>
            </a:extLst>
          </p:cNvPr>
          <p:cNvSpPr>
            <a:spLocks noGrp="1" noRot="1" noChangeAspect="1" noChangeArrowheads="1" noTextEdit="1"/>
          </p:cNvSpPr>
          <p:nvPr>
            <p:ph type="sldImg"/>
          </p:nvPr>
        </p:nvSpPr>
        <p:spPr>
          <a:xfrm>
            <a:off x="1293813" y="798513"/>
            <a:ext cx="4271962" cy="3203575"/>
          </a:xfrm>
          <a:ln/>
        </p:spPr>
      </p:sp>
      <p:sp>
        <p:nvSpPr>
          <p:cNvPr id="68611" name="Rectangle 3">
            <a:extLst>
              <a:ext uri="{FF2B5EF4-FFF2-40B4-BE49-F238E27FC236}">
                <a16:creationId xmlns:a16="http://schemas.microsoft.com/office/drawing/2014/main" id="{CF311546-6167-44FD-BD48-E6413C86359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 name="Footer Placeholder 1">
            <a:extLst>
              <a:ext uri="{FF2B5EF4-FFF2-40B4-BE49-F238E27FC236}">
                <a16:creationId xmlns:a16="http://schemas.microsoft.com/office/drawing/2014/main" id="{3123F521-28AA-4AB6-B37C-7B2F714B7027}"/>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M @ 2012-13-II</a:t>
            </a:r>
          </a:p>
        </p:txBody>
      </p:sp>
      <p:sp>
        <p:nvSpPr>
          <p:cNvPr id="3" name="Header Placeholder 2">
            <a:extLst>
              <a:ext uri="{FF2B5EF4-FFF2-40B4-BE49-F238E27FC236}">
                <a16:creationId xmlns:a16="http://schemas.microsoft.com/office/drawing/2014/main" id="{72BDA1E9-F919-4DE3-9BDB-FB54299EE0F9}"/>
              </a:ext>
            </a:extLst>
          </p:cNvPr>
          <p:cNvSpPr>
            <a:spLocks noGrp="1"/>
          </p:cNvSpPr>
          <p:nvPr>
            <p:ph type="hdr" sz="quarter"/>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SCSR2043 Operating Systems</a:t>
            </a:r>
          </a:p>
        </p:txBody>
      </p:sp>
    </p:spTree>
    <p:extLst>
      <p:ext uri="{BB962C8B-B14F-4D97-AF65-F5344CB8AC3E}">
        <p14:creationId xmlns:p14="http://schemas.microsoft.com/office/powerpoint/2010/main" val="29458737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a:extLst>
              <a:ext uri="{FF2B5EF4-FFF2-40B4-BE49-F238E27FC236}">
                <a16:creationId xmlns:a16="http://schemas.microsoft.com/office/drawing/2014/main" id="{099F61A8-CBED-4C9A-A105-87E3EDED0994}"/>
              </a:ext>
            </a:extLst>
          </p:cNvPr>
          <p:cNvSpPr>
            <a:spLocks noGrp="1" noRot="1" noChangeAspect="1" noChangeArrowheads="1" noTextEdit="1"/>
          </p:cNvSpPr>
          <p:nvPr>
            <p:ph type="sldImg"/>
          </p:nvPr>
        </p:nvSpPr>
        <p:spPr>
          <a:xfrm>
            <a:off x="1293813" y="798513"/>
            <a:ext cx="4271962" cy="3203575"/>
          </a:xfrm>
          <a:ln/>
        </p:spPr>
      </p:sp>
      <p:sp>
        <p:nvSpPr>
          <p:cNvPr id="70659" name="Rectangle 3">
            <a:extLst>
              <a:ext uri="{FF2B5EF4-FFF2-40B4-BE49-F238E27FC236}">
                <a16:creationId xmlns:a16="http://schemas.microsoft.com/office/drawing/2014/main" id="{7B990FD1-F7EF-4E12-B0EB-91DDA0C2B9C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 name="Footer Placeholder 1">
            <a:extLst>
              <a:ext uri="{FF2B5EF4-FFF2-40B4-BE49-F238E27FC236}">
                <a16:creationId xmlns:a16="http://schemas.microsoft.com/office/drawing/2014/main" id="{35D0D71B-DA9A-418F-ADA8-A3AE5F30B386}"/>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M @ 2012-13-II</a:t>
            </a:r>
          </a:p>
        </p:txBody>
      </p:sp>
      <p:sp>
        <p:nvSpPr>
          <p:cNvPr id="3" name="Header Placeholder 2">
            <a:extLst>
              <a:ext uri="{FF2B5EF4-FFF2-40B4-BE49-F238E27FC236}">
                <a16:creationId xmlns:a16="http://schemas.microsoft.com/office/drawing/2014/main" id="{5675FE84-0D40-4B40-8DB1-896954685044}"/>
              </a:ext>
            </a:extLst>
          </p:cNvPr>
          <p:cNvSpPr>
            <a:spLocks noGrp="1"/>
          </p:cNvSpPr>
          <p:nvPr>
            <p:ph type="hdr" sz="quarter"/>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SCSR2043 Operating Systems</a:t>
            </a:r>
          </a:p>
        </p:txBody>
      </p:sp>
    </p:spTree>
    <p:extLst>
      <p:ext uri="{BB962C8B-B14F-4D97-AF65-F5344CB8AC3E}">
        <p14:creationId xmlns:p14="http://schemas.microsoft.com/office/powerpoint/2010/main" val="2878583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AB589075-94EC-4FBB-9A88-4D2D89F523E4}"/>
              </a:ext>
            </a:extLst>
          </p:cNvPr>
          <p:cNvSpPr>
            <a:spLocks noGrp="1" noRot="1" noChangeAspect="1" noChangeArrowheads="1" noTextEdit="1"/>
          </p:cNvSpPr>
          <p:nvPr>
            <p:ph type="sldImg"/>
          </p:nvPr>
        </p:nvSpPr>
        <p:spPr>
          <a:xfrm>
            <a:off x="1293813" y="798513"/>
            <a:ext cx="4271962" cy="3203575"/>
          </a:xfrm>
          <a:ln/>
        </p:spPr>
      </p:sp>
      <p:sp>
        <p:nvSpPr>
          <p:cNvPr id="72707" name="Rectangle 3">
            <a:extLst>
              <a:ext uri="{FF2B5EF4-FFF2-40B4-BE49-F238E27FC236}">
                <a16:creationId xmlns:a16="http://schemas.microsoft.com/office/drawing/2014/main" id="{C109E47B-BEF7-4E4D-8A40-A6B3A3DBF47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 name="Footer Placeholder 1">
            <a:extLst>
              <a:ext uri="{FF2B5EF4-FFF2-40B4-BE49-F238E27FC236}">
                <a16:creationId xmlns:a16="http://schemas.microsoft.com/office/drawing/2014/main" id="{0D09E4EA-C11A-4252-AFE3-45BD294CA0D0}"/>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M @ 2012-13-II</a:t>
            </a:r>
          </a:p>
        </p:txBody>
      </p:sp>
      <p:sp>
        <p:nvSpPr>
          <p:cNvPr id="3" name="Header Placeholder 2">
            <a:extLst>
              <a:ext uri="{FF2B5EF4-FFF2-40B4-BE49-F238E27FC236}">
                <a16:creationId xmlns:a16="http://schemas.microsoft.com/office/drawing/2014/main" id="{AB295319-4656-4448-8D9F-C6D394A02757}"/>
              </a:ext>
            </a:extLst>
          </p:cNvPr>
          <p:cNvSpPr>
            <a:spLocks noGrp="1"/>
          </p:cNvSpPr>
          <p:nvPr>
            <p:ph type="hdr" sz="quarter"/>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SCSR2043 Operating Systems</a:t>
            </a:r>
          </a:p>
        </p:txBody>
      </p:sp>
    </p:spTree>
    <p:extLst>
      <p:ext uri="{BB962C8B-B14F-4D97-AF65-F5344CB8AC3E}">
        <p14:creationId xmlns:p14="http://schemas.microsoft.com/office/powerpoint/2010/main" val="3407021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263D919F-3B4D-4BE2-873A-029C7E31D682}"/>
              </a:ext>
            </a:extLst>
          </p:cNvPr>
          <p:cNvSpPr>
            <a:spLocks noGrp="1" noRot="1" noChangeAspect="1" noChangeArrowheads="1" noTextEdit="1"/>
          </p:cNvSpPr>
          <p:nvPr>
            <p:ph type="sldImg"/>
          </p:nvPr>
        </p:nvSpPr>
        <p:spPr>
          <a:xfrm>
            <a:off x="1293813" y="798513"/>
            <a:ext cx="4271962" cy="3203575"/>
          </a:xfrm>
          <a:ln/>
        </p:spPr>
      </p:sp>
      <p:sp>
        <p:nvSpPr>
          <p:cNvPr id="74755" name="Rectangle 3">
            <a:extLst>
              <a:ext uri="{FF2B5EF4-FFF2-40B4-BE49-F238E27FC236}">
                <a16:creationId xmlns:a16="http://schemas.microsoft.com/office/drawing/2014/main" id="{9D2D65C3-FE16-4228-8414-B6D4B0055AD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2" name="Footer Placeholder 1">
            <a:extLst>
              <a:ext uri="{FF2B5EF4-FFF2-40B4-BE49-F238E27FC236}">
                <a16:creationId xmlns:a16="http://schemas.microsoft.com/office/drawing/2014/main" id="{4A3AC3F0-59CB-499D-80A5-31A159273067}"/>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M @ 2012-13-II</a:t>
            </a:r>
          </a:p>
        </p:txBody>
      </p:sp>
      <p:sp>
        <p:nvSpPr>
          <p:cNvPr id="3" name="Header Placeholder 2">
            <a:extLst>
              <a:ext uri="{FF2B5EF4-FFF2-40B4-BE49-F238E27FC236}">
                <a16:creationId xmlns:a16="http://schemas.microsoft.com/office/drawing/2014/main" id="{504EC851-2D2F-4EB5-8530-D7AFAC1EA1C1}"/>
              </a:ext>
            </a:extLst>
          </p:cNvPr>
          <p:cNvSpPr>
            <a:spLocks noGrp="1"/>
          </p:cNvSpPr>
          <p:nvPr>
            <p:ph type="hdr" sz="quarter"/>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SCSR2043 Operating Systems</a:t>
            </a:r>
          </a:p>
        </p:txBody>
      </p:sp>
    </p:spTree>
    <p:extLst>
      <p:ext uri="{BB962C8B-B14F-4D97-AF65-F5344CB8AC3E}">
        <p14:creationId xmlns:p14="http://schemas.microsoft.com/office/powerpoint/2010/main" val="14668520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2"/>
          <p:cNvSpPr>
            <a:spLocks noGrp="1" noRot="1" noChangeAspect="1" noChangeArrowheads="1" noTextEdit="1"/>
          </p:cNvSpPr>
          <p:nvPr>
            <p:ph type="sldImg"/>
          </p:nvPr>
        </p:nvSpPr>
        <p:spPr>
          <a:xfrm>
            <a:off x="3378200" y="593725"/>
            <a:ext cx="3175000" cy="2381250"/>
          </a:xfrm>
          <a:ln/>
        </p:spPr>
      </p:sp>
      <p:sp>
        <p:nvSpPr>
          <p:cNvPr id="8397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a:lstStyle/>
          <a:p>
            <a:endParaRPr lang="en-US">
              <a:latin typeface="Times New Roman" charset="0"/>
              <a:ea typeface="MS PGothic" charset="0"/>
            </a:endParaRPr>
          </a:p>
        </p:txBody>
      </p:sp>
      <p:sp>
        <p:nvSpPr>
          <p:cNvPr id="2" name="Footer Placeholder 1"/>
          <p:cNvSpPr>
            <a:spLocks noGrp="1"/>
          </p:cNvSpPr>
          <p:nvPr>
            <p:ph type="ftr" sz="quarter" idx="4"/>
          </p:nvPr>
        </p:nvSpPr>
        <p:spPr/>
        <p:txBody>
          <a:bodyPr/>
          <a:lstStyle/>
          <a:p>
            <a:pPr>
              <a:defRPr/>
            </a:pPr>
            <a:r>
              <a:rPr lang="en-US"/>
              <a:t>M @ 2012-13-II</a:t>
            </a:r>
          </a:p>
        </p:txBody>
      </p:sp>
      <p:sp>
        <p:nvSpPr>
          <p:cNvPr id="3" name="Header Placeholder 2"/>
          <p:cNvSpPr>
            <a:spLocks noGrp="1"/>
          </p:cNvSpPr>
          <p:nvPr>
            <p:ph type="hdr" sz="quarter"/>
          </p:nvPr>
        </p:nvSpPr>
        <p:spPr/>
        <p:txBody>
          <a:bodyPr/>
          <a:lstStyle/>
          <a:p>
            <a:pPr>
              <a:defRPr/>
            </a:pPr>
            <a:r>
              <a:rPr lang="en-US"/>
              <a:t>SCSR2043 Operating Systems</a:t>
            </a:r>
          </a:p>
        </p:txBody>
      </p:sp>
    </p:spTree>
    <p:extLst>
      <p:ext uri="{BB962C8B-B14F-4D97-AF65-F5344CB8AC3E}">
        <p14:creationId xmlns:p14="http://schemas.microsoft.com/office/powerpoint/2010/main" val="934452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63746BB1-EBB0-4CEF-AAC7-5F9474DE6DF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9F76C77-C3D3-4AA5-B9BA-E8E78C71901D}" type="slidenum">
              <a:rPr lang="en-US" altLang="en-US">
                <a:latin typeface="Times New Roman" panose="02020603050405020304" pitchFamily="18" charset="0"/>
              </a:rPr>
              <a:pPr/>
              <a:t>23</a:t>
            </a:fld>
            <a:endParaRPr lang="en-US" altLang="en-US">
              <a:latin typeface="Times New Roman" panose="02020603050405020304" pitchFamily="18" charset="0"/>
            </a:endParaRPr>
          </a:p>
        </p:txBody>
      </p:sp>
      <p:sp>
        <p:nvSpPr>
          <p:cNvPr id="47107" name="Rectangle 2">
            <a:extLst>
              <a:ext uri="{FF2B5EF4-FFF2-40B4-BE49-F238E27FC236}">
                <a16:creationId xmlns:a16="http://schemas.microsoft.com/office/drawing/2014/main" id="{F43AA532-F169-4A79-B31D-CD91944CE09A}"/>
              </a:ext>
            </a:extLst>
          </p:cNvPr>
          <p:cNvSpPr>
            <a:spLocks noGrp="1" noRot="1" noChangeAspect="1" noChangeArrowheads="1" noTextEdit="1"/>
          </p:cNvSpPr>
          <p:nvPr>
            <p:ph type="sldImg"/>
          </p:nvPr>
        </p:nvSpPr>
        <p:spPr>
          <a:ln/>
        </p:spPr>
      </p:sp>
      <p:sp>
        <p:nvSpPr>
          <p:cNvPr id="47108" name="Rectangle 3">
            <a:extLst>
              <a:ext uri="{FF2B5EF4-FFF2-40B4-BE49-F238E27FC236}">
                <a16:creationId xmlns:a16="http://schemas.microsoft.com/office/drawing/2014/main" id="{BE005904-9B1C-463C-9D02-EC65928AC5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3324098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6CF4EFD1-E2F9-47AD-9FAC-C94EA297ED0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C8FD7A3-0936-4E6A-BD84-11A8E0310B75}" type="slidenum">
              <a:rPr lang="en-US" altLang="en-US">
                <a:latin typeface="Times New Roman" panose="02020603050405020304" pitchFamily="18" charset="0"/>
              </a:rPr>
              <a:pPr/>
              <a:t>25</a:t>
            </a:fld>
            <a:endParaRPr lang="en-US" altLang="en-US">
              <a:latin typeface="Times New Roman" panose="02020603050405020304" pitchFamily="18" charset="0"/>
            </a:endParaRPr>
          </a:p>
        </p:txBody>
      </p:sp>
      <p:sp>
        <p:nvSpPr>
          <p:cNvPr id="48131" name="Rectangle 2">
            <a:extLst>
              <a:ext uri="{FF2B5EF4-FFF2-40B4-BE49-F238E27FC236}">
                <a16:creationId xmlns:a16="http://schemas.microsoft.com/office/drawing/2014/main" id="{97201603-13DB-4548-B60E-5FC197F4A9A1}"/>
              </a:ext>
            </a:extLst>
          </p:cNvPr>
          <p:cNvSpPr>
            <a:spLocks noGrp="1" noRot="1" noChangeAspect="1" noChangeArrowheads="1" noTextEdit="1"/>
          </p:cNvSpPr>
          <p:nvPr>
            <p:ph type="sldImg"/>
          </p:nvPr>
        </p:nvSpPr>
        <p:spPr>
          <a:ln/>
        </p:spPr>
      </p:sp>
      <p:sp>
        <p:nvSpPr>
          <p:cNvPr id="48132" name="Rectangle 3">
            <a:extLst>
              <a:ext uri="{FF2B5EF4-FFF2-40B4-BE49-F238E27FC236}">
                <a16:creationId xmlns:a16="http://schemas.microsoft.com/office/drawing/2014/main" id="{B2AF13EF-83F8-4FBD-BCDE-4E7AC23BBBD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9214160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D6DC27E3-A082-42B7-A996-FFE82F0DBF9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24ED8193-D68F-45C7-AB0E-78F181531BDA}" type="slidenum">
              <a:rPr lang="en-US" altLang="en-US">
                <a:latin typeface="Times New Roman" panose="02020603050405020304" pitchFamily="18" charset="0"/>
              </a:rPr>
              <a:pPr/>
              <a:t>26</a:t>
            </a:fld>
            <a:endParaRPr lang="en-US" altLang="en-US">
              <a:latin typeface="Times New Roman" panose="02020603050405020304" pitchFamily="18" charset="0"/>
            </a:endParaRPr>
          </a:p>
        </p:txBody>
      </p:sp>
      <p:sp>
        <p:nvSpPr>
          <p:cNvPr id="49155" name="Rectangle 2">
            <a:extLst>
              <a:ext uri="{FF2B5EF4-FFF2-40B4-BE49-F238E27FC236}">
                <a16:creationId xmlns:a16="http://schemas.microsoft.com/office/drawing/2014/main" id="{CF479C4C-E98D-48D8-8A64-ADDD4F1E656B}"/>
              </a:ext>
            </a:extLst>
          </p:cNvPr>
          <p:cNvSpPr>
            <a:spLocks noGrp="1" noRot="1" noChangeAspect="1" noChangeArrowheads="1" noTextEdit="1"/>
          </p:cNvSpPr>
          <p:nvPr>
            <p:ph type="sldImg"/>
          </p:nvPr>
        </p:nvSpPr>
        <p:spPr>
          <a:ln/>
        </p:spPr>
      </p:sp>
      <p:sp>
        <p:nvSpPr>
          <p:cNvPr id="49156" name="Rectangle 3">
            <a:extLst>
              <a:ext uri="{FF2B5EF4-FFF2-40B4-BE49-F238E27FC236}">
                <a16:creationId xmlns:a16="http://schemas.microsoft.com/office/drawing/2014/main" id="{5372BCB0-0F9F-42F4-8244-48650BD2854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657455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A8114C57-5808-4FD8-9830-E6567800631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8007CDE-E962-44C0-AAA5-D017AB0E8B2F}" type="slidenum">
              <a:rPr lang="en-US" altLang="en-US">
                <a:latin typeface="Times New Roman" panose="02020603050405020304" pitchFamily="18" charset="0"/>
              </a:rPr>
              <a:pPr/>
              <a:t>27</a:t>
            </a:fld>
            <a:endParaRPr lang="en-US" altLang="en-US">
              <a:latin typeface="Times New Roman" panose="02020603050405020304" pitchFamily="18" charset="0"/>
            </a:endParaRPr>
          </a:p>
        </p:txBody>
      </p:sp>
      <p:sp>
        <p:nvSpPr>
          <p:cNvPr id="50179" name="Rectangle 2">
            <a:extLst>
              <a:ext uri="{FF2B5EF4-FFF2-40B4-BE49-F238E27FC236}">
                <a16:creationId xmlns:a16="http://schemas.microsoft.com/office/drawing/2014/main" id="{780F74F7-3C42-4BC3-BB6B-6177B06C42EC}"/>
              </a:ext>
            </a:extLst>
          </p:cNvPr>
          <p:cNvSpPr>
            <a:spLocks noGrp="1" noRot="1" noChangeAspect="1" noChangeArrowheads="1" noTextEdit="1"/>
          </p:cNvSpPr>
          <p:nvPr>
            <p:ph type="sldImg"/>
          </p:nvPr>
        </p:nvSpPr>
        <p:spPr>
          <a:ln/>
        </p:spPr>
      </p:sp>
      <p:sp>
        <p:nvSpPr>
          <p:cNvPr id="50180" name="Rectangle 3">
            <a:extLst>
              <a:ext uri="{FF2B5EF4-FFF2-40B4-BE49-F238E27FC236}">
                <a16:creationId xmlns:a16="http://schemas.microsoft.com/office/drawing/2014/main" id="{ED092EC2-8BAF-4DCC-856C-6D781BB231E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3080308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05457045-1692-4EEE-9237-7AF8F04651B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B64F077-3859-4C6C-A32C-775755F5A5D1}" type="slidenum">
              <a:rPr lang="en-US" altLang="en-US">
                <a:latin typeface="Times New Roman" panose="02020603050405020304" pitchFamily="18" charset="0"/>
              </a:rPr>
              <a:pPr/>
              <a:t>28</a:t>
            </a:fld>
            <a:endParaRPr lang="en-US" altLang="en-US">
              <a:latin typeface="Times New Roman" panose="02020603050405020304" pitchFamily="18" charset="0"/>
            </a:endParaRPr>
          </a:p>
        </p:txBody>
      </p:sp>
      <p:sp>
        <p:nvSpPr>
          <p:cNvPr id="51203" name="Rectangle 2">
            <a:extLst>
              <a:ext uri="{FF2B5EF4-FFF2-40B4-BE49-F238E27FC236}">
                <a16:creationId xmlns:a16="http://schemas.microsoft.com/office/drawing/2014/main" id="{76D271DE-EFD8-488D-8078-86C601D521B6}"/>
              </a:ext>
            </a:extLst>
          </p:cNvPr>
          <p:cNvSpPr>
            <a:spLocks noGrp="1" noRot="1" noChangeAspect="1" noChangeArrowheads="1" noTextEdit="1"/>
          </p:cNvSpPr>
          <p:nvPr>
            <p:ph type="sldImg"/>
          </p:nvPr>
        </p:nvSpPr>
        <p:spPr>
          <a:ln/>
        </p:spPr>
      </p:sp>
      <p:sp>
        <p:nvSpPr>
          <p:cNvPr id="51204" name="Rectangle 3">
            <a:extLst>
              <a:ext uri="{FF2B5EF4-FFF2-40B4-BE49-F238E27FC236}">
                <a16:creationId xmlns:a16="http://schemas.microsoft.com/office/drawing/2014/main" id="{14D1B215-6A9F-48EE-B6D5-1F8E70DB763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9931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3FA31F2C-1BB7-414B-B3FD-A57CB0C5A33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1964C38-D280-4736-8994-F67DD29FF3AA}" type="slidenum">
              <a:rPr lang="en-US" altLang="en-US">
                <a:latin typeface="Times New Roman" panose="02020603050405020304" pitchFamily="18" charset="0"/>
              </a:rPr>
              <a:pPr/>
              <a:t>35</a:t>
            </a:fld>
            <a:endParaRPr lang="en-US" altLang="en-US">
              <a:latin typeface="Times New Roman" panose="02020603050405020304" pitchFamily="18" charset="0"/>
            </a:endParaRPr>
          </a:p>
        </p:txBody>
      </p:sp>
      <p:sp>
        <p:nvSpPr>
          <p:cNvPr id="52227" name="Rectangle 2">
            <a:extLst>
              <a:ext uri="{FF2B5EF4-FFF2-40B4-BE49-F238E27FC236}">
                <a16:creationId xmlns:a16="http://schemas.microsoft.com/office/drawing/2014/main" id="{4AB83E47-CC6C-489E-AEA8-20D936600A07}"/>
              </a:ext>
            </a:extLst>
          </p:cNvPr>
          <p:cNvSpPr>
            <a:spLocks noGrp="1" noRot="1" noChangeAspect="1" noChangeArrowheads="1" noTextEdit="1"/>
          </p:cNvSpPr>
          <p:nvPr>
            <p:ph type="sldImg"/>
          </p:nvPr>
        </p:nvSpPr>
        <p:spPr>
          <a:ln/>
        </p:spPr>
      </p:sp>
      <p:sp>
        <p:nvSpPr>
          <p:cNvPr id="52228" name="Rectangle 3">
            <a:extLst>
              <a:ext uri="{FF2B5EF4-FFF2-40B4-BE49-F238E27FC236}">
                <a16:creationId xmlns:a16="http://schemas.microsoft.com/office/drawing/2014/main" id="{1DADEED2-71BA-4435-801F-1AE7B439759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7668365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a:extLst>
              <a:ext uri="{FF2B5EF4-FFF2-40B4-BE49-F238E27FC236}">
                <a16:creationId xmlns:a16="http://schemas.microsoft.com/office/drawing/2014/main" id="{C0AB6476-86DA-442F-996D-2598A1D89D1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04C43-CE67-456B-AB34-4F686E7834B0}" type="slidenum">
              <a:rPr lang="en-US" altLang="en-US">
                <a:latin typeface="Times New Roman" panose="02020603050405020304" pitchFamily="18" charset="0"/>
              </a:rPr>
              <a:pPr/>
              <a:t>36</a:t>
            </a:fld>
            <a:endParaRPr lang="en-US" altLang="en-US">
              <a:latin typeface="Times New Roman" panose="02020603050405020304" pitchFamily="18" charset="0"/>
            </a:endParaRPr>
          </a:p>
        </p:txBody>
      </p:sp>
      <p:sp>
        <p:nvSpPr>
          <p:cNvPr id="53251" name="Rectangle 2">
            <a:extLst>
              <a:ext uri="{FF2B5EF4-FFF2-40B4-BE49-F238E27FC236}">
                <a16:creationId xmlns:a16="http://schemas.microsoft.com/office/drawing/2014/main" id="{0B77D808-7520-4A69-AD13-1BB2FCE19057}"/>
              </a:ext>
            </a:extLst>
          </p:cNvPr>
          <p:cNvSpPr>
            <a:spLocks noGrp="1" noRot="1" noChangeAspect="1" noChangeArrowheads="1" noTextEdit="1"/>
          </p:cNvSpPr>
          <p:nvPr>
            <p:ph type="sldImg"/>
          </p:nvPr>
        </p:nvSpPr>
        <p:spPr>
          <a:ln/>
        </p:spPr>
      </p:sp>
      <p:sp>
        <p:nvSpPr>
          <p:cNvPr id="53252" name="Rectangle 3">
            <a:extLst>
              <a:ext uri="{FF2B5EF4-FFF2-40B4-BE49-F238E27FC236}">
                <a16:creationId xmlns:a16="http://schemas.microsoft.com/office/drawing/2014/main" id="{B0328A79-37D8-4F92-95BD-7FB1069C223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40035235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a:extLst>
              <a:ext uri="{FF2B5EF4-FFF2-40B4-BE49-F238E27FC236}">
                <a16:creationId xmlns:a16="http://schemas.microsoft.com/office/drawing/2014/main" id="{D90DEE03-4209-4621-A303-B7DBBAD471FC}"/>
              </a:ext>
            </a:extLst>
          </p:cNvPr>
          <p:cNvSpPr>
            <a:spLocks noGrp="1" noRot="1" noChangeAspect="1" noTextEdit="1"/>
          </p:cNvSpPr>
          <p:nvPr>
            <p:ph type="sldImg"/>
          </p:nvPr>
        </p:nvSpPr>
        <p:spPr>
          <a:ln/>
        </p:spPr>
      </p:sp>
      <p:sp>
        <p:nvSpPr>
          <p:cNvPr id="28675" name="Notes Placeholder 2">
            <a:extLst>
              <a:ext uri="{FF2B5EF4-FFF2-40B4-BE49-F238E27FC236}">
                <a16:creationId xmlns:a16="http://schemas.microsoft.com/office/drawing/2014/main" id="{4BDDAC07-7EEE-4806-90E2-DA2D0CACD43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ltLang="ms-MY"/>
          </a:p>
        </p:txBody>
      </p:sp>
      <p:sp>
        <p:nvSpPr>
          <p:cNvPr id="28676" name="Slide Number Placeholder 3">
            <a:extLst>
              <a:ext uri="{FF2B5EF4-FFF2-40B4-BE49-F238E27FC236}">
                <a16:creationId xmlns:a16="http://schemas.microsoft.com/office/drawing/2014/main" id="{6A65FA80-D926-42A0-94AA-3CEFFE34DE1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5EBC78D-12C6-489D-9707-3C9857C51946}" type="slidenum">
              <a:rPr kumimoji="0" lang="en-US" altLang="ms-MY" sz="1200" b="0" i="0" u="none" strike="noStrike" kern="1200" cap="none" spc="0" normalizeH="0" baseline="0" noProof="0" smtClean="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ms-MY"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2" name="Footer Placeholder 1">
            <a:extLst>
              <a:ext uri="{FF2B5EF4-FFF2-40B4-BE49-F238E27FC236}">
                <a16:creationId xmlns:a16="http://schemas.microsoft.com/office/drawing/2014/main" id="{98C70B58-3A3F-4E81-993C-E76501D1B04C}"/>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M @ 2012-13-II</a:t>
            </a:r>
          </a:p>
        </p:txBody>
      </p:sp>
      <p:sp>
        <p:nvSpPr>
          <p:cNvPr id="3" name="Header Placeholder 2">
            <a:extLst>
              <a:ext uri="{FF2B5EF4-FFF2-40B4-BE49-F238E27FC236}">
                <a16:creationId xmlns:a16="http://schemas.microsoft.com/office/drawing/2014/main" id="{DBB4F7B4-0661-4E31-91C2-4FFE3928A5FE}"/>
              </a:ext>
            </a:extLst>
          </p:cNvPr>
          <p:cNvSpPr>
            <a:spLocks noGrp="1"/>
          </p:cNvSpPr>
          <p:nvPr>
            <p:ph type="hdr" sz="quarter"/>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SCSR2043 Operating Systems</a:t>
            </a:r>
          </a:p>
        </p:txBody>
      </p:sp>
    </p:spTree>
    <p:extLst>
      <p:ext uri="{BB962C8B-B14F-4D97-AF65-F5344CB8AC3E}">
        <p14:creationId xmlns:p14="http://schemas.microsoft.com/office/powerpoint/2010/main" val="27748453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0EE13285-22C3-4A5B-8E16-61CBC607874D}"/>
              </a:ext>
            </a:extLst>
          </p:cNvPr>
          <p:cNvSpPr>
            <a:spLocks noGrp="1" noRot="1" noChangeAspect="1" noTextEdit="1"/>
          </p:cNvSpPr>
          <p:nvPr>
            <p:ph type="sldImg"/>
          </p:nvPr>
        </p:nvSpPr>
        <p:spPr>
          <a:ln/>
        </p:spPr>
      </p:sp>
      <p:sp>
        <p:nvSpPr>
          <p:cNvPr id="31747" name="Notes Placeholder 2">
            <a:extLst>
              <a:ext uri="{FF2B5EF4-FFF2-40B4-BE49-F238E27FC236}">
                <a16:creationId xmlns:a16="http://schemas.microsoft.com/office/drawing/2014/main" id="{C79B1996-253D-4872-A50D-B4F28E937CB1}"/>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ltLang="ms-MY"/>
          </a:p>
        </p:txBody>
      </p:sp>
      <p:sp>
        <p:nvSpPr>
          <p:cNvPr id="31748" name="Slide Number Placeholder 3">
            <a:extLst>
              <a:ext uri="{FF2B5EF4-FFF2-40B4-BE49-F238E27FC236}">
                <a16:creationId xmlns:a16="http://schemas.microsoft.com/office/drawing/2014/main" id="{5BF81DEB-CA8C-46B7-BB6A-04AF9C6F987F}"/>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7713F9C-48D8-4903-ABC7-6BD51224D273}" type="slidenum">
              <a:rPr kumimoji="0" lang="en-US" altLang="ms-MY" sz="1200" b="0" i="0" u="none" strike="noStrike" kern="1200" cap="none" spc="0" normalizeH="0" baseline="0" noProof="0" smtClean="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ms-MY"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2" name="Footer Placeholder 1">
            <a:extLst>
              <a:ext uri="{FF2B5EF4-FFF2-40B4-BE49-F238E27FC236}">
                <a16:creationId xmlns:a16="http://schemas.microsoft.com/office/drawing/2014/main" id="{49400B2A-FDE9-4001-BEBC-305970110893}"/>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M @ 2012-13-II</a:t>
            </a:r>
          </a:p>
        </p:txBody>
      </p:sp>
      <p:sp>
        <p:nvSpPr>
          <p:cNvPr id="3" name="Header Placeholder 2">
            <a:extLst>
              <a:ext uri="{FF2B5EF4-FFF2-40B4-BE49-F238E27FC236}">
                <a16:creationId xmlns:a16="http://schemas.microsoft.com/office/drawing/2014/main" id="{A7809519-0250-4B16-843F-CB4F417779EB}"/>
              </a:ext>
            </a:extLst>
          </p:cNvPr>
          <p:cNvSpPr>
            <a:spLocks noGrp="1"/>
          </p:cNvSpPr>
          <p:nvPr>
            <p:ph type="hdr" sz="quarter"/>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SCSR2043 Operating Systems</a:t>
            </a:r>
          </a:p>
        </p:txBody>
      </p:sp>
    </p:spTree>
    <p:extLst>
      <p:ext uri="{BB962C8B-B14F-4D97-AF65-F5344CB8AC3E}">
        <p14:creationId xmlns:p14="http://schemas.microsoft.com/office/powerpoint/2010/main" val="31358282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6830B5C6-1CC6-4DF5-AC55-CB7951B77023}"/>
              </a:ext>
            </a:extLst>
          </p:cNvPr>
          <p:cNvSpPr>
            <a:spLocks noGrp="1" noRot="1" noChangeAspect="1" noTextEdit="1"/>
          </p:cNvSpPr>
          <p:nvPr>
            <p:ph type="sldImg"/>
          </p:nvPr>
        </p:nvSpPr>
        <p:spPr>
          <a:ln/>
        </p:spPr>
      </p:sp>
      <p:sp>
        <p:nvSpPr>
          <p:cNvPr id="33795" name="Notes Placeholder 2">
            <a:extLst>
              <a:ext uri="{FF2B5EF4-FFF2-40B4-BE49-F238E27FC236}">
                <a16:creationId xmlns:a16="http://schemas.microsoft.com/office/drawing/2014/main" id="{A6F0EE1C-438B-4782-8D34-0EE951F259B0}"/>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ltLang="ms-MY"/>
          </a:p>
        </p:txBody>
      </p:sp>
      <p:sp>
        <p:nvSpPr>
          <p:cNvPr id="33796" name="Slide Number Placeholder 3">
            <a:extLst>
              <a:ext uri="{FF2B5EF4-FFF2-40B4-BE49-F238E27FC236}">
                <a16:creationId xmlns:a16="http://schemas.microsoft.com/office/drawing/2014/main" id="{E87BB691-47D8-4B38-876B-81931CDD661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46F7392-4EF8-4120-8768-D7D08858E61F}" type="slidenum">
              <a:rPr kumimoji="0" lang="en-US" altLang="ms-MY" sz="1200" b="0" i="0" u="none" strike="noStrike" kern="1200" cap="none" spc="0" normalizeH="0" baseline="0" noProof="0" smtClean="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ms-MY"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2" name="Footer Placeholder 1">
            <a:extLst>
              <a:ext uri="{FF2B5EF4-FFF2-40B4-BE49-F238E27FC236}">
                <a16:creationId xmlns:a16="http://schemas.microsoft.com/office/drawing/2014/main" id="{ECF09873-B664-4120-B936-7335FD05B399}"/>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M @ 2012-13-II</a:t>
            </a:r>
          </a:p>
        </p:txBody>
      </p:sp>
      <p:sp>
        <p:nvSpPr>
          <p:cNvPr id="3" name="Header Placeholder 2">
            <a:extLst>
              <a:ext uri="{FF2B5EF4-FFF2-40B4-BE49-F238E27FC236}">
                <a16:creationId xmlns:a16="http://schemas.microsoft.com/office/drawing/2014/main" id="{02976B88-255C-4BAE-B332-0237F66DD00A}"/>
              </a:ext>
            </a:extLst>
          </p:cNvPr>
          <p:cNvSpPr>
            <a:spLocks noGrp="1"/>
          </p:cNvSpPr>
          <p:nvPr>
            <p:ph type="hdr" sz="quarter"/>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SCSR2043 Operating Systems</a:t>
            </a:r>
          </a:p>
        </p:txBody>
      </p:sp>
    </p:spTree>
    <p:extLst>
      <p:ext uri="{BB962C8B-B14F-4D97-AF65-F5344CB8AC3E}">
        <p14:creationId xmlns:p14="http://schemas.microsoft.com/office/powerpoint/2010/main" val="38284275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a:extLst>
              <a:ext uri="{FF2B5EF4-FFF2-40B4-BE49-F238E27FC236}">
                <a16:creationId xmlns:a16="http://schemas.microsoft.com/office/drawing/2014/main" id="{23D66A4A-FB1A-46DA-9400-18C7AE1673B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6F6CD17-BA1D-4DC1-BA81-BE645E91BB00}" type="slidenum">
              <a:rPr lang="en-US" altLang="en-US">
                <a:latin typeface="Times New Roman" panose="02020603050405020304" pitchFamily="18" charset="0"/>
              </a:rPr>
              <a:pPr/>
              <a:t>46</a:t>
            </a:fld>
            <a:endParaRPr lang="en-US" altLang="en-US">
              <a:latin typeface="Times New Roman" panose="02020603050405020304" pitchFamily="18" charset="0"/>
            </a:endParaRPr>
          </a:p>
        </p:txBody>
      </p:sp>
      <p:sp>
        <p:nvSpPr>
          <p:cNvPr id="57347" name="Rectangle 2">
            <a:extLst>
              <a:ext uri="{FF2B5EF4-FFF2-40B4-BE49-F238E27FC236}">
                <a16:creationId xmlns:a16="http://schemas.microsoft.com/office/drawing/2014/main" id="{8A240B03-C1B4-45A0-9DB3-D4B33E09146F}"/>
              </a:ext>
            </a:extLst>
          </p:cNvPr>
          <p:cNvSpPr>
            <a:spLocks noGrp="1" noRot="1" noChangeAspect="1" noChangeArrowheads="1" noTextEdit="1"/>
          </p:cNvSpPr>
          <p:nvPr>
            <p:ph type="sldImg"/>
          </p:nvPr>
        </p:nvSpPr>
        <p:spPr>
          <a:ln/>
        </p:spPr>
      </p:sp>
      <p:sp>
        <p:nvSpPr>
          <p:cNvPr id="57348" name="Rectangle 3">
            <a:extLst>
              <a:ext uri="{FF2B5EF4-FFF2-40B4-BE49-F238E27FC236}">
                <a16:creationId xmlns:a16="http://schemas.microsoft.com/office/drawing/2014/main" id="{18943DA8-933F-4B8F-9AEB-4255204102D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24932261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FB189331-7DB3-4103-B134-0B78EC55141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E98743-80BA-4850-8F53-25EEF8ED03B2}" type="slidenum">
              <a:rPr lang="en-US" altLang="en-US">
                <a:latin typeface="Times New Roman" panose="02020603050405020304" pitchFamily="18" charset="0"/>
              </a:rPr>
              <a:pPr/>
              <a:t>55</a:t>
            </a:fld>
            <a:endParaRPr lang="en-US" altLang="en-US">
              <a:latin typeface="Times New Roman" panose="02020603050405020304" pitchFamily="18" charset="0"/>
            </a:endParaRPr>
          </a:p>
        </p:txBody>
      </p:sp>
      <p:sp>
        <p:nvSpPr>
          <p:cNvPr id="58371" name="Rectangle 2">
            <a:extLst>
              <a:ext uri="{FF2B5EF4-FFF2-40B4-BE49-F238E27FC236}">
                <a16:creationId xmlns:a16="http://schemas.microsoft.com/office/drawing/2014/main" id="{6A7BF0BA-23FF-452E-85FF-24F4E4EE1065}"/>
              </a:ext>
            </a:extLst>
          </p:cNvPr>
          <p:cNvSpPr>
            <a:spLocks noGrp="1" noRot="1" noChangeAspect="1" noChangeArrowheads="1" noTextEdit="1"/>
          </p:cNvSpPr>
          <p:nvPr>
            <p:ph type="sldImg"/>
          </p:nvPr>
        </p:nvSpPr>
        <p:spPr>
          <a:ln/>
        </p:spPr>
      </p:sp>
      <p:sp>
        <p:nvSpPr>
          <p:cNvPr id="58372" name="Rectangle 3">
            <a:extLst>
              <a:ext uri="{FF2B5EF4-FFF2-40B4-BE49-F238E27FC236}">
                <a16:creationId xmlns:a16="http://schemas.microsoft.com/office/drawing/2014/main" id="{0D5890ED-EBE6-40D9-9739-4AC4D35AF45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547692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a:extLst>
              <a:ext uri="{FF2B5EF4-FFF2-40B4-BE49-F238E27FC236}">
                <a16:creationId xmlns:a16="http://schemas.microsoft.com/office/drawing/2014/main" id="{B55516B7-7D6F-4680-9084-F1A38E6A1B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AF6DE6B-02E0-4177-9F7C-4083EDA547C5}" type="slidenum">
              <a:rPr lang="en-US" altLang="en-US">
                <a:latin typeface="Times New Roman" panose="02020603050405020304" pitchFamily="18" charset="0"/>
              </a:rPr>
              <a:pPr/>
              <a:t>58</a:t>
            </a:fld>
            <a:endParaRPr lang="en-US" altLang="en-US">
              <a:latin typeface="Times New Roman" panose="02020603050405020304" pitchFamily="18" charset="0"/>
            </a:endParaRPr>
          </a:p>
        </p:txBody>
      </p:sp>
      <p:sp>
        <p:nvSpPr>
          <p:cNvPr id="59395" name="Rectangle 2">
            <a:extLst>
              <a:ext uri="{FF2B5EF4-FFF2-40B4-BE49-F238E27FC236}">
                <a16:creationId xmlns:a16="http://schemas.microsoft.com/office/drawing/2014/main" id="{F07DE8A2-8074-4090-BD61-E186DBF22762}"/>
              </a:ext>
            </a:extLst>
          </p:cNvPr>
          <p:cNvSpPr>
            <a:spLocks noGrp="1" noRot="1" noChangeAspect="1" noChangeArrowheads="1" noTextEdit="1"/>
          </p:cNvSpPr>
          <p:nvPr>
            <p:ph type="sldImg"/>
          </p:nvPr>
        </p:nvSpPr>
        <p:spPr>
          <a:ln/>
        </p:spPr>
      </p:sp>
      <p:sp>
        <p:nvSpPr>
          <p:cNvPr id="59396" name="Rectangle 3">
            <a:extLst>
              <a:ext uri="{FF2B5EF4-FFF2-40B4-BE49-F238E27FC236}">
                <a16:creationId xmlns:a16="http://schemas.microsoft.com/office/drawing/2014/main" id="{6C80AD18-7612-42F4-A186-99426054895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0217711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40588C67-EC4D-4E0A-8D6A-FF5DBCB0943A}"/>
              </a:ext>
            </a:extLst>
          </p:cNvPr>
          <p:cNvSpPr>
            <a:spLocks noGrp="1" noRot="1" noChangeAspect="1" noTextEdit="1"/>
          </p:cNvSpPr>
          <p:nvPr>
            <p:ph type="sldImg"/>
          </p:nvPr>
        </p:nvSpPr>
        <p:spPr>
          <a:ln/>
        </p:spPr>
      </p:sp>
      <p:sp>
        <p:nvSpPr>
          <p:cNvPr id="64515" name="Notes Placeholder 2">
            <a:extLst>
              <a:ext uri="{FF2B5EF4-FFF2-40B4-BE49-F238E27FC236}">
                <a16:creationId xmlns:a16="http://schemas.microsoft.com/office/drawing/2014/main" id="{0FAD37B3-8E2F-40C8-8547-F12E0DFFC263}"/>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ltLang="ms-MY"/>
          </a:p>
        </p:txBody>
      </p:sp>
      <p:sp>
        <p:nvSpPr>
          <p:cNvPr id="4" name="Header Placeholder 3">
            <a:extLst>
              <a:ext uri="{FF2B5EF4-FFF2-40B4-BE49-F238E27FC236}">
                <a16:creationId xmlns:a16="http://schemas.microsoft.com/office/drawing/2014/main" id="{C0414AD5-2DCF-43C1-8AA7-9B1BAF57A68C}"/>
              </a:ext>
            </a:extLst>
          </p:cNvPr>
          <p:cNvSpPr>
            <a:spLocks noGrp="1"/>
          </p:cNvSpPr>
          <p:nvPr>
            <p:ph type="hdr" sz="quarter"/>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SCSR2043 Operating Systems</a:t>
            </a:r>
          </a:p>
        </p:txBody>
      </p:sp>
      <p:sp>
        <p:nvSpPr>
          <p:cNvPr id="5" name="Footer Placeholder 4">
            <a:extLst>
              <a:ext uri="{FF2B5EF4-FFF2-40B4-BE49-F238E27FC236}">
                <a16:creationId xmlns:a16="http://schemas.microsoft.com/office/drawing/2014/main" id="{20562F56-6E4D-48BD-86E1-340433CCCD4F}"/>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M @ 2012-13-II</a:t>
            </a:r>
          </a:p>
        </p:txBody>
      </p:sp>
      <p:sp>
        <p:nvSpPr>
          <p:cNvPr id="64518" name="Slide Number Placeholder 5">
            <a:extLst>
              <a:ext uri="{FF2B5EF4-FFF2-40B4-BE49-F238E27FC236}">
                <a16:creationId xmlns:a16="http://schemas.microsoft.com/office/drawing/2014/main" id="{902A8AB5-6B95-48D3-8CF4-4BC06328F84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A1CB4D6-BDD9-472B-8D32-D595A7DCB2A9}" type="slidenum">
              <a:rPr kumimoji="0" lang="en-US" altLang="ms-MY" sz="1200" b="0" i="0" u="none" strike="noStrike" kern="1200" cap="none" spc="0" normalizeH="0" baseline="0" noProof="0" smtClean="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en-US" altLang="ms-MY"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243518260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71B9F045-1A3C-4467-AD0D-93E58B645A5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0649C119-CD66-41BC-8E9A-EA3CB341B65A}"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63</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60419" name="Rectangle 2">
            <a:extLst>
              <a:ext uri="{FF2B5EF4-FFF2-40B4-BE49-F238E27FC236}">
                <a16:creationId xmlns:a16="http://schemas.microsoft.com/office/drawing/2014/main" id="{C0BCFB54-9F63-47DB-99CE-19B549E657DB}"/>
              </a:ext>
            </a:extLst>
          </p:cNvPr>
          <p:cNvSpPr>
            <a:spLocks noGrp="1" noRot="1" noChangeAspect="1" noChangeArrowheads="1" noTextEdit="1"/>
          </p:cNvSpPr>
          <p:nvPr>
            <p:ph type="sldImg"/>
          </p:nvPr>
        </p:nvSpPr>
        <p:spPr>
          <a:ln/>
        </p:spPr>
      </p:sp>
      <p:sp>
        <p:nvSpPr>
          <p:cNvPr id="60420" name="Rectangle 3">
            <a:extLst>
              <a:ext uri="{FF2B5EF4-FFF2-40B4-BE49-F238E27FC236}">
                <a16:creationId xmlns:a16="http://schemas.microsoft.com/office/drawing/2014/main" id="{27EC045C-5D84-43B8-A187-11E2A6744DD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8296900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C8F2067D-4C18-4A19-B2A5-128F26DFABF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0" marR="0" lvl="0" indent="0" algn="r" defTabSz="930275" rtl="0" eaLnBrk="0" fontAlgn="base" latinLnBrk="0" hangingPunct="0">
              <a:lnSpc>
                <a:spcPct val="100000"/>
              </a:lnSpc>
              <a:spcBef>
                <a:spcPct val="0"/>
              </a:spcBef>
              <a:spcAft>
                <a:spcPct val="0"/>
              </a:spcAft>
              <a:buClrTx/>
              <a:buSzTx/>
              <a:buFontTx/>
              <a:buNone/>
              <a:tabLst/>
              <a:defRPr/>
            </a:pPr>
            <a:fld id="{69F8BB21-2E51-4EB7-9C44-EACBC4D18133}"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MS PGothic" panose="020B0600070205080204" pitchFamily="34" charset="-128"/>
                <a:cs typeface="+mn-cs"/>
              </a:rPr>
              <a:pPr marL="0" marR="0" lvl="0" indent="0" algn="r" defTabSz="930275" rtl="0" eaLnBrk="0" fontAlgn="base" latinLnBrk="0" hangingPunct="0">
                <a:lnSpc>
                  <a:spcPct val="100000"/>
                </a:lnSpc>
                <a:spcBef>
                  <a:spcPct val="0"/>
                </a:spcBef>
                <a:spcAft>
                  <a:spcPct val="0"/>
                </a:spcAft>
                <a:buClrTx/>
                <a:buSzTx/>
                <a:buFontTx/>
                <a:buNone/>
                <a:tabLst/>
                <a:defRPr/>
              </a:pPr>
              <a:t>64</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endParaRPr>
          </a:p>
        </p:txBody>
      </p:sp>
      <p:sp>
        <p:nvSpPr>
          <p:cNvPr id="61443" name="Rectangle 2">
            <a:extLst>
              <a:ext uri="{FF2B5EF4-FFF2-40B4-BE49-F238E27FC236}">
                <a16:creationId xmlns:a16="http://schemas.microsoft.com/office/drawing/2014/main" id="{E1B88FFE-0C66-4366-BCA3-729AC285A43B}"/>
              </a:ext>
            </a:extLst>
          </p:cNvPr>
          <p:cNvSpPr>
            <a:spLocks noGrp="1" noRot="1" noChangeAspect="1" noChangeArrowheads="1" noTextEdit="1"/>
          </p:cNvSpPr>
          <p:nvPr>
            <p:ph type="sldImg"/>
          </p:nvPr>
        </p:nvSpPr>
        <p:spPr>
          <a:ln/>
        </p:spPr>
      </p:sp>
      <p:sp>
        <p:nvSpPr>
          <p:cNvPr id="61444" name="Rectangle 3">
            <a:extLst>
              <a:ext uri="{FF2B5EF4-FFF2-40B4-BE49-F238E27FC236}">
                <a16:creationId xmlns:a16="http://schemas.microsoft.com/office/drawing/2014/main" id="{2826A9A4-ADCE-49B6-A4CE-E4594857EDE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70365637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9A9D28DF-E327-4733-B616-FED5306BBCE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15B1CA2-955C-478F-949C-CD6C65C43C1F}" type="slidenum">
              <a:rPr lang="en-US" altLang="en-US">
                <a:latin typeface="Times New Roman" panose="02020603050405020304" pitchFamily="18" charset="0"/>
              </a:rPr>
              <a:pPr/>
              <a:t>68</a:t>
            </a:fld>
            <a:endParaRPr lang="en-US" altLang="en-US">
              <a:latin typeface="Times New Roman" panose="02020603050405020304" pitchFamily="18" charset="0"/>
            </a:endParaRPr>
          </a:p>
        </p:txBody>
      </p:sp>
      <p:sp>
        <p:nvSpPr>
          <p:cNvPr id="62467" name="Rectangle 2">
            <a:extLst>
              <a:ext uri="{FF2B5EF4-FFF2-40B4-BE49-F238E27FC236}">
                <a16:creationId xmlns:a16="http://schemas.microsoft.com/office/drawing/2014/main" id="{708CA506-DB60-4A94-89F2-E385A720C8F6}"/>
              </a:ext>
            </a:extLst>
          </p:cNvPr>
          <p:cNvSpPr>
            <a:spLocks noGrp="1" noRot="1" noChangeAspect="1" noChangeArrowheads="1" noTextEdit="1"/>
          </p:cNvSpPr>
          <p:nvPr>
            <p:ph type="sldImg"/>
          </p:nvPr>
        </p:nvSpPr>
        <p:spPr>
          <a:ln/>
        </p:spPr>
      </p:sp>
      <p:sp>
        <p:nvSpPr>
          <p:cNvPr id="62468" name="Rectangle 3">
            <a:extLst>
              <a:ext uri="{FF2B5EF4-FFF2-40B4-BE49-F238E27FC236}">
                <a16:creationId xmlns:a16="http://schemas.microsoft.com/office/drawing/2014/main" id="{F180DEE2-3C4C-4B9E-973E-F204F12EB21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32597769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CCB55D74-FCF5-44DE-92AB-4CC143743FE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010931E-539B-4E57-BEAC-3B0C4D15A6BC}" type="slidenum">
              <a:rPr lang="en-US" altLang="en-US">
                <a:latin typeface="Times New Roman" panose="02020603050405020304" pitchFamily="18" charset="0"/>
              </a:rPr>
              <a:pPr/>
              <a:t>69</a:t>
            </a:fld>
            <a:endParaRPr lang="en-US" altLang="en-US">
              <a:latin typeface="Times New Roman" panose="02020603050405020304" pitchFamily="18" charset="0"/>
            </a:endParaRPr>
          </a:p>
        </p:txBody>
      </p:sp>
      <p:sp>
        <p:nvSpPr>
          <p:cNvPr id="63491" name="Rectangle 2">
            <a:extLst>
              <a:ext uri="{FF2B5EF4-FFF2-40B4-BE49-F238E27FC236}">
                <a16:creationId xmlns:a16="http://schemas.microsoft.com/office/drawing/2014/main" id="{D2C3536F-539C-40DA-8716-7C279CCAFA9F}"/>
              </a:ext>
            </a:extLst>
          </p:cNvPr>
          <p:cNvSpPr>
            <a:spLocks noGrp="1" noRot="1" noChangeAspect="1" noChangeArrowheads="1" noTextEdit="1"/>
          </p:cNvSpPr>
          <p:nvPr>
            <p:ph type="sldImg"/>
          </p:nvPr>
        </p:nvSpPr>
        <p:spPr>
          <a:ln/>
        </p:spPr>
      </p:sp>
      <p:sp>
        <p:nvSpPr>
          <p:cNvPr id="63492" name="Rectangle 3">
            <a:extLst>
              <a:ext uri="{FF2B5EF4-FFF2-40B4-BE49-F238E27FC236}">
                <a16:creationId xmlns:a16="http://schemas.microsoft.com/office/drawing/2014/main" id="{E271DE36-46AE-4219-9001-C72D9409BC6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3397542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9082B0D9-6DF8-4FBA-9AE6-D3728D4E3D8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6C60FF6-C2F3-4A59-94FE-497B806287FC}" type="slidenum">
              <a:rPr lang="en-US" altLang="en-US">
                <a:latin typeface="Times New Roman" panose="02020603050405020304" pitchFamily="18" charset="0"/>
              </a:rPr>
              <a:pPr/>
              <a:t>72</a:t>
            </a:fld>
            <a:endParaRPr lang="en-US" altLang="en-US">
              <a:latin typeface="Times New Roman" panose="02020603050405020304" pitchFamily="18" charset="0"/>
            </a:endParaRPr>
          </a:p>
        </p:txBody>
      </p:sp>
      <p:sp>
        <p:nvSpPr>
          <p:cNvPr id="64515" name="Rectangle 2">
            <a:extLst>
              <a:ext uri="{FF2B5EF4-FFF2-40B4-BE49-F238E27FC236}">
                <a16:creationId xmlns:a16="http://schemas.microsoft.com/office/drawing/2014/main" id="{D85EF01E-56B6-4244-8F8C-5E86D3936923}"/>
              </a:ext>
            </a:extLst>
          </p:cNvPr>
          <p:cNvSpPr>
            <a:spLocks noGrp="1" noRot="1" noChangeAspect="1" noChangeArrowheads="1" noTextEdit="1"/>
          </p:cNvSpPr>
          <p:nvPr>
            <p:ph type="sldImg"/>
          </p:nvPr>
        </p:nvSpPr>
        <p:spPr>
          <a:ln/>
        </p:spPr>
      </p:sp>
      <p:sp>
        <p:nvSpPr>
          <p:cNvPr id="64516" name="Rectangle 3">
            <a:extLst>
              <a:ext uri="{FF2B5EF4-FFF2-40B4-BE49-F238E27FC236}">
                <a16:creationId xmlns:a16="http://schemas.microsoft.com/office/drawing/2014/main" id="{C796357E-6101-465F-9AAE-188F0F1F1C2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47972796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0E6666C1-B1B0-40A3-BB71-743F52983BA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61D641A-213D-458B-92DF-770ABC206399}" type="slidenum">
              <a:rPr lang="en-US" altLang="en-US">
                <a:latin typeface="Times New Roman" panose="02020603050405020304" pitchFamily="18" charset="0"/>
              </a:rPr>
              <a:pPr/>
              <a:t>74</a:t>
            </a:fld>
            <a:endParaRPr lang="en-US" altLang="en-US">
              <a:latin typeface="Times New Roman" panose="02020603050405020304" pitchFamily="18" charset="0"/>
            </a:endParaRPr>
          </a:p>
        </p:txBody>
      </p:sp>
      <p:sp>
        <p:nvSpPr>
          <p:cNvPr id="65539" name="Rectangle 2">
            <a:extLst>
              <a:ext uri="{FF2B5EF4-FFF2-40B4-BE49-F238E27FC236}">
                <a16:creationId xmlns:a16="http://schemas.microsoft.com/office/drawing/2014/main" id="{5D4FDCB0-D374-4909-A599-3666E2306CD9}"/>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DDD76C9D-7058-48B7-8D0C-6262605FEFFB}"/>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5780216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7F1A0F33-D0B2-4594-B1D2-8EA75533D37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006AC6A2-FCDE-4220-8474-95BD53F579A0}" type="slidenum">
              <a:rPr lang="en-US" altLang="en-US">
                <a:latin typeface="Times New Roman" panose="02020603050405020304" pitchFamily="18" charset="0"/>
              </a:rPr>
              <a:pPr/>
              <a:t>75</a:t>
            </a:fld>
            <a:endParaRPr lang="en-US" altLang="en-US">
              <a:latin typeface="Times New Roman" panose="02020603050405020304" pitchFamily="18" charset="0"/>
            </a:endParaRPr>
          </a:p>
        </p:txBody>
      </p:sp>
      <p:sp>
        <p:nvSpPr>
          <p:cNvPr id="66563" name="Rectangle 2">
            <a:extLst>
              <a:ext uri="{FF2B5EF4-FFF2-40B4-BE49-F238E27FC236}">
                <a16:creationId xmlns:a16="http://schemas.microsoft.com/office/drawing/2014/main" id="{C66D26F5-E718-4438-9F58-B0D29A9B357D}"/>
              </a:ext>
            </a:extLst>
          </p:cNvPr>
          <p:cNvSpPr>
            <a:spLocks noGrp="1" noRot="1" noChangeAspect="1" noChangeArrowheads="1" noTextEdit="1"/>
          </p:cNvSpPr>
          <p:nvPr>
            <p:ph type="sldImg"/>
          </p:nvPr>
        </p:nvSpPr>
        <p:spPr>
          <a:ln/>
        </p:spPr>
      </p:sp>
      <p:sp>
        <p:nvSpPr>
          <p:cNvPr id="66564" name="Rectangle 3">
            <a:extLst>
              <a:ext uri="{FF2B5EF4-FFF2-40B4-BE49-F238E27FC236}">
                <a16:creationId xmlns:a16="http://schemas.microsoft.com/office/drawing/2014/main" id="{4AACEF2B-6528-47FB-9F56-A13BD06BEF9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057334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a:extLst>
              <a:ext uri="{FF2B5EF4-FFF2-40B4-BE49-F238E27FC236}">
                <a16:creationId xmlns:a16="http://schemas.microsoft.com/office/drawing/2014/main" id="{64765916-0424-48D9-9209-389EFDAC5B4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1A0D21C-7986-4F2A-832B-37A00EBFEB9B}" type="slidenum">
              <a:rPr lang="en-US" altLang="en-US">
                <a:latin typeface="Times New Roman" panose="02020603050405020304" pitchFamily="18" charset="0"/>
              </a:rPr>
              <a:pPr/>
              <a:t>91</a:t>
            </a:fld>
            <a:endParaRPr lang="en-US" altLang="en-US">
              <a:latin typeface="Times New Roman" panose="02020603050405020304" pitchFamily="18" charset="0"/>
            </a:endParaRPr>
          </a:p>
        </p:txBody>
      </p:sp>
      <p:sp>
        <p:nvSpPr>
          <p:cNvPr id="67587" name="Rectangle 2">
            <a:extLst>
              <a:ext uri="{FF2B5EF4-FFF2-40B4-BE49-F238E27FC236}">
                <a16:creationId xmlns:a16="http://schemas.microsoft.com/office/drawing/2014/main" id="{62DC9FF7-C275-4F25-8EE3-C68920073560}"/>
              </a:ext>
            </a:extLst>
          </p:cNvPr>
          <p:cNvSpPr>
            <a:spLocks noGrp="1" noRot="1" noChangeAspect="1" noChangeArrowheads="1" noTextEdit="1"/>
          </p:cNvSpPr>
          <p:nvPr>
            <p:ph type="sldImg"/>
          </p:nvPr>
        </p:nvSpPr>
        <p:spPr>
          <a:ln/>
        </p:spPr>
      </p:sp>
      <p:sp>
        <p:nvSpPr>
          <p:cNvPr id="67588" name="Rectangle 3">
            <a:extLst>
              <a:ext uri="{FF2B5EF4-FFF2-40B4-BE49-F238E27FC236}">
                <a16:creationId xmlns:a16="http://schemas.microsoft.com/office/drawing/2014/main" id="{91438D50-11F5-4016-9B0F-A720FCCBE9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4998111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CDA24AB2-F9FE-45B3-85B4-D19F3A3E466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AA6FF2E-DB32-40C3-88A1-E6A84E4BEEED}" type="slidenum">
              <a:rPr lang="en-US" altLang="en-US">
                <a:latin typeface="Times New Roman" panose="02020603050405020304" pitchFamily="18" charset="0"/>
              </a:rPr>
              <a:pPr/>
              <a:t>93</a:t>
            </a:fld>
            <a:endParaRPr lang="en-US" altLang="en-US">
              <a:latin typeface="Times New Roman" panose="02020603050405020304" pitchFamily="18" charset="0"/>
            </a:endParaRPr>
          </a:p>
        </p:txBody>
      </p:sp>
      <p:sp>
        <p:nvSpPr>
          <p:cNvPr id="68611" name="Rectangle 2">
            <a:extLst>
              <a:ext uri="{FF2B5EF4-FFF2-40B4-BE49-F238E27FC236}">
                <a16:creationId xmlns:a16="http://schemas.microsoft.com/office/drawing/2014/main" id="{206F0DD6-F1C2-4B89-B61E-D69672632AE6}"/>
              </a:ext>
            </a:extLst>
          </p:cNvPr>
          <p:cNvSpPr>
            <a:spLocks noGrp="1" noRot="1" noChangeAspect="1" noChangeArrowheads="1" noTextEdit="1"/>
          </p:cNvSpPr>
          <p:nvPr>
            <p:ph type="sldImg"/>
          </p:nvPr>
        </p:nvSpPr>
        <p:spPr>
          <a:ln/>
        </p:spPr>
      </p:sp>
      <p:sp>
        <p:nvSpPr>
          <p:cNvPr id="68612" name="Rectangle 3">
            <a:extLst>
              <a:ext uri="{FF2B5EF4-FFF2-40B4-BE49-F238E27FC236}">
                <a16:creationId xmlns:a16="http://schemas.microsoft.com/office/drawing/2014/main" id="{DDCDC1E7-F220-4644-86AD-2C3E8C58B85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2185553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a:extLst>
              <a:ext uri="{FF2B5EF4-FFF2-40B4-BE49-F238E27FC236}">
                <a16:creationId xmlns:a16="http://schemas.microsoft.com/office/drawing/2014/main" id="{6E2FF7EA-DC90-4250-A1D1-E3BD2241A58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FC9B2B4-A552-4383-85A2-508DC497C615}" type="slidenum">
              <a:rPr lang="en-US" altLang="en-US">
                <a:latin typeface="Times New Roman" panose="02020603050405020304" pitchFamily="18" charset="0"/>
              </a:rPr>
              <a:pPr/>
              <a:t>94</a:t>
            </a:fld>
            <a:endParaRPr lang="en-US" altLang="en-US">
              <a:latin typeface="Times New Roman" panose="02020603050405020304" pitchFamily="18" charset="0"/>
            </a:endParaRPr>
          </a:p>
        </p:txBody>
      </p:sp>
      <p:sp>
        <p:nvSpPr>
          <p:cNvPr id="69635" name="Rectangle 2">
            <a:extLst>
              <a:ext uri="{FF2B5EF4-FFF2-40B4-BE49-F238E27FC236}">
                <a16:creationId xmlns:a16="http://schemas.microsoft.com/office/drawing/2014/main" id="{9A8D16DF-D912-433F-8AED-59118323B2FB}"/>
              </a:ext>
            </a:extLst>
          </p:cNvPr>
          <p:cNvSpPr>
            <a:spLocks noGrp="1" noRot="1" noChangeAspect="1" noChangeArrowheads="1" noTextEdit="1"/>
          </p:cNvSpPr>
          <p:nvPr>
            <p:ph type="sldImg"/>
          </p:nvPr>
        </p:nvSpPr>
        <p:spPr>
          <a:ln/>
        </p:spPr>
      </p:sp>
      <p:sp>
        <p:nvSpPr>
          <p:cNvPr id="69636" name="Rectangle 3">
            <a:extLst>
              <a:ext uri="{FF2B5EF4-FFF2-40B4-BE49-F238E27FC236}">
                <a16:creationId xmlns:a16="http://schemas.microsoft.com/office/drawing/2014/main" id="{9AF3BA69-C43B-40D0-88FF-1C1D0FBCC5D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104442676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a:extLst>
              <a:ext uri="{FF2B5EF4-FFF2-40B4-BE49-F238E27FC236}">
                <a16:creationId xmlns:a16="http://schemas.microsoft.com/office/drawing/2014/main" id="{5121B488-A09C-4756-AA44-C493356722E1}"/>
              </a:ext>
            </a:extLst>
          </p:cNvPr>
          <p:cNvSpPr>
            <a:spLocks noGrp="1" noRot="1" noChangeAspect="1" noTextEdit="1"/>
          </p:cNvSpPr>
          <p:nvPr>
            <p:ph type="sldImg"/>
          </p:nvPr>
        </p:nvSpPr>
        <p:spPr>
          <a:ln/>
        </p:spPr>
      </p:sp>
      <p:sp>
        <p:nvSpPr>
          <p:cNvPr id="98307" name="Notes Placeholder 2">
            <a:extLst>
              <a:ext uri="{FF2B5EF4-FFF2-40B4-BE49-F238E27FC236}">
                <a16:creationId xmlns:a16="http://schemas.microsoft.com/office/drawing/2014/main" id="{D8E7B490-DB9F-4EB2-A585-C727842AF0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ltLang="ms-MY"/>
          </a:p>
        </p:txBody>
      </p:sp>
      <p:sp>
        <p:nvSpPr>
          <p:cNvPr id="4" name="Header Placeholder 3">
            <a:extLst>
              <a:ext uri="{FF2B5EF4-FFF2-40B4-BE49-F238E27FC236}">
                <a16:creationId xmlns:a16="http://schemas.microsoft.com/office/drawing/2014/main" id="{9D04C2B6-E6E9-4B8E-ABCD-D9A98AEEF2BE}"/>
              </a:ext>
            </a:extLst>
          </p:cNvPr>
          <p:cNvSpPr>
            <a:spLocks noGrp="1"/>
          </p:cNvSpPr>
          <p:nvPr>
            <p:ph type="hdr" sz="quarter"/>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SCSR2043 Operating Systems</a:t>
            </a:r>
          </a:p>
        </p:txBody>
      </p:sp>
      <p:sp>
        <p:nvSpPr>
          <p:cNvPr id="5" name="Footer Placeholder 4">
            <a:extLst>
              <a:ext uri="{FF2B5EF4-FFF2-40B4-BE49-F238E27FC236}">
                <a16:creationId xmlns:a16="http://schemas.microsoft.com/office/drawing/2014/main" id="{79445E2E-54A9-4821-AC2F-1B3CDE560A8A}"/>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M @ 2012-13-II</a:t>
            </a:r>
          </a:p>
        </p:txBody>
      </p:sp>
      <p:sp>
        <p:nvSpPr>
          <p:cNvPr id="98310" name="Slide Number Placeholder 5">
            <a:extLst>
              <a:ext uri="{FF2B5EF4-FFF2-40B4-BE49-F238E27FC236}">
                <a16:creationId xmlns:a16="http://schemas.microsoft.com/office/drawing/2014/main" id="{490E1872-1896-4A88-BB97-F7946FD62F9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000">
                <a:solidFill>
                  <a:srgbClr val="FFFFFF"/>
                </a:solidFill>
                <a:latin typeface="Times New Roman" panose="02020603050405020304" pitchFamily="18" charset="0"/>
                <a:ea typeface="MS PGothic" panose="020B0600070205080204" pitchFamily="34" charset="-128"/>
              </a:defRPr>
            </a:lvl1pPr>
            <a:lvl2pPr marL="742950" indent="-285750">
              <a:defRPr sz="2000">
                <a:solidFill>
                  <a:srgbClr val="FFFFFF"/>
                </a:solidFill>
                <a:latin typeface="Times New Roman" panose="02020603050405020304" pitchFamily="18" charset="0"/>
                <a:ea typeface="MS PGothic" panose="020B0600070205080204" pitchFamily="34" charset="-128"/>
              </a:defRPr>
            </a:lvl2pPr>
            <a:lvl3pPr marL="1143000" indent="-228600">
              <a:defRPr sz="2000">
                <a:solidFill>
                  <a:srgbClr val="FFFFFF"/>
                </a:solidFill>
                <a:latin typeface="Times New Roman" panose="02020603050405020304" pitchFamily="18" charset="0"/>
                <a:ea typeface="MS PGothic" panose="020B0600070205080204" pitchFamily="34" charset="-128"/>
              </a:defRPr>
            </a:lvl3pPr>
            <a:lvl4pPr marL="1600200" indent="-228600">
              <a:defRPr sz="2000">
                <a:solidFill>
                  <a:srgbClr val="FFFFFF"/>
                </a:solidFill>
                <a:latin typeface="Times New Roman" panose="02020603050405020304" pitchFamily="18" charset="0"/>
                <a:ea typeface="MS PGothic" panose="020B0600070205080204" pitchFamily="34" charset="-128"/>
              </a:defRPr>
            </a:lvl4pPr>
            <a:lvl5pPr marL="2057400" indent="-22860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EBB38C5-BA27-4077-AAE7-2B54CD9903C9}" type="slidenum">
              <a:rPr kumimoji="0" lang="en-US" altLang="ms-MY" sz="1200" b="0" i="0" u="none" strike="noStrike" kern="1200" cap="none" spc="0" normalizeH="0" baseline="0" noProof="0" smtClean="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96</a:t>
            </a:fld>
            <a:endParaRPr kumimoji="0" lang="en-US" altLang="ms-MY"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91856723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id="{E9CE3FAC-7578-4604-8DD2-BE0104A5B8A3}"/>
              </a:ext>
            </a:extLst>
          </p:cNvPr>
          <p:cNvSpPr>
            <a:spLocks noGrp="1" noRot="1" noChangeAspect="1" noTextEdit="1"/>
          </p:cNvSpPr>
          <p:nvPr>
            <p:ph type="sldImg"/>
          </p:nvPr>
        </p:nvSpPr>
        <p:spPr>
          <a:ln/>
        </p:spPr>
      </p:sp>
      <p:sp>
        <p:nvSpPr>
          <p:cNvPr id="101379" name="Notes Placeholder 2">
            <a:extLst>
              <a:ext uri="{FF2B5EF4-FFF2-40B4-BE49-F238E27FC236}">
                <a16:creationId xmlns:a16="http://schemas.microsoft.com/office/drawing/2014/main" id="{177B8691-D129-45FC-8EDE-BA957143F39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ms-MY" altLang="ms-MY"/>
          </a:p>
        </p:txBody>
      </p:sp>
      <p:sp>
        <p:nvSpPr>
          <p:cNvPr id="101380" name="Slide Number Placeholder 3">
            <a:extLst>
              <a:ext uri="{FF2B5EF4-FFF2-40B4-BE49-F238E27FC236}">
                <a16:creationId xmlns:a16="http://schemas.microsoft.com/office/drawing/2014/main" id="{6BB2F888-2534-474A-A972-9BF2C00AA8E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MS PGothic"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MS PGothic"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MS PGothic"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MS PGothic"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231881E-A7F0-4D21-A795-A622E3A9D119}" type="slidenum">
              <a:rPr kumimoji="0" lang="en-US" altLang="ms-MY" sz="1200" b="0" i="0" u="none" strike="noStrike" kern="1200" cap="none" spc="0" normalizeH="0" baseline="0" noProof="0" smtClean="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99</a:t>
            </a:fld>
            <a:endParaRPr kumimoji="0" lang="en-US" altLang="ms-MY"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5" name="Footer Placeholder 4">
            <a:extLst>
              <a:ext uri="{FF2B5EF4-FFF2-40B4-BE49-F238E27FC236}">
                <a16:creationId xmlns:a16="http://schemas.microsoft.com/office/drawing/2014/main" id="{532229A1-DF34-45BD-9802-B24BB35630E0}"/>
              </a:ext>
            </a:extLst>
          </p:cNvPr>
          <p:cNvSpPr>
            <a:spLocks noGrp="1"/>
          </p:cNvSpPr>
          <p:nvPr>
            <p:ph type="ftr" sz="quarter" idx="4"/>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M @ 2012-13-II</a:t>
            </a:r>
          </a:p>
        </p:txBody>
      </p:sp>
      <p:sp>
        <p:nvSpPr>
          <p:cNvPr id="6" name="Header Placeholder 5">
            <a:extLst>
              <a:ext uri="{FF2B5EF4-FFF2-40B4-BE49-F238E27FC236}">
                <a16:creationId xmlns:a16="http://schemas.microsoft.com/office/drawing/2014/main" id="{874B8FA3-E23B-4F36-9E7D-B9B5C5252870}"/>
              </a:ext>
            </a:extLst>
          </p:cNvPr>
          <p:cNvSpPr>
            <a:spLocks noGrp="1"/>
          </p:cNvSpPr>
          <p:nvPr>
            <p:ph type="hdr" sz="quarter"/>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Times New Roman" pitchFamily="18" charset="0"/>
                <a:ea typeface="+mn-ea"/>
                <a:cs typeface="+mn-cs"/>
              </a:rPr>
              <a:t>SCSR2043 Operating Systems</a:t>
            </a:r>
          </a:p>
        </p:txBody>
      </p:sp>
    </p:spTree>
    <p:extLst>
      <p:ext uri="{BB962C8B-B14F-4D97-AF65-F5344CB8AC3E}">
        <p14:creationId xmlns:p14="http://schemas.microsoft.com/office/powerpoint/2010/main" val="377331731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33D91EC3-74F4-49E7-AF0A-0C345F7E66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0275">
              <a:defRPr>
                <a:solidFill>
                  <a:schemeClr val="tx1"/>
                </a:solidFill>
                <a:latin typeface="Verdana" panose="020B0604030504040204" pitchFamily="34" charset="0"/>
                <a:ea typeface="MS PGothic" panose="020B0600070205080204" pitchFamily="34" charset="-128"/>
              </a:defRPr>
            </a:lvl1pPr>
            <a:lvl2pPr marL="742950" indent="-285750" defTabSz="930275">
              <a:defRPr>
                <a:solidFill>
                  <a:schemeClr val="tx1"/>
                </a:solidFill>
                <a:latin typeface="Verdana" panose="020B0604030504040204" pitchFamily="34" charset="0"/>
                <a:ea typeface="MS PGothic" panose="020B0600070205080204" pitchFamily="34" charset="-128"/>
              </a:defRPr>
            </a:lvl2pPr>
            <a:lvl3pPr marL="1143000" indent="-228600" defTabSz="930275">
              <a:defRPr>
                <a:solidFill>
                  <a:schemeClr val="tx1"/>
                </a:solidFill>
                <a:latin typeface="Verdana" panose="020B0604030504040204" pitchFamily="34" charset="0"/>
                <a:ea typeface="MS PGothic" panose="020B0600070205080204" pitchFamily="34" charset="-128"/>
              </a:defRPr>
            </a:lvl3pPr>
            <a:lvl4pPr marL="1600200" indent="-228600" defTabSz="930275">
              <a:defRPr>
                <a:solidFill>
                  <a:schemeClr val="tx1"/>
                </a:solidFill>
                <a:latin typeface="Verdana" panose="020B0604030504040204" pitchFamily="34" charset="0"/>
                <a:ea typeface="MS PGothic" panose="020B0600070205080204" pitchFamily="34" charset="-128"/>
              </a:defRPr>
            </a:lvl4pPr>
            <a:lvl5pPr marL="2057400" indent="-228600" defTabSz="930275">
              <a:defRPr>
                <a:solidFill>
                  <a:schemeClr val="tx1"/>
                </a:solidFill>
                <a:latin typeface="Verdana" panose="020B0604030504040204" pitchFamily="34" charset="0"/>
                <a:ea typeface="MS PGothic" panose="020B0600070205080204" pitchFamily="34" charset="-128"/>
              </a:defRPr>
            </a:lvl5pPr>
            <a:lvl6pPr marL="25146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defTabSz="93027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0A7959F-3188-4AAA-9B31-EF9478916BB8}" type="slidenum">
              <a:rPr lang="en-US" altLang="en-US">
                <a:latin typeface="Times New Roman" panose="02020603050405020304" pitchFamily="18" charset="0"/>
              </a:rPr>
              <a:pPr/>
              <a:t>100</a:t>
            </a:fld>
            <a:endParaRPr lang="en-US" altLang="en-US">
              <a:latin typeface="Times New Roman" panose="02020603050405020304" pitchFamily="18" charset="0"/>
            </a:endParaRPr>
          </a:p>
        </p:txBody>
      </p:sp>
      <p:sp>
        <p:nvSpPr>
          <p:cNvPr id="70659" name="Rectangle 2">
            <a:extLst>
              <a:ext uri="{FF2B5EF4-FFF2-40B4-BE49-F238E27FC236}">
                <a16:creationId xmlns:a16="http://schemas.microsoft.com/office/drawing/2014/main" id="{E1F287C9-0C67-4202-81CF-5288BCC40BFA}"/>
              </a:ext>
            </a:extLst>
          </p:cNvPr>
          <p:cNvSpPr>
            <a:spLocks noGrp="1" noRot="1" noChangeAspect="1" noChangeArrowheads="1" noTextEdit="1"/>
          </p:cNvSpPr>
          <p:nvPr>
            <p:ph type="sldImg"/>
          </p:nvPr>
        </p:nvSpPr>
        <p:spPr>
          <a:ln/>
        </p:spPr>
      </p:sp>
      <p:sp>
        <p:nvSpPr>
          <p:cNvPr id="70660" name="Rectangle 3">
            <a:extLst>
              <a:ext uri="{FF2B5EF4-FFF2-40B4-BE49-F238E27FC236}">
                <a16:creationId xmlns:a16="http://schemas.microsoft.com/office/drawing/2014/main" id="{398216EE-99D5-4EB1-AE9D-7B540F59CC3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extLst>
      <p:ext uri="{BB962C8B-B14F-4D97-AF65-F5344CB8AC3E}">
        <p14:creationId xmlns:p14="http://schemas.microsoft.com/office/powerpoint/2010/main" val="63896781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3" name="Group 3">
            <a:extLst>
              <a:ext uri="{FF2B5EF4-FFF2-40B4-BE49-F238E27FC236}">
                <a16:creationId xmlns:a16="http://schemas.microsoft.com/office/drawing/2014/main" id="{48166310-7548-4383-9CBA-3A64136907F0}"/>
              </a:ext>
            </a:extLst>
          </p:cNvPr>
          <p:cNvGrpSpPr>
            <a:grpSpLocks/>
          </p:cNvGrpSpPr>
          <p:nvPr/>
        </p:nvGrpSpPr>
        <p:grpSpPr bwMode="auto">
          <a:xfrm>
            <a:off x="198438" y="2960688"/>
            <a:ext cx="8610600" cy="201612"/>
            <a:chOff x="125" y="1865"/>
            <a:chExt cx="5424" cy="127"/>
          </a:xfrm>
        </p:grpSpPr>
        <p:sp>
          <p:nvSpPr>
            <p:cNvPr id="4" name="Rectangle 4">
              <a:extLst>
                <a:ext uri="{FF2B5EF4-FFF2-40B4-BE49-F238E27FC236}">
                  <a16:creationId xmlns:a16="http://schemas.microsoft.com/office/drawing/2014/main" id="{1F4D4CC9-1690-48C7-A168-78FBBCDE661E}"/>
                </a:ext>
              </a:extLst>
            </p:cNvPr>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5" name="Rectangle 5">
              <a:extLst>
                <a:ext uri="{FF2B5EF4-FFF2-40B4-BE49-F238E27FC236}">
                  <a16:creationId xmlns:a16="http://schemas.microsoft.com/office/drawing/2014/main" id="{A87A1080-8361-42B9-8CEF-8D4D1F34B2F6}"/>
                </a:ext>
              </a:extLst>
            </p:cNvPr>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6" name="Rectangle 6">
              <a:extLst>
                <a:ext uri="{FF2B5EF4-FFF2-40B4-BE49-F238E27FC236}">
                  <a16:creationId xmlns:a16="http://schemas.microsoft.com/office/drawing/2014/main" id="{B2C2F779-F54D-4BF3-8E00-D99D35A948FD}"/>
                </a:ext>
              </a:extLst>
            </p:cNvPr>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grpSp>
      <p:sp>
        <p:nvSpPr>
          <p:cNvPr id="7" name="Text Box 7">
            <a:extLst>
              <a:ext uri="{FF2B5EF4-FFF2-40B4-BE49-F238E27FC236}">
                <a16:creationId xmlns:a16="http://schemas.microsoft.com/office/drawing/2014/main" id="{75447BEC-F735-4B0D-A307-B4A9B3981A66}"/>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a:solidFill>
                  <a:srgbClr val="336699"/>
                </a:solidFill>
                <a:latin typeface="Helvetica" pitchFamily="-84" charset="0"/>
              </a:rPr>
              <a:t>Silberschatz, Galvin and Gagne ©2013</a:t>
            </a:r>
          </a:p>
        </p:txBody>
      </p:sp>
      <p:sp>
        <p:nvSpPr>
          <p:cNvPr id="8" name="Text Box 8">
            <a:extLst>
              <a:ext uri="{FF2B5EF4-FFF2-40B4-BE49-F238E27FC236}">
                <a16:creationId xmlns:a16="http://schemas.microsoft.com/office/drawing/2014/main" id="{202F8907-140D-4988-8652-6E3937051F6A}"/>
              </a:ext>
            </a:extLst>
          </p:cNvPr>
          <p:cNvSpPr txBox="1">
            <a:spLocks noChangeArrowheads="1"/>
          </p:cNvSpPr>
          <p:nvPr/>
        </p:nvSpPr>
        <p:spPr bwMode="auto">
          <a:xfrm>
            <a:off x="26988" y="6613525"/>
            <a:ext cx="2695575" cy="246063"/>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a:solidFill>
                  <a:srgbClr val="336699"/>
                </a:solidFill>
                <a:latin typeface="Helvetica" pitchFamily="-84" charset="0"/>
              </a:rPr>
              <a:t>Operating System Concepts – 9</a:t>
            </a:r>
            <a:r>
              <a:rPr lang="en-US" altLang="en-US" sz="1000" b="1" baseline="30000">
                <a:solidFill>
                  <a:srgbClr val="336699"/>
                </a:solidFill>
                <a:latin typeface="Helvetica" pitchFamily="-84" charset="0"/>
              </a:rPr>
              <a:t>th</a:t>
            </a:r>
            <a:r>
              <a:rPr lang="en-US" altLang="en-US" sz="1000" b="1">
                <a:solidFill>
                  <a:srgbClr val="336699"/>
                </a:solidFill>
                <a:latin typeface="Helvetica" pitchFamily="-84" charset="0"/>
              </a:rPr>
              <a:t> Edition</a:t>
            </a:r>
          </a:p>
        </p:txBody>
      </p:sp>
      <p:pic>
        <p:nvPicPr>
          <p:cNvPr id="9" name="Picture 9" descr="dino_4">
            <a:extLst>
              <a:ext uri="{FF2B5EF4-FFF2-40B4-BE49-F238E27FC236}">
                <a16:creationId xmlns:a16="http://schemas.microsoft.com/office/drawing/2014/main" id="{85B00598-52F7-408B-AE8A-62EB2943D6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a:extLst>
              <a:ext uri="{FF2B5EF4-FFF2-40B4-BE49-F238E27FC236}">
                <a16:creationId xmlns:a16="http://schemas.microsoft.com/office/drawing/2014/main" id="{1A9FF5A6-3666-4516-A3E1-7804A6D936C2}"/>
              </a:ext>
            </a:extLst>
          </p:cNvPr>
          <p:cNvSpPr>
            <a:spLocks noChangeArrowheads="1"/>
          </p:cNvSpPr>
          <p:nvPr/>
        </p:nvSpPr>
        <p:spPr bwMode="auto">
          <a:xfrm>
            <a:off x="3224213" y="4006850"/>
            <a:ext cx="2336800" cy="1887538"/>
          </a:xfrm>
          <a:prstGeom prst="rect">
            <a:avLst/>
          </a:prstGeom>
          <a:noFill/>
          <a:ln w="57150" cmpd="thinThick">
            <a:solidFill>
              <a:srgbClr val="66CCFF"/>
            </a:solidFill>
            <a:miter lim="800000"/>
            <a:headEnd/>
            <a:tailEnd/>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p>
        </p:txBody>
      </p:sp>
    </p:spTree>
    <p:extLst>
      <p:ext uri="{BB962C8B-B14F-4D97-AF65-F5344CB8AC3E}">
        <p14:creationId xmlns:p14="http://schemas.microsoft.com/office/powerpoint/2010/main" val="1461427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itle 3">
            <a:extLst>
              <a:ext uri="{FF2B5EF4-FFF2-40B4-BE49-F238E27FC236}">
                <a16:creationId xmlns:a16="http://schemas.microsoft.com/office/drawing/2014/main" id="{33A979F0-97D7-4C17-883C-8255A2E74103}"/>
              </a:ext>
            </a:extLst>
          </p:cNvPr>
          <p:cNvSpPr>
            <a:spLocks noGrp="1"/>
          </p:cNvSpPr>
          <p:nvPr>
            <p:ph type="title"/>
          </p:nvPr>
        </p:nvSpPr>
        <p:spPr/>
        <p:txBody>
          <a:bodyPr/>
          <a:lstStyle/>
          <a:p>
            <a:r>
              <a:rPr lang="en-US"/>
              <a:t>Click to edit Master title style</a:t>
            </a:r>
            <a:endParaRPr lang="en-MY"/>
          </a:p>
        </p:txBody>
      </p:sp>
    </p:spTree>
    <p:extLst>
      <p:ext uri="{BB962C8B-B14F-4D97-AF65-F5344CB8AC3E}">
        <p14:creationId xmlns:p14="http://schemas.microsoft.com/office/powerpoint/2010/main" val="3104681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6442843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06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97450" y="1233488"/>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65373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47543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05676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92749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653744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53982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940159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01020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382D9D3-23D1-442E-B36B-28371D5805CF}"/>
              </a:ext>
            </a:extLst>
          </p:cNvPr>
          <p:cNvSpPr/>
          <p:nvPr userDrawn="1"/>
        </p:nvSpPr>
        <p:spPr bwMode="auto">
          <a:xfrm>
            <a:off x="8305800" y="6477000"/>
            <a:ext cx="838200" cy="3048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eaLnBrk="1" hangingPunct="1">
              <a:defRPr/>
            </a:pPr>
            <a:endParaRPr lang="en-US" sz="1100" i="1">
              <a:ea typeface="+mn-ea"/>
            </a:endParaRPr>
          </a:p>
        </p:txBody>
      </p:sp>
      <p:sp>
        <p:nvSpPr>
          <p:cNvPr id="109571" name="Rectangle 3"/>
          <p:cNvSpPr>
            <a:spLocks noGrp="1" noChangeArrowheads="1"/>
          </p:cNvSpPr>
          <p:nvPr>
            <p:ph type="subTitle" idx="1"/>
          </p:nvPr>
        </p:nvSpPr>
        <p:spPr>
          <a:xfrm>
            <a:off x="762000" y="3886200"/>
            <a:ext cx="7772400" cy="1752600"/>
          </a:xfrm>
        </p:spPr>
        <p:txBody>
          <a:bodyPr/>
          <a:lstStyle>
            <a:lvl1pPr marL="0" indent="0" algn="ctr">
              <a:buFontTx/>
              <a:buNone/>
              <a:defRPr sz="3400" i="1" smtClean="0"/>
            </a:lvl1pPr>
          </a:lstStyle>
          <a:p>
            <a:r>
              <a:rPr lang="en-US"/>
              <a:t>Click to edit Master subtitle style</a:t>
            </a:r>
          </a:p>
        </p:txBody>
      </p:sp>
      <p:sp>
        <p:nvSpPr>
          <p:cNvPr id="8" name="Title 7"/>
          <p:cNvSpPr>
            <a:spLocks noGrp="1"/>
          </p:cNvSpPr>
          <p:nvPr>
            <p:ph type="title"/>
          </p:nvPr>
        </p:nvSpPr>
        <p:spPr/>
        <p:txBody>
          <a:bodyPr/>
          <a:lstStyle/>
          <a:p>
            <a:r>
              <a:rPr lang="en-US"/>
              <a:t>Click to edit Master title style</a:t>
            </a:r>
          </a:p>
        </p:txBody>
      </p:sp>
      <p:sp>
        <p:nvSpPr>
          <p:cNvPr id="5" name="Rectangle 5">
            <a:extLst>
              <a:ext uri="{FF2B5EF4-FFF2-40B4-BE49-F238E27FC236}">
                <a16:creationId xmlns:a16="http://schemas.microsoft.com/office/drawing/2014/main" id="{C4F1BB7B-8733-44CE-9D99-3F53D7EA665F}"/>
              </a:ext>
            </a:extLst>
          </p:cNvPr>
          <p:cNvSpPr>
            <a:spLocks noGrp="1" noChangeArrowheads="1"/>
          </p:cNvSpPr>
          <p:nvPr>
            <p:ph type="ftr" sz="quarter" idx="10"/>
          </p:nvPr>
        </p:nvSpPr>
        <p:spPr>
          <a:xfrm>
            <a:off x="6934200" y="152400"/>
            <a:ext cx="2133600" cy="304800"/>
          </a:xfrm>
          <a:prstGeom prst="rect">
            <a:avLst/>
          </a:prstGeom>
        </p:spPr>
        <p:txBody>
          <a:bodyPr/>
          <a:lstStyle>
            <a:lvl1pPr algn="r" eaLnBrk="1" hangingPunct="1">
              <a:defRPr sz="1400">
                <a:solidFill>
                  <a:schemeClr val="bg1"/>
                </a:solidFill>
                <a:latin typeface="Arial" charset="0"/>
                <a:ea typeface="+mn-ea"/>
                <a:cs typeface="Arial" charset="0"/>
              </a:defRPr>
            </a:lvl1pPr>
          </a:lstStyle>
          <a:p>
            <a:pPr>
              <a:defRPr/>
            </a:pPr>
            <a:r>
              <a:rPr lang="en-US"/>
              <a:t>Operating Systems</a:t>
            </a:r>
          </a:p>
        </p:txBody>
      </p:sp>
      <p:sp>
        <p:nvSpPr>
          <p:cNvPr id="6" name="Rectangle 6">
            <a:extLst>
              <a:ext uri="{FF2B5EF4-FFF2-40B4-BE49-F238E27FC236}">
                <a16:creationId xmlns:a16="http://schemas.microsoft.com/office/drawing/2014/main" id="{11F45E7E-CEA6-4E08-A1C3-7838421363E8}"/>
              </a:ext>
            </a:extLst>
          </p:cNvPr>
          <p:cNvSpPr>
            <a:spLocks noGrp="1" noChangeArrowheads="1"/>
          </p:cNvSpPr>
          <p:nvPr>
            <p:ph type="sldNum" sz="quarter" idx="11"/>
          </p:nvPr>
        </p:nvSpPr>
        <p:spPr/>
        <p:txBody>
          <a:bodyPr/>
          <a:lstStyle>
            <a:lvl1pPr>
              <a:defRPr/>
            </a:lvl1pPr>
          </a:lstStyle>
          <a:p>
            <a:pPr>
              <a:defRPr/>
            </a:pPr>
            <a:fld id="{4A69031A-C3E5-4AFB-9826-7D661DA731A9}" type="slidenum">
              <a:rPr lang="en-US" altLang="ms-MY"/>
              <a:pPr>
                <a:defRPr/>
              </a:pPr>
              <a:t>‹#›</a:t>
            </a:fld>
            <a:endParaRPr lang="en-US" altLang="ms-MY"/>
          </a:p>
        </p:txBody>
      </p:sp>
    </p:spTree>
    <p:extLst>
      <p:ext uri="{BB962C8B-B14F-4D97-AF65-F5344CB8AC3E}">
        <p14:creationId xmlns:p14="http://schemas.microsoft.com/office/powerpoint/2010/main" val="3887312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86954F4F-4AF0-4B32-96F4-1793F92C644B}"/>
              </a:ext>
            </a:extLst>
          </p:cNvPr>
          <p:cNvSpPr txBox="1">
            <a:spLocks noChangeArrowheads="1"/>
          </p:cNvSpPr>
          <p:nvPr userDrawn="1"/>
        </p:nvSpPr>
        <p:spPr bwMode="auto">
          <a:xfrm>
            <a:off x="6934200" y="152400"/>
            <a:ext cx="2133600" cy="304800"/>
          </a:xfrm>
          <a:prstGeom prst="rect">
            <a:avLst/>
          </a:prstGeom>
          <a:noFill/>
          <a:ln w="9525">
            <a:noFill/>
            <a:miter lim="800000"/>
            <a:headEnd/>
            <a:tailEnd/>
          </a:ln>
          <a:effectLst/>
        </p:spPr>
        <p:txBody>
          <a:bodyPr/>
          <a:lstStyle>
            <a:lvl1pPr algn="r">
              <a:defRPr sz="1400" dirty="0" smtClean="0">
                <a:solidFill>
                  <a:schemeClr val="bg1"/>
                </a:solidFill>
                <a:latin typeface="Arial" charset="0"/>
              </a:defRPr>
            </a:lvl1pPr>
          </a:lstStyle>
          <a:p>
            <a:pPr eaLnBrk="1" hangingPunct="1">
              <a:defRPr/>
            </a:pPr>
            <a:r>
              <a:rPr lang="en-US">
                <a:ea typeface="+mn-ea"/>
              </a:rPr>
              <a:t>Operating Systems</a:t>
            </a: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5">
            <a:extLst>
              <a:ext uri="{FF2B5EF4-FFF2-40B4-BE49-F238E27FC236}">
                <a16:creationId xmlns:a16="http://schemas.microsoft.com/office/drawing/2014/main" id="{6E64C29F-18E6-433D-B43C-184A2FB48C85}"/>
              </a:ext>
            </a:extLst>
          </p:cNvPr>
          <p:cNvSpPr>
            <a:spLocks noGrp="1" noChangeArrowheads="1"/>
          </p:cNvSpPr>
          <p:nvPr>
            <p:ph type="ftr" sz="quarter" idx="10"/>
          </p:nvPr>
        </p:nvSpPr>
        <p:spPr>
          <a:xfrm>
            <a:off x="533400" y="6477000"/>
            <a:ext cx="5867400" cy="304800"/>
          </a:xfrm>
          <a:prstGeom prst="rect">
            <a:avLst/>
          </a:prstGeom>
        </p:spPr>
        <p:txBody>
          <a:bodyPr/>
          <a:lstStyle>
            <a:lvl1pPr eaLnBrk="1" hangingPunct="1">
              <a:defRPr>
                <a:latin typeface="Times New Roman" pitchFamily="18" charset="0"/>
                <a:ea typeface="+mn-ea"/>
                <a:cs typeface="Arial" charset="0"/>
              </a:defRPr>
            </a:lvl1pPr>
          </a:lstStyle>
          <a:p>
            <a:pPr>
              <a:defRPr/>
            </a:pPr>
            <a:r>
              <a:rPr lang="en-US"/>
              <a:t>Operating Systems</a:t>
            </a:r>
          </a:p>
        </p:txBody>
      </p:sp>
      <p:sp>
        <p:nvSpPr>
          <p:cNvPr id="6" name="Rectangle 6">
            <a:extLst>
              <a:ext uri="{FF2B5EF4-FFF2-40B4-BE49-F238E27FC236}">
                <a16:creationId xmlns:a16="http://schemas.microsoft.com/office/drawing/2014/main" id="{69F36FB9-2C40-4A95-8070-0BDB054D570B}"/>
              </a:ext>
            </a:extLst>
          </p:cNvPr>
          <p:cNvSpPr>
            <a:spLocks noGrp="1" noChangeArrowheads="1"/>
          </p:cNvSpPr>
          <p:nvPr>
            <p:ph type="sldNum" sz="quarter" idx="11"/>
          </p:nvPr>
        </p:nvSpPr>
        <p:spPr/>
        <p:txBody>
          <a:bodyPr/>
          <a:lstStyle>
            <a:lvl1pPr>
              <a:defRPr/>
            </a:lvl1pPr>
          </a:lstStyle>
          <a:p>
            <a:pPr>
              <a:defRPr/>
            </a:pPr>
            <a:fld id="{1007A85A-77C6-47AB-ADD2-B415EC4B6B3B}" type="slidenum">
              <a:rPr lang="en-US" altLang="ms-MY"/>
              <a:pPr>
                <a:defRPr/>
              </a:pPr>
              <a:t>‹#›</a:t>
            </a:fld>
            <a:endParaRPr lang="en-US" altLang="ms-MY"/>
          </a:p>
        </p:txBody>
      </p:sp>
    </p:spTree>
    <p:extLst>
      <p:ext uri="{BB962C8B-B14F-4D97-AF65-F5344CB8AC3E}">
        <p14:creationId xmlns:p14="http://schemas.microsoft.com/office/powerpoint/2010/main" val="10089204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CFEA1951-FC1C-4157-ADDE-21203E720457}"/>
              </a:ext>
            </a:extLst>
          </p:cNvPr>
          <p:cNvSpPr>
            <a:spLocks noGrp="1" noChangeArrowheads="1"/>
          </p:cNvSpPr>
          <p:nvPr>
            <p:ph type="sldNum" sz="quarter" idx="10"/>
          </p:nvPr>
        </p:nvSpPr>
        <p:spPr>
          <a:ln/>
        </p:spPr>
        <p:txBody>
          <a:bodyPr/>
          <a:lstStyle>
            <a:lvl1pPr>
              <a:defRPr/>
            </a:lvl1pPr>
          </a:lstStyle>
          <a:p>
            <a:pPr>
              <a:defRPr/>
            </a:pPr>
            <a:fld id="{9E6B79A6-E972-4652-9234-CC1891DFE554}" type="slidenum">
              <a:rPr lang="en-US" altLang="ms-MY"/>
              <a:pPr>
                <a:defRPr/>
              </a:pPr>
              <a:t>‹#›</a:t>
            </a:fld>
            <a:endParaRPr lang="en-US" altLang="ms-MY"/>
          </a:p>
        </p:txBody>
      </p:sp>
    </p:spTree>
    <p:extLst>
      <p:ext uri="{BB962C8B-B14F-4D97-AF65-F5344CB8AC3E}">
        <p14:creationId xmlns:p14="http://schemas.microsoft.com/office/powerpoint/2010/main" val="40815953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914400"/>
            <a:ext cx="8077200" cy="1143000"/>
          </a:xfrm>
        </p:spPr>
        <p:txBody>
          <a:bodyPr/>
          <a:lstStyle/>
          <a:p>
            <a:r>
              <a:rPr lang="en-US"/>
              <a:t>Click to edit Master title style</a:t>
            </a:r>
          </a:p>
        </p:txBody>
      </p:sp>
      <p:sp>
        <p:nvSpPr>
          <p:cNvPr id="3" name="Content Placeholder 2"/>
          <p:cNvSpPr>
            <a:spLocks noGrp="1"/>
          </p:cNvSpPr>
          <p:nvPr>
            <p:ph sz="half" idx="1"/>
          </p:nvPr>
        </p:nvSpPr>
        <p:spPr>
          <a:xfrm>
            <a:off x="533400" y="2209800"/>
            <a:ext cx="3962400" cy="4038600"/>
          </a:xfrm>
        </p:spPr>
        <p:txBody>
          <a:bodyPr/>
          <a:lstStyle>
            <a:lvl1pPr>
              <a:defRPr sz="22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2209800"/>
            <a:ext cx="39624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6">
            <a:extLst>
              <a:ext uri="{FF2B5EF4-FFF2-40B4-BE49-F238E27FC236}">
                <a16:creationId xmlns:a16="http://schemas.microsoft.com/office/drawing/2014/main" id="{6D196F76-526D-437E-9E77-50FB58E563C4}"/>
              </a:ext>
            </a:extLst>
          </p:cNvPr>
          <p:cNvSpPr>
            <a:spLocks noGrp="1" noChangeArrowheads="1"/>
          </p:cNvSpPr>
          <p:nvPr>
            <p:ph type="sldNum" sz="quarter" idx="10"/>
          </p:nvPr>
        </p:nvSpPr>
        <p:spPr>
          <a:ln/>
        </p:spPr>
        <p:txBody>
          <a:bodyPr/>
          <a:lstStyle>
            <a:lvl1pPr>
              <a:defRPr/>
            </a:lvl1pPr>
          </a:lstStyle>
          <a:p>
            <a:pPr>
              <a:defRPr/>
            </a:pPr>
            <a:fld id="{C72AD680-60A8-49E4-9573-3E2A810FC795}" type="slidenum">
              <a:rPr lang="en-US" altLang="ms-MY"/>
              <a:pPr>
                <a:defRPr/>
              </a:pPr>
              <a:t>‹#›</a:t>
            </a:fld>
            <a:endParaRPr lang="en-US" altLang="ms-MY"/>
          </a:p>
        </p:txBody>
      </p:sp>
    </p:spTree>
    <p:extLst>
      <p:ext uri="{BB962C8B-B14F-4D97-AF65-F5344CB8AC3E}">
        <p14:creationId xmlns:p14="http://schemas.microsoft.com/office/powerpoint/2010/main" val="40262229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206375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890837"/>
            <a:ext cx="4040188" cy="3463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206375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890837"/>
            <a:ext cx="4041775" cy="3463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A2A75104-4D7D-4B00-973D-81AB90B197B2}"/>
              </a:ext>
            </a:extLst>
          </p:cNvPr>
          <p:cNvSpPr>
            <a:spLocks noGrp="1" noChangeArrowheads="1"/>
          </p:cNvSpPr>
          <p:nvPr>
            <p:ph type="sldNum" sz="quarter" idx="10"/>
          </p:nvPr>
        </p:nvSpPr>
        <p:spPr>
          <a:ln/>
        </p:spPr>
        <p:txBody>
          <a:bodyPr/>
          <a:lstStyle>
            <a:lvl1pPr>
              <a:defRPr/>
            </a:lvl1pPr>
          </a:lstStyle>
          <a:p>
            <a:pPr>
              <a:defRPr/>
            </a:pPr>
            <a:fld id="{982ACB8B-74B6-49F1-AEA5-C95AD2D6631E}" type="slidenum">
              <a:rPr lang="en-US" altLang="ms-MY"/>
              <a:pPr>
                <a:defRPr/>
              </a:pPr>
              <a:t>‹#›</a:t>
            </a:fld>
            <a:endParaRPr lang="en-US" altLang="ms-MY"/>
          </a:p>
        </p:txBody>
      </p:sp>
    </p:spTree>
    <p:extLst>
      <p:ext uri="{BB962C8B-B14F-4D97-AF65-F5344CB8AC3E}">
        <p14:creationId xmlns:p14="http://schemas.microsoft.com/office/powerpoint/2010/main" val="14834857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85748BF0-E669-45D2-94AB-DCB487CE76F7}"/>
              </a:ext>
            </a:extLst>
          </p:cNvPr>
          <p:cNvSpPr>
            <a:spLocks noGrp="1" noChangeArrowheads="1"/>
          </p:cNvSpPr>
          <p:nvPr>
            <p:ph type="sldNum" sz="quarter" idx="10"/>
          </p:nvPr>
        </p:nvSpPr>
        <p:spPr>
          <a:ln/>
        </p:spPr>
        <p:txBody>
          <a:bodyPr/>
          <a:lstStyle>
            <a:lvl1pPr>
              <a:defRPr/>
            </a:lvl1pPr>
          </a:lstStyle>
          <a:p>
            <a:pPr>
              <a:defRPr/>
            </a:pPr>
            <a:fld id="{3536AEFB-B2E5-464F-A55C-87D074CF9EBC}" type="slidenum">
              <a:rPr lang="en-US" altLang="ms-MY"/>
              <a:pPr>
                <a:defRPr/>
              </a:pPr>
              <a:t>‹#›</a:t>
            </a:fld>
            <a:endParaRPr lang="en-US" altLang="ms-MY"/>
          </a:p>
        </p:txBody>
      </p:sp>
    </p:spTree>
    <p:extLst>
      <p:ext uri="{BB962C8B-B14F-4D97-AF65-F5344CB8AC3E}">
        <p14:creationId xmlns:p14="http://schemas.microsoft.com/office/powerpoint/2010/main" val="27926654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22EB4537-0E58-4B7A-9E6D-AC244905CF43}"/>
              </a:ext>
            </a:extLst>
          </p:cNvPr>
          <p:cNvSpPr>
            <a:spLocks noGrp="1" noChangeArrowheads="1"/>
          </p:cNvSpPr>
          <p:nvPr>
            <p:ph type="ftr" sz="quarter" idx="10"/>
          </p:nvPr>
        </p:nvSpPr>
        <p:spPr>
          <a:xfrm>
            <a:off x="533400" y="6477000"/>
            <a:ext cx="5867400" cy="304800"/>
          </a:xfrm>
          <a:prstGeom prst="rect">
            <a:avLst/>
          </a:prstGeom>
        </p:spPr>
        <p:txBody>
          <a:bodyPr/>
          <a:lstStyle>
            <a:lvl1pPr eaLnBrk="1" hangingPunct="1">
              <a:defRPr>
                <a:latin typeface="Times New Roman" pitchFamily="18" charset="0"/>
                <a:ea typeface="+mn-ea"/>
                <a:cs typeface="Arial" charset="0"/>
              </a:defRPr>
            </a:lvl1pPr>
          </a:lstStyle>
          <a:p>
            <a:pPr>
              <a:defRPr/>
            </a:pPr>
            <a:r>
              <a:rPr lang="en-US"/>
              <a:t>Operating Systems</a:t>
            </a:r>
          </a:p>
        </p:txBody>
      </p:sp>
      <p:sp>
        <p:nvSpPr>
          <p:cNvPr id="3" name="Rectangle 6">
            <a:extLst>
              <a:ext uri="{FF2B5EF4-FFF2-40B4-BE49-F238E27FC236}">
                <a16:creationId xmlns:a16="http://schemas.microsoft.com/office/drawing/2014/main" id="{8CC637B8-1484-432C-900D-0CAAF91C1324}"/>
              </a:ext>
            </a:extLst>
          </p:cNvPr>
          <p:cNvSpPr>
            <a:spLocks noGrp="1" noChangeArrowheads="1"/>
          </p:cNvSpPr>
          <p:nvPr>
            <p:ph type="sldNum" sz="quarter" idx="11"/>
          </p:nvPr>
        </p:nvSpPr>
        <p:spPr/>
        <p:txBody>
          <a:bodyPr/>
          <a:lstStyle>
            <a:lvl1pPr>
              <a:defRPr/>
            </a:lvl1pPr>
          </a:lstStyle>
          <a:p>
            <a:pPr>
              <a:defRPr/>
            </a:pPr>
            <a:fld id="{3F28BB08-B5C3-4A84-92E0-826F5A42C43E}" type="slidenum">
              <a:rPr lang="en-US" altLang="ms-MY"/>
              <a:pPr>
                <a:defRPr/>
              </a:pPr>
              <a:t>‹#›</a:t>
            </a:fld>
            <a:endParaRPr lang="en-US" altLang="ms-MY"/>
          </a:p>
        </p:txBody>
      </p:sp>
    </p:spTree>
    <p:extLst>
      <p:ext uri="{BB962C8B-B14F-4D97-AF65-F5344CB8AC3E}">
        <p14:creationId xmlns:p14="http://schemas.microsoft.com/office/powerpoint/2010/main" val="305970396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8953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914400"/>
            <a:ext cx="5111750" cy="52117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057400"/>
            <a:ext cx="3008313" cy="4068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61958B08-8DF7-4D0D-BA70-BDBD2BA5AFCF}"/>
              </a:ext>
            </a:extLst>
          </p:cNvPr>
          <p:cNvSpPr>
            <a:spLocks noGrp="1" noChangeArrowheads="1"/>
          </p:cNvSpPr>
          <p:nvPr>
            <p:ph type="sldNum" sz="quarter" idx="10"/>
          </p:nvPr>
        </p:nvSpPr>
        <p:spPr>
          <a:ln/>
        </p:spPr>
        <p:txBody>
          <a:bodyPr/>
          <a:lstStyle>
            <a:lvl1pPr>
              <a:defRPr/>
            </a:lvl1pPr>
          </a:lstStyle>
          <a:p>
            <a:pPr>
              <a:defRPr/>
            </a:pPr>
            <a:fld id="{52591E5C-E753-4D99-8A8B-7AAB15E72FB5}" type="slidenum">
              <a:rPr lang="en-US" altLang="ms-MY"/>
              <a:pPr>
                <a:defRPr/>
              </a:pPr>
              <a:t>‹#›</a:t>
            </a:fld>
            <a:endParaRPr lang="en-US" altLang="ms-MY"/>
          </a:p>
        </p:txBody>
      </p:sp>
    </p:spTree>
    <p:extLst>
      <p:ext uri="{BB962C8B-B14F-4D97-AF65-F5344CB8AC3E}">
        <p14:creationId xmlns:p14="http://schemas.microsoft.com/office/powerpoint/2010/main" val="363979805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914399"/>
            <a:ext cx="5486400" cy="38131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4C2CDC57-8C8D-4AA4-8BC9-9EF4EEB962BB}"/>
              </a:ext>
            </a:extLst>
          </p:cNvPr>
          <p:cNvSpPr>
            <a:spLocks noGrp="1" noChangeArrowheads="1"/>
          </p:cNvSpPr>
          <p:nvPr>
            <p:ph type="sldNum" sz="quarter" idx="10"/>
          </p:nvPr>
        </p:nvSpPr>
        <p:spPr>
          <a:ln/>
        </p:spPr>
        <p:txBody>
          <a:bodyPr/>
          <a:lstStyle>
            <a:lvl1pPr>
              <a:defRPr/>
            </a:lvl1pPr>
          </a:lstStyle>
          <a:p>
            <a:pPr>
              <a:defRPr/>
            </a:pPr>
            <a:fld id="{765A2585-C13F-46FD-A40B-DC7F03882B06}" type="slidenum">
              <a:rPr lang="en-US" altLang="ms-MY"/>
              <a:pPr>
                <a:defRPr/>
              </a:pPr>
              <a:t>‹#›</a:t>
            </a:fld>
            <a:endParaRPr lang="en-US" altLang="ms-MY"/>
          </a:p>
        </p:txBody>
      </p:sp>
    </p:spTree>
    <p:extLst>
      <p:ext uri="{BB962C8B-B14F-4D97-AF65-F5344CB8AC3E}">
        <p14:creationId xmlns:p14="http://schemas.microsoft.com/office/powerpoint/2010/main" val="12183497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8B9B70DC-23B4-42E2-A5F6-19913A8E5756}"/>
              </a:ext>
            </a:extLst>
          </p:cNvPr>
          <p:cNvSpPr>
            <a:spLocks noGrp="1" noChangeArrowheads="1"/>
          </p:cNvSpPr>
          <p:nvPr>
            <p:ph type="sldNum" sz="quarter" idx="10"/>
          </p:nvPr>
        </p:nvSpPr>
        <p:spPr>
          <a:ln/>
        </p:spPr>
        <p:txBody>
          <a:bodyPr/>
          <a:lstStyle>
            <a:lvl1pPr>
              <a:defRPr/>
            </a:lvl1pPr>
          </a:lstStyle>
          <a:p>
            <a:pPr>
              <a:defRPr/>
            </a:pPr>
            <a:fld id="{B4C4E17E-E631-4D20-827B-5C6EF3578991}" type="slidenum">
              <a:rPr lang="en-US" altLang="ms-MY"/>
              <a:pPr>
                <a:defRPr/>
              </a:pPr>
              <a:t>‹#›</a:t>
            </a:fld>
            <a:endParaRPr lang="en-US" altLang="ms-MY"/>
          </a:p>
        </p:txBody>
      </p:sp>
    </p:spTree>
    <p:extLst>
      <p:ext uri="{BB962C8B-B14F-4D97-AF65-F5344CB8AC3E}">
        <p14:creationId xmlns:p14="http://schemas.microsoft.com/office/powerpoint/2010/main" val="24763433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1300" y="990600"/>
            <a:ext cx="2019300" cy="5257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990600"/>
            <a:ext cx="59055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D73C7BB9-984C-40E7-A369-10749EE935A5}"/>
              </a:ext>
            </a:extLst>
          </p:cNvPr>
          <p:cNvSpPr>
            <a:spLocks noGrp="1" noChangeArrowheads="1"/>
          </p:cNvSpPr>
          <p:nvPr>
            <p:ph type="ftr" sz="quarter" idx="10"/>
          </p:nvPr>
        </p:nvSpPr>
        <p:spPr>
          <a:xfrm>
            <a:off x="533400" y="6477000"/>
            <a:ext cx="5867400" cy="304800"/>
          </a:xfrm>
          <a:prstGeom prst="rect">
            <a:avLst/>
          </a:prstGeom>
        </p:spPr>
        <p:txBody>
          <a:bodyPr/>
          <a:lstStyle>
            <a:lvl1pPr eaLnBrk="1" hangingPunct="1">
              <a:defRPr>
                <a:latin typeface="Times New Roman" pitchFamily="18" charset="0"/>
                <a:ea typeface="+mn-ea"/>
                <a:cs typeface="Arial" charset="0"/>
              </a:defRPr>
            </a:lvl1pPr>
          </a:lstStyle>
          <a:p>
            <a:pPr>
              <a:defRPr/>
            </a:pPr>
            <a:r>
              <a:rPr lang="en-US"/>
              <a:t>Operating Systems</a:t>
            </a:r>
          </a:p>
        </p:txBody>
      </p:sp>
      <p:sp>
        <p:nvSpPr>
          <p:cNvPr id="5" name="Rectangle 6">
            <a:extLst>
              <a:ext uri="{FF2B5EF4-FFF2-40B4-BE49-F238E27FC236}">
                <a16:creationId xmlns:a16="http://schemas.microsoft.com/office/drawing/2014/main" id="{C617B4B5-C325-4212-BB47-8F2A4E0257F7}"/>
              </a:ext>
            </a:extLst>
          </p:cNvPr>
          <p:cNvSpPr>
            <a:spLocks noGrp="1" noChangeArrowheads="1"/>
          </p:cNvSpPr>
          <p:nvPr>
            <p:ph type="sldNum" sz="quarter" idx="11"/>
          </p:nvPr>
        </p:nvSpPr>
        <p:spPr/>
        <p:txBody>
          <a:bodyPr/>
          <a:lstStyle>
            <a:lvl1pPr>
              <a:defRPr/>
            </a:lvl1pPr>
          </a:lstStyle>
          <a:p>
            <a:pPr>
              <a:defRPr/>
            </a:pPr>
            <a:fld id="{CEA0AF4D-E0B2-45C4-B170-D540B2672AFC}" type="slidenum">
              <a:rPr lang="en-US" altLang="ms-MY"/>
              <a:pPr>
                <a:defRPr/>
              </a:pPr>
              <a:t>‹#›</a:t>
            </a:fld>
            <a:endParaRPr lang="en-US" altLang="ms-MY"/>
          </a:p>
        </p:txBody>
      </p:sp>
    </p:spTree>
    <p:extLst>
      <p:ext uri="{BB962C8B-B14F-4D97-AF65-F5344CB8AC3E}">
        <p14:creationId xmlns:p14="http://schemas.microsoft.com/office/powerpoint/2010/main" val="15230170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990600"/>
            <a:ext cx="8077200" cy="1143000"/>
          </a:xfrm>
        </p:spPr>
        <p:txBody>
          <a:bodyPr/>
          <a:lstStyle/>
          <a:p>
            <a:r>
              <a:rPr lang="en-US"/>
              <a:t>Click to edit Master title style</a:t>
            </a:r>
          </a:p>
        </p:txBody>
      </p:sp>
      <p:sp>
        <p:nvSpPr>
          <p:cNvPr id="3" name="Content Placeholder 2"/>
          <p:cNvSpPr>
            <a:spLocks noGrp="1"/>
          </p:cNvSpPr>
          <p:nvPr>
            <p:ph sz="quarter" idx="1"/>
          </p:nvPr>
        </p:nvSpPr>
        <p:spPr>
          <a:xfrm>
            <a:off x="533400" y="2286000"/>
            <a:ext cx="3962400" cy="1905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
          </p:nvPr>
        </p:nvSpPr>
        <p:spPr>
          <a:xfrm>
            <a:off x="533400" y="4343400"/>
            <a:ext cx="3962400" cy="1905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half" idx="3"/>
          </p:nvPr>
        </p:nvSpPr>
        <p:spPr>
          <a:xfrm>
            <a:off x="4648200" y="2286000"/>
            <a:ext cx="3962400" cy="396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0236E8DE-FE76-47D4-8EBD-DF1B27F8555B}"/>
              </a:ext>
            </a:extLst>
          </p:cNvPr>
          <p:cNvSpPr>
            <a:spLocks noGrp="1" noChangeArrowheads="1"/>
          </p:cNvSpPr>
          <p:nvPr>
            <p:ph type="ftr" sz="quarter" idx="10"/>
          </p:nvPr>
        </p:nvSpPr>
        <p:spPr>
          <a:xfrm>
            <a:off x="533400" y="6477000"/>
            <a:ext cx="5867400" cy="304800"/>
          </a:xfrm>
          <a:prstGeom prst="rect">
            <a:avLst/>
          </a:prstGeom>
        </p:spPr>
        <p:txBody>
          <a:bodyPr/>
          <a:lstStyle>
            <a:lvl1pPr eaLnBrk="1" hangingPunct="1">
              <a:defRPr>
                <a:latin typeface="Times New Roman" pitchFamily="18" charset="0"/>
                <a:ea typeface="+mn-ea"/>
                <a:cs typeface="Arial" charset="0"/>
              </a:defRPr>
            </a:lvl1pPr>
          </a:lstStyle>
          <a:p>
            <a:pPr>
              <a:defRPr/>
            </a:pPr>
            <a:r>
              <a:rPr lang="en-US"/>
              <a:t>Operating Systems</a:t>
            </a:r>
          </a:p>
        </p:txBody>
      </p:sp>
      <p:sp>
        <p:nvSpPr>
          <p:cNvPr id="7" name="Slide Number Placeholder 6">
            <a:extLst>
              <a:ext uri="{FF2B5EF4-FFF2-40B4-BE49-F238E27FC236}">
                <a16:creationId xmlns:a16="http://schemas.microsoft.com/office/drawing/2014/main" id="{41B933CC-EBE9-4E46-B9D0-F38055EA60CE}"/>
              </a:ext>
            </a:extLst>
          </p:cNvPr>
          <p:cNvSpPr>
            <a:spLocks noGrp="1" noChangeArrowheads="1"/>
          </p:cNvSpPr>
          <p:nvPr>
            <p:ph type="sldNum" sz="quarter" idx="11"/>
          </p:nvPr>
        </p:nvSpPr>
        <p:spPr/>
        <p:txBody>
          <a:bodyPr/>
          <a:lstStyle>
            <a:lvl1pPr>
              <a:defRPr/>
            </a:lvl1pPr>
          </a:lstStyle>
          <a:p>
            <a:pPr>
              <a:defRPr/>
            </a:pPr>
            <a:fld id="{2E6D1AA4-1DC0-4854-9F8C-4A21E185D6B3}" type="slidenum">
              <a:rPr lang="en-US" altLang="ms-MY"/>
              <a:pPr>
                <a:defRPr/>
              </a:pPr>
              <a:t>‹#›</a:t>
            </a:fld>
            <a:endParaRPr lang="en-US" altLang="ms-MY"/>
          </a:p>
        </p:txBody>
      </p:sp>
    </p:spTree>
    <p:extLst>
      <p:ext uri="{BB962C8B-B14F-4D97-AF65-F5344CB8AC3E}">
        <p14:creationId xmlns:p14="http://schemas.microsoft.com/office/powerpoint/2010/main" val="357639262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7C124EC-B247-432F-BD92-37E282A333FE}"/>
              </a:ext>
            </a:extLst>
          </p:cNvPr>
          <p:cNvSpPr/>
          <p:nvPr userDrawn="1"/>
        </p:nvSpPr>
        <p:spPr bwMode="auto">
          <a:xfrm>
            <a:off x="8305800" y="6477000"/>
            <a:ext cx="838200" cy="3048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a:defRPr/>
            </a:pPr>
            <a:endParaRPr lang="en-US" sz="1100" i="1">
              <a:ea typeface="+mn-ea"/>
            </a:endParaRPr>
          </a:p>
        </p:txBody>
      </p:sp>
      <p:sp>
        <p:nvSpPr>
          <p:cNvPr id="109571" name="Rectangle 3"/>
          <p:cNvSpPr>
            <a:spLocks noGrp="1" noChangeArrowheads="1"/>
          </p:cNvSpPr>
          <p:nvPr>
            <p:ph type="subTitle" idx="1"/>
          </p:nvPr>
        </p:nvSpPr>
        <p:spPr>
          <a:xfrm>
            <a:off x="762000" y="3886200"/>
            <a:ext cx="7772400" cy="1752600"/>
          </a:xfrm>
        </p:spPr>
        <p:txBody>
          <a:bodyPr/>
          <a:lstStyle>
            <a:lvl1pPr marL="0" indent="0" algn="ctr">
              <a:buFontTx/>
              <a:buNone/>
              <a:defRPr sz="3400" i="1" smtClean="0"/>
            </a:lvl1pPr>
          </a:lstStyle>
          <a:p>
            <a:r>
              <a:rPr lang="en-US"/>
              <a:t>Click to edit Master subtitle style</a:t>
            </a:r>
          </a:p>
        </p:txBody>
      </p:sp>
      <p:sp>
        <p:nvSpPr>
          <p:cNvPr id="8" name="Title 7"/>
          <p:cNvSpPr>
            <a:spLocks noGrp="1"/>
          </p:cNvSpPr>
          <p:nvPr>
            <p:ph type="title"/>
          </p:nvPr>
        </p:nvSpPr>
        <p:spPr/>
        <p:txBody>
          <a:bodyPr/>
          <a:lstStyle/>
          <a:p>
            <a:r>
              <a:rPr lang="en-US"/>
              <a:t>Click to edit Master title style</a:t>
            </a:r>
          </a:p>
        </p:txBody>
      </p:sp>
      <p:sp>
        <p:nvSpPr>
          <p:cNvPr id="5" name="Rectangle 5">
            <a:extLst>
              <a:ext uri="{FF2B5EF4-FFF2-40B4-BE49-F238E27FC236}">
                <a16:creationId xmlns:a16="http://schemas.microsoft.com/office/drawing/2014/main" id="{BBA6A6CE-E21D-4BE7-87C3-D1B637614F53}"/>
              </a:ext>
            </a:extLst>
          </p:cNvPr>
          <p:cNvSpPr>
            <a:spLocks noGrp="1" noChangeArrowheads="1"/>
          </p:cNvSpPr>
          <p:nvPr>
            <p:ph type="ftr" sz="quarter" idx="10"/>
          </p:nvPr>
        </p:nvSpPr>
        <p:spPr>
          <a:xfrm>
            <a:off x="6934200" y="152400"/>
            <a:ext cx="2133600" cy="304800"/>
          </a:xfrm>
          <a:prstGeom prst="rect">
            <a:avLst/>
          </a:prstGeom>
        </p:spPr>
        <p:txBody>
          <a:bodyPr/>
          <a:lstStyle>
            <a:lvl1pPr algn="r">
              <a:defRPr sz="1400">
                <a:solidFill>
                  <a:schemeClr val="bg1"/>
                </a:solidFill>
                <a:latin typeface="Arial" charset="0"/>
                <a:ea typeface="+mn-ea"/>
                <a:cs typeface="Arial" charset="0"/>
              </a:defRPr>
            </a:lvl1pPr>
          </a:lstStyle>
          <a:p>
            <a:pPr>
              <a:defRPr/>
            </a:pPr>
            <a:r>
              <a:rPr lang="en-US"/>
              <a:t>SCR2043 Operating Systems</a:t>
            </a:r>
          </a:p>
        </p:txBody>
      </p:sp>
      <p:sp>
        <p:nvSpPr>
          <p:cNvPr id="6" name="Rectangle 6">
            <a:extLst>
              <a:ext uri="{FF2B5EF4-FFF2-40B4-BE49-F238E27FC236}">
                <a16:creationId xmlns:a16="http://schemas.microsoft.com/office/drawing/2014/main" id="{9209B109-C95B-4CB3-AED6-75C65D592BC2}"/>
              </a:ext>
            </a:extLst>
          </p:cNvPr>
          <p:cNvSpPr>
            <a:spLocks noGrp="1" noChangeArrowheads="1"/>
          </p:cNvSpPr>
          <p:nvPr>
            <p:ph type="sldNum" sz="quarter" idx="11"/>
          </p:nvPr>
        </p:nvSpPr>
        <p:spPr/>
        <p:txBody>
          <a:bodyPr/>
          <a:lstStyle>
            <a:lvl1pPr>
              <a:defRPr/>
            </a:lvl1pPr>
          </a:lstStyle>
          <a:p>
            <a:fld id="{3D52AE05-B3FA-434E-B6BE-3F5D2C08580D}" type="slidenum">
              <a:rPr lang="en-US" altLang="en-US"/>
              <a:pPr/>
              <a:t>‹#›</a:t>
            </a:fld>
            <a:endParaRPr lang="en-US" altLang="en-US"/>
          </a:p>
        </p:txBody>
      </p:sp>
    </p:spTree>
    <p:extLst>
      <p:ext uri="{BB962C8B-B14F-4D97-AF65-F5344CB8AC3E}">
        <p14:creationId xmlns:p14="http://schemas.microsoft.com/office/powerpoint/2010/main" val="34726319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491A4946-1842-45F7-9412-E2DDB4FC3569}"/>
              </a:ext>
            </a:extLst>
          </p:cNvPr>
          <p:cNvSpPr txBox="1">
            <a:spLocks noChangeArrowheads="1"/>
          </p:cNvSpPr>
          <p:nvPr userDrawn="1"/>
        </p:nvSpPr>
        <p:spPr bwMode="auto">
          <a:xfrm>
            <a:off x="6934200" y="152400"/>
            <a:ext cx="2133600" cy="304800"/>
          </a:xfrm>
          <a:prstGeom prst="rect">
            <a:avLst/>
          </a:prstGeom>
          <a:noFill/>
          <a:ln w="9525">
            <a:noFill/>
            <a:miter lim="800000"/>
            <a:headEnd/>
            <a:tailEnd/>
          </a:ln>
          <a:effectLst/>
        </p:spPr>
        <p:txBody>
          <a:bodyPr/>
          <a:lstStyle>
            <a:lvl1pPr algn="r">
              <a:defRPr sz="1400" dirty="0" smtClean="0">
                <a:solidFill>
                  <a:schemeClr val="bg1"/>
                </a:solidFill>
                <a:latin typeface="Arial" charset="0"/>
              </a:defRPr>
            </a:lvl1pPr>
          </a:lstStyle>
          <a:p>
            <a:pPr>
              <a:defRPr/>
            </a:pPr>
            <a:r>
              <a:rPr lang="en-US">
                <a:ea typeface="+mn-ea"/>
              </a:rPr>
              <a:t>Operating Systems</a:t>
            </a: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8C118D2E-F33A-4313-9B32-1F486CF06A7C}"/>
              </a:ext>
            </a:extLst>
          </p:cNvPr>
          <p:cNvSpPr>
            <a:spLocks noGrp="1" noChangeArrowheads="1"/>
          </p:cNvSpPr>
          <p:nvPr>
            <p:ph type="ftr" sz="quarter" idx="10"/>
          </p:nvPr>
        </p:nvSpPr>
        <p:spPr>
          <a:xfrm>
            <a:off x="533400" y="6477000"/>
            <a:ext cx="5867400" cy="304800"/>
          </a:xfrm>
          <a:prstGeom prst="rect">
            <a:avLst/>
          </a:prstGeom>
        </p:spPr>
        <p:txBody>
          <a:bodyPr/>
          <a:lstStyle>
            <a:lvl1pPr>
              <a:defRPr>
                <a:latin typeface="Times New Roman" pitchFamily="18" charset="0"/>
                <a:ea typeface="+mn-ea"/>
                <a:cs typeface="Arial" charset="0"/>
              </a:defRPr>
            </a:lvl1pPr>
          </a:lstStyle>
          <a:p>
            <a:pPr>
              <a:defRPr/>
            </a:pPr>
            <a:r>
              <a:rPr lang="en-US"/>
              <a:t>SCR2043 Operating Systems</a:t>
            </a:r>
          </a:p>
        </p:txBody>
      </p:sp>
      <p:sp>
        <p:nvSpPr>
          <p:cNvPr id="6" name="Rectangle 6">
            <a:extLst>
              <a:ext uri="{FF2B5EF4-FFF2-40B4-BE49-F238E27FC236}">
                <a16:creationId xmlns:a16="http://schemas.microsoft.com/office/drawing/2014/main" id="{6263B26F-3D9A-404E-BC78-055416F7922B}"/>
              </a:ext>
            </a:extLst>
          </p:cNvPr>
          <p:cNvSpPr>
            <a:spLocks noGrp="1" noChangeArrowheads="1"/>
          </p:cNvSpPr>
          <p:nvPr>
            <p:ph type="sldNum" sz="quarter" idx="11"/>
          </p:nvPr>
        </p:nvSpPr>
        <p:spPr/>
        <p:txBody>
          <a:bodyPr/>
          <a:lstStyle>
            <a:lvl1pPr>
              <a:defRPr/>
            </a:lvl1pPr>
          </a:lstStyle>
          <a:p>
            <a:fld id="{FA84FC57-554C-405C-B834-0C90B359776B}" type="slidenum">
              <a:rPr lang="en-US" altLang="en-US"/>
              <a:pPr/>
              <a:t>‹#›</a:t>
            </a:fld>
            <a:endParaRPr lang="en-US" altLang="en-US"/>
          </a:p>
        </p:txBody>
      </p:sp>
    </p:spTree>
    <p:extLst>
      <p:ext uri="{BB962C8B-B14F-4D97-AF65-F5344CB8AC3E}">
        <p14:creationId xmlns:p14="http://schemas.microsoft.com/office/powerpoint/2010/main" val="35821382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B5E123A3-7547-4F0C-A06A-FD59B4F9FCA4}"/>
              </a:ext>
            </a:extLst>
          </p:cNvPr>
          <p:cNvSpPr>
            <a:spLocks noGrp="1" noChangeArrowheads="1"/>
          </p:cNvSpPr>
          <p:nvPr>
            <p:ph type="sldNum" sz="quarter" idx="10"/>
          </p:nvPr>
        </p:nvSpPr>
        <p:spPr>
          <a:ln/>
        </p:spPr>
        <p:txBody>
          <a:bodyPr/>
          <a:lstStyle>
            <a:lvl1pPr>
              <a:defRPr/>
            </a:lvl1pPr>
          </a:lstStyle>
          <a:p>
            <a:fld id="{FB92970B-376F-4A3E-A579-507DA3A05D38}" type="slidenum">
              <a:rPr lang="en-US" altLang="en-US"/>
              <a:pPr/>
              <a:t>‹#›</a:t>
            </a:fld>
            <a:endParaRPr lang="en-US" altLang="en-US"/>
          </a:p>
        </p:txBody>
      </p:sp>
    </p:spTree>
    <p:extLst>
      <p:ext uri="{BB962C8B-B14F-4D97-AF65-F5344CB8AC3E}">
        <p14:creationId xmlns:p14="http://schemas.microsoft.com/office/powerpoint/2010/main" val="104191427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914400"/>
            <a:ext cx="8077200" cy="1143000"/>
          </a:xfrm>
        </p:spPr>
        <p:txBody>
          <a:bodyPr/>
          <a:lstStyle/>
          <a:p>
            <a:r>
              <a:rPr lang="en-US"/>
              <a:t>Click to edit Master title style</a:t>
            </a:r>
          </a:p>
        </p:txBody>
      </p:sp>
      <p:sp>
        <p:nvSpPr>
          <p:cNvPr id="3" name="Content Placeholder 2"/>
          <p:cNvSpPr>
            <a:spLocks noGrp="1"/>
          </p:cNvSpPr>
          <p:nvPr>
            <p:ph sz="half" idx="1"/>
          </p:nvPr>
        </p:nvSpPr>
        <p:spPr>
          <a:xfrm>
            <a:off x="533400" y="2209800"/>
            <a:ext cx="39624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209800"/>
            <a:ext cx="39624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6">
            <a:extLst>
              <a:ext uri="{FF2B5EF4-FFF2-40B4-BE49-F238E27FC236}">
                <a16:creationId xmlns:a16="http://schemas.microsoft.com/office/drawing/2014/main" id="{546CE798-7550-4C0E-885A-E5EBB55C6B70}"/>
              </a:ext>
            </a:extLst>
          </p:cNvPr>
          <p:cNvSpPr>
            <a:spLocks noGrp="1" noChangeArrowheads="1"/>
          </p:cNvSpPr>
          <p:nvPr>
            <p:ph type="sldNum" sz="quarter" idx="10"/>
          </p:nvPr>
        </p:nvSpPr>
        <p:spPr>
          <a:ln/>
        </p:spPr>
        <p:txBody>
          <a:bodyPr/>
          <a:lstStyle>
            <a:lvl1pPr>
              <a:defRPr/>
            </a:lvl1pPr>
          </a:lstStyle>
          <a:p>
            <a:fld id="{AC784642-2FF3-4F1D-A4A2-5F07EB4F4B2F}" type="slidenum">
              <a:rPr lang="en-US" altLang="en-US"/>
              <a:pPr/>
              <a:t>‹#›</a:t>
            </a:fld>
            <a:endParaRPr lang="en-US" altLang="en-US"/>
          </a:p>
        </p:txBody>
      </p:sp>
    </p:spTree>
    <p:extLst>
      <p:ext uri="{BB962C8B-B14F-4D97-AF65-F5344CB8AC3E}">
        <p14:creationId xmlns:p14="http://schemas.microsoft.com/office/powerpoint/2010/main" val="320272224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206375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890837"/>
            <a:ext cx="4040188" cy="3463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206375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890837"/>
            <a:ext cx="4041775" cy="3463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932D9557-696F-4380-BF91-5C7596B0DC4D}"/>
              </a:ext>
            </a:extLst>
          </p:cNvPr>
          <p:cNvSpPr>
            <a:spLocks noGrp="1" noChangeArrowheads="1"/>
          </p:cNvSpPr>
          <p:nvPr>
            <p:ph type="sldNum" sz="quarter" idx="10"/>
          </p:nvPr>
        </p:nvSpPr>
        <p:spPr>
          <a:ln/>
        </p:spPr>
        <p:txBody>
          <a:bodyPr/>
          <a:lstStyle>
            <a:lvl1pPr>
              <a:defRPr/>
            </a:lvl1pPr>
          </a:lstStyle>
          <a:p>
            <a:fld id="{EC9D5445-49A3-4C9D-9103-4611DDA69AB3}" type="slidenum">
              <a:rPr lang="en-US" altLang="en-US"/>
              <a:pPr/>
              <a:t>‹#›</a:t>
            </a:fld>
            <a:endParaRPr lang="en-US" altLang="en-US"/>
          </a:p>
        </p:txBody>
      </p:sp>
    </p:spTree>
    <p:extLst>
      <p:ext uri="{BB962C8B-B14F-4D97-AF65-F5344CB8AC3E}">
        <p14:creationId xmlns:p14="http://schemas.microsoft.com/office/powerpoint/2010/main" val="326732904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1487FBF6-9233-4E4F-B58C-9A8A2CEA0ADE}"/>
              </a:ext>
            </a:extLst>
          </p:cNvPr>
          <p:cNvSpPr>
            <a:spLocks noGrp="1" noChangeArrowheads="1"/>
          </p:cNvSpPr>
          <p:nvPr>
            <p:ph type="sldNum" sz="quarter" idx="10"/>
          </p:nvPr>
        </p:nvSpPr>
        <p:spPr>
          <a:ln/>
        </p:spPr>
        <p:txBody>
          <a:bodyPr/>
          <a:lstStyle>
            <a:lvl1pPr>
              <a:defRPr/>
            </a:lvl1pPr>
          </a:lstStyle>
          <a:p>
            <a:fld id="{ACB80F95-2536-4ADD-ABF9-592FDD0C1BAC}" type="slidenum">
              <a:rPr lang="en-US" altLang="en-US"/>
              <a:pPr/>
              <a:t>‹#›</a:t>
            </a:fld>
            <a:endParaRPr lang="en-US" altLang="en-US"/>
          </a:p>
        </p:txBody>
      </p:sp>
    </p:spTree>
    <p:extLst>
      <p:ext uri="{BB962C8B-B14F-4D97-AF65-F5344CB8AC3E}">
        <p14:creationId xmlns:p14="http://schemas.microsoft.com/office/powerpoint/2010/main" val="312993433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A3F2520F-8016-4CD1-8301-ABBF435DA52A}"/>
              </a:ext>
            </a:extLst>
          </p:cNvPr>
          <p:cNvSpPr>
            <a:spLocks noGrp="1" noChangeArrowheads="1"/>
          </p:cNvSpPr>
          <p:nvPr>
            <p:ph type="ftr" sz="quarter" idx="10"/>
          </p:nvPr>
        </p:nvSpPr>
        <p:spPr>
          <a:xfrm>
            <a:off x="533400" y="6477000"/>
            <a:ext cx="5867400" cy="304800"/>
          </a:xfrm>
          <a:prstGeom prst="rect">
            <a:avLst/>
          </a:prstGeom>
        </p:spPr>
        <p:txBody>
          <a:bodyPr/>
          <a:lstStyle>
            <a:lvl1pPr>
              <a:defRPr>
                <a:latin typeface="Times New Roman" pitchFamily="18" charset="0"/>
                <a:ea typeface="+mn-ea"/>
                <a:cs typeface="Arial" charset="0"/>
              </a:defRPr>
            </a:lvl1pPr>
          </a:lstStyle>
          <a:p>
            <a:pPr>
              <a:defRPr/>
            </a:pPr>
            <a:r>
              <a:rPr lang="en-US"/>
              <a:t>SCR2043 Operating Systems</a:t>
            </a:r>
          </a:p>
        </p:txBody>
      </p:sp>
      <p:sp>
        <p:nvSpPr>
          <p:cNvPr id="3" name="Rectangle 6">
            <a:extLst>
              <a:ext uri="{FF2B5EF4-FFF2-40B4-BE49-F238E27FC236}">
                <a16:creationId xmlns:a16="http://schemas.microsoft.com/office/drawing/2014/main" id="{410C7BCF-A631-48A5-8D67-74794AC7A1BC}"/>
              </a:ext>
            </a:extLst>
          </p:cNvPr>
          <p:cNvSpPr>
            <a:spLocks noGrp="1" noChangeArrowheads="1"/>
          </p:cNvSpPr>
          <p:nvPr>
            <p:ph type="sldNum" sz="quarter" idx="11"/>
          </p:nvPr>
        </p:nvSpPr>
        <p:spPr/>
        <p:txBody>
          <a:bodyPr/>
          <a:lstStyle>
            <a:lvl1pPr>
              <a:defRPr/>
            </a:lvl1pPr>
          </a:lstStyle>
          <a:p>
            <a:fld id="{C38A9FB1-CE2E-4441-A072-6800C1354FD6}" type="slidenum">
              <a:rPr lang="en-US" altLang="en-US"/>
              <a:pPr/>
              <a:t>‹#›</a:t>
            </a:fld>
            <a:endParaRPr lang="en-US" altLang="en-US"/>
          </a:p>
        </p:txBody>
      </p:sp>
    </p:spTree>
    <p:extLst>
      <p:ext uri="{BB962C8B-B14F-4D97-AF65-F5344CB8AC3E}">
        <p14:creationId xmlns:p14="http://schemas.microsoft.com/office/powerpoint/2010/main" val="3060087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8953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914400"/>
            <a:ext cx="5111750" cy="52117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057400"/>
            <a:ext cx="3008313" cy="4068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BFFAC42-7066-47A0-8706-3F7CD9F7B849}"/>
              </a:ext>
            </a:extLst>
          </p:cNvPr>
          <p:cNvSpPr>
            <a:spLocks noGrp="1" noChangeArrowheads="1"/>
          </p:cNvSpPr>
          <p:nvPr>
            <p:ph type="sldNum" sz="quarter" idx="10"/>
          </p:nvPr>
        </p:nvSpPr>
        <p:spPr>
          <a:ln/>
        </p:spPr>
        <p:txBody>
          <a:bodyPr/>
          <a:lstStyle>
            <a:lvl1pPr>
              <a:defRPr/>
            </a:lvl1pPr>
          </a:lstStyle>
          <a:p>
            <a:fld id="{2B8A1D16-40A0-4E52-8141-5CE63F626B65}" type="slidenum">
              <a:rPr lang="en-US" altLang="en-US"/>
              <a:pPr/>
              <a:t>‹#›</a:t>
            </a:fld>
            <a:endParaRPr lang="en-US" altLang="en-US"/>
          </a:p>
        </p:txBody>
      </p:sp>
    </p:spTree>
    <p:extLst>
      <p:ext uri="{BB962C8B-B14F-4D97-AF65-F5344CB8AC3E}">
        <p14:creationId xmlns:p14="http://schemas.microsoft.com/office/powerpoint/2010/main" val="33753006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914399"/>
            <a:ext cx="5486400" cy="38131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507BF612-39A1-4F0E-B0A9-57229D8564C9}"/>
              </a:ext>
            </a:extLst>
          </p:cNvPr>
          <p:cNvSpPr>
            <a:spLocks noGrp="1" noChangeArrowheads="1"/>
          </p:cNvSpPr>
          <p:nvPr>
            <p:ph type="sldNum" sz="quarter" idx="10"/>
          </p:nvPr>
        </p:nvSpPr>
        <p:spPr>
          <a:ln/>
        </p:spPr>
        <p:txBody>
          <a:bodyPr/>
          <a:lstStyle>
            <a:lvl1pPr>
              <a:defRPr/>
            </a:lvl1pPr>
          </a:lstStyle>
          <a:p>
            <a:fld id="{C03177AF-52A6-4B06-95B3-912C41745E6E}" type="slidenum">
              <a:rPr lang="en-US" altLang="en-US"/>
              <a:pPr/>
              <a:t>‹#›</a:t>
            </a:fld>
            <a:endParaRPr lang="en-US" altLang="en-US"/>
          </a:p>
        </p:txBody>
      </p:sp>
    </p:spTree>
    <p:extLst>
      <p:ext uri="{BB962C8B-B14F-4D97-AF65-F5344CB8AC3E}">
        <p14:creationId xmlns:p14="http://schemas.microsoft.com/office/powerpoint/2010/main" val="397677411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1DF6750D-EFD1-4CC7-90F4-FAEC1D4599F3}"/>
              </a:ext>
            </a:extLst>
          </p:cNvPr>
          <p:cNvSpPr>
            <a:spLocks noGrp="1" noChangeArrowheads="1"/>
          </p:cNvSpPr>
          <p:nvPr>
            <p:ph type="sldNum" sz="quarter" idx="10"/>
          </p:nvPr>
        </p:nvSpPr>
        <p:spPr>
          <a:ln/>
        </p:spPr>
        <p:txBody>
          <a:bodyPr/>
          <a:lstStyle>
            <a:lvl1pPr>
              <a:defRPr/>
            </a:lvl1pPr>
          </a:lstStyle>
          <a:p>
            <a:fld id="{A1BCA4D2-D2B3-4184-AE59-D792CD48C724}" type="slidenum">
              <a:rPr lang="en-US" altLang="en-US"/>
              <a:pPr/>
              <a:t>‹#›</a:t>
            </a:fld>
            <a:endParaRPr lang="en-US" altLang="en-US"/>
          </a:p>
        </p:txBody>
      </p:sp>
    </p:spTree>
    <p:extLst>
      <p:ext uri="{BB962C8B-B14F-4D97-AF65-F5344CB8AC3E}">
        <p14:creationId xmlns:p14="http://schemas.microsoft.com/office/powerpoint/2010/main" val="32943184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1300" y="990600"/>
            <a:ext cx="2019300" cy="5257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990600"/>
            <a:ext cx="59055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249DA6DE-88EE-4A02-AAC8-A941AF40EBA3}"/>
              </a:ext>
            </a:extLst>
          </p:cNvPr>
          <p:cNvSpPr>
            <a:spLocks noGrp="1" noChangeArrowheads="1"/>
          </p:cNvSpPr>
          <p:nvPr>
            <p:ph type="ftr" sz="quarter" idx="10"/>
          </p:nvPr>
        </p:nvSpPr>
        <p:spPr>
          <a:xfrm>
            <a:off x="533400" y="6477000"/>
            <a:ext cx="5867400" cy="304800"/>
          </a:xfrm>
          <a:prstGeom prst="rect">
            <a:avLst/>
          </a:prstGeom>
        </p:spPr>
        <p:txBody>
          <a:bodyPr/>
          <a:lstStyle>
            <a:lvl1pPr>
              <a:defRPr>
                <a:latin typeface="Times New Roman" pitchFamily="18" charset="0"/>
                <a:ea typeface="+mn-ea"/>
                <a:cs typeface="Arial" charset="0"/>
              </a:defRPr>
            </a:lvl1pPr>
          </a:lstStyle>
          <a:p>
            <a:pPr>
              <a:defRPr/>
            </a:pPr>
            <a:r>
              <a:rPr lang="en-US"/>
              <a:t>SCR2043 Operating Systems</a:t>
            </a:r>
          </a:p>
        </p:txBody>
      </p:sp>
      <p:sp>
        <p:nvSpPr>
          <p:cNvPr id="5" name="Rectangle 6">
            <a:extLst>
              <a:ext uri="{FF2B5EF4-FFF2-40B4-BE49-F238E27FC236}">
                <a16:creationId xmlns:a16="http://schemas.microsoft.com/office/drawing/2014/main" id="{DA103C3F-A070-4994-AABA-4623D7580A29}"/>
              </a:ext>
            </a:extLst>
          </p:cNvPr>
          <p:cNvSpPr>
            <a:spLocks noGrp="1" noChangeArrowheads="1"/>
          </p:cNvSpPr>
          <p:nvPr>
            <p:ph type="sldNum" sz="quarter" idx="11"/>
          </p:nvPr>
        </p:nvSpPr>
        <p:spPr/>
        <p:txBody>
          <a:bodyPr/>
          <a:lstStyle>
            <a:lvl1pPr>
              <a:defRPr/>
            </a:lvl1pPr>
          </a:lstStyle>
          <a:p>
            <a:fld id="{2AC96289-E91D-4D82-9BCB-ED7501809927}" type="slidenum">
              <a:rPr lang="en-US" altLang="en-US"/>
              <a:pPr/>
              <a:t>‹#›</a:t>
            </a:fld>
            <a:endParaRPr lang="en-US" altLang="en-US"/>
          </a:p>
        </p:txBody>
      </p:sp>
    </p:spTree>
    <p:extLst>
      <p:ext uri="{BB962C8B-B14F-4D97-AF65-F5344CB8AC3E}">
        <p14:creationId xmlns:p14="http://schemas.microsoft.com/office/powerpoint/2010/main" val="31432949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990600"/>
            <a:ext cx="8077200" cy="1143000"/>
          </a:xfrm>
        </p:spPr>
        <p:txBody>
          <a:bodyPr/>
          <a:lstStyle/>
          <a:p>
            <a:r>
              <a:rPr lang="en-US"/>
              <a:t>Click to edit Master title style</a:t>
            </a:r>
          </a:p>
        </p:txBody>
      </p:sp>
      <p:sp>
        <p:nvSpPr>
          <p:cNvPr id="3" name="Content Placeholder 2"/>
          <p:cNvSpPr>
            <a:spLocks noGrp="1"/>
          </p:cNvSpPr>
          <p:nvPr>
            <p:ph sz="quarter" idx="1"/>
          </p:nvPr>
        </p:nvSpPr>
        <p:spPr>
          <a:xfrm>
            <a:off x="533400" y="2286000"/>
            <a:ext cx="3962400" cy="1905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
          </p:nvPr>
        </p:nvSpPr>
        <p:spPr>
          <a:xfrm>
            <a:off x="533400" y="4343400"/>
            <a:ext cx="3962400" cy="1905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half" idx="3"/>
          </p:nvPr>
        </p:nvSpPr>
        <p:spPr>
          <a:xfrm>
            <a:off x="4648200" y="2286000"/>
            <a:ext cx="3962400" cy="396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119FCAC8-87A0-425C-A7B1-0F419C2CFF5F}"/>
              </a:ext>
            </a:extLst>
          </p:cNvPr>
          <p:cNvSpPr>
            <a:spLocks noGrp="1" noChangeArrowheads="1"/>
          </p:cNvSpPr>
          <p:nvPr>
            <p:ph type="ftr" sz="quarter" idx="10"/>
          </p:nvPr>
        </p:nvSpPr>
        <p:spPr>
          <a:xfrm>
            <a:off x="533400" y="6477000"/>
            <a:ext cx="5867400" cy="304800"/>
          </a:xfrm>
          <a:prstGeom prst="rect">
            <a:avLst/>
          </a:prstGeom>
        </p:spPr>
        <p:txBody>
          <a:bodyPr/>
          <a:lstStyle>
            <a:lvl1pPr>
              <a:defRPr>
                <a:latin typeface="Times New Roman" pitchFamily="18" charset="0"/>
                <a:ea typeface="+mn-ea"/>
                <a:cs typeface="Arial" charset="0"/>
              </a:defRPr>
            </a:lvl1pPr>
          </a:lstStyle>
          <a:p>
            <a:pPr>
              <a:defRPr/>
            </a:pPr>
            <a:r>
              <a:rPr lang="en-US"/>
              <a:t>SCR2043 Operating Systems</a:t>
            </a:r>
          </a:p>
        </p:txBody>
      </p:sp>
      <p:sp>
        <p:nvSpPr>
          <p:cNvPr id="7" name="Slide Number Placeholder 6">
            <a:extLst>
              <a:ext uri="{FF2B5EF4-FFF2-40B4-BE49-F238E27FC236}">
                <a16:creationId xmlns:a16="http://schemas.microsoft.com/office/drawing/2014/main" id="{663BB179-D8CC-4AB3-8700-8E2CA1FA89FB}"/>
              </a:ext>
            </a:extLst>
          </p:cNvPr>
          <p:cNvSpPr>
            <a:spLocks noGrp="1" noChangeArrowheads="1"/>
          </p:cNvSpPr>
          <p:nvPr>
            <p:ph type="sldNum" sz="quarter" idx="11"/>
          </p:nvPr>
        </p:nvSpPr>
        <p:spPr/>
        <p:txBody>
          <a:bodyPr/>
          <a:lstStyle>
            <a:lvl1pPr>
              <a:defRPr/>
            </a:lvl1pPr>
          </a:lstStyle>
          <a:p>
            <a:fld id="{8B259788-F9E3-4D24-9610-2EB38D3440B6}" type="slidenum">
              <a:rPr lang="en-US" altLang="en-US"/>
              <a:pPr/>
              <a:t>‹#›</a:t>
            </a:fld>
            <a:endParaRPr lang="en-US" altLang="en-US"/>
          </a:p>
        </p:txBody>
      </p:sp>
    </p:spTree>
    <p:extLst>
      <p:ext uri="{BB962C8B-B14F-4D97-AF65-F5344CB8AC3E}">
        <p14:creationId xmlns:p14="http://schemas.microsoft.com/office/powerpoint/2010/main" val="23484724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7E8FEBF-DA1A-42D9-968E-F2D151A13416}"/>
              </a:ext>
            </a:extLst>
          </p:cNvPr>
          <p:cNvSpPr/>
          <p:nvPr userDrawn="1"/>
        </p:nvSpPr>
        <p:spPr bwMode="auto">
          <a:xfrm>
            <a:off x="8305800" y="6477000"/>
            <a:ext cx="838200" cy="3048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eaLnBrk="1" hangingPunct="1">
              <a:defRPr/>
            </a:pPr>
            <a:endParaRPr lang="en-US" sz="1100" i="1">
              <a:ea typeface="+mn-ea"/>
            </a:endParaRPr>
          </a:p>
        </p:txBody>
      </p:sp>
      <p:sp>
        <p:nvSpPr>
          <p:cNvPr id="109571" name="Rectangle 3"/>
          <p:cNvSpPr>
            <a:spLocks noGrp="1" noChangeArrowheads="1"/>
          </p:cNvSpPr>
          <p:nvPr>
            <p:ph type="subTitle" idx="1"/>
          </p:nvPr>
        </p:nvSpPr>
        <p:spPr>
          <a:xfrm>
            <a:off x="762000" y="3886200"/>
            <a:ext cx="7772400" cy="1752600"/>
          </a:xfrm>
        </p:spPr>
        <p:txBody>
          <a:bodyPr/>
          <a:lstStyle>
            <a:lvl1pPr marL="0" indent="0" algn="ctr">
              <a:buFontTx/>
              <a:buNone/>
              <a:defRPr sz="3400" i="1" smtClean="0"/>
            </a:lvl1pPr>
          </a:lstStyle>
          <a:p>
            <a:r>
              <a:rPr lang="en-US"/>
              <a:t>Click to edit Master subtitle style</a:t>
            </a:r>
          </a:p>
        </p:txBody>
      </p:sp>
      <p:sp>
        <p:nvSpPr>
          <p:cNvPr id="8" name="Title 7"/>
          <p:cNvSpPr>
            <a:spLocks noGrp="1"/>
          </p:cNvSpPr>
          <p:nvPr>
            <p:ph type="title"/>
          </p:nvPr>
        </p:nvSpPr>
        <p:spPr/>
        <p:txBody>
          <a:bodyPr/>
          <a:lstStyle/>
          <a:p>
            <a:r>
              <a:rPr lang="en-US"/>
              <a:t>Click to edit Master title style</a:t>
            </a:r>
          </a:p>
        </p:txBody>
      </p:sp>
      <p:sp>
        <p:nvSpPr>
          <p:cNvPr id="5" name="Rectangle 5">
            <a:extLst>
              <a:ext uri="{FF2B5EF4-FFF2-40B4-BE49-F238E27FC236}">
                <a16:creationId xmlns:a16="http://schemas.microsoft.com/office/drawing/2014/main" id="{FFCDECF2-8E55-49D9-9CDB-D6602C2577C1}"/>
              </a:ext>
            </a:extLst>
          </p:cNvPr>
          <p:cNvSpPr>
            <a:spLocks noGrp="1" noChangeArrowheads="1"/>
          </p:cNvSpPr>
          <p:nvPr>
            <p:ph type="ftr" sz="quarter" idx="10"/>
          </p:nvPr>
        </p:nvSpPr>
        <p:spPr>
          <a:xfrm>
            <a:off x="6934200" y="152400"/>
            <a:ext cx="2133600" cy="304800"/>
          </a:xfrm>
          <a:prstGeom prst="rect">
            <a:avLst/>
          </a:prstGeom>
        </p:spPr>
        <p:txBody>
          <a:bodyPr/>
          <a:lstStyle>
            <a:lvl1pPr algn="r" eaLnBrk="1" hangingPunct="1">
              <a:defRPr sz="1400">
                <a:solidFill>
                  <a:schemeClr val="bg1"/>
                </a:solidFill>
                <a:latin typeface="Arial" charset="0"/>
                <a:ea typeface="+mn-ea"/>
                <a:cs typeface="Arial" charset="0"/>
              </a:defRPr>
            </a:lvl1pPr>
          </a:lstStyle>
          <a:p>
            <a:pPr>
              <a:defRPr/>
            </a:pPr>
            <a:r>
              <a:rPr lang="en-US"/>
              <a:t>Operating Systems</a:t>
            </a:r>
          </a:p>
        </p:txBody>
      </p:sp>
      <p:sp>
        <p:nvSpPr>
          <p:cNvPr id="6" name="Rectangle 6">
            <a:extLst>
              <a:ext uri="{FF2B5EF4-FFF2-40B4-BE49-F238E27FC236}">
                <a16:creationId xmlns:a16="http://schemas.microsoft.com/office/drawing/2014/main" id="{1602C50B-64BE-414C-93E5-462382FF025E}"/>
              </a:ext>
            </a:extLst>
          </p:cNvPr>
          <p:cNvSpPr>
            <a:spLocks noGrp="1" noChangeArrowheads="1"/>
          </p:cNvSpPr>
          <p:nvPr>
            <p:ph type="sldNum" sz="quarter" idx="11"/>
          </p:nvPr>
        </p:nvSpPr>
        <p:spPr/>
        <p:txBody>
          <a:bodyPr/>
          <a:lstStyle>
            <a:lvl1pPr>
              <a:defRPr/>
            </a:lvl1pPr>
          </a:lstStyle>
          <a:p>
            <a:pPr>
              <a:defRPr/>
            </a:pPr>
            <a:fld id="{99706199-7258-43A2-9998-7DACC3490DA4}" type="slidenum">
              <a:rPr lang="en-US" altLang="ms-MY"/>
              <a:pPr>
                <a:defRPr/>
              </a:pPr>
              <a:t>‹#›</a:t>
            </a:fld>
            <a:endParaRPr lang="en-US" altLang="ms-MY"/>
          </a:p>
        </p:txBody>
      </p:sp>
    </p:spTree>
    <p:extLst>
      <p:ext uri="{BB962C8B-B14F-4D97-AF65-F5344CB8AC3E}">
        <p14:creationId xmlns:p14="http://schemas.microsoft.com/office/powerpoint/2010/main" val="4840758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DA859310-F45D-4260-BCC8-82A6EB793988}"/>
              </a:ext>
            </a:extLst>
          </p:cNvPr>
          <p:cNvSpPr txBox="1">
            <a:spLocks noChangeArrowheads="1"/>
          </p:cNvSpPr>
          <p:nvPr userDrawn="1"/>
        </p:nvSpPr>
        <p:spPr bwMode="auto">
          <a:xfrm>
            <a:off x="6934200" y="152400"/>
            <a:ext cx="2133600" cy="304800"/>
          </a:xfrm>
          <a:prstGeom prst="rect">
            <a:avLst/>
          </a:prstGeom>
          <a:noFill/>
          <a:ln w="9525">
            <a:noFill/>
            <a:miter lim="800000"/>
            <a:headEnd/>
            <a:tailEnd/>
          </a:ln>
          <a:effectLst/>
        </p:spPr>
        <p:txBody>
          <a:bodyPr/>
          <a:lstStyle>
            <a:lvl1pPr algn="r">
              <a:defRPr sz="1400" dirty="0" smtClean="0">
                <a:solidFill>
                  <a:schemeClr val="bg1"/>
                </a:solidFill>
                <a:latin typeface="Arial" charset="0"/>
              </a:defRPr>
            </a:lvl1pPr>
          </a:lstStyle>
          <a:p>
            <a:pPr eaLnBrk="1" hangingPunct="1">
              <a:defRPr/>
            </a:pPr>
            <a:r>
              <a:rPr lang="en-US">
                <a:ea typeface="+mn-ea"/>
              </a:rPr>
              <a:t>Operating Systems</a:t>
            </a: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BCC9D8E6-367F-4111-B897-43304B971BCD}"/>
              </a:ext>
            </a:extLst>
          </p:cNvPr>
          <p:cNvSpPr>
            <a:spLocks noGrp="1" noChangeArrowheads="1"/>
          </p:cNvSpPr>
          <p:nvPr>
            <p:ph type="ftr" sz="quarter" idx="10"/>
          </p:nvPr>
        </p:nvSpPr>
        <p:spPr>
          <a:xfrm>
            <a:off x="533400" y="6477000"/>
            <a:ext cx="5867400" cy="304800"/>
          </a:xfrm>
          <a:prstGeom prst="rect">
            <a:avLst/>
          </a:prstGeom>
        </p:spPr>
        <p:txBody>
          <a:bodyPr/>
          <a:lstStyle>
            <a:lvl1pPr eaLnBrk="1" hangingPunct="1">
              <a:defRPr>
                <a:latin typeface="Times New Roman" pitchFamily="18" charset="0"/>
                <a:ea typeface="+mn-ea"/>
                <a:cs typeface="Arial" charset="0"/>
              </a:defRPr>
            </a:lvl1pPr>
          </a:lstStyle>
          <a:p>
            <a:pPr>
              <a:defRPr/>
            </a:pPr>
            <a:r>
              <a:rPr lang="en-US"/>
              <a:t>Operating Systems</a:t>
            </a:r>
          </a:p>
        </p:txBody>
      </p:sp>
      <p:sp>
        <p:nvSpPr>
          <p:cNvPr id="6" name="Rectangle 6">
            <a:extLst>
              <a:ext uri="{FF2B5EF4-FFF2-40B4-BE49-F238E27FC236}">
                <a16:creationId xmlns:a16="http://schemas.microsoft.com/office/drawing/2014/main" id="{AF59403C-E0A1-46E4-8370-95FF1308D3E2}"/>
              </a:ext>
            </a:extLst>
          </p:cNvPr>
          <p:cNvSpPr>
            <a:spLocks noGrp="1" noChangeArrowheads="1"/>
          </p:cNvSpPr>
          <p:nvPr>
            <p:ph type="sldNum" sz="quarter" idx="11"/>
          </p:nvPr>
        </p:nvSpPr>
        <p:spPr/>
        <p:txBody>
          <a:bodyPr/>
          <a:lstStyle>
            <a:lvl1pPr>
              <a:defRPr/>
            </a:lvl1pPr>
          </a:lstStyle>
          <a:p>
            <a:pPr>
              <a:defRPr/>
            </a:pPr>
            <a:fld id="{47A0A502-7C10-420B-9278-40C80B021B2B}" type="slidenum">
              <a:rPr lang="en-US" altLang="ms-MY"/>
              <a:pPr>
                <a:defRPr/>
              </a:pPr>
              <a:t>‹#›</a:t>
            </a:fld>
            <a:endParaRPr lang="en-US" altLang="ms-MY"/>
          </a:p>
        </p:txBody>
      </p:sp>
    </p:spTree>
    <p:extLst>
      <p:ext uri="{BB962C8B-B14F-4D97-AF65-F5344CB8AC3E}">
        <p14:creationId xmlns:p14="http://schemas.microsoft.com/office/powerpoint/2010/main" val="27168602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DDD311F4-519E-4339-8A5D-EBC27C5668F7}"/>
              </a:ext>
            </a:extLst>
          </p:cNvPr>
          <p:cNvSpPr>
            <a:spLocks noGrp="1" noChangeArrowheads="1"/>
          </p:cNvSpPr>
          <p:nvPr>
            <p:ph type="sldNum" sz="quarter" idx="10"/>
          </p:nvPr>
        </p:nvSpPr>
        <p:spPr>
          <a:ln/>
        </p:spPr>
        <p:txBody>
          <a:bodyPr/>
          <a:lstStyle>
            <a:lvl1pPr>
              <a:defRPr/>
            </a:lvl1pPr>
          </a:lstStyle>
          <a:p>
            <a:pPr>
              <a:defRPr/>
            </a:pPr>
            <a:fld id="{491E357E-0AD8-4761-83CA-FF3FC5094F50}" type="slidenum">
              <a:rPr lang="en-US" altLang="ms-MY"/>
              <a:pPr>
                <a:defRPr/>
              </a:pPr>
              <a:t>‹#›</a:t>
            </a:fld>
            <a:endParaRPr lang="en-US" altLang="ms-MY"/>
          </a:p>
        </p:txBody>
      </p:sp>
    </p:spTree>
    <p:extLst>
      <p:ext uri="{BB962C8B-B14F-4D97-AF65-F5344CB8AC3E}">
        <p14:creationId xmlns:p14="http://schemas.microsoft.com/office/powerpoint/2010/main" val="101024109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914400"/>
            <a:ext cx="8077200" cy="1143000"/>
          </a:xfrm>
        </p:spPr>
        <p:txBody>
          <a:bodyPr/>
          <a:lstStyle/>
          <a:p>
            <a:r>
              <a:rPr lang="en-US"/>
              <a:t>Click to edit Master title style</a:t>
            </a:r>
          </a:p>
        </p:txBody>
      </p:sp>
      <p:sp>
        <p:nvSpPr>
          <p:cNvPr id="3" name="Content Placeholder 2"/>
          <p:cNvSpPr>
            <a:spLocks noGrp="1"/>
          </p:cNvSpPr>
          <p:nvPr>
            <p:ph sz="half" idx="1"/>
          </p:nvPr>
        </p:nvSpPr>
        <p:spPr>
          <a:xfrm>
            <a:off x="533400" y="2209800"/>
            <a:ext cx="39624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209800"/>
            <a:ext cx="39624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6">
            <a:extLst>
              <a:ext uri="{FF2B5EF4-FFF2-40B4-BE49-F238E27FC236}">
                <a16:creationId xmlns:a16="http://schemas.microsoft.com/office/drawing/2014/main" id="{63F174A5-98C8-4599-8B4C-1DD763999BF1}"/>
              </a:ext>
            </a:extLst>
          </p:cNvPr>
          <p:cNvSpPr>
            <a:spLocks noGrp="1" noChangeArrowheads="1"/>
          </p:cNvSpPr>
          <p:nvPr>
            <p:ph type="sldNum" sz="quarter" idx="10"/>
          </p:nvPr>
        </p:nvSpPr>
        <p:spPr>
          <a:ln/>
        </p:spPr>
        <p:txBody>
          <a:bodyPr/>
          <a:lstStyle>
            <a:lvl1pPr>
              <a:defRPr/>
            </a:lvl1pPr>
          </a:lstStyle>
          <a:p>
            <a:pPr>
              <a:defRPr/>
            </a:pPr>
            <a:fld id="{18933FBF-23EF-4DAA-BD1A-B80FBFC7FF02}" type="slidenum">
              <a:rPr lang="en-US" altLang="ms-MY"/>
              <a:pPr>
                <a:defRPr/>
              </a:pPr>
              <a:t>‹#›</a:t>
            </a:fld>
            <a:endParaRPr lang="en-US" altLang="ms-MY"/>
          </a:p>
        </p:txBody>
      </p:sp>
    </p:spTree>
    <p:extLst>
      <p:ext uri="{BB962C8B-B14F-4D97-AF65-F5344CB8AC3E}">
        <p14:creationId xmlns:p14="http://schemas.microsoft.com/office/powerpoint/2010/main" val="149396176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206375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890837"/>
            <a:ext cx="4040188" cy="3463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206375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890837"/>
            <a:ext cx="4041775" cy="3463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352606A6-C6AC-4254-8A0E-67F6E3506072}"/>
              </a:ext>
            </a:extLst>
          </p:cNvPr>
          <p:cNvSpPr>
            <a:spLocks noGrp="1" noChangeArrowheads="1"/>
          </p:cNvSpPr>
          <p:nvPr>
            <p:ph type="sldNum" sz="quarter" idx="10"/>
          </p:nvPr>
        </p:nvSpPr>
        <p:spPr>
          <a:ln/>
        </p:spPr>
        <p:txBody>
          <a:bodyPr/>
          <a:lstStyle>
            <a:lvl1pPr>
              <a:defRPr/>
            </a:lvl1pPr>
          </a:lstStyle>
          <a:p>
            <a:pPr>
              <a:defRPr/>
            </a:pPr>
            <a:fld id="{D07A66C6-D9D9-4BCF-BCC6-864DBD34A53A}" type="slidenum">
              <a:rPr lang="en-US" altLang="ms-MY"/>
              <a:pPr>
                <a:defRPr/>
              </a:pPr>
              <a:t>‹#›</a:t>
            </a:fld>
            <a:endParaRPr lang="en-US" altLang="ms-MY"/>
          </a:p>
        </p:txBody>
      </p:sp>
    </p:spTree>
    <p:extLst>
      <p:ext uri="{BB962C8B-B14F-4D97-AF65-F5344CB8AC3E}">
        <p14:creationId xmlns:p14="http://schemas.microsoft.com/office/powerpoint/2010/main" val="198711049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58BAF59E-B2D3-4EDC-B850-DE1E77F3EAD0}"/>
              </a:ext>
            </a:extLst>
          </p:cNvPr>
          <p:cNvSpPr>
            <a:spLocks noGrp="1" noChangeArrowheads="1"/>
          </p:cNvSpPr>
          <p:nvPr>
            <p:ph type="sldNum" sz="quarter" idx="10"/>
          </p:nvPr>
        </p:nvSpPr>
        <p:spPr>
          <a:ln/>
        </p:spPr>
        <p:txBody>
          <a:bodyPr/>
          <a:lstStyle>
            <a:lvl1pPr>
              <a:defRPr/>
            </a:lvl1pPr>
          </a:lstStyle>
          <a:p>
            <a:pPr>
              <a:defRPr/>
            </a:pPr>
            <a:fld id="{228746D4-4720-4C3A-AA30-668F90C8E523}" type="slidenum">
              <a:rPr lang="en-US" altLang="ms-MY"/>
              <a:pPr>
                <a:defRPr/>
              </a:pPr>
              <a:t>‹#›</a:t>
            </a:fld>
            <a:endParaRPr lang="en-US" altLang="ms-MY"/>
          </a:p>
        </p:txBody>
      </p:sp>
    </p:spTree>
    <p:extLst>
      <p:ext uri="{BB962C8B-B14F-4D97-AF65-F5344CB8AC3E}">
        <p14:creationId xmlns:p14="http://schemas.microsoft.com/office/powerpoint/2010/main" val="23330976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AA3BD5D4-8E87-4ABA-BF53-40E4C8C6DEE0}"/>
              </a:ext>
            </a:extLst>
          </p:cNvPr>
          <p:cNvSpPr>
            <a:spLocks noGrp="1" noChangeArrowheads="1"/>
          </p:cNvSpPr>
          <p:nvPr>
            <p:ph type="ftr" sz="quarter" idx="10"/>
          </p:nvPr>
        </p:nvSpPr>
        <p:spPr>
          <a:xfrm>
            <a:off x="533400" y="6477000"/>
            <a:ext cx="5867400" cy="304800"/>
          </a:xfrm>
          <a:prstGeom prst="rect">
            <a:avLst/>
          </a:prstGeom>
        </p:spPr>
        <p:txBody>
          <a:bodyPr/>
          <a:lstStyle>
            <a:lvl1pPr eaLnBrk="1" hangingPunct="1">
              <a:defRPr>
                <a:latin typeface="Times New Roman" pitchFamily="18" charset="0"/>
                <a:ea typeface="+mn-ea"/>
                <a:cs typeface="Arial" charset="0"/>
              </a:defRPr>
            </a:lvl1pPr>
          </a:lstStyle>
          <a:p>
            <a:pPr>
              <a:defRPr/>
            </a:pPr>
            <a:r>
              <a:rPr lang="en-US"/>
              <a:t>Operating Systems</a:t>
            </a:r>
          </a:p>
        </p:txBody>
      </p:sp>
      <p:sp>
        <p:nvSpPr>
          <p:cNvPr id="3" name="Rectangle 6">
            <a:extLst>
              <a:ext uri="{FF2B5EF4-FFF2-40B4-BE49-F238E27FC236}">
                <a16:creationId xmlns:a16="http://schemas.microsoft.com/office/drawing/2014/main" id="{6914905F-21DA-4DE6-AEA7-59C92DC64427}"/>
              </a:ext>
            </a:extLst>
          </p:cNvPr>
          <p:cNvSpPr>
            <a:spLocks noGrp="1" noChangeArrowheads="1"/>
          </p:cNvSpPr>
          <p:nvPr>
            <p:ph type="sldNum" sz="quarter" idx="11"/>
          </p:nvPr>
        </p:nvSpPr>
        <p:spPr/>
        <p:txBody>
          <a:bodyPr/>
          <a:lstStyle>
            <a:lvl1pPr>
              <a:defRPr/>
            </a:lvl1pPr>
          </a:lstStyle>
          <a:p>
            <a:pPr>
              <a:defRPr/>
            </a:pPr>
            <a:fld id="{31F5FAD1-A51D-454B-BA0E-213C165F9CD5}" type="slidenum">
              <a:rPr lang="en-US" altLang="ms-MY"/>
              <a:pPr>
                <a:defRPr/>
              </a:pPr>
              <a:t>‹#›</a:t>
            </a:fld>
            <a:endParaRPr lang="en-US" altLang="ms-MY"/>
          </a:p>
        </p:txBody>
      </p:sp>
    </p:spTree>
    <p:extLst>
      <p:ext uri="{BB962C8B-B14F-4D97-AF65-F5344CB8AC3E}">
        <p14:creationId xmlns:p14="http://schemas.microsoft.com/office/powerpoint/2010/main" val="119165337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8953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914400"/>
            <a:ext cx="5111750" cy="52117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057400"/>
            <a:ext cx="3008313" cy="4068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5ECD7499-01FC-48D9-88D6-088FCD72B159}"/>
              </a:ext>
            </a:extLst>
          </p:cNvPr>
          <p:cNvSpPr>
            <a:spLocks noGrp="1" noChangeArrowheads="1"/>
          </p:cNvSpPr>
          <p:nvPr>
            <p:ph type="sldNum" sz="quarter" idx="10"/>
          </p:nvPr>
        </p:nvSpPr>
        <p:spPr>
          <a:ln/>
        </p:spPr>
        <p:txBody>
          <a:bodyPr/>
          <a:lstStyle>
            <a:lvl1pPr>
              <a:defRPr/>
            </a:lvl1pPr>
          </a:lstStyle>
          <a:p>
            <a:pPr>
              <a:defRPr/>
            </a:pPr>
            <a:fld id="{CA44E37F-57E1-4DFB-88B1-E547F1F12382}" type="slidenum">
              <a:rPr lang="en-US" altLang="ms-MY"/>
              <a:pPr>
                <a:defRPr/>
              </a:pPr>
              <a:t>‹#›</a:t>
            </a:fld>
            <a:endParaRPr lang="en-US" altLang="ms-MY"/>
          </a:p>
        </p:txBody>
      </p:sp>
    </p:spTree>
    <p:extLst>
      <p:ext uri="{BB962C8B-B14F-4D97-AF65-F5344CB8AC3E}">
        <p14:creationId xmlns:p14="http://schemas.microsoft.com/office/powerpoint/2010/main" val="154671245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914399"/>
            <a:ext cx="5486400" cy="38131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C7DC5C85-2F96-4A5F-976C-FF4EF5A5BABB}"/>
              </a:ext>
            </a:extLst>
          </p:cNvPr>
          <p:cNvSpPr>
            <a:spLocks noGrp="1" noChangeArrowheads="1"/>
          </p:cNvSpPr>
          <p:nvPr>
            <p:ph type="sldNum" sz="quarter" idx="10"/>
          </p:nvPr>
        </p:nvSpPr>
        <p:spPr>
          <a:ln/>
        </p:spPr>
        <p:txBody>
          <a:bodyPr/>
          <a:lstStyle>
            <a:lvl1pPr>
              <a:defRPr/>
            </a:lvl1pPr>
          </a:lstStyle>
          <a:p>
            <a:pPr>
              <a:defRPr/>
            </a:pPr>
            <a:fld id="{0ACD65E4-325D-4CAE-A9CA-587E0D21AB69}" type="slidenum">
              <a:rPr lang="en-US" altLang="ms-MY"/>
              <a:pPr>
                <a:defRPr/>
              </a:pPr>
              <a:t>‹#›</a:t>
            </a:fld>
            <a:endParaRPr lang="en-US" altLang="ms-MY"/>
          </a:p>
        </p:txBody>
      </p:sp>
    </p:spTree>
    <p:extLst>
      <p:ext uri="{BB962C8B-B14F-4D97-AF65-F5344CB8AC3E}">
        <p14:creationId xmlns:p14="http://schemas.microsoft.com/office/powerpoint/2010/main" val="28849504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933D5765-49AB-444E-AAF5-5E16A7557735}"/>
              </a:ext>
            </a:extLst>
          </p:cNvPr>
          <p:cNvSpPr>
            <a:spLocks noGrp="1" noChangeArrowheads="1"/>
          </p:cNvSpPr>
          <p:nvPr>
            <p:ph type="sldNum" sz="quarter" idx="10"/>
          </p:nvPr>
        </p:nvSpPr>
        <p:spPr>
          <a:ln/>
        </p:spPr>
        <p:txBody>
          <a:bodyPr/>
          <a:lstStyle>
            <a:lvl1pPr>
              <a:defRPr/>
            </a:lvl1pPr>
          </a:lstStyle>
          <a:p>
            <a:pPr>
              <a:defRPr/>
            </a:pPr>
            <a:fld id="{7D57D2E7-A09D-40D4-93A4-BE34752DA8C9}" type="slidenum">
              <a:rPr lang="en-US" altLang="ms-MY"/>
              <a:pPr>
                <a:defRPr/>
              </a:pPr>
              <a:t>‹#›</a:t>
            </a:fld>
            <a:endParaRPr lang="en-US" altLang="ms-MY"/>
          </a:p>
        </p:txBody>
      </p:sp>
    </p:spTree>
    <p:extLst>
      <p:ext uri="{BB962C8B-B14F-4D97-AF65-F5344CB8AC3E}">
        <p14:creationId xmlns:p14="http://schemas.microsoft.com/office/powerpoint/2010/main" val="75473128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1300" y="990600"/>
            <a:ext cx="2019300" cy="5257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990600"/>
            <a:ext cx="59055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EF15D833-1474-4D39-BCC0-38997C362060}"/>
              </a:ext>
            </a:extLst>
          </p:cNvPr>
          <p:cNvSpPr>
            <a:spLocks noGrp="1" noChangeArrowheads="1"/>
          </p:cNvSpPr>
          <p:nvPr>
            <p:ph type="ftr" sz="quarter" idx="10"/>
          </p:nvPr>
        </p:nvSpPr>
        <p:spPr>
          <a:xfrm>
            <a:off x="533400" y="6477000"/>
            <a:ext cx="5867400" cy="304800"/>
          </a:xfrm>
          <a:prstGeom prst="rect">
            <a:avLst/>
          </a:prstGeom>
        </p:spPr>
        <p:txBody>
          <a:bodyPr/>
          <a:lstStyle>
            <a:lvl1pPr eaLnBrk="1" hangingPunct="1">
              <a:defRPr>
                <a:latin typeface="Times New Roman" pitchFamily="18" charset="0"/>
                <a:ea typeface="+mn-ea"/>
                <a:cs typeface="Arial" charset="0"/>
              </a:defRPr>
            </a:lvl1pPr>
          </a:lstStyle>
          <a:p>
            <a:pPr>
              <a:defRPr/>
            </a:pPr>
            <a:r>
              <a:rPr lang="en-US"/>
              <a:t>Operating Systems</a:t>
            </a:r>
          </a:p>
        </p:txBody>
      </p:sp>
      <p:sp>
        <p:nvSpPr>
          <p:cNvPr id="5" name="Rectangle 6">
            <a:extLst>
              <a:ext uri="{FF2B5EF4-FFF2-40B4-BE49-F238E27FC236}">
                <a16:creationId xmlns:a16="http://schemas.microsoft.com/office/drawing/2014/main" id="{94E20ACF-6A30-4B94-AC39-528A4138EDAA}"/>
              </a:ext>
            </a:extLst>
          </p:cNvPr>
          <p:cNvSpPr>
            <a:spLocks noGrp="1" noChangeArrowheads="1"/>
          </p:cNvSpPr>
          <p:nvPr>
            <p:ph type="sldNum" sz="quarter" idx="11"/>
          </p:nvPr>
        </p:nvSpPr>
        <p:spPr/>
        <p:txBody>
          <a:bodyPr/>
          <a:lstStyle>
            <a:lvl1pPr>
              <a:defRPr/>
            </a:lvl1pPr>
          </a:lstStyle>
          <a:p>
            <a:pPr>
              <a:defRPr/>
            </a:pPr>
            <a:fld id="{56DC7B6B-6DA0-4112-8920-B294891545BB}" type="slidenum">
              <a:rPr lang="en-US" altLang="ms-MY"/>
              <a:pPr>
                <a:defRPr/>
              </a:pPr>
              <a:t>‹#›</a:t>
            </a:fld>
            <a:endParaRPr lang="en-US" altLang="ms-MY"/>
          </a:p>
        </p:txBody>
      </p:sp>
    </p:spTree>
    <p:extLst>
      <p:ext uri="{BB962C8B-B14F-4D97-AF65-F5344CB8AC3E}">
        <p14:creationId xmlns:p14="http://schemas.microsoft.com/office/powerpoint/2010/main" val="41416083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990600"/>
            <a:ext cx="8077200" cy="1143000"/>
          </a:xfrm>
        </p:spPr>
        <p:txBody>
          <a:bodyPr/>
          <a:lstStyle/>
          <a:p>
            <a:r>
              <a:rPr lang="en-US"/>
              <a:t>Click to edit Master title style</a:t>
            </a:r>
          </a:p>
        </p:txBody>
      </p:sp>
      <p:sp>
        <p:nvSpPr>
          <p:cNvPr id="3" name="Content Placeholder 2"/>
          <p:cNvSpPr>
            <a:spLocks noGrp="1"/>
          </p:cNvSpPr>
          <p:nvPr>
            <p:ph sz="quarter" idx="1"/>
          </p:nvPr>
        </p:nvSpPr>
        <p:spPr>
          <a:xfrm>
            <a:off x="533400" y="2286000"/>
            <a:ext cx="3962400" cy="1905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
          </p:nvPr>
        </p:nvSpPr>
        <p:spPr>
          <a:xfrm>
            <a:off x="533400" y="4343400"/>
            <a:ext cx="3962400" cy="1905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half" idx="3"/>
          </p:nvPr>
        </p:nvSpPr>
        <p:spPr>
          <a:xfrm>
            <a:off x="4648200" y="2286000"/>
            <a:ext cx="3962400" cy="396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04668A11-DC65-4191-A8F9-23FA917C5E66}"/>
              </a:ext>
            </a:extLst>
          </p:cNvPr>
          <p:cNvSpPr>
            <a:spLocks noGrp="1" noChangeArrowheads="1"/>
          </p:cNvSpPr>
          <p:nvPr>
            <p:ph type="ftr" sz="quarter" idx="10"/>
          </p:nvPr>
        </p:nvSpPr>
        <p:spPr>
          <a:xfrm>
            <a:off x="533400" y="6477000"/>
            <a:ext cx="5867400" cy="304800"/>
          </a:xfrm>
          <a:prstGeom prst="rect">
            <a:avLst/>
          </a:prstGeom>
        </p:spPr>
        <p:txBody>
          <a:bodyPr/>
          <a:lstStyle>
            <a:lvl1pPr eaLnBrk="1" hangingPunct="1">
              <a:defRPr>
                <a:latin typeface="Times New Roman" pitchFamily="18" charset="0"/>
                <a:ea typeface="+mn-ea"/>
                <a:cs typeface="Arial" charset="0"/>
              </a:defRPr>
            </a:lvl1pPr>
          </a:lstStyle>
          <a:p>
            <a:pPr>
              <a:defRPr/>
            </a:pPr>
            <a:r>
              <a:rPr lang="en-US"/>
              <a:t>Operating Systems</a:t>
            </a:r>
          </a:p>
        </p:txBody>
      </p:sp>
      <p:sp>
        <p:nvSpPr>
          <p:cNvPr id="7" name="Slide Number Placeholder 6">
            <a:extLst>
              <a:ext uri="{FF2B5EF4-FFF2-40B4-BE49-F238E27FC236}">
                <a16:creationId xmlns:a16="http://schemas.microsoft.com/office/drawing/2014/main" id="{A32C627E-01B1-4E9D-949C-1F2E1A599EB5}"/>
              </a:ext>
            </a:extLst>
          </p:cNvPr>
          <p:cNvSpPr>
            <a:spLocks noGrp="1" noChangeArrowheads="1"/>
          </p:cNvSpPr>
          <p:nvPr>
            <p:ph type="sldNum" sz="quarter" idx="11"/>
          </p:nvPr>
        </p:nvSpPr>
        <p:spPr/>
        <p:txBody>
          <a:bodyPr/>
          <a:lstStyle>
            <a:lvl1pPr>
              <a:defRPr/>
            </a:lvl1pPr>
          </a:lstStyle>
          <a:p>
            <a:pPr>
              <a:defRPr/>
            </a:pPr>
            <a:fld id="{EB9B4DAF-E5CE-427C-9374-62B9124C9836}" type="slidenum">
              <a:rPr lang="en-US" altLang="ms-MY"/>
              <a:pPr>
                <a:defRPr/>
              </a:pPr>
              <a:t>‹#›</a:t>
            </a:fld>
            <a:endParaRPr lang="en-US" altLang="ms-MY"/>
          </a:p>
        </p:txBody>
      </p:sp>
    </p:spTree>
    <p:extLst>
      <p:ext uri="{BB962C8B-B14F-4D97-AF65-F5344CB8AC3E}">
        <p14:creationId xmlns:p14="http://schemas.microsoft.com/office/powerpoint/2010/main" val="73920075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B11B33-B395-4279-9166-1A74F86949A1}"/>
              </a:ext>
            </a:extLst>
          </p:cNvPr>
          <p:cNvSpPr/>
          <p:nvPr userDrawn="1"/>
        </p:nvSpPr>
        <p:spPr bwMode="auto">
          <a:xfrm>
            <a:off x="8305800" y="6477000"/>
            <a:ext cx="838200" cy="3048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a:defRPr/>
            </a:pPr>
            <a:endParaRPr lang="en-US" sz="1100" i="1">
              <a:ea typeface="+mn-ea"/>
            </a:endParaRPr>
          </a:p>
        </p:txBody>
      </p:sp>
      <p:sp>
        <p:nvSpPr>
          <p:cNvPr id="109571" name="Rectangle 3"/>
          <p:cNvSpPr>
            <a:spLocks noGrp="1" noChangeArrowheads="1"/>
          </p:cNvSpPr>
          <p:nvPr>
            <p:ph type="subTitle" idx="1"/>
          </p:nvPr>
        </p:nvSpPr>
        <p:spPr>
          <a:xfrm>
            <a:off x="762000" y="3886200"/>
            <a:ext cx="7772400" cy="1752600"/>
          </a:xfrm>
        </p:spPr>
        <p:txBody>
          <a:bodyPr/>
          <a:lstStyle>
            <a:lvl1pPr marL="0" indent="0" algn="ctr">
              <a:buFontTx/>
              <a:buNone/>
              <a:defRPr sz="3400" i="1" smtClean="0"/>
            </a:lvl1pPr>
          </a:lstStyle>
          <a:p>
            <a:r>
              <a:rPr lang="en-US"/>
              <a:t>Click to edit Master subtitle style</a:t>
            </a:r>
          </a:p>
        </p:txBody>
      </p:sp>
      <p:sp>
        <p:nvSpPr>
          <p:cNvPr id="8" name="Title 7"/>
          <p:cNvSpPr>
            <a:spLocks noGrp="1"/>
          </p:cNvSpPr>
          <p:nvPr>
            <p:ph type="title"/>
          </p:nvPr>
        </p:nvSpPr>
        <p:spPr/>
        <p:txBody>
          <a:bodyPr/>
          <a:lstStyle/>
          <a:p>
            <a:r>
              <a:rPr lang="en-US"/>
              <a:t>Click to edit Master title style</a:t>
            </a:r>
          </a:p>
        </p:txBody>
      </p:sp>
      <p:sp>
        <p:nvSpPr>
          <p:cNvPr id="5" name="Rectangle 5">
            <a:extLst>
              <a:ext uri="{FF2B5EF4-FFF2-40B4-BE49-F238E27FC236}">
                <a16:creationId xmlns:a16="http://schemas.microsoft.com/office/drawing/2014/main" id="{9F41E3D9-39D5-4605-A6B8-68D553EE521B}"/>
              </a:ext>
            </a:extLst>
          </p:cNvPr>
          <p:cNvSpPr>
            <a:spLocks noGrp="1" noChangeArrowheads="1"/>
          </p:cNvSpPr>
          <p:nvPr>
            <p:ph type="ftr" sz="quarter" idx="10"/>
          </p:nvPr>
        </p:nvSpPr>
        <p:spPr>
          <a:xfrm>
            <a:off x="6934200" y="152400"/>
            <a:ext cx="2133600" cy="304800"/>
          </a:xfrm>
          <a:prstGeom prst="rect">
            <a:avLst/>
          </a:prstGeom>
        </p:spPr>
        <p:txBody>
          <a:bodyPr/>
          <a:lstStyle>
            <a:lvl1pPr algn="r">
              <a:defRPr sz="1400">
                <a:solidFill>
                  <a:schemeClr val="bg1"/>
                </a:solidFill>
                <a:latin typeface="Arial" charset="0"/>
                <a:ea typeface="+mn-ea"/>
                <a:cs typeface="Arial" charset="0"/>
              </a:defRPr>
            </a:lvl1pPr>
          </a:lstStyle>
          <a:p>
            <a:pPr>
              <a:defRPr/>
            </a:pPr>
            <a:r>
              <a:rPr lang="en-US"/>
              <a:t>SCR2043 Operating Systems</a:t>
            </a:r>
          </a:p>
        </p:txBody>
      </p:sp>
      <p:sp>
        <p:nvSpPr>
          <p:cNvPr id="6" name="Rectangle 6">
            <a:extLst>
              <a:ext uri="{FF2B5EF4-FFF2-40B4-BE49-F238E27FC236}">
                <a16:creationId xmlns:a16="http://schemas.microsoft.com/office/drawing/2014/main" id="{F04561B2-043B-476D-8E47-D0BC34EB51F0}"/>
              </a:ext>
            </a:extLst>
          </p:cNvPr>
          <p:cNvSpPr>
            <a:spLocks noGrp="1" noChangeArrowheads="1"/>
          </p:cNvSpPr>
          <p:nvPr>
            <p:ph type="sldNum" sz="quarter" idx="11"/>
          </p:nvPr>
        </p:nvSpPr>
        <p:spPr/>
        <p:txBody>
          <a:bodyPr/>
          <a:lstStyle>
            <a:lvl1pPr>
              <a:defRPr/>
            </a:lvl1pPr>
          </a:lstStyle>
          <a:p>
            <a:fld id="{46CFA4D2-B902-4FF8-A7E3-6A9A681FCB04}" type="slidenum">
              <a:rPr lang="en-US" altLang="en-US"/>
              <a:pPr/>
              <a:t>‹#›</a:t>
            </a:fld>
            <a:endParaRPr lang="en-US" altLang="en-US"/>
          </a:p>
        </p:txBody>
      </p:sp>
    </p:spTree>
    <p:extLst>
      <p:ext uri="{BB962C8B-B14F-4D97-AF65-F5344CB8AC3E}">
        <p14:creationId xmlns:p14="http://schemas.microsoft.com/office/powerpoint/2010/main" val="373661429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00DA720B-538F-4BD7-8366-59B68D7FEBEB}"/>
              </a:ext>
            </a:extLst>
          </p:cNvPr>
          <p:cNvSpPr txBox="1">
            <a:spLocks noChangeArrowheads="1"/>
          </p:cNvSpPr>
          <p:nvPr userDrawn="1"/>
        </p:nvSpPr>
        <p:spPr bwMode="auto">
          <a:xfrm>
            <a:off x="6934200" y="152400"/>
            <a:ext cx="2133600" cy="304800"/>
          </a:xfrm>
          <a:prstGeom prst="rect">
            <a:avLst/>
          </a:prstGeom>
          <a:noFill/>
          <a:ln w="9525">
            <a:noFill/>
            <a:miter lim="800000"/>
            <a:headEnd/>
            <a:tailEnd/>
          </a:ln>
          <a:effectLst/>
        </p:spPr>
        <p:txBody>
          <a:bodyPr/>
          <a:lstStyle>
            <a:lvl1pPr algn="r">
              <a:defRPr sz="1400" dirty="0" smtClean="0">
                <a:solidFill>
                  <a:schemeClr val="bg1"/>
                </a:solidFill>
                <a:latin typeface="Arial" charset="0"/>
              </a:defRPr>
            </a:lvl1pPr>
          </a:lstStyle>
          <a:p>
            <a:pPr>
              <a:defRPr/>
            </a:pPr>
            <a:r>
              <a:rPr lang="en-US">
                <a:ea typeface="+mn-ea"/>
              </a:rPr>
              <a:t>Operating Systems</a:t>
            </a: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64238EC3-91A4-47B2-9F7B-756DD7FAAF04}"/>
              </a:ext>
            </a:extLst>
          </p:cNvPr>
          <p:cNvSpPr>
            <a:spLocks noGrp="1" noChangeArrowheads="1"/>
          </p:cNvSpPr>
          <p:nvPr>
            <p:ph type="ftr" sz="quarter" idx="10"/>
          </p:nvPr>
        </p:nvSpPr>
        <p:spPr>
          <a:xfrm>
            <a:off x="533400" y="6477000"/>
            <a:ext cx="5867400" cy="304800"/>
          </a:xfrm>
          <a:prstGeom prst="rect">
            <a:avLst/>
          </a:prstGeom>
        </p:spPr>
        <p:txBody>
          <a:bodyPr/>
          <a:lstStyle>
            <a:lvl1pPr>
              <a:defRPr>
                <a:latin typeface="Times New Roman" pitchFamily="18" charset="0"/>
                <a:ea typeface="+mn-ea"/>
                <a:cs typeface="Arial" charset="0"/>
              </a:defRPr>
            </a:lvl1pPr>
          </a:lstStyle>
          <a:p>
            <a:pPr>
              <a:defRPr/>
            </a:pPr>
            <a:r>
              <a:rPr lang="en-US"/>
              <a:t>SCR2043 Operating Systems</a:t>
            </a:r>
          </a:p>
        </p:txBody>
      </p:sp>
      <p:sp>
        <p:nvSpPr>
          <p:cNvPr id="6" name="Rectangle 6">
            <a:extLst>
              <a:ext uri="{FF2B5EF4-FFF2-40B4-BE49-F238E27FC236}">
                <a16:creationId xmlns:a16="http://schemas.microsoft.com/office/drawing/2014/main" id="{E4571805-6DF0-4272-A0B4-99D16192885E}"/>
              </a:ext>
            </a:extLst>
          </p:cNvPr>
          <p:cNvSpPr>
            <a:spLocks noGrp="1" noChangeArrowheads="1"/>
          </p:cNvSpPr>
          <p:nvPr>
            <p:ph type="sldNum" sz="quarter" idx="11"/>
          </p:nvPr>
        </p:nvSpPr>
        <p:spPr/>
        <p:txBody>
          <a:bodyPr/>
          <a:lstStyle>
            <a:lvl1pPr>
              <a:defRPr/>
            </a:lvl1pPr>
          </a:lstStyle>
          <a:p>
            <a:fld id="{0070317D-9082-446D-A11E-63AD30C27919}" type="slidenum">
              <a:rPr lang="en-US" altLang="en-US"/>
              <a:pPr/>
              <a:t>‹#›</a:t>
            </a:fld>
            <a:endParaRPr lang="en-US" altLang="en-US"/>
          </a:p>
        </p:txBody>
      </p:sp>
    </p:spTree>
    <p:extLst>
      <p:ext uri="{BB962C8B-B14F-4D97-AF65-F5344CB8AC3E}">
        <p14:creationId xmlns:p14="http://schemas.microsoft.com/office/powerpoint/2010/main" val="222765518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BCF64A64-236C-4B00-8706-C8B236DD7F18}"/>
              </a:ext>
            </a:extLst>
          </p:cNvPr>
          <p:cNvSpPr>
            <a:spLocks noGrp="1" noChangeArrowheads="1"/>
          </p:cNvSpPr>
          <p:nvPr>
            <p:ph type="sldNum" sz="quarter" idx="10"/>
          </p:nvPr>
        </p:nvSpPr>
        <p:spPr>
          <a:ln/>
        </p:spPr>
        <p:txBody>
          <a:bodyPr/>
          <a:lstStyle>
            <a:lvl1pPr>
              <a:defRPr/>
            </a:lvl1pPr>
          </a:lstStyle>
          <a:p>
            <a:fld id="{2BB2557C-4B09-4D2A-978B-246F613E6142}" type="slidenum">
              <a:rPr lang="en-US" altLang="en-US"/>
              <a:pPr/>
              <a:t>‹#›</a:t>
            </a:fld>
            <a:endParaRPr lang="en-US" altLang="en-US"/>
          </a:p>
        </p:txBody>
      </p:sp>
    </p:spTree>
    <p:extLst>
      <p:ext uri="{BB962C8B-B14F-4D97-AF65-F5344CB8AC3E}">
        <p14:creationId xmlns:p14="http://schemas.microsoft.com/office/powerpoint/2010/main" val="411417088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914400"/>
            <a:ext cx="8077200" cy="1143000"/>
          </a:xfrm>
        </p:spPr>
        <p:txBody>
          <a:bodyPr/>
          <a:lstStyle/>
          <a:p>
            <a:r>
              <a:rPr lang="en-US"/>
              <a:t>Click to edit Master title style</a:t>
            </a:r>
          </a:p>
        </p:txBody>
      </p:sp>
      <p:sp>
        <p:nvSpPr>
          <p:cNvPr id="3" name="Content Placeholder 2"/>
          <p:cNvSpPr>
            <a:spLocks noGrp="1"/>
          </p:cNvSpPr>
          <p:nvPr>
            <p:ph sz="half" idx="1"/>
          </p:nvPr>
        </p:nvSpPr>
        <p:spPr>
          <a:xfrm>
            <a:off x="533400" y="2209800"/>
            <a:ext cx="39624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209800"/>
            <a:ext cx="39624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6">
            <a:extLst>
              <a:ext uri="{FF2B5EF4-FFF2-40B4-BE49-F238E27FC236}">
                <a16:creationId xmlns:a16="http://schemas.microsoft.com/office/drawing/2014/main" id="{DAD45128-C0BD-456B-81C9-216F7F7403FD}"/>
              </a:ext>
            </a:extLst>
          </p:cNvPr>
          <p:cNvSpPr>
            <a:spLocks noGrp="1" noChangeArrowheads="1"/>
          </p:cNvSpPr>
          <p:nvPr>
            <p:ph type="sldNum" sz="quarter" idx="10"/>
          </p:nvPr>
        </p:nvSpPr>
        <p:spPr>
          <a:ln/>
        </p:spPr>
        <p:txBody>
          <a:bodyPr/>
          <a:lstStyle>
            <a:lvl1pPr>
              <a:defRPr/>
            </a:lvl1pPr>
          </a:lstStyle>
          <a:p>
            <a:fld id="{3544B4F5-A3FC-4557-95A6-14264AA294F2}" type="slidenum">
              <a:rPr lang="en-US" altLang="en-US"/>
              <a:pPr/>
              <a:t>‹#›</a:t>
            </a:fld>
            <a:endParaRPr lang="en-US" altLang="en-US"/>
          </a:p>
        </p:txBody>
      </p:sp>
    </p:spTree>
    <p:extLst>
      <p:ext uri="{BB962C8B-B14F-4D97-AF65-F5344CB8AC3E}">
        <p14:creationId xmlns:p14="http://schemas.microsoft.com/office/powerpoint/2010/main" val="16076960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206375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890837"/>
            <a:ext cx="4040188" cy="3463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206375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890837"/>
            <a:ext cx="4041775" cy="3463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EB9F0FD5-BBCB-435C-8076-F734A8EBF97B}"/>
              </a:ext>
            </a:extLst>
          </p:cNvPr>
          <p:cNvSpPr>
            <a:spLocks noGrp="1" noChangeArrowheads="1"/>
          </p:cNvSpPr>
          <p:nvPr>
            <p:ph type="sldNum" sz="quarter" idx="10"/>
          </p:nvPr>
        </p:nvSpPr>
        <p:spPr>
          <a:ln/>
        </p:spPr>
        <p:txBody>
          <a:bodyPr/>
          <a:lstStyle>
            <a:lvl1pPr>
              <a:defRPr/>
            </a:lvl1pPr>
          </a:lstStyle>
          <a:p>
            <a:fld id="{FCEA025B-6CA5-4FAB-AB05-A88902F1D542}" type="slidenum">
              <a:rPr lang="en-US" altLang="en-US"/>
              <a:pPr/>
              <a:t>‹#›</a:t>
            </a:fld>
            <a:endParaRPr lang="en-US" altLang="en-US"/>
          </a:p>
        </p:txBody>
      </p:sp>
    </p:spTree>
    <p:extLst>
      <p:ext uri="{BB962C8B-B14F-4D97-AF65-F5344CB8AC3E}">
        <p14:creationId xmlns:p14="http://schemas.microsoft.com/office/powerpoint/2010/main" val="288427329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A50388C1-B948-41F7-A474-B11EA8CD8475}"/>
              </a:ext>
            </a:extLst>
          </p:cNvPr>
          <p:cNvSpPr>
            <a:spLocks noGrp="1" noChangeArrowheads="1"/>
          </p:cNvSpPr>
          <p:nvPr>
            <p:ph type="sldNum" sz="quarter" idx="10"/>
          </p:nvPr>
        </p:nvSpPr>
        <p:spPr>
          <a:ln/>
        </p:spPr>
        <p:txBody>
          <a:bodyPr/>
          <a:lstStyle>
            <a:lvl1pPr>
              <a:defRPr/>
            </a:lvl1pPr>
          </a:lstStyle>
          <a:p>
            <a:fld id="{13973C93-AC33-43A2-85C7-74AEAFD3630C}" type="slidenum">
              <a:rPr lang="en-US" altLang="en-US"/>
              <a:pPr/>
              <a:t>‹#›</a:t>
            </a:fld>
            <a:endParaRPr lang="en-US" altLang="en-US"/>
          </a:p>
        </p:txBody>
      </p:sp>
    </p:spTree>
    <p:extLst>
      <p:ext uri="{BB962C8B-B14F-4D97-AF65-F5344CB8AC3E}">
        <p14:creationId xmlns:p14="http://schemas.microsoft.com/office/powerpoint/2010/main" val="380694788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18846A07-4EFC-4046-9F2D-D69134881724}"/>
              </a:ext>
            </a:extLst>
          </p:cNvPr>
          <p:cNvSpPr>
            <a:spLocks noGrp="1" noChangeArrowheads="1"/>
          </p:cNvSpPr>
          <p:nvPr>
            <p:ph type="ftr" sz="quarter" idx="10"/>
          </p:nvPr>
        </p:nvSpPr>
        <p:spPr>
          <a:xfrm>
            <a:off x="533400" y="6477000"/>
            <a:ext cx="5867400" cy="304800"/>
          </a:xfrm>
          <a:prstGeom prst="rect">
            <a:avLst/>
          </a:prstGeom>
        </p:spPr>
        <p:txBody>
          <a:bodyPr/>
          <a:lstStyle>
            <a:lvl1pPr>
              <a:defRPr>
                <a:latin typeface="Times New Roman" pitchFamily="18" charset="0"/>
                <a:ea typeface="+mn-ea"/>
                <a:cs typeface="Arial" charset="0"/>
              </a:defRPr>
            </a:lvl1pPr>
          </a:lstStyle>
          <a:p>
            <a:pPr>
              <a:defRPr/>
            </a:pPr>
            <a:r>
              <a:rPr lang="en-US"/>
              <a:t>SCR2043 Operating Systems</a:t>
            </a:r>
          </a:p>
        </p:txBody>
      </p:sp>
      <p:sp>
        <p:nvSpPr>
          <p:cNvPr id="3" name="Rectangle 6">
            <a:extLst>
              <a:ext uri="{FF2B5EF4-FFF2-40B4-BE49-F238E27FC236}">
                <a16:creationId xmlns:a16="http://schemas.microsoft.com/office/drawing/2014/main" id="{346B6146-C75A-4840-87A0-87EB79E80788}"/>
              </a:ext>
            </a:extLst>
          </p:cNvPr>
          <p:cNvSpPr>
            <a:spLocks noGrp="1" noChangeArrowheads="1"/>
          </p:cNvSpPr>
          <p:nvPr>
            <p:ph type="sldNum" sz="quarter" idx="11"/>
          </p:nvPr>
        </p:nvSpPr>
        <p:spPr/>
        <p:txBody>
          <a:bodyPr/>
          <a:lstStyle>
            <a:lvl1pPr>
              <a:defRPr/>
            </a:lvl1pPr>
          </a:lstStyle>
          <a:p>
            <a:fld id="{E4DEF695-F011-46E4-BCAB-65C4DCE5D84E}" type="slidenum">
              <a:rPr lang="en-US" altLang="en-US"/>
              <a:pPr/>
              <a:t>‹#›</a:t>
            </a:fld>
            <a:endParaRPr lang="en-US" altLang="en-US"/>
          </a:p>
        </p:txBody>
      </p:sp>
    </p:spTree>
    <p:extLst>
      <p:ext uri="{BB962C8B-B14F-4D97-AF65-F5344CB8AC3E}">
        <p14:creationId xmlns:p14="http://schemas.microsoft.com/office/powerpoint/2010/main" val="9495315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8953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914400"/>
            <a:ext cx="5111750" cy="52117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057400"/>
            <a:ext cx="3008313" cy="4068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3B56BBC7-C601-4A60-8C6D-5919315873C0}"/>
              </a:ext>
            </a:extLst>
          </p:cNvPr>
          <p:cNvSpPr>
            <a:spLocks noGrp="1" noChangeArrowheads="1"/>
          </p:cNvSpPr>
          <p:nvPr>
            <p:ph type="sldNum" sz="quarter" idx="10"/>
          </p:nvPr>
        </p:nvSpPr>
        <p:spPr>
          <a:ln/>
        </p:spPr>
        <p:txBody>
          <a:bodyPr/>
          <a:lstStyle>
            <a:lvl1pPr>
              <a:defRPr/>
            </a:lvl1pPr>
          </a:lstStyle>
          <a:p>
            <a:fld id="{429672AA-7038-42F3-AB59-0B96D3EAAC98}" type="slidenum">
              <a:rPr lang="en-US" altLang="en-US"/>
              <a:pPr/>
              <a:t>‹#›</a:t>
            </a:fld>
            <a:endParaRPr lang="en-US" altLang="en-US"/>
          </a:p>
        </p:txBody>
      </p:sp>
    </p:spTree>
    <p:extLst>
      <p:ext uri="{BB962C8B-B14F-4D97-AF65-F5344CB8AC3E}">
        <p14:creationId xmlns:p14="http://schemas.microsoft.com/office/powerpoint/2010/main" val="383893309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914399"/>
            <a:ext cx="5486400" cy="38131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6299633C-280D-4917-9016-942378EDC52A}"/>
              </a:ext>
            </a:extLst>
          </p:cNvPr>
          <p:cNvSpPr>
            <a:spLocks noGrp="1" noChangeArrowheads="1"/>
          </p:cNvSpPr>
          <p:nvPr>
            <p:ph type="sldNum" sz="quarter" idx="10"/>
          </p:nvPr>
        </p:nvSpPr>
        <p:spPr>
          <a:ln/>
        </p:spPr>
        <p:txBody>
          <a:bodyPr/>
          <a:lstStyle>
            <a:lvl1pPr>
              <a:defRPr/>
            </a:lvl1pPr>
          </a:lstStyle>
          <a:p>
            <a:fld id="{55D12818-72A3-40A7-82EF-E385B74E5226}" type="slidenum">
              <a:rPr lang="en-US" altLang="en-US"/>
              <a:pPr/>
              <a:t>‹#›</a:t>
            </a:fld>
            <a:endParaRPr lang="en-US" altLang="en-US"/>
          </a:p>
        </p:txBody>
      </p:sp>
    </p:spTree>
    <p:extLst>
      <p:ext uri="{BB962C8B-B14F-4D97-AF65-F5344CB8AC3E}">
        <p14:creationId xmlns:p14="http://schemas.microsoft.com/office/powerpoint/2010/main" val="311150425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2AF86EE1-09EB-4DD6-907D-E8E823C0FD09}"/>
              </a:ext>
            </a:extLst>
          </p:cNvPr>
          <p:cNvSpPr>
            <a:spLocks noGrp="1" noChangeArrowheads="1"/>
          </p:cNvSpPr>
          <p:nvPr>
            <p:ph type="sldNum" sz="quarter" idx="10"/>
          </p:nvPr>
        </p:nvSpPr>
        <p:spPr>
          <a:ln/>
        </p:spPr>
        <p:txBody>
          <a:bodyPr/>
          <a:lstStyle>
            <a:lvl1pPr>
              <a:defRPr/>
            </a:lvl1pPr>
          </a:lstStyle>
          <a:p>
            <a:fld id="{26322CE1-1C73-4263-BD2F-BF2C459D85A1}" type="slidenum">
              <a:rPr lang="en-US" altLang="en-US"/>
              <a:pPr/>
              <a:t>‹#›</a:t>
            </a:fld>
            <a:endParaRPr lang="en-US" altLang="en-US"/>
          </a:p>
        </p:txBody>
      </p:sp>
    </p:spTree>
    <p:extLst>
      <p:ext uri="{BB962C8B-B14F-4D97-AF65-F5344CB8AC3E}">
        <p14:creationId xmlns:p14="http://schemas.microsoft.com/office/powerpoint/2010/main" val="308785869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1300" y="990600"/>
            <a:ext cx="2019300" cy="5257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990600"/>
            <a:ext cx="59055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CCA333D0-1976-4906-B35C-7E92B6D9CCBD}"/>
              </a:ext>
            </a:extLst>
          </p:cNvPr>
          <p:cNvSpPr>
            <a:spLocks noGrp="1" noChangeArrowheads="1"/>
          </p:cNvSpPr>
          <p:nvPr>
            <p:ph type="ftr" sz="quarter" idx="10"/>
          </p:nvPr>
        </p:nvSpPr>
        <p:spPr>
          <a:xfrm>
            <a:off x="533400" y="6477000"/>
            <a:ext cx="5867400" cy="304800"/>
          </a:xfrm>
          <a:prstGeom prst="rect">
            <a:avLst/>
          </a:prstGeom>
        </p:spPr>
        <p:txBody>
          <a:bodyPr/>
          <a:lstStyle>
            <a:lvl1pPr>
              <a:defRPr>
                <a:latin typeface="Times New Roman" pitchFamily="18" charset="0"/>
                <a:ea typeface="+mn-ea"/>
                <a:cs typeface="Arial" charset="0"/>
              </a:defRPr>
            </a:lvl1pPr>
          </a:lstStyle>
          <a:p>
            <a:pPr>
              <a:defRPr/>
            </a:pPr>
            <a:r>
              <a:rPr lang="en-US"/>
              <a:t>SCR2043 Operating Systems</a:t>
            </a:r>
          </a:p>
        </p:txBody>
      </p:sp>
      <p:sp>
        <p:nvSpPr>
          <p:cNvPr id="5" name="Rectangle 6">
            <a:extLst>
              <a:ext uri="{FF2B5EF4-FFF2-40B4-BE49-F238E27FC236}">
                <a16:creationId xmlns:a16="http://schemas.microsoft.com/office/drawing/2014/main" id="{9F044424-C466-4A58-99FE-FB66F772646D}"/>
              </a:ext>
            </a:extLst>
          </p:cNvPr>
          <p:cNvSpPr>
            <a:spLocks noGrp="1" noChangeArrowheads="1"/>
          </p:cNvSpPr>
          <p:nvPr>
            <p:ph type="sldNum" sz="quarter" idx="11"/>
          </p:nvPr>
        </p:nvSpPr>
        <p:spPr/>
        <p:txBody>
          <a:bodyPr/>
          <a:lstStyle>
            <a:lvl1pPr>
              <a:defRPr/>
            </a:lvl1pPr>
          </a:lstStyle>
          <a:p>
            <a:fld id="{54ADE232-272B-48A9-9997-D080F80C9078}" type="slidenum">
              <a:rPr lang="en-US" altLang="en-US"/>
              <a:pPr/>
              <a:t>‹#›</a:t>
            </a:fld>
            <a:endParaRPr lang="en-US" altLang="en-US"/>
          </a:p>
        </p:txBody>
      </p:sp>
    </p:spTree>
    <p:extLst>
      <p:ext uri="{BB962C8B-B14F-4D97-AF65-F5344CB8AC3E}">
        <p14:creationId xmlns:p14="http://schemas.microsoft.com/office/powerpoint/2010/main" val="143528425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990600"/>
            <a:ext cx="8077200" cy="1143000"/>
          </a:xfrm>
        </p:spPr>
        <p:txBody>
          <a:bodyPr/>
          <a:lstStyle/>
          <a:p>
            <a:r>
              <a:rPr lang="en-US"/>
              <a:t>Click to edit Master title style</a:t>
            </a:r>
          </a:p>
        </p:txBody>
      </p:sp>
      <p:sp>
        <p:nvSpPr>
          <p:cNvPr id="3" name="Content Placeholder 2"/>
          <p:cNvSpPr>
            <a:spLocks noGrp="1"/>
          </p:cNvSpPr>
          <p:nvPr>
            <p:ph sz="quarter" idx="1"/>
          </p:nvPr>
        </p:nvSpPr>
        <p:spPr>
          <a:xfrm>
            <a:off x="533400" y="2286000"/>
            <a:ext cx="3962400" cy="1905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
          </p:nvPr>
        </p:nvSpPr>
        <p:spPr>
          <a:xfrm>
            <a:off x="533400" y="4343400"/>
            <a:ext cx="3962400" cy="1905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half" idx="3"/>
          </p:nvPr>
        </p:nvSpPr>
        <p:spPr>
          <a:xfrm>
            <a:off x="4648200" y="2286000"/>
            <a:ext cx="3962400" cy="396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6B091351-123C-4B65-9EC6-BE39CFF7E22F}"/>
              </a:ext>
            </a:extLst>
          </p:cNvPr>
          <p:cNvSpPr>
            <a:spLocks noGrp="1" noChangeArrowheads="1"/>
          </p:cNvSpPr>
          <p:nvPr>
            <p:ph type="ftr" sz="quarter" idx="10"/>
          </p:nvPr>
        </p:nvSpPr>
        <p:spPr>
          <a:xfrm>
            <a:off x="533400" y="6477000"/>
            <a:ext cx="5867400" cy="304800"/>
          </a:xfrm>
          <a:prstGeom prst="rect">
            <a:avLst/>
          </a:prstGeom>
        </p:spPr>
        <p:txBody>
          <a:bodyPr/>
          <a:lstStyle>
            <a:lvl1pPr>
              <a:defRPr>
                <a:latin typeface="Times New Roman" pitchFamily="18" charset="0"/>
                <a:ea typeface="+mn-ea"/>
                <a:cs typeface="Arial" charset="0"/>
              </a:defRPr>
            </a:lvl1pPr>
          </a:lstStyle>
          <a:p>
            <a:pPr>
              <a:defRPr/>
            </a:pPr>
            <a:r>
              <a:rPr lang="en-US"/>
              <a:t>SCR2043 Operating Systems</a:t>
            </a:r>
          </a:p>
        </p:txBody>
      </p:sp>
      <p:sp>
        <p:nvSpPr>
          <p:cNvPr id="7" name="Slide Number Placeholder 6">
            <a:extLst>
              <a:ext uri="{FF2B5EF4-FFF2-40B4-BE49-F238E27FC236}">
                <a16:creationId xmlns:a16="http://schemas.microsoft.com/office/drawing/2014/main" id="{2F9AAA64-E9FE-4BFA-80AF-913759A3A67D}"/>
              </a:ext>
            </a:extLst>
          </p:cNvPr>
          <p:cNvSpPr>
            <a:spLocks noGrp="1" noChangeArrowheads="1"/>
          </p:cNvSpPr>
          <p:nvPr>
            <p:ph type="sldNum" sz="quarter" idx="11"/>
          </p:nvPr>
        </p:nvSpPr>
        <p:spPr/>
        <p:txBody>
          <a:bodyPr/>
          <a:lstStyle>
            <a:lvl1pPr>
              <a:defRPr/>
            </a:lvl1pPr>
          </a:lstStyle>
          <a:p>
            <a:fld id="{D1DCC56D-F153-415A-A487-2CA4E19BE7CC}" type="slidenum">
              <a:rPr lang="en-US" altLang="en-US"/>
              <a:pPr/>
              <a:t>‹#›</a:t>
            </a:fld>
            <a:endParaRPr lang="en-US" altLang="en-US"/>
          </a:p>
        </p:txBody>
      </p:sp>
    </p:spTree>
    <p:extLst>
      <p:ext uri="{BB962C8B-B14F-4D97-AF65-F5344CB8AC3E}">
        <p14:creationId xmlns:p14="http://schemas.microsoft.com/office/powerpoint/2010/main" val="426564234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1F52007-4620-44D2-B68F-529AFC4EB084}"/>
              </a:ext>
            </a:extLst>
          </p:cNvPr>
          <p:cNvSpPr/>
          <p:nvPr userDrawn="1"/>
        </p:nvSpPr>
        <p:spPr bwMode="auto">
          <a:xfrm>
            <a:off x="8305800" y="6477000"/>
            <a:ext cx="838200" cy="3048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a:defRPr/>
            </a:pPr>
            <a:endParaRPr lang="en-US" sz="1100" i="1">
              <a:ea typeface="+mn-ea"/>
            </a:endParaRPr>
          </a:p>
        </p:txBody>
      </p:sp>
      <p:sp>
        <p:nvSpPr>
          <p:cNvPr id="109571" name="Rectangle 3"/>
          <p:cNvSpPr>
            <a:spLocks noGrp="1" noChangeArrowheads="1"/>
          </p:cNvSpPr>
          <p:nvPr>
            <p:ph type="subTitle" idx="1"/>
          </p:nvPr>
        </p:nvSpPr>
        <p:spPr>
          <a:xfrm>
            <a:off x="762000" y="3886200"/>
            <a:ext cx="7772400" cy="1752600"/>
          </a:xfrm>
        </p:spPr>
        <p:txBody>
          <a:bodyPr/>
          <a:lstStyle>
            <a:lvl1pPr marL="0" indent="0" algn="ctr">
              <a:buFontTx/>
              <a:buNone/>
              <a:defRPr sz="3400" i="1" smtClean="0"/>
            </a:lvl1pPr>
          </a:lstStyle>
          <a:p>
            <a:r>
              <a:rPr lang="en-US"/>
              <a:t>Click to edit Master subtitle style</a:t>
            </a:r>
          </a:p>
        </p:txBody>
      </p:sp>
      <p:sp>
        <p:nvSpPr>
          <p:cNvPr id="8" name="Title 7"/>
          <p:cNvSpPr>
            <a:spLocks noGrp="1"/>
          </p:cNvSpPr>
          <p:nvPr>
            <p:ph type="title"/>
          </p:nvPr>
        </p:nvSpPr>
        <p:spPr/>
        <p:txBody>
          <a:bodyPr/>
          <a:lstStyle/>
          <a:p>
            <a:r>
              <a:rPr lang="en-US"/>
              <a:t>Click to edit Master title style</a:t>
            </a:r>
          </a:p>
        </p:txBody>
      </p:sp>
      <p:sp>
        <p:nvSpPr>
          <p:cNvPr id="5" name="Rectangle 5">
            <a:extLst>
              <a:ext uri="{FF2B5EF4-FFF2-40B4-BE49-F238E27FC236}">
                <a16:creationId xmlns:a16="http://schemas.microsoft.com/office/drawing/2014/main" id="{66A68F0C-B81F-4589-8B9D-C4C493AC9F73}"/>
              </a:ext>
            </a:extLst>
          </p:cNvPr>
          <p:cNvSpPr>
            <a:spLocks noGrp="1" noChangeArrowheads="1"/>
          </p:cNvSpPr>
          <p:nvPr>
            <p:ph type="ftr" sz="quarter" idx="10"/>
          </p:nvPr>
        </p:nvSpPr>
        <p:spPr>
          <a:xfrm>
            <a:off x="6934200" y="152400"/>
            <a:ext cx="2133600" cy="304800"/>
          </a:xfrm>
          <a:prstGeom prst="rect">
            <a:avLst/>
          </a:prstGeom>
        </p:spPr>
        <p:txBody>
          <a:bodyPr/>
          <a:lstStyle>
            <a:lvl1pPr algn="r">
              <a:defRPr sz="1400">
                <a:solidFill>
                  <a:schemeClr val="bg1"/>
                </a:solidFill>
                <a:latin typeface="Arial" charset="0"/>
                <a:ea typeface="+mn-ea"/>
                <a:cs typeface="Arial" charset="0"/>
              </a:defRPr>
            </a:lvl1pPr>
          </a:lstStyle>
          <a:p>
            <a:pPr>
              <a:defRPr/>
            </a:pPr>
            <a:r>
              <a:rPr lang="en-US"/>
              <a:t>SCR2043 Operating Systems</a:t>
            </a:r>
          </a:p>
        </p:txBody>
      </p:sp>
      <p:sp>
        <p:nvSpPr>
          <p:cNvPr id="6" name="Rectangle 6">
            <a:extLst>
              <a:ext uri="{FF2B5EF4-FFF2-40B4-BE49-F238E27FC236}">
                <a16:creationId xmlns:a16="http://schemas.microsoft.com/office/drawing/2014/main" id="{A6D45FC1-62EB-4AC7-9024-ECE3193F7C58}"/>
              </a:ext>
            </a:extLst>
          </p:cNvPr>
          <p:cNvSpPr>
            <a:spLocks noGrp="1" noChangeArrowheads="1"/>
          </p:cNvSpPr>
          <p:nvPr>
            <p:ph type="sldNum" sz="quarter" idx="11"/>
          </p:nvPr>
        </p:nvSpPr>
        <p:spPr/>
        <p:txBody>
          <a:bodyPr/>
          <a:lstStyle>
            <a:lvl1pPr>
              <a:defRPr/>
            </a:lvl1pPr>
          </a:lstStyle>
          <a:p>
            <a:fld id="{54C649B0-1273-413E-BE42-AA85E74EABC7}" type="slidenum">
              <a:rPr lang="en-US" altLang="en-US"/>
              <a:pPr/>
              <a:t>‹#›</a:t>
            </a:fld>
            <a:endParaRPr lang="en-US" altLang="en-US"/>
          </a:p>
        </p:txBody>
      </p:sp>
    </p:spTree>
    <p:extLst>
      <p:ext uri="{BB962C8B-B14F-4D97-AF65-F5344CB8AC3E}">
        <p14:creationId xmlns:p14="http://schemas.microsoft.com/office/powerpoint/2010/main" val="218625573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A161EA08-9DD8-40DF-BF33-37908B66EA7D}"/>
              </a:ext>
            </a:extLst>
          </p:cNvPr>
          <p:cNvSpPr txBox="1">
            <a:spLocks noChangeArrowheads="1"/>
          </p:cNvSpPr>
          <p:nvPr userDrawn="1"/>
        </p:nvSpPr>
        <p:spPr bwMode="auto">
          <a:xfrm>
            <a:off x="6934200" y="152400"/>
            <a:ext cx="2133600" cy="304800"/>
          </a:xfrm>
          <a:prstGeom prst="rect">
            <a:avLst/>
          </a:prstGeom>
          <a:noFill/>
          <a:ln w="9525">
            <a:noFill/>
            <a:miter lim="800000"/>
            <a:headEnd/>
            <a:tailEnd/>
          </a:ln>
          <a:effectLst/>
        </p:spPr>
        <p:txBody>
          <a:bodyPr/>
          <a:lstStyle>
            <a:lvl1pPr algn="r">
              <a:defRPr sz="1400" dirty="0" smtClean="0">
                <a:solidFill>
                  <a:schemeClr val="bg1"/>
                </a:solidFill>
                <a:latin typeface="Arial" charset="0"/>
              </a:defRPr>
            </a:lvl1pPr>
          </a:lstStyle>
          <a:p>
            <a:pPr>
              <a:defRPr/>
            </a:pPr>
            <a:r>
              <a:rPr lang="en-US">
                <a:ea typeface="+mn-ea"/>
              </a:rPr>
              <a:t>Operating Systems</a:t>
            </a: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7BB6F669-0B00-4EA1-A4DF-0052FE9C9469}"/>
              </a:ext>
            </a:extLst>
          </p:cNvPr>
          <p:cNvSpPr>
            <a:spLocks noGrp="1" noChangeArrowheads="1"/>
          </p:cNvSpPr>
          <p:nvPr>
            <p:ph type="ftr" sz="quarter" idx="10"/>
          </p:nvPr>
        </p:nvSpPr>
        <p:spPr>
          <a:xfrm>
            <a:off x="533400" y="6477000"/>
            <a:ext cx="5867400" cy="304800"/>
          </a:xfrm>
          <a:prstGeom prst="rect">
            <a:avLst/>
          </a:prstGeom>
        </p:spPr>
        <p:txBody>
          <a:bodyPr/>
          <a:lstStyle>
            <a:lvl1pPr>
              <a:defRPr>
                <a:latin typeface="Times New Roman" pitchFamily="18" charset="0"/>
                <a:ea typeface="+mn-ea"/>
                <a:cs typeface="Arial" charset="0"/>
              </a:defRPr>
            </a:lvl1pPr>
          </a:lstStyle>
          <a:p>
            <a:pPr>
              <a:defRPr/>
            </a:pPr>
            <a:r>
              <a:rPr lang="en-US"/>
              <a:t>SCR2043 Operating Systems</a:t>
            </a:r>
          </a:p>
        </p:txBody>
      </p:sp>
      <p:sp>
        <p:nvSpPr>
          <p:cNvPr id="6" name="Rectangle 6">
            <a:extLst>
              <a:ext uri="{FF2B5EF4-FFF2-40B4-BE49-F238E27FC236}">
                <a16:creationId xmlns:a16="http://schemas.microsoft.com/office/drawing/2014/main" id="{C750B914-911A-44F6-956B-146B29975954}"/>
              </a:ext>
            </a:extLst>
          </p:cNvPr>
          <p:cNvSpPr>
            <a:spLocks noGrp="1" noChangeArrowheads="1"/>
          </p:cNvSpPr>
          <p:nvPr>
            <p:ph type="sldNum" sz="quarter" idx="11"/>
          </p:nvPr>
        </p:nvSpPr>
        <p:spPr/>
        <p:txBody>
          <a:bodyPr/>
          <a:lstStyle>
            <a:lvl1pPr>
              <a:defRPr/>
            </a:lvl1pPr>
          </a:lstStyle>
          <a:p>
            <a:fld id="{CC447A49-3875-42CD-A8CC-7A4EDAD3EE36}" type="slidenum">
              <a:rPr lang="en-US" altLang="en-US"/>
              <a:pPr/>
              <a:t>‹#›</a:t>
            </a:fld>
            <a:endParaRPr lang="en-US" altLang="en-US"/>
          </a:p>
        </p:txBody>
      </p:sp>
    </p:spTree>
    <p:extLst>
      <p:ext uri="{BB962C8B-B14F-4D97-AF65-F5344CB8AC3E}">
        <p14:creationId xmlns:p14="http://schemas.microsoft.com/office/powerpoint/2010/main" val="4882717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6724A97A-D95E-4C50-A9D5-D686B288E96B}"/>
              </a:ext>
            </a:extLst>
          </p:cNvPr>
          <p:cNvSpPr>
            <a:spLocks noGrp="1" noChangeArrowheads="1"/>
          </p:cNvSpPr>
          <p:nvPr>
            <p:ph type="sldNum" sz="quarter" idx="10"/>
          </p:nvPr>
        </p:nvSpPr>
        <p:spPr>
          <a:ln/>
        </p:spPr>
        <p:txBody>
          <a:bodyPr/>
          <a:lstStyle>
            <a:lvl1pPr>
              <a:defRPr/>
            </a:lvl1pPr>
          </a:lstStyle>
          <a:p>
            <a:fld id="{FDCB3B62-6330-450B-94C0-93630AD75E6E}" type="slidenum">
              <a:rPr lang="en-US" altLang="en-US"/>
              <a:pPr/>
              <a:t>‹#›</a:t>
            </a:fld>
            <a:endParaRPr lang="en-US" altLang="en-US"/>
          </a:p>
        </p:txBody>
      </p:sp>
    </p:spTree>
    <p:extLst>
      <p:ext uri="{BB962C8B-B14F-4D97-AF65-F5344CB8AC3E}">
        <p14:creationId xmlns:p14="http://schemas.microsoft.com/office/powerpoint/2010/main" val="55343714"/>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914400"/>
            <a:ext cx="8077200" cy="1143000"/>
          </a:xfrm>
        </p:spPr>
        <p:txBody>
          <a:bodyPr/>
          <a:lstStyle/>
          <a:p>
            <a:r>
              <a:rPr lang="en-US"/>
              <a:t>Click to edit Master title style</a:t>
            </a:r>
          </a:p>
        </p:txBody>
      </p:sp>
      <p:sp>
        <p:nvSpPr>
          <p:cNvPr id="3" name="Content Placeholder 2"/>
          <p:cNvSpPr>
            <a:spLocks noGrp="1"/>
          </p:cNvSpPr>
          <p:nvPr>
            <p:ph sz="half" idx="1"/>
          </p:nvPr>
        </p:nvSpPr>
        <p:spPr>
          <a:xfrm>
            <a:off x="533400" y="2209800"/>
            <a:ext cx="39624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209800"/>
            <a:ext cx="39624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6">
            <a:extLst>
              <a:ext uri="{FF2B5EF4-FFF2-40B4-BE49-F238E27FC236}">
                <a16:creationId xmlns:a16="http://schemas.microsoft.com/office/drawing/2014/main" id="{7A996D02-7A90-4A04-A3F1-6A5A4B44BE63}"/>
              </a:ext>
            </a:extLst>
          </p:cNvPr>
          <p:cNvSpPr>
            <a:spLocks noGrp="1" noChangeArrowheads="1"/>
          </p:cNvSpPr>
          <p:nvPr>
            <p:ph type="sldNum" sz="quarter" idx="10"/>
          </p:nvPr>
        </p:nvSpPr>
        <p:spPr>
          <a:ln/>
        </p:spPr>
        <p:txBody>
          <a:bodyPr/>
          <a:lstStyle>
            <a:lvl1pPr>
              <a:defRPr/>
            </a:lvl1pPr>
          </a:lstStyle>
          <a:p>
            <a:fld id="{7F455325-9327-4F73-838C-7FB1437B7515}" type="slidenum">
              <a:rPr lang="en-US" altLang="en-US"/>
              <a:pPr/>
              <a:t>‹#›</a:t>
            </a:fld>
            <a:endParaRPr lang="en-US" altLang="en-US"/>
          </a:p>
        </p:txBody>
      </p:sp>
    </p:spTree>
    <p:extLst>
      <p:ext uri="{BB962C8B-B14F-4D97-AF65-F5344CB8AC3E}">
        <p14:creationId xmlns:p14="http://schemas.microsoft.com/office/powerpoint/2010/main" val="36081609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206375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890837"/>
            <a:ext cx="4040188" cy="3463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206375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890837"/>
            <a:ext cx="4041775" cy="3463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928FDFCF-890C-4CF9-A48B-1EEFD236EC6F}"/>
              </a:ext>
            </a:extLst>
          </p:cNvPr>
          <p:cNvSpPr>
            <a:spLocks noGrp="1" noChangeArrowheads="1"/>
          </p:cNvSpPr>
          <p:nvPr>
            <p:ph type="sldNum" sz="quarter" idx="10"/>
          </p:nvPr>
        </p:nvSpPr>
        <p:spPr>
          <a:ln/>
        </p:spPr>
        <p:txBody>
          <a:bodyPr/>
          <a:lstStyle>
            <a:lvl1pPr>
              <a:defRPr/>
            </a:lvl1pPr>
          </a:lstStyle>
          <a:p>
            <a:fld id="{D281B1AF-55CD-4EA5-8787-8EF0DFBD1E4E}" type="slidenum">
              <a:rPr lang="en-US" altLang="en-US"/>
              <a:pPr/>
              <a:t>‹#›</a:t>
            </a:fld>
            <a:endParaRPr lang="en-US" altLang="en-US"/>
          </a:p>
        </p:txBody>
      </p:sp>
    </p:spTree>
    <p:extLst>
      <p:ext uri="{BB962C8B-B14F-4D97-AF65-F5344CB8AC3E}">
        <p14:creationId xmlns:p14="http://schemas.microsoft.com/office/powerpoint/2010/main" val="1644759292"/>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C6493921-180B-489A-86DE-1C699F25EE73}"/>
              </a:ext>
            </a:extLst>
          </p:cNvPr>
          <p:cNvSpPr>
            <a:spLocks noGrp="1" noChangeArrowheads="1"/>
          </p:cNvSpPr>
          <p:nvPr>
            <p:ph type="sldNum" sz="quarter" idx="10"/>
          </p:nvPr>
        </p:nvSpPr>
        <p:spPr>
          <a:ln/>
        </p:spPr>
        <p:txBody>
          <a:bodyPr/>
          <a:lstStyle>
            <a:lvl1pPr>
              <a:defRPr/>
            </a:lvl1pPr>
          </a:lstStyle>
          <a:p>
            <a:fld id="{C992FD87-4C1F-48D7-B493-7C469AEE85F2}" type="slidenum">
              <a:rPr lang="en-US" altLang="en-US"/>
              <a:pPr/>
              <a:t>‹#›</a:t>
            </a:fld>
            <a:endParaRPr lang="en-US" altLang="en-US"/>
          </a:p>
        </p:txBody>
      </p:sp>
    </p:spTree>
    <p:extLst>
      <p:ext uri="{BB962C8B-B14F-4D97-AF65-F5344CB8AC3E}">
        <p14:creationId xmlns:p14="http://schemas.microsoft.com/office/powerpoint/2010/main" val="378344993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CFDBF901-40BD-41B6-A571-A8A65956CC9D}"/>
              </a:ext>
            </a:extLst>
          </p:cNvPr>
          <p:cNvSpPr>
            <a:spLocks noGrp="1" noChangeArrowheads="1"/>
          </p:cNvSpPr>
          <p:nvPr>
            <p:ph type="ftr" sz="quarter" idx="10"/>
          </p:nvPr>
        </p:nvSpPr>
        <p:spPr>
          <a:xfrm>
            <a:off x="533400" y="6477000"/>
            <a:ext cx="5867400" cy="304800"/>
          </a:xfrm>
          <a:prstGeom prst="rect">
            <a:avLst/>
          </a:prstGeom>
        </p:spPr>
        <p:txBody>
          <a:bodyPr/>
          <a:lstStyle>
            <a:lvl1pPr>
              <a:defRPr>
                <a:latin typeface="Times New Roman" pitchFamily="18" charset="0"/>
                <a:ea typeface="+mn-ea"/>
                <a:cs typeface="Arial" charset="0"/>
              </a:defRPr>
            </a:lvl1pPr>
          </a:lstStyle>
          <a:p>
            <a:pPr>
              <a:defRPr/>
            </a:pPr>
            <a:r>
              <a:rPr lang="en-US"/>
              <a:t>SCR2043 Operating Systems</a:t>
            </a:r>
          </a:p>
        </p:txBody>
      </p:sp>
      <p:sp>
        <p:nvSpPr>
          <p:cNvPr id="3" name="Rectangle 6">
            <a:extLst>
              <a:ext uri="{FF2B5EF4-FFF2-40B4-BE49-F238E27FC236}">
                <a16:creationId xmlns:a16="http://schemas.microsoft.com/office/drawing/2014/main" id="{DB9108FE-6146-47B6-8395-1924606C9AD3}"/>
              </a:ext>
            </a:extLst>
          </p:cNvPr>
          <p:cNvSpPr>
            <a:spLocks noGrp="1" noChangeArrowheads="1"/>
          </p:cNvSpPr>
          <p:nvPr>
            <p:ph type="sldNum" sz="quarter" idx="11"/>
          </p:nvPr>
        </p:nvSpPr>
        <p:spPr/>
        <p:txBody>
          <a:bodyPr/>
          <a:lstStyle>
            <a:lvl1pPr>
              <a:defRPr/>
            </a:lvl1pPr>
          </a:lstStyle>
          <a:p>
            <a:fld id="{C6A8E09E-ACE6-474A-9F7F-BD6964454D7F}" type="slidenum">
              <a:rPr lang="en-US" altLang="en-US"/>
              <a:pPr/>
              <a:t>‹#›</a:t>
            </a:fld>
            <a:endParaRPr lang="en-US" altLang="en-US"/>
          </a:p>
        </p:txBody>
      </p:sp>
    </p:spTree>
    <p:extLst>
      <p:ext uri="{BB962C8B-B14F-4D97-AF65-F5344CB8AC3E}">
        <p14:creationId xmlns:p14="http://schemas.microsoft.com/office/powerpoint/2010/main" val="400552209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8953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914400"/>
            <a:ext cx="5111750" cy="52117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057400"/>
            <a:ext cx="3008313" cy="4068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72D44114-3858-49AF-8ED7-4B980357E890}"/>
              </a:ext>
            </a:extLst>
          </p:cNvPr>
          <p:cNvSpPr>
            <a:spLocks noGrp="1" noChangeArrowheads="1"/>
          </p:cNvSpPr>
          <p:nvPr>
            <p:ph type="sldNum" sz="quarter" idx="10"/>
          </p:nvPr>
        </p:nvSpPr>
        <p:spPr>
          <a:ln/>
        </p:spPr>
        <p:txBody>
          <a:bodyPr/>
          <a:lstStyle>
            <a:lvl1pPr>
              <a:defRPr/>
            </a:lvl1pPr>
          </a:lstStyle>
          <a:p>
            <a:fld id="{EB521D3E-55A5-49C8-9B3B-7891301ADE06}" type="slidenum">
              <a:rPr lang="en-US" altLang="en-US"/>
              <a:pPr/>
              <a:t>‹#›</a:t>
            </a:fld>
            <a:endParaRPr lang="en-US" altLang="en-US"/>
          </a:p>
        </p:txBody>
      </p:sp>
    </p:spTree>
    <p:extLst>
      <p:ext uri="{BB962C8B-B14F-4D97-AF65-F5344CB8AC3E}">
        <p14:creationId xmlns:p14="http://schemas.microsoft.com/office/powerpoint/2010/main" val="23317058"/>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914399"/>
            <a:ext cx="5486400" cy="38131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51436AA9-CAE6-4D94-AA70-F938B778D7D9}"/>
              </a:ext>
            </a:extLst>
          </p:cNvPr>
          <p:cNvSpPr>
            <a:spLocks noGrp="1" noChangeArrowheads="1"/>
          </p:cNvSpPr>
          <p:nvPr>
            <p:ph type="sldNum" sz="quarter" idx="10"/>
          </p:nvPr>
        </p:nvSpPr>
        <p:spPr>
          <a:ln/>
        </p:spPr>
        <p:txBody>
          <a:bodyPr/>
          <a:lstStyle>
            <a:lvl1pPr>
              <a:defRPr/>
            </a:lvl1pPr>
          </a:lstStyle>
          <a:p>
            <a:fld id="{1C28D7C9-B683-411C-BEBE-70BE0558559F}" type="slidenum">
              <a:rPr lang="en-US" altLang="en-US"/>
              <a:pPr/>
              <a:t>‹#›</a:t>
            </a:fld>
            <a:endParaRPr lang="en-US" altLang="en-US"/>
          </a:p>
        </p:txBody>
      </p:sp>
    </p:spTree>
    <p:extLst>
      <p:ext uri="{BB962C8B-B14F-4D97-AF65-F5344CB8AC3E}">
        <p14:creationId xmlns:p14="http://schemas.microsoft.com/office/powerpoint/2010/main" val="60796559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9D61353E-A835-4C5C-9615-46E699B4EE35}"/>
              </a:ext>
            </a:extLst>
          </p:cNvPr>
          <p:cNvSpPr>
            <a:spLocks noGrp="1" noChangeArrowheads="1"/>
          </p:cNvSpPr>
          <p:nvPr>
            <p:ph type="sldNum" sz="quarter" idx="10"/>
          </p:nvPr>
        </p:nvSpPr>
        <p:spPr>
          <a:ln/>
        </p:spPr>
        <p:txBody>
          <a:bodyPr/>
          <a:lstStyle>
            <a:lvl1pPr>
              <a:defRPr/>
            </a:lvl1pPr>
          </a:lstStyle>
          <a:p>
            <a:fld id="{4500C1F0-935D-4602-A406-4D7632F660B4}" type="slidenum">
              <a:rPr lang="en-US" altLang="en-US"/>
              <a:pPr/>
              <a:t>‹#›</a:t>
            </a:fld>
            <a:endParaRPr lang="en-US" altLang="en-US"/>
          </a:p>
        </p:txBody>
      </p:sp>
    </p:spTree>
    <p:extLst>
      <p:ext uri="{BB962C8B-B14F-4D97-AF65-F5344CB8AC3E}">
        <p14:creationId xmlns:p14="http://schemas.microsoft.com/office/powerpoint/2010/main" val="155871766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1300" y="990600"/>
            <a:ext cx="2019300" cy="5257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990600"/>
            <a:ext cx="59055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03F04F98-1AA7-43B0-AB48-0367EB9F91C0}"/>
              </a:ext>
            </a:extLst>
          </p:cNvPr>
          <p:cNvSpPr>
            <a:spLocks noGrp="1" noChangeArrowheads="1"/>
          </p:cNvSpPr>
          <p:nvPr>
            <p:ph type="ftr" sz="quarter" idx="10"/>
          </p:nvPr>
        </p:nvSpPr>
        <p:spPr>
          <a:xfrm>
            <a:off x="533400" y="6477000"/>
            <a:ext cx="5867400" cy="304800"/>
          </a:xfrm>
          <a:prstGeom prst="rect">
            <a:avLst/>
          </a:prstGeom>
        </p:spPr>
        <p:txBody>
          <a:bodyPr/>
          <a:lstStyle>
            <a:lvl1pPr>
              <a:defRPr>
                <a:latin typeface="Times New Roman" pitchFamily="18" charset="0"/>
                <a:ea typeface="+mn-ea"/>
                <a:cs typeface="Arial" charset="0"/>
              </a:defRPr>
            </a:lvl1pPr>
          </a:lstStyle>
          <a:p>
            <a:pPr>
              <a:defRPr/>
            </a:pPr>
            <a:r>
              <a:rPr lang="en-US"/>
              <a:t>SCR2043 Operating Systems</a:t>
            </a:r>
          </a:p>
        </p:txBody>
      </p:sp>
      <p:sp>
        <p:nvSpPr>
          <p:cNvPr id="5" name="Rectangle 6">
            <a:extLst>
              <a:ext uri="{FF2B5EF4-FFF2-40B4-BE49-F238E27FC236}">
                <a16:creationId xmlns:a16="http://schemas.microsoft.com/office/drawing/2014/main" id="{57E2D5A9-0D8B-4174-8227-FA6E4A231766}"/>
              </a:ext>
            </a:extLst>
          </p:cNvPr>
          <p:cNvSpPr>
            <a:spLocks noGrp="1" noChangeArrowheads="1"/>
          </p:cNvSpPr>
          <p:nvPr>
            <p:ph type="sldNum" sz="quarter" idx="11"/>
          </p:nvPr>
        </p:nvSpPr>
        <p:spPr/>
        <p:txBody>
          <a:bodyPr/>
          <a:lstStyle>
            <a:lvl1pPr>
              <a:defRPr/>
            </a:lvl1pPr>
          </a:lstStyle>
          <a:p>
            <a:fld id="{052E3926-1F03-4150-91A3-B215C3C60714}" type="slidenum">
              <a:rPr lang="en-US" altLang="en-US"/>
              <a:pPr/>
              <a:t>‹#›</a:t>
            </a:fld>
            <a:endParaRPr lang="en-US" altLang="en-US"/>
          </a:p>
        </p:txBody>
      </p:sp>
    </p:spTree>
    <p:extLst>
      <p:ext uri="{BB962C8B-B14F-4D97-AF65-F5344CB8AC3E}">
        <p14:creationId xmlns:p14="http://schemas.microsoft.com/office/powerpoint/2010/main" val="269823131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990600"/>
            <a:ext cx="8077200" cy="1143000"/>
          </a:xfrm>
        </p:spPr>
        <p:txBody>
          <a:bodyPr/>
          <a:lstStyle/>
          <a:p>
            <a:r>
              <a:rPr lang="en-US"/>
              <a:t>Click to edit Master title style</a:t>
            </a:r>
          </a:p>
        </p:txBody>
      </p:sp>
      <p:sp>
        <p:nvSpPr>
          <p:cNvPr id="3" name="Content Placeholder 2"/>
          <p:cNvSpPr>
            <a:spLocks noGrp="1"/>
          </p:cNvSpPr>
          <p:nvPr>
            <p:ph sz="quarter" idx="1"/>
          </p:nvPr>
        </p:nvSpPr>
        <p:spPr>
          <a:xfrm>
            <a:off x="533400" y="2286000"/>
            <a:ext cx="3962400" cy="1905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
          </p:nvPr>
        </p:nvSpPr>
        <p:spPr>
          <a:xfrm>
            <a:off x="533400" y="4343400"/>
            <a:ext cx="3962400" cy="1905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half" idx="3"/>
          </p:nvPr>
        </p:nvSpPr>
        <p:spPr>
          <a:xfrm>
            <a:off x="4648200" y="2286000"/>
            <a:ext cx="3962400" cy="396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3156A23B-ABFD-454C-843A-914822820516}"/>
              </a:ext>
            </a:extLst>
          </p:cNvPr>
          <p:cNvSpPr>
            <a:spLocks noGrp="1" noChangeArrowheads="1"/>
          </p:cNvSpPr>
          <p:nvPr>
            <p:ph type="ftr" sz="quarter" idx="10"/>
          </p:nvPr>
        </p:nvSpPr>
        <p:spPr>
          <a:xfrm>
            <a:off x="533400" y="6477000"/>
            <a:ext cx="5867400" cy="304800"/>
          </a:xfrm>
          <a:prstGeom prst="rect">
            <a:avLst/>
          </a:prstGeom>
        </p:spPr>
        <p:txBody>
          <a:bodyPr/>
          <a:lstStyle>
            <a:lvl1pPr>
              <a:defRPr>
                <a:latin typeface="Times New Roman" pitchFamily="18" charset="0"/>
                <a:ea typeface="+mn-ea"/>
                <a:cs typeface="Arial" charset="0"/>
              </a:defRPr>
            </a:lvl1pPr>
          </a:lstStyle>
          <a:p>
            <a:pPr>
              <a:defRPr/>
            </a:pPr>
            <a:r>
              <a:rPr lang="en-US"/>
              <a:t>SCR2043 Operating Systems</a:t>
            </a:r>
          </a:p>
        </p:txBody>
      </p:sp>
      <p:sp>
        <p:nvSpPr>
          <p:cNvPr id="7" name="Slide Number Placeholder 6">
            <a:extLst>
              <a:ext uri="{FF2B5EF4-FFF2-40B4-BE49-F238E27FC236}">
                <a16:creationId xmlns:a16="http://schemas.microsoft.com/office/drawing/2014/main" id="{FB9E3A21-8261-4EF4-B931-FE236137C671}"/>
              </a:ext>
            </a:extLst>
          </p:cNvPr>
          <p:cNvSpPr>
            <a:spLocks noGrp="1" noChangeArrowheads="1"/>
          </p:cNvSpPr>
          <p:nvPr>
            <p:ph type="sldNum" sz="quarter" idx="11"/>
          </p:nvPr>
        </p:nvSpPr>
        <p:spPr/>
        <p:txBody>
          <a:bodyPr/>
          <a:lstStyle>
            <a:lvl1pPr>
              <a:defRPr/>
            </a:lvl1pPr>
          </a:lstStyle>
          <a:p>
            <a:fld id="{DC62F9EE-C9D9-4E74-BDE1-1957A6338966}" type="slidenum">
              <a:rPr lang="en-US" altLang="en-US"/>
              <a:pPr/>
              <a:t>‹#›</a:t>
            </a:fld>
            <a:endParaRPr lang="en-US" altLang="en-US"/>
          </a:p>
        </p:txBody>
      </p:sp>
    </p:spTree>
    <p:extLst>
      <p:ext uri="{BB962C8B-B14F-4D97-AF65-F5344CB8AC3E}">
        <p14:creationId xmlns:p14="http://schemas.microsoft.com/office/powerpoint/2010/main" val="594295511"/>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5680014-3EF4-4F1C-8A88-916C5BA6AA59}"/>
              </a:ext>
            </a:extLst>
          </p:cNvPr>
          <p:cNvSpPr/>
          <p:nvPr userDrawn="1"/>
        </p:nvSpPr>
        <p:spPr bwMode="auto">
          <a:xfrm>
            <a:off x="8305800" y="6477000"/>
            <a:ext cx="838200" cy="3048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eaLnBrk="1" hangingPunct="1">
              <a:defRPr/>
            </a:pPr>
            <a:endParaRPr lang="en-US" sz="1100" i="1">
              <a:ea typeface="+mn-ea"/>
            </a:endParaRPr>
          </a:p>
        </p:txBody>
      </p:sp>
      <p:sp>
        <p:nvSpPr>
          <p:cNvPr id="109571" name="Rectangle 3"/>
          <p:cNvSpPr>
            <a:spLocks noGrp="1" noChangeArrowheads="1"/>
          </p:cNvSpPr>
          <p:nvPr>
            <p:ph type="subTitle" idx="1"/>
          </p:nvPr>
        </p:nvSpPr>
        <p:spPr>
          <a:xfrm>
            <a:off x="762000" y="3886200"/>
            <a:ext cx="7772400" cy="1752600"/>
          </a:xfrm>
        </p:spPr>
        <p:txBody>
          <a:bodyPr/>
          <a:lstStyle>
            <a:lvl1pPr marL="0" indent="0" algn="ctr">
              <a:buFontTx/>
              <a:buNone/>
              <a:defRPr sz="3400" i="1" smtClean="0"/>
            </a:lvl1pPr>
          </a:lstStyle>
          <a:p>
            <a:r>
              <a:rPr lang="en-US"/>
              <a:t>Click to edit Master subtitle style</a:t>
            </a:r>
          </a:p>
        </p:txBody>
      </p:sp>
      <p:sp>
        <p:nvSpPr>
          <p:cNvPr id="8" name="Title 7"/>
          <p:cNvSpPr>
            <a:spLocks noGrp="1"/>
          </p:cNvSpPr>
          <p:nvPr>
            <p:ph type="title"/>
          </p:nvPr>
        </p:nvSpPr>
        <p:spPr/>
        <p:txBody>
          <a:bodyPr/>
          <a:lstStyle/>
          <a:p>
            <a:r>
              <a:rPr lang="en-US"/>
              <a:t>Click to edit Master title style</a:t>
            </a:r>
          </a:p>
        </p:txBody>
      </p:sp>
      <p:sp>
        <p:nvSpPr>
          <p:cNvPr id="5" name="Rectangle 5">
            <a:extLst>
              <a:ext uri="{FF2B5EF4-FFF2-40B4-BE49-F238E27FC236}">
                <a16:creationId xmlns:a16="http://schemas.microsoft.com/office/drawing/2014/main" id="{BA1599A0-F583-42B3-85D8-13A3680C2779}"/>
              </a:ext>
            </a:extLst>
          </p:cNvPr>
          <p:cNvSpPr>
            <a:spLocks noGrp="1" noChangeArrowheads="1"/>
          </p:cNvSpPr>
          <p:nvPr>
            <p:ph type="ftr" sz="quarter" idx="10"/>
          </p:nvPr>
        </p:nvSpPr>
        <p:spPr>
          <a:xfrm>
            <a:off x="6934200" y="152400"/>
            <a:ext cx="2133600" cy="304800"/>
          </a:xfrm>
          <a:prstGeom prst="rect">
            <a:avLst/>
          </a:prstGeom>
        </p:spPr>
        <p:txBody>
          <a:bodyPr/>
          <a:lstStyle>
            <a:lvl1pPr algn="r" eaLnBrk="1" hangingPunct="1">
              <a:defRPr sz="1400">
                <a:solidFill>
                  <a:schemeClr val="bg1"/>
                </a:solidFill>
                <a:latin typeface="Arial" charset="0"/>
                <a:ea typeface="+mn-ea"/>
                <a:cs typeface="Arial" charset="0"/>
              </a:defRPr>
            </a:lvl1pPr>
          </a:lstStyle>
          <a:p>
            <a:pPr>
              <a:defRPr/>
            </a:pPr>
            <a:endParaRPr lang="en-US"/>
          </a:p>
        </p:txBody>
      </p:sp>
      <p:sp>
        <p:nvSpPr>
          <p:cNvPr id="6" name="Rectangle 6">
            <a:extLst>
              <a:ext uri="{FF2B5EF4-FFF2-40B4-BE49-F238E27FC236}">
                <a16:creationId xmlns:a16="http://schemas.microsoft.com/office/drawing/2014/main" id="{FCFF1A92-41E5-4B61-91D6-073CB51C618E}"/>
              </a:ext>
            </a:extLst>
          </p:cNvPr>
          <p:cNvSpPr>
            <a:spLocks noGrp="1" noChangeArrowheads="1"/>
          </p:cNvSpPr>
          <p:nvPr>
            <p:ph type="sldNum" sz="quarter" idx="11"/>
          </p:nvPr>
        </p:nvSpPr>
        <p:spPr/>
        <p:txBody>
          <a:bodyPr/>
          <a:lstStyle>
            <a:lvl1pPr>
              <a:defRPr smtClean="0"/>
            </a:lvl1pPr>
          </a:lstStyle>
          <a:p>
            <a:pPr>
              <a:defRPr/>
            </a:pPr>
            <a:fld id="{E7E4A0A0-A657-4209-A628-FFD96E1948D4}" type="slidenum">
              <a:rPr lang="en-US" altLang="en-US"/>
              <a:pPr>
                <a:defRPr/>
              </a:pPr>
              <a:t>‹#›</a:t>
            </a:fld>
            <a:endParaRPr lang="en-US" altLang="en-US"/>
          </a:p>
        </p:txBody>
      </p:sp>
    </p:spTree>
    <p:extLst>
      <p:ext uri="{BB962C8B-B14F-4D97-AF65-F5344CB8AC3E}">
        <p14:creationId xmlns:p14="http://schemas.microsoft.com/office/powerpoint/2010/main" val="557893382"/>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5">
            <a:extLst>
              <a:ext uri="{FF2B5EF4-FFF2-40B4-BE49-F238E27FC236}">
                <a16:creationId xmlns:a16="http://schemas.microsoft.com/office/drawing/2014/main" id="{1C430BE4-C896-431C-8456-5F3674D1F721}"/>
              </a:ext>
            </a:extLst>
          </p:cNvPr>
          <p:cNvSpPr txBox="1">
            <a:spLocks noChangeArrowheads="1"/>
          </p:cNvSpPr>
          <p:nvPr userDrawn="1"/>
        </p:nvSpPr>
        <p:spPr bwMode="auto">
          <a:xfrm>
            <a:off x="6934200" y="152400"/>
            <a:ext cx="2133600" cy="304800"/>
          </a:xfrm>
          <a:prstGeom prst="rect">
            <a:avLst/>
          </a:prstGeom>
          <a:noFill/>
          <a:ln w="9525">
            <a:noFill/>
            <a:miter lim="800000"/>
            <a:headEnd/>
            <a:tailEnd/>
          </a:ln>
          <a:effectLst/>
        </p:spPr>
        <p:txBody>
          <a:bodyPr/>
          <a:lstStyle>
            <a:lvl1pPr algn="r">
              <a:defRPr sz="1400" dirty="0" smtClean="0">
                <a:solidFill>
                  <a:schemeClr val="bg1"/>
                </a:solidFill>
                <a:latin typeface="Arial" charset="0"/>
              </a:defRPr>
            </a:lvl1pPr>
          </a:lstStyle>
          <a:p>
            <a:pPr eaLnBrk="1" hangingPunct="1">
              <a:defRPr/>
            </a:pPr>
            <a:r>
              <a:rPr lang="en-US">
                <a:ea typeface="+mn-ea"/>
              </a:rPr>
              <a:t>Operating Systems</a:t>
            </a:r>
          </a:p>
        </p:txBody>
      </p:sp>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a:extLst>
              <a:ext uri="{FF2B5EF4-FFF2-40B4-BE49-F238E27FC236}">
                <a16:creationId xmlns:a16="http://schemas.microsoft.com/office/drawing/2014/main" id="{0C86C854-298C-42EE-A29F-077A9D0D07A9}"/>
              </a:ext>
            </a:extLst>
          </p:cNvPr>
          <p:cNvSpPr>
            <a:spLocks noGrp="1" noChangeArrowheads="1"/>
          </p:cNvSpPr>
          <p:nvPr>
            <p:ph type="ftr" sz="quarter" idx="10"/>
          </p:nvPr>
        </p:nvSpPr>
        <p:spPr>
          <a:xfrm>
            <a:off x="533400" y="6477000"/>
            <a:ext cx="5867400" cy="304800"/>
          </a:xfrm>
          <a:prstGeom prst="rect">
            <a:avLst/>
          </a:prstGeom>
        </p:spPr>
        <p:txBody>
          <a:bodyPr/>
          <a:lstStyle>
            <a:lvl1pPr eaLnBrk="1" hangingPunct="1">
              <a:defRPr>
                <a:latin typeface="Times New Roman" pitchFamily="18" charset="0"/>
                <a:ea typeface="+mn-ea"/>
                <a:cs typeface="Arial" charset="0"/>
              </a:defRPr>
            </a:lvl1pPr>
          </a:lstStyle>
          <a:p>
            <a:pPr>
              <a:defRPr/>
            </a:pPr>
            <a:endParaRPr lang="en-US"/>
          </a:p>
        </p:txBody>
      </p:sp>
      <p:sp>
        <p:nvSpPr>
          <p:cNvPr id="6" name="Rectangle 6">
            <a:extLst>
              <a:ext uri="{FF2B5EF4-FFF2-40B4-BE49-F238E27FC236}">
                <a16:creationId xmlns:a16="http://schemas.microsoft.com/office/drawing/2014/main" id="{AAA1FDC5-3694-4F46-A839-AEF9B604F0DA}"/>
              </a:ext>
            </a:extLst>
          </p:cNvPr>
          <p:cNvSpPr>
            <a:spLocks noGrp="1" noChangeArrowheads="1"/>
          </p:cNvSpPr>
          <p:nvPr>
            <p:ph type="sldNum" sz="quarter" idx="11"/>
          </p:nvPr>
        </p:nvSpPr>
        <p:spPr/>
        <p:txBody>
          <a:bodyPr/>
          <a:lstStyle>
            <a:lvl1pPr>
              <a:defRPr smtClean="0"/>
            </a:lvl1pPr>
          </a:lstStyle>
          <a:p>
            <a:pPr>
              <a:defRPr/>
            </a:pPr>
            <a:fld id="{F6E8844A-08BD-4477-A1A6-276C38BA6A68}" type="slidenum">
              <a:rPr lang="en-US" altLang="en-US"/>
              <a:pPr>
                <a:defRPr/>
              </a:pPr>
              <a:t>‹#›</a:t>
            </a:fld>
            <a:endParaRPr lang="en-US" altLang="en-US"/>
          </a:p>
        </p:txBody>
      </p:sp>
    </p:spTree>
    <p:extLst>
      <p:ext uri="{BB962C8B-B14F-4D97-AF65-F5344CB8AC3E}">
        <p14:creationId xmlns:p14="http://schemas.microsoft.com/office/powerpoint/2010/main" val="180499282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F29EF0A1-93FB-4996-AD7B-AAD067085765}"/>
              </a:ext>
            </a:extLst>
          </p:cNvPr>
          <p:cNvSpPr>
            <a:spLocks noGrp="1" noChangeArrowheads="1"/>
          </p:cNvSpPr>
          <p:nvPr>
            <p:ph type="sldNum" sz="quarter" idx="10"/>
          </p:nvPr>
        </p:nvSpPr>
        <p:spPr>
          <a:ln/>
        </p:spPr>
        <p:txBody>
          <a:bodyPr/>
          <a:lstStyle>
            <a:lvl1pPr>
              <a:defRPr/>
            </a:lvl1pPr>
          </a:lstStyle>
          <a:p>
            <a:pPr>
              <a:defRPr/>
            </a:pPr>
            <a:fld id="{DE6AC4D7-24A2-4F40-9519-744B8E5AE0B7}" type="slidenum">
              <a:rPr lang="en-US" altLang="en-US"/>
              <a:pPr>
                <a:defRPr/>
              </a:pPr>
              <a:t>‹#›</a:t>
            </a:fld>
            <a:endParaRPr lang="en-US" altLang="en-US"/>
          </a:p>
        </p:txBody>
      </p:sp>
    </p:spTree>
    <p:extLst>
      <p:ext uri="{BB962C8B-B14F-4D97-AF65-F5344CB8AC3E}">
        <p14:creationId xmlns:p14="http://schemas.microsoft.com/office/powerpoint/2010/main" val="3980734874"/>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914400"/>
            <a:ext cx="8077200" cy="1143000"/>
          </a:xfrm>
        </p:spPr>
        <p:txBody>
          <a:bodyPr/>
          <a:lstStyle/>
          <a:p>
            <a:r>
              <a:rPr lang="en-US"/>
              <a:t>Click to edit Master title style</a:t>
            </a:r>
          </a:p>
        </p:txBody>
      </p:sp>
      <p:sp>
        <p:nvSpPr>
          <p:cNvPr id="3" name="Content Placeholder 2"/>
          <p:cNvSpPr>
            <a:spLocks noGrp="1"/>
          </p:cNvSpPr>
          <p:nvPr>
            <p:ph sz="half" idx="1"/>
          </p:nvPr>
        </p:nvSpPr>
        <p:spPr>
          <a:xfrm>
            <a:off x="533400" y="2209800"/>
            <a:ext cx="39624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2209800"/>
            <a:ext cx="39624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6">
            <a:extLst>
              <a:ext uri="{FF2B5EF4-FFF2-40B4-BE49-F238E27FC236}">
                <a16:creationId xmlns:a16="http://schemas.microsoft.com/office/drawing/2014/main" id="{FB01813A-EE3A-406F-BAEB-B180BAC1081C}"/>
              </a:ext>
            </a:extLst>
          </p:cNvPr>
          <p:cNvSpPr>
            <a:spLocks noGrp="1" noChangeArrowheads="1"/>
          </p:cNvSpPr>
          <p:nvPr>
            <p:ph type="sldNum" sz="quarter" idx="10"/>
          </p:nvPr>
        </p:nvSpPr>
        <p:spPr>
          <a:ln/>
        </p:spPr>
        <p:txBody>
          <a:bodyPr/>
          <a:lstStyle>
            <a:lvl1pPr>
              <a:defRPr/>
            </a:lvl1pPr>
          </a:lstStyle>
          <a:p>
            <a:pPr>
              <a:defRPr/>
            </a:pPr>
            <a:fld id="{18DC18AE-EF08-4278-A9EA-FA45895FA77C}" type="slidenum">
              <a:rPr lang="en-US" altLang="en-US"/>
              <a:pPr>
                <a:defRPr/>
              </a:pPr>
              <a:t>‹#›</a:t>
            </a:fld>
            <a:endParaRPr lang="en-US" altLang="en-US"/>
          </a:p>
        </p:txBody>
      </p:sp>
    </p:spTree>
    <p:extLst>
      <p:ext uri="{BB962C8B-B14F-4D97-AF65-F5344CB8AC3E}">
        <p14:creationId xmlns:p14="http://schemas.microsoft.com/office/powerpoint/2010/main" val="5174393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8229600" cy="1143000"/>
          </a:xfrm>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2063750"/>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890837"/>
            <a:ext cx="4040188" cy="3463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2063750"/>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890837"/>
            <a:ext cx="4041775" cy="34639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0B893786-0040-42F3-A15D-A53A276BF30C}"/>
              </a:ext>
            </a:extLst>
          </p:cNvPr>
          <p:cNvSpPr>
            <a:spLocks noGrp="1" noChangeArrowheads="1"/>
          </p:cNvSpPr>
          <p:nvPr>
            <p:ph type="sldNum" sz="quarter" idx="10"/>
          </p:nvPr>
        </p:nvSpPr>
        <p:spPr>
          <a:ln/>
        </p:spPr>
        <p:txBody>
          <a:bodyPr/>
          <a:lstStyle>
            <a:lvl1pPr>
              <a:defRPr/>
            </a:lvl1pPr>
          </a:lstStyle>
          <a:p>
            <a:pPr>
              <a:defRPr/>
            </a:pPr>
            <a:fld id="{B5C4E544-33F3-4E15-B980-A6F5696EEC75}" type="slidenum">
              <a:rPr lang="en-US" altLang="en-US"/>
              <a:pPr>
                <a:defRPr/>
              </a:pPr>
              <a:t>‹#›</a:t>
            </a:fld>
            <a:endParaRPr lang="en-US" altLang="en-US"/>
          </a:p>
        </p:txBody>
      </p:sp>
    </p:spTree>
    <p:extLst>
      <p:ext uri="{BB962C8B-B14F-4D97-AF65-F5344CB8AC3E}">
        <p14:creationId xmlns:p14="http://schemas.microsoft.com/office/powerpoint/2010/main" val="82414622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8BD40839-941F-4266-8724-9AFE0C8909CB}"/>
              </a:ext>
            </a:extLst>
          </p:cNvPr>
          <p:cNvSpPr>
            <a:spLocks noGrp="1" noChangeArrowheads="1"/>
          </p:cNvSpPr>
          <p:nvPr>
            <p:ph type="sldNum" sz="quarter" idx="10"/>
          </p:nvPr>
        </p:nvSpPr>
        <p:spPr>
          <a:ln/>
        </p:spPr>
        <p:txBody>
          <a:bodyPr/>
          <a:lstStyle>
            <a:lvl1pPr>
              <a:defRPr/>
            </a:lvl1pPr>
          </a:lstStyle>
          <a:p>
            <a:pPr>
              <a:defRPr/>
            </a:pPr>
            <a:fld id="{68413942-828D-42C8-B2DB-2E94B948F3B4}" type="slidenum">
              <a:rPr lang="en-US" altLang="en-US"/>
              <a:pPr>
                <a:defRPr/>
              </a:pPr>
              <a:t>‹#›</a:t>
            </a:fld>
            <a:endParaRPr lang="en-US" altLang="en-US"/>
          </a:p>
        </p:txBody>
      </p:sp>
    </p:spTree>
    <p:extLst>
      <p:ext uri="{BB962C8B-B14F-4D97-AF65-F5344CB8AC3E}">
        <p14:creationId xmlns:p14="http://schemas.microsoft.com/office/powerpoint/2010/main" val="4201198065"/>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a:extLst>
              <a:ext uri="{FF2B5EF4-FFF2-40B4-BE49-F238E27FC236}">
                <a16:creationId xmlns:a16="http://schemas.microsoft.com/office/drawing/2014/main" id="{E0B7FEAA-7512-41AE-83CD-081E865BA315}"/>
              </a:ext>
            </a:extLst>
          </p:cNvPr>
          <p:cNvSpPr>
            <a:spLocks noGrp="1" noChangeArrowheads="1"/>
          </p:cNvSpPr>
          <p:nvPr>
            <p:ph type="ftr" sz="quarter" idx="10"/>
          </p:nvPr>
        </p:nvSpPr>
        <p:spPr>
          <a:xfrm>
            <a:off x="533400" y="6477000"/>
            <a:ext cx="5867400" cy="304800"/>
          </a:xfrm>
          <a:prstGeom prst="rect">
            <a:avLst/>
          </a:prstGeom>
        </p:spPr>
        <p:txBody>
          <a:bodyPr/>
          <a:lstStyle>
            <a:lvl1pPr eaLnBrk="1" hangingPunct="1">
              <a:defRPr>
                <a:latin typeface="Times New Roman" pitchFamily="18" charset="0"/>
                <a:ea typeface="+mn-ea"/>
                <a:cs typeface="Arial" charset="0"/>
              </a:defRPr>
            </a:lvl1pPr>
          </a:lstStyle>
          <a:p>
            <a:pPr>
              <a:defRPr/>
            </a:pPr>
            <a:endParaRPr lang="en-US"/>
          </a:p>
        </p:txBody>
      </p:sp>
      <p:sp>
        <p:nvSpPr>
          <p:cNvPr id="3" name="Rectangle 6">
            <a:extLst>
              <a:ext uri="{FF2B5EF4-FFF2-40B4-BE49-F238E27FC236}">
                <a16:creationId xmlns:a16="http://schemas.microsoft.com/office/drawing/2014/main" id="{263ED16B-F26A-4469-9289-7884473E638E}"/>
              </a:ext>
            </a:extLst>
          </p:cNvPr>
          <p:cNvSpPr>
            <a:spLocks noGrp="1" noChangeArrowheads="1"/>
          </p:cNvSpPr>
          <p:nvPr>
            <p:ph type="sldNum" sz="quarter" idx="11"/>
          </p:nvPr>
        </p:nvSpPr>
        <p:spPr/>
        <p:txBody>
          <a:bodyPr/>
          <a:lstStyle>
            <a:lvl1pPr>
              <a:defRPr smtClean="0"/>
            </a:lvl1pPr>
          </a:lstStyle>
          <a:p>
            <a:pPr>
              <a:defRPr/>
            </a:pPr>
            <a:fld id="{3295C1BE-96F5-4C7A-8171-2CB542A4DC72}" type="slidenum">
              <a:rPr lang="en-US" altLang="en-US"/>
              <a:pPr>
                <a:defRPr/>
              </a:pPr>
              <a:t>‹#›</a:t>
            </a:fld>
            <a:endParaRPr lang="en-US" altLang="en-US"/>
          </a:p>
        </p:txBody>
      </p:sp>
    </p:spTree>
    <p:extLst>
      <p:ext uri="{BB962C8B-B14F-4D97-AF65-F5344CB8AC3E}">
        <p14:creationId xmlns:p14="http://schemas.microsoft.com/office/powerpoint/2010/main" val="240995707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895350"/>
            <a:ext cx="3008313" cy="1162050"/>
          </a:xfrm>
        </p:spPr>
        <p:txBody>
          <a:bodyPr anchor="b"/>
          <a:lstStyle>
            <a:lvl1pPr algn="l">
              <a:defRPr sz="2000" b="1"/>
            </a:lvl1pPr>
          </a:lstStyle>
          <a:p>
            <a:r>
              <a:rPr lang="en-US" dirty="0"/>
              <a:t>Click to edit Master title style</a:t>
            </a:r>
          </a:p>
        </p:txBody>
      </p:sp>
      <p:sp>
        <p:nvSpPr>
          <p:cNvPr id="3" name="Content Placeholder 2"/>
          <p:cNvSpPr>
            <a:spLocks noGrp="1"/>
          </p:cNvSpPr>
          <p:nvPr>
            <p:ph idx="1"/>
          </p:nvPr>
        </p:nvSpPr>
        <p:spPr>
          <a:xfrm>
            <a:off x="3575050" y="914400"/>
            <a:ext cx="5111750" cy="521176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2057400"/>
            <a:ext cx="3008313" cy="4068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3BCF287B-B27D-486D-9F4C-C1C6918B656F}"/>
              </a:ext>
            </a:extLst>
          </p:cNvPr>
          <p:cNvSpPr>
            <a:spLocks noGrp="1" noChangeArrowheads="1"/>
          </p:cNvSpPr>
          <p:nvPr>
            <p:ph type="sldNum" sz="quarter" idx="10"/>
          </p:nvPr>
        </p:nvSpPr>
        <p:spPr>
          <a:ln/>
        </p:spPr>
        <p:txBody>
          <a:bodyPr/>
          <a:lstStyle>
            <a:lvl1pPr>
              <a:defRPr/>
            </a:lvl1pPr>
          </a:lstStyle>
          <a:p>
            <a:pPr>
              <a:defRPr/>
            </a:pPr>
            <a:fld id="{D44A2F8C-CA70-458F-B18C-0E3AEFB78063}" type="slidenum">
              <a:rPr lang="en-US" altLang="en-US"/>
              <a:pPr>
                <a:defRPr/>
              </a:pPr>
              <a:t>‹#›</a:t>
            </a:fld>
            <a:endParaRPr lang="en-US" altLang="en-US"/>
          </a:p>
        </p:txBody>
      </p:sp>
    </p:spTree>
    <p:extLst>
      <p:ext uri="{BB962C8B-B14F-4D97-AF65-F5344CB8AC3E}">
        <p14:creationId xmlns:p14="http://schemas.microsoft.com/office/powerpoint/2010/main" val="144038125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914399"/>
            <a:ext cx="5486400" cy="381317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2E7CA1A1-5AD2-4DB0-8D03-3F7597D18AA1}"/>
              </a:ext>
            </a:extLst>
          </p:cNvPr>
          <p:cNvSpPr>
            <a:spLocks noGrp="1" noChangeArrowheads="1"/>
          </p:cNvSpPr>
          <p:nvPr>
            <p:ph type="sldNum" sz="quarter" idx="10"/>
          </p:nvPr>
        </p:nvSpPr>
        <p:spPr>
          <a:ln/>
        </p:spPr>
        <p:txBody>
          <a:bodyPr/>
          <a:lstStyle>
            <a:lvl1pPr>
              <a:defRPr/>
            </a:lvl1pPr>
          </a:lstStyle>
          <a:p>
            <a:pPr>
              <a:defRPr/>
            </a:pPr>
            <a:fld id="{265DB986-4031-480E-9251-26C799C757CC}" type="slidenum">
              <a:rPr lang="en-US" altLang="en-US"/>
              <a:pPr>
                <a:defRPr/>
              </a:pPr>
              <a:t>‹#›</a:t>
            </a:fld>
            <a:endParaRPr lang="en-US" altLang="en-US"/>
          </a:p>
        </p:txBody>
      </p:sp>
    </p:spTree>
    <p:extLst>
      <p:ext uri="{BB962C8B-B14F-4D97-AF65-F5344CB8AC3E}">
        <p14:creationId xmlns:p14="http://schemas.microsoft.com/office/powerpoint/2010/main" val="193155635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04743DDA-A6B7-40C1-8271-950C8A416DC3}"/>
              </a:ext>
            </a:extLst>
          </p:cNvPr>
          <p:cNvSpPr>
            <a:spLocks noGrp="1" noChangeArrowheads="1"/>
          </p:cNvSpPr>
          <p:nvPr>
            <p:ph type="sldNum" sz="quarter" idx="10"/>
          </p:nvPr>
        </p:nvSpPr>
        <p:spPr>
          <a:ln/>
        </p:spPr>
        <p:txBody>
          <a:bodyPr/>
          <a:lstStyle>
            <a:lvl1pPr>
              <a:defRPr/>
            </a:lvl1pPr>
          </a:lstStyle>
          <a:p>
            <a:pPr>
              <a:defRPr/>
            </a:pPr>
            <a:fld id="{6105EF2E-0B3B-47AD-9EC6-640030663941}" type="slidenum">
              <a:rPr lang="en-US" altLang="en-US"/>
              <a:pPr>
                <a:defRPr/>
              </a:pPr>
              <a:t>‹#›</a:t>
            </a:fld>
            <a:endParaRPr lang="en-US" altLang="en-US"/>
          </a:p>
        </p:txBody>
      </p:sp>
    </p:spTree>
    <p:extLst>
      <p:ext uri="{BB962C8B-B14F-4D97-AF65-F5344CB8AC3E}">
        <p14:creationId xmlns:p14="http://schemas.microsoft.com/office/powerpoint/2010/main" val="3696928855"/>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91300" y="990600"/>
            <a:ext cx="2019300" cy="52578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33400" y="990600"/>
            <a:ext cx="5905500" cy="5257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a:extLst>
              <a:ext uri="{FF2B5EF4-FFF2-40B4-BE49-F238E27FC236}">
                <a16:creationId xmlns:a16="http://schemas.microsoft.com/office/drawing/2014/main" id="{02586637-C5FA-439D-8759-07B3F1D6BE77}"/>
              </a:ext>
            </a:extLst>
          </p:cNvPr>
          <p:cNvSpPr>
            <a:spLocks noGrp="1" noChangeArrowheads="1"/>
          </p:cNvSpPr>
          <p:nvPr>
            <p:ph type="ftr" sz="quarter" idx="10"/>
          </p:nvPr>
        </p:nvSpPr>
        <p:spPr>
          <a:xfrm>
            <a:off x="533400" y="6477000"/>
            <a:ext cx="5867400" cy="304800"/>
          </a:xfrm>
          <a:prstGeom prst="rect">
            <a:avLst/>
          </a:prstGeom>
        </p:spPr>
        <p:txBody>
          <a:bodyPr/>
          <a:lstStyle>
            <a:lvl1pPr eaLnBrk="1" hangingPunct="1">
              <a:defRPr>
                <a:latin typeface="Times New Roman" pitchFamily="18" charset="0"/>
                <a:ea typeface="+mn-ea"/>
                <a:cs typeface="Arial" charset="0"/>
              </a:defRPr>
            </a:lvl1pPr>
          </a:lstStyle>
          <a:p>
            <a:pPr>
              <a:defRPr/>
            </a:pPr>
            <a:endParaRPr lang="en-US"/>
          </a:p>
        </p:txBody>
      </p:sp>
      <p:sp>
        <p:nvSpPr>
          <p:cNvPr id="5" name="Rectangle 6">
            <a:extLst>
              <a:ext uri="{FF2B5EF4-FFF2-40B4-BE49-F238E27FC236}">
                <a16:creationId xmlns:a16="http://schemas.microsoft.com/office/drawing/2014/main" id="{1368006C-FB71-44EF-974C-C58D32265A58}"/>
              </a:ext>
            </a:extLst>
          </p:cNvPr>
          <p:cNvSpPr>
            <a:spLocks noGrp="1" noChangeArrowheads="1"/>
          </p:cNvSpPr>
          <p:nvPr>
            <p:ph type="sldNum" sz="quarter" idx="11"/>
          </p:nvPr>
        </p:nvSpPr>
        <p:spPr/>
        <p:txBody>
          <a:bodyPr/>
          <a:lstStyle>
            <a:lvl1pPr>
              <a:defRPr smtClean="0"/>
            </a:lvl1pPr>
          </a:lstStyle>
          <a:p>
            <a:pPr>
              <a:defRPr/>
            </a:pPr>
            <a:fld id="{AF35580B-78AC-47EF-A121-442C7E11F625}" type="slidenum">
              <a:rPr lang="en-US" altLang="en-US"/>
              <a:pPr>
                <a:defRPr/>
              </a:pPr>
              <a:t>‹#›</a:t>
            </a:fld>
            <a:endParaRPr lang="en-US" altLang="en-US"/>
          </a:p>
        </p:txBody>
      </p:sp>
    </p:spTree>
    <p:extLst>
      <p:ext uri="{BB962C8B-B14F-4D97-AF65-F5344CB8AC3E}">
        <p14:creationId xmlns:p14="http://schemas.microsoft.com/office/powerpoint/2010/main" val="256891418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990600"/>
            <a:ext cx="8077200" cy="1143000"/>
          </a:xfrm>
        </p:spPr>
        <p:txBody>
          <a:bodyPr/>
          <a:lstStyle/>
          <a:p>
            <a:r>
              <a:rPr lang="en-US"/>
              <a:t>Click to edit Master title style</a:t>
            </a:r>
          </a:p>
        </p:txBody>
      </p:sp>
      <p:sp>
        <p:nvSpPr>
          <p:cNvPr id="3" name="Content Placeholder 2"/>
          <p:cNvSpPr>
            <a:spLocks noGrp="1"/>
          </p:cNvSpPr>
          <p:nvPr>
            <p:ph sz="quarter" idx="1"/>
          </p:nvPr>
        </p:nvSpPr>
        <p:spPr>
          <a:xfrm>
            <a:off x="533400" y="2286000"/>
            <a:ext cx="3962400" cy="1905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quarter" idx="2"/>
          </p:nvPr>
        </p:nvSpPr>
        <p:spPr>
          <a:xfrm>
            <a:off x="533400" y="4343400"/>
            <a:ext cx="3962400" cy="1905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Content Placeholder 4"/>
          <p:cNvSpPr>
            <a:spLocks noGrp="1"/>
          </p:cNvSpPr>
          <p:nvPr>
            <p:ph sz="half" idx="3"/>
          </p:nvPr>
        </p:nvSpPr>
        <p:spPr>
          <a:xfrm>
            <a:off x="4648200" y="2286000"/>
            <a:ext cx="3962400" cy="39624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8AA752B2-2B2E-461D-B42A-04C8F7EE0368}"/>
              </a:ext>
            </a:extLst>
          </p:cNvPr>
          <p:cNvSpPr>
            <a:spLocks noGrp="1" noChangeArrowheads="1"/>
          </p:cNvSpPr>
          <p:nvPr>
            <p:ph type="ftr" sz="quarter" idx="10"/>
          </p:nvPr>
        </p:nvSpPr>
        <p:spPr>
          <a:xfrm>
            <a:off x="533400" y="6477000"/>
            <a:ext cx="5867400" cy="304800"/>
          </a:xfrm>
          <a:prstGeom prst="rect">
            <a:avLst/>
          </a:prstGeom>
        </p:spPr>
        <p:txBody>
          <a:bodyPr/>
          <a:lstStyle>
            <a:lvl1pPr eaLnBrk="1" hangingPunct="1">
              <a:defRPr>
                <a:latin typeface="Times New Roman" pitchFamily="18" charset="0"/>
                <a:ea typeface="+mn-ea"/>
                <a:cs typeface="Arial" charset="0"/>
              </a:defRPr>
            </a:lvl1pPr>
          </a:lstStyle>
          <a:p>
            <a:pPr>
              <a:defRPr/>
            </a:pPr>
            <a:endParaRPr lang="en-US"/>
          </a:p>
        </p:txBody>
      </p:sp>
      <p:sp>
        <p:nvSpPr>
          <p:cNvPr id="7" name="Slide Number Placeholder 6">
            <a:extLst>
              <a:ext uri="{FF2B5EF4-FFF2-40B4-BE49-F238E27FC236}">
                <a16:creationId xmlns:a16="http://schemas.microsoft.com/office/drawing/2014/main" id="{A627C3D3-A320-40B2-A319-323DC07E4EF2}"/>
              </a:ext>
            </a:extLst>
          </p:cNvPr>
          <p:cNvSpPr>
            <a:spLocks noGrp="1" noChangeArrowheads="1"/>
          </p:cNvSpPr>
          <p:nvPr>
            <p:ph type="sldNum" sz="quarter" idx="11"/>
          </p:nvPr>
        </p:nvSpPr>
        <p:spPr/>
        <p:txBody>
          <a:bodyPr/>
          <a:lstStyle>
            <a:lvl1pPr>
              <a:defRPr smtClean="0"/>
            </a:lvl1pPr>
          </a:lstStyle>
          <a:p>
            <a:pPr>
              <a:defRPr/>
            </a:pPr>
            <a:fld id="{A98AE58A-A96B-4CDC-8701-9AAE745F4F12}" type="slidenum">
              <a:rPr lang="en-US" altLang="en-US"/>
              <a:pPr>
                <a:defRPr/>
              </a:pPr>
              <a:t>‹#›</a:t>
            </a:fld>
            <a:endParaRPr lang="en-US" altLang="en-US"/>
          </a:p>
        </p:txBody>
      </p:sp>
    </p:spTree>
    <p:extLst>
      <p:ext uri="{BB962C8B-B14F-4D97-AF65-F5344CB8AC3E}">
        <p14:creationId xmlns:p14="http://schemas.microsoft.com/office/powerpoint/2010/main" val="588936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5.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image" Target="../media/image4.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5.xml"/><Relationship Id="rId13" Type="http://schemas.openxmlformats.org/officeDocument/2006/relationships/theme" Target="../theme/theme5.xml"/><Relationship Id="rId3" Type="http://schemas.openxmlformats.org/officeDocument/2006/relationships/slideLayout" Target="../slideLayouts/slideLayout50.xml"/><Relationship Id="rId7" Type="http://schemas.openxmlformats.org/officeDocument/2006/relationships/slideLayout" Target="../slideLayouts/slideLayout54.xml"/><Relationship Id="rId12" Type="http://schemas.openxmlformats.org/officeDocument/2006/relationships/slideLayout" Target="../slideLayouts/slideLayout59.xml"/><Relationship Id="rId2" Type="http://schemas.openxmlformats.org/officeDocument/2006/relationships/slideLayout" Target="../slideLayouts/slideLayout49.xml"/><Relationship Id="rId1" Type="http://schemas.openxmlformats.org/officeDocument/2006/relationships/slideLayout" Target="../slideLayouts/slideLayout48.xml"/><Relationship Id="rId6" Type="http://schemas.openxmlformats.org/officeDocument/2006/relationships/slideLayout" Target="../slideLayouts/slideLayout53.xml"/><Relationship Id="rId11" Type="http://schemas.openxmlformats.org/officeDocument/2006/relationships/slideLayout" Target="../slideLayouts/slideLayout58.xml"/><Relationship Id="rId5" Type="http://schemas.openxmlformats.org/officeDocument/2006/relationships/slideLayout" Target="../slideLayouts/slideLayout52.xml"/><Relationship Id="rId10" Type="http://schemas.openxmlformats.org/officeDocument/2006/relationships/slideLayout" Target="../slideLayouts/slideLayout57.xml"/><Relationship Id="rId4" Type="http://schemas.openxmlformats.org/officeDocument/2006/relationships/slideLayout" Target="../slideLayouts/slideLayout51.xml"/><Relationship Id="rId9" Type="http://schemas.openxmlformats.org/officeDocument/2006/relationships/slideLayout" Target="../slideLayouts/slideLayout56.xml"/><Relationship Id="rId14" Type="http://schemas.openxmlformats.org/officeDocument/2006/relationships/image" Target="../media/image5.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7.xml"/><Relationship Id="rId13" Type="http://schemas.openxmlformats.org/officeDocument/2006/relationships/theme" Target="../theme/theme6.xml"/><Relationship Id="rId3" Type="http://schemas.openxmlformats.org/officeDocument/2006/relationships/slideLayout" Target="../slideLayouts/slideLayout62.xml"/><Relationship Id="rId7" Type="http://schemas.openxmlformats.org/officeDocument/2006/relationships/slideLayout" Target="../slideLayouts/slideLayout66.xml"/><Relationship Id="rId12" Type="http://schemas.openxmlformats.org/officeDocument/2006/relationships/slideLayout" Target="../slideLayouts/slideLayout71.xml"/><Relationship Id="rId2" Type="http://schemas.openxmlformats.org/officeDocument/2006/relationships/slideLayout" Target="../slideLayouts/slideLayout61.xml"/><Relationship Id="rId1" Type="http://schemas.openxmlformats.org/officeDocument/2006/relationships/slideLayout" Target="../slideLayouts/slideLayout60.xml"/><Relationship Id="rId6" Type="http://schemas.openxmlformats.org/officeDocument/2006/relationships/slideLayout" Target="../slideLayouts/slideLayout65.xml"/><Relationship Id="rId11" Type="http://schemas.openxmlformats.org/officeDocument/2006/relationships/slideLayout" Target="../slideLayouts/slideLayout70.xml"/><Relationship Id="rId5" Type="http://schemas.openxmlformats.org/officeDocument/2006/relationships/slideLayout" Target="../slideLayouts/slideLayout64.xml"/><Relationship Id="rId10" Type="http://schemas.openxmlformats.org/officeDocument/2006/relationships/slideLayout" Target="../slideLayouts/slideLayout69.xml"/><Relationship Id="rId4" Type="http://schemas.openxmlformats.org/officeDocument/2006/relationships/slideLayout" Target="../slideLayouts/slideLayout63.xml"/><Relationship Id="rId9" Type="http://schemas.openxmlformats.org/officeDocument/2006/relationships/slideLayout" Target="../slideLayouts/slideLayout68.xml"/><Relationship Id="rId14" Type="http://schemas.openxmlformats.org/officeDocument/2006/relationships/image" Target="../media/image5.png"/></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9.xml"/><Relationship Id="rId13" Type="http://schemas.openxmlformats.org/officeDocument/2006/relationships/theme" Target="../theme/theme7.xml"/><Relationship Id="rId3" Type="http://schemas.openxmlformats.org/officeDocument/2006/relationships/slideLayout" Target="../slideLayouts/slideLayout74.xml"/><Relationship Id="rId7" Type="http://schemas.openxmlformats.org/officeDocument/2006/relationships/slideLayout" Target="../slideLayouts/slideLayout78.xml"/><Relationship Id="rId12" Type="http://schemas.openxmlformats.org/officeDocument/2006/relationships/slideLayout" Target="../slideLayouts/slideLayout83.xml"/><Relationship Id="rId2" Type="http://schemas.openxmlformats.org/officeDocument/2006/relationships/slideLayout" Target="../slideLayouts/slideLayout73.xml"/><Relationship Id="rId1" Type="http://schemas.openxmlformats.org/officeDocument/2006/relationships/slideLayout" Target="../slideLayouts/slideLayout72.xml"/><Relationship Id="rId6" Type="http://schemas.openxmlformats.org/officeDocument/2006/relationships/slideLayout" Target="../slideLayouts/slideLayout77.xml"/><Relationship Id="rId11" Type="http://schemas.openxmlformats.org/officeDocument/2006/relationships/slideLayout" Target="../slideLayouts/slideLayout82.xml"/><Relationship Id="rId5" Type="http://schemas.openxmlformats.org/officeDocument/2006/relationships/slideLayout" Target="../slideLayouts/slideLayout76.xml"/><Relationship Id="rId10" Type="http://schemas.openxmlformats.org/officeDocument/2006/relationships/slideLayout" Target="../slideLayouts/slideLayout81.xml"/><Relationship Id="rId4" Type="http://schemas.openxmlformats.org/officeDocument/2006/relationships/slideLayout" Target="../slideLayouts/slideLayout75.xml"/><Relationship Id="rId9" Type="http://schemas.openxmlformats.org/officeDocument/2006/relationships/slideLayout" Target="../slideLayouts/slideLayout80.xml"/><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dino_3">
            <a:extLst>
              <a:ext uri="{FF2B5EF4-FFF2-40B4-BE49-F238E27FC236}">
                <a16:creationId xmlns:a16="http://schemas.microsoft.com/office/drawing/2014/main" id="{2DE73790-2BDA-4F56-879A-1C4F9EB932D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Rectangle 3">
            <a:extLst>
              <a:ext uri="{FF2B5EF4-FFF2-40B4-BE49-F238E27FC236}">
                <a16:creationId xmlns:a16="http://schemas.microsoft.com/office/drawing/2014/main" id="{B4D6C97F-020D-4A3A-A36B-74701D201C46}"/>
              </a:ext>
            </a:extLst>
          </p:cNvPr>
          <p:cNvSpPr>
            <a:spLocks noGrp="1" noChangeArrowheads="1"/>
          </p:cNvSpPr>
          <p:nvPr>
            <p:ph type="title"/>
          </p:nvPr>
        </p:nvSpPr>
        <p:spPr bwMode="auto">
          <a:xfrm>
            <a:off x="457200" y="27781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2052" name="Rectangle 4">
            <a:extLst>
              <a:ext uri="{FF2B5EF4-FFF2-40B4-BE49-F238E27FC236}">
                <a16:creationId xmlns:a16="http://schemas.microsoft.com/office/drawing/2014/main" id="{8F6FF2BD-8E61-4B2A-92C6-E0E1F2D307DE}"/>
              </a:ext>
            </a:extLst>
          </p:cNvPr>
          <p:cNvSpPr>
            <a:spLocks noGrp="1" noChangeArrowheads="1"/>
          </p:cNvSpPr>
          <p:nvPr>
            <p:ph type="body" idx="1"/>
          </p:nvPr>
        </p:nvSpPr>
        <p:spPr bwMode="auto">
          <a:xfrm>
            <a:off x="806450" y="1233488"/>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29" name="Rectangle 5">
            <a:extLst>
              <a:ext uri="{FF2B5EF4-FFF2-40B4-BE49-F238E27FC236}">
                <a16:creationId xmlns:a16="http://schemas.microsoft.com/office/drawing/2014/main" id="{E6E2C0D5-22A7-4872-9B35-BFFFDC2208EA}"/>
              </a:ext>
            </a:extLst>
          </p:cNvPr>
          <p:cNvSpPr>
            <a:spLocks noChangeArrowheads="1"/>
          </p:cNvSpPr>
          <p:nvPr/>
        </p:nvSpPr>
        <p:spPr bwMode="auto">
          <a:xfrm>
            <a:off x="0" y="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0" name="Line 6">
            <a:extLst>
              <a:ext uri="{FF2B5EF4-FFF2-40B4-BE49-F238E27FC236}">
                <a16:creationId xmlns:a16="http://schemas.microsoft.com/office/drawing/2014/main" id="{1DFB2EF2-3C8C-4841-9300-C5A923A301B6}"/>
              </a:ext>
            </a:extLst>
          </p:cNvPr>
          <p:cNvSpPr>
            <a:spLocks noChangeShapeType="1"/>
          </p:cNvSpPr>
          <p:nvPr/>
        </p:nvSpPr>
        <p:spPr bwMode="auto">
          <a:xfrm>
            <a:off x="457200" y="860425"/>
            <a:ext cx="8077200" cy="0"/>
          </a:xfrm>
          <a:prstGeom prst="line">
            <a:avLst/>
          </a:prstGeom>
          <a:noFill/>
          <a:ln w="19050">
            <a:solidFill>
              <a:srgbClr val="336699"/>
            </a:solidFill>
            <a:round/>
            <a:headEnd/>
            <a:tailEnd/>
          </a:ln>
        </p:spPr>
        <p:txBody>
          <a:bodyPr/>
          <a:lstStyle/>
          <a:p>
            <a:pPr>
              <a:defRPr/>
            </a:pPr>
            <a:endParaRPr lang="en-US"/>
          </a:p>
        </p:txBody>
      </p:sp>
      <p:sp>
        <p:nvSpPr>
          <p:cNvPr id="1031" name="Rectangle 7">
            <a:extLst>
              <a:ext uri="{FF2B5EF4-FFF2-40B4-BE49-F238E27FC236}">
                <a16:creationId xmlns:a16="http://schemas.microsoft.com/office/drawing/2014/main" id="{8B27E9CD-022C-4EB6-AAFC-D4283B689F56}"/>
              </a:ext>
            </a:extLst>
          </p:cNvPr>
          <p:cNvSpPr>
            <a:spLocks noChangeArrowheads="1"/>
          </p:cNvSpPr>
          <p:nvPr/>
        </p:nvSpPr>
        <p:spPr bwMode="auto">
          <a:xfrm>
            <a:off x="0" y="2286000"/>
            <a:ext cx="228600" cy="2286000"/>
          </a:xfrm>
          <a:prstGeom prst="rect">
            <a:avLst/>
          </a:prstGeom>
          <a:solidFill>
            <a:srgbClr val="99CCFF"/>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2" name="Rectangle 8">
            <a:extLst>
              <a:ext uri="{FF2B5EF4-FFF2-40B4-BE49-F238E27FC236}">
                <a16:creationId xmlns:a16="http://schemas.microsoft.com/office/drawing/2014/main" id="{AD8397EE-D45D-4432-9E2F-8BCBB3C268C1}"/>
              </a:ext>
            </a:extLst>
          </p:cNvPr>
          <p:cNvSpPr>
            <a:spLocks noChangeArrowheads="1"/>
          </p:cNvSpPr>
          <p:nvPr/>
        </p:nvSpPr>
        <p:spPr bwMode="auto">
          <a:xfrm>
            <a:off x="0" y="4572000"/>
            <a:ext cx="228600" cy="2286000"/>
          </a:xfrm>
          <a:prstGeom prst="rect">
            <a:avLst/>
          </a:prstGeom>
          <a:solidFill>
            <a:srgbClr val="336699"/>
          </a:solidFill>
          <a:ln>
            <a:noFill/>
          </a:ln>
        </p:spPr>
        <p:txBody>
          <a:bodyPr wrap="none" anchor="ct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eaLnBrk="1" hangingPunct="1">
              <a:defRPr/>
            </a:pPr>
            <a:endParaRPr lang="en-US" altLang="en-US" sz="2400">
              <a:latin typeface="Times New Roman" pitchFamily="18" charset="0"/>
            </a:endParaRPr>
          </a:p>
        </p:txBody>
      </p:sp>
      <p:sp>
        <p:nvSpPr>
          <p:cNvPr id="1033" name="Text Box 9">
            <a:extLst>
              <a:ext uri="{FF2B5EF4-FFF2-40B4-BE49-F238E27FC236}">
                <a16:creationId xmlns:a16="http://schemas.microsoft.com/office/drawing/2014/main" id="{69052052-A5AF-4518-B0B5-61DD3CAA8230}"/>
              </a:ext>
            </a:extLst>
          </p:cNvPr>
          <p:cNvSpPr txBox="1">
            <a:spLocks noChangeArrowheads="1"/>
          </p:cNvSpPr>
          <p:nvPr/>
        </p:nvSpPr>
        <p:spPr bwMode="auto">
          <a:xfrm>
            <a:off x="4256088" y="6613525"/>
            <a:ext cx="447675" cy="246063"/>
          </a:xfrm>
          <a:prstGeom prst="rect">
            <a:avLst/>
          </a:prstGeom>
          <a:noFill/>
          <a:ln>
            <a:noFill/>
          </a:ln>
        </p:spPr>
        <p:txBody>
          <a:bodyPr wrap="non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pPr>
            <a:r>
              <a:rPr lang="en-US" altLang="en-US" sz="1000" b="1">
                <a:solidFill>
                  <a:srgbClr val="006699"/>
                </a:solidFill>
                <a:latin typeface="Helvetica" panose="020B0604020202020204" pitchFamily="34" charset="0"/>
              </a:rPr>
              <a:t>5.</a:t>
            </a:r>
            <a:fld id="{DD68080F-B545-438F-9654-96C35C1360D8}" type="slidenum">
              <a:rPr lang="en-US" altLang="en-US" sz="1000" b="1">
                <a:solidFill>
                  <a:srgbClr val="006699"/>
                </a:solidFill>
                <a:latin typeface="Helvetica" panose="020B0604020202020204" pitchFamily="34" charset="0"/>
              </a:rPr>
              <a:pPr algn="ctr">
                <a:spcBef>
                  <a:spcPct val="50000"/>
                </a:spcBef>
              </a:pPr>
              <a:t>‹#›</a:t>
            </a:fld>
            <a:endParaRPr lang="en-US" altLang="en-US" sz="1000" b="1">
              <a:solidFill>
                <a:srgbClr val="006699"/>
              </a:solidFill>
              <a:latin typeface="Helvetica" panose="020B0604020202020204" pitchFamily="34" charset="0"/>
            </a:endParaRPr>
          </a:p>
        </p:txBody>
      </p:sp>
      <p:sp>
        <p:nvSpPr>
          <p:cNvPr id="1034" name="Text Box 10">
            <a:extLst>
              <a:ext uri="{FF2B5EF4-FFF2-40B4-BE49-F238E27FC236}">
                <a16:creationId xmlns:a16="http://schemas.microsoft.com/office/drawing/2014/main" id="{3563D015-6005-4459-BB6F-9BABFB7FBA4D}"/>
              </a:ext>
            </a:extLst>
          </p:cNvPr>
          <p:cNvSpPr txBox="1">
            <a:spLocks noChangeArrowheads="1"/>
          </p:cNvSpPr>
          <p:nvPr/>
        </p:nvSpPr>
        <p:spPr bwMode="auto">
          <a:xfrm>
            <a:off x="6489700" y="6588125"/>
            <a:ext cx="2713038" cy="244475"/>
          </a:xfrm>
          <a:prstGeom prst="rect">
            <a:avLst/>
          </a:prstGeom>
          <a:noFill/>
          <a:ln>
            <a:noFill/>
          </a:ln>
        </p:spPr>
        <p:txBody>
          <a:bodyPr>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lgn="ctr">
              <a:spcBef>
                <a:spcPct val="50000"/>
              </a:spcBef>
              <a:defRPr/>
            </a:pPr>
            <a:r>
              <a:rPr lang="en-US" altLang="en-US" sz="1000" b="1">
                <a:solidFill>
                  <a:srgbClr val="006699"/>
                </a:solidFill>
                <a:latin typeface="Helvetica" pitchFamily="-84" charset="0"/>
              </a:rPr>
              <a:t>Silberschatz, Galvin and Gagne ©2013</a:t>
            </a:r>
          </a:p>
        </p:txBody>
      </p:sp>
      <p:sp>
        <p:nvSpPr>
          <p:cNvPr id="1035" name="Text Box 11">
            <a:extLst>
              <a:ext uri="{FF2B5EF4-FFF2-40B4-BE49-F238E27FC236}">
                <a16:creationId xmlns:a16="http://schemas.microsoft.com/office/drawing/2014/main" id="{EAABCA51-CEF1-40C1-9E52-42F288497331}"/>
              </a:ext>
            </a:extLst>
          </p:cNvPr>
          <p:cNvSpPr txBox="1">
            <a:spLocks noChangeArrowheads="1"/>
          </p:cNvSpPr>
          <p:nvPr/>
        </p:nvSpPr>
        <p:spPr bwMode="auto">
          <a:xfrm>
            <a:off x="185738" y="6621463"/>
            <a:ext cx="2638425" cy="244475"/>
          </a:xfrm>
          <a:prstGeom prst="rect">
            <a:avLst/>
          </a:prstGeom>
          <a:noFill/>
          <a:ln>
            <a:noFill/>
          </a:ln>
        </p:spPr>
        <p:txBody>
          <a:bodyPr wrap="none">
            <a:spAutoFit/>
          </a:bodyPr>
          <a:lstStyle>
            <a:lvl1pPr>
              <a:defRPr>
                <a:solidFill>
                  <a:schemeClr val="tx1"/>
                </a:solidFill>
                <a:latin typeface="Verdana" pitchFamily="34" charset="0"/>
                <a:ea typeface="MS PGothic" pitchFamily="34" charset="-128"/>
              </a:defRPr>
            </a:lvl1pPr>
            <a:lvl2pPr marL="742950" indent="-285750">
              <a:defRPr>
                <a:solidFill>
                  <a:schemeClr val="tx1"/>
                </a:solidFill>
                <a:latin typeface="Verdana" pitchFamily="34" charset="0"/>
                <a:ea typeface="MS PGothic" pitchFamily="34" charset="-128"/>
              </a:defRPr>
            </a:lvl2pPr>
            <a:lvl3pPr marL="1143000" indent="-228600">
              <a:defRPr>
                <a:solidFill>
                  <a:schemeClr val="tx1"/>
                </a:solidFill>
                <a:latin typeface="Verdana" pitchFamily="34" charset="0"/>
                <a:ea typeface="MS PGothic" pitchFamily="34" charset="-128"/>
              </a:defRPr>
            </a:lvl3pPr>
            <a:lvl4pPr marL="1600200" indent="-228600">
              <a:defRPr>
                <a:solidFill>
                  <a:schemeClr val="tx1"/>
                </a:solidFill>
                <a:latin typeface="Verdana" pitchFamily="34" charset="0"/>
                <a:ea typeface="MS PGothic" pitchFamily="34" charset="-128"/>
              </a:defRPr>
            </a:lvl4pPr>
            <a:lvl5pPr marL="2057400" indent="-228600">
              <a:defRPr>
                <a:solidFill>
                  <a:schemeClr val="tx1"/>
                </a:solidFill>
                <a:latin typeface="Verdana" pitchFamily="34" charset="0"/>
                <a:ea typeface="MS PGothic" pitchFamily="34" charset="-128"/>
              </a:defRPr>
            </a:lvl5pPr>
            <a:lvl6pPr marL="2514600" indent="-228600" eaLnBrk="0" fontAlgn="base" hangingPunct="0">
              <a:spcBef>
                <a:spcPct val="0"/>
              </a:spcBef>
              <a:spcAft>
                <a:spcPct val="0"/>
              </a:spcAft>
              <a:defRPr>
                <a:solidFill>
                  <a:schemeClr val="tx1"/>
                </a:solidFill>
                <a:latin typeface="Verdana" pitchFamily="34" charset="0"/>
                <a:ea typeface="MS PGothic" pitchFamily="34" charset="-128"/>
              </a:defRPr>
            </a:lvl6pPr>
            <a:lvl7pPr marL="2971800" indent="-228600" eaLnBrk="0" fontAlgn="base" hangingPunct="0">
              <a:spcBef>
                <a:spcPct val="0"/>
              </a:spcBef>
              <a:spcAft>
                <a:spcPct val="0"/>
              </a:spcAft>
              <a:defRPr>
                <a:solidFill>
                  <a:schemeClr val="tx1"/>
                </a:solidFill>
                <a:latin typeface="Verdana" pitchFamily="34" charset="0"/>
                <a:ea typeface="MS PGothic" pitchFamily="34" charset="-128"/>
              </a:defRPr>
            </a:lvl7pPr>
            <a:lvl8pPr marL="3429000" indent="-228600" eaLnBrk="0" fontAlgn="base" hangingPunct="0">
              <a:spcBef>
                <a:spcPct val="0"/>
              </a:spcBef>
              <a:spcAft>
                <a:spcPct val="0"/>
              </a:spcAft>
              <a:defRPr>
                <a:solidFill>
                  <a:schemeClr val="tx1"/>
                </a:solidFill>
                <a:latin typeface="Verdana" pitchFamily="34" charset="0"/>
                <a:ea typeface="MS PGothic" pitchFamily="34" charset="-128"/>
              </a:defRPr>
            </a:lvl8pPr>
            <a:lvl9pPr marL="3886200" indent="-228600" eaLnBrk="0" fontAlgn="base" hangingPunct="0">
              <a:spcBef>
                <a:spcPct val="0"/>
              </a:spcBef>
              <a:spcAft>
                <a:spcPct val="0"/>
              </a:spcAft>
              <a:defRPr>
                <a:solidFill>
                  <a:schemeClr val="tx1"/>
                </a:solidFill>
                <a:latin typeface="Verdana" pitchFamily="34" charset="0"/>
                <a:ea typeface="MS PGothic" pitchFamily="34" charset="-128"/>
              </a:defRPr>
            </a:lvl9pPr>
          </a:lstStyle>
          <a:p>
            <a:pPr>
              <a:spcBef>
                <a:spcPct val="50000"/>
              </a:spcBef>
              <a:defRPr/>
            </a:pPr>
            <a:r>
              <a:rPr lang="en-US" altLang="en-US" sz="1000" b="1">
                <a:solidFill>
                  <a:srgbClr val="006699"/>
                </a:solidFill>
                <a:latin typeface="Helvetica" pitchFamily="-84" charset="0"/>
              </a:rPr>
              <a:t>Operating System Concepts – 9</a:t>
            </a:r>
            <a:r>
              <a:rPr lang="en-US" altLang="en-US" sz="1000" b="1" baseline="30000">
                <a:solidFill>
                  <a:srgbClr val="006699"/>
                </a:solidFill>
                <a:latin typeface="Helvetica" pitchFamily="-84" charset="0"/>
              </a:rPr>
              <a:t>th</a:t>
            </a:r>
            <a:r>
              <a:rPr lang="en-US" altLang="en-US" sz="1000" b="1">
                <a:solidFill>
                  <a:srgbClr val="006699"/>
                </a:solidFill>
                <a:latin typeface="Helvetica" pitchFamily="-84" charset="0"/>
              </a:rPr>
              <a:t> Edition</a:t>
            </a:r>
          </a:p>
        </p:txBody>
      </p:sp>
      <p:pic>
        <p:nvPicPr>
          <p:cNvPr id="2060" name="Picture 12" descr="dino_6">
            <a:extLst>
              <a:ext uri="{FF2B5EF4-FFF2-40B4-BE49-F238E27FC236}">
                <a16:creationId xmlns:a16="http://schemas.microsoft.com/office/drawing/2014/main" id="{AC15EEA4-3FAD-4902-9F0A-08B3A2F45B6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203" r:id="rId1"/>
    <p:sldLayoutId id="2147484193" r:id="rId2"/>
    <p:sldLayoutId id="2147484194" r:id="rId3"/>
    <p:sldLayoutId id="2147484195" r:id="rId4"/>
    <p:sldLayoutId id="2147484196" r:id="rId5"/>
    <p:sldLayoutId id="2147484197" r:id="rId6"/>
    <p:sldLayoutId id="2147484198" r:id="rId7"/>
    <p:sldLayoutId id="2147484199" r:id="rId8"/>
    <p:sldLayoutId id="2147484200" r:id="rId9"/>
    <p:sldLayoutId id="2147484201" r:id="rId10"/>
    <p:sldLayoutId id="2147484202" r:id="rId11"/>
  </p:sldLayoutIdLst>
  <p:txStyles>
    <p:titleStyle>
      <a:lvl1pPr algn="ctr" rtl="0" eaLnBrk="0" fontAlgn="base" hangingPunct="0">
        <a:spcBef>
          <a:spcPct val="0"/>
        </a:spcBef>
        <a:spcAft>
          <a:spcPct val="0"/>
        </a:spcAft>
        <a:defRPr sz="3200" b="1">
          <a:solidFill>
            <a:srgbClr val="006699"/>
          </a:solidFill>
          <a:latin typeface="+mj-lt"/>
          <a:ea typeface="MS PGothic" pitchFamily="34" charset="-128"/>
          <a:cs typeface="ＭＳ Ｐゴシック" charset="-128"/>
        </a:defRPr>
      </a:lvl1pPr>
      <a:lvl2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2pPr>
      <a:lvl3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3pPr>
      <a:lvl4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4pPr>
      <a:lvl5pPr algn="ctr" rtl="0" eaLnBrk="0" fontAlgn="base" hangingPunct="0">
        <a:spcBef>
          <a:spcPct val="0"/>
        </a:spcBef>
        <a:spcAft>
          <a:spcPct val="0"/>
        </a:spcAft>
        <a:defRPr sz="3200" b="1">
          <a:solidFill>
            <a:srgbClr val="006699"/>
          </a:solidFill>
          <a:latin typeface="Arial" charset="0"/>
          <a:ea typeface="MS PGothic" pitchFamily="34" charset="-128"/>
          <a:cs typeface="ＭＳ Ｐゴシック" charset="-128"/>
        </a:defRPr>
      </a:lvl5pPr>
      <a:lvl6pPr marL="457200" algn="ctr" rtl="0" fontAlgn="base">
        <a:spcBef>
          <a:spcPct val="0"/>
        </a:spcBef>
        <a:spcAft>
          <a:spcPct val="0"/>
        </a:spcAft>
        <a:defRPr sz="3200" b="1">
          <a:solidFill>
            <a:srgbClr val="006699"/>
          </a:solidFill>
          <a:latin typeface="Arial" charset="0"/>
        </a:defRPr>
      </a:lvl6pPr>
      <a:lvl7pPr marL="914400" algn="ctr" rtl="0" fontAlgn="base">
        <a:spcBef>
          <a:spcPct val="0"/>
        </a:spcBef>
        <a:spcAft>
          <a:spcPct val="0"/>
        </a:spcAft>
        <a:defRPr sz="3200" b="1">
          <a:solidFill>
            <a:srgbClr val="006699"/>
          </a:solidFill>
          <a:latin typeface="Arial" charset="0"/>
        </a:defRPr>
      </a:lvl7pPr>
      <a:lvl8pPr marL="1371600" algn="ctr" rtl="0" fontAlgn="base">
        <a:spcBef>
          <a:spcPct val="0"/>
        </a:spcBef>
        <a:spcAft>
          <a:spcPct val="0"/>
        </a:spcAft>
        <a:defRPr sz="3200" b="1">
          <a:solidFill>
            <a:srgbClr val="006699"/>
          </a:solidFill>
          <a:latin typeface="Arial" charset="0"/>
        </a:defRPr>
      </a:lvl8pPr>
      <a:lvl9pPr marL="1828800" algn="ctr" rtl="0" fontAlgn="base">
        <a:spcBef>
          <a:spcPct val="0"/>
        </a:spcBef>
        <a:spcAft>
          <a:spcPct val="0"/>
        </a:spcAft>
        <a:defRPr sz="3200" b="1">
          <a:solidFill>
            <a:srgbClr val="006699"/>
          </a:solidFill>
          <a:latin typeface="Arial" charset="0"/>
        </a:defRPr>
      </a:lvl9pPr>
    </p:titleStyle>
    <p:body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sz="2200">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sz="20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0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18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18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1026" name="Folded Corner 10">
            <a:extLst>
              <a:ext uri="{FF2B5EF4-FFF2-40B4-BE49-F238E27FC236}">
                <a16:creationId xmlns:a16="http://schemas.microsoft.com/office/drawing/2014/main" id="{E411E816-2FCB-463D-BB6D-E9084EB52FE5}"/>
              </a:ext>
            </a:extLst>
          </p:cNvPr>
          <p:cNvSpPr>
            <a:spLocks noChangeArrowheads="1"/>
          </p:cNvSpPr>
          <p:nvPr/>
        </p:nvSpPr>
        <p:spPr bwMode="auto">
          <a:xfrm>
            <a:off x="152400" y="609600"/>
            <a:ext cx="8839200" cy="6096000"/>
          </a:xfrm>
          <a:prstGeom prst="foldedCorner">
            <a:avLst>
              <a:gd name="adj" fmla="val 16667"/>
            </a:avLst>
          </a:prstGeom>
          <a:noFill/>
          <a:ln w="12700">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rgbClr val="FFFFFF"/>
                </a:solidFill>
                <a:latin typeface="Times New Roman" panose="02020603050405020304" pitchFamily="18" charset="0"/>
                <a:ea typeface="MS PGothic" panose="020B0600070205080204" pitchFamily="34" charset="-128"/>
              </a:defRPr>
            </a:lvl1pPr>
            <a:lvl2pPr marL="742950" indent="-285750">
              <a:defRPr sz="2000">
                <a:solidFill>
                  <a:srgbClr val="FFFFFF"/>
                </a:solidFill>
                <a:latin typeface="Times New Roman" panose="02020603050405020304" pitchFamily="18" charset="0"/>
                <a:ea typeface="MS PGothic" panose="020B0600070205080204" pitchFamily="34" charset="-128"/>
              </a:defRPr>
            </a:lvl2pPr>
            <a:lvl3pPr marL="1143000" indent="-228600">
              <a:defRPr sz="2000">
                <a:solidFill>
                  <a:srgbClr val="FFFFFF"/>
                </a:solidFill>
                <a:latin typeface="Times New Roman" panose="02020603050405020304" pitchFamily="18" charset="0"/>
                <a:ea typeface="MS PGothic" panose="020B0600070205080204" pitchFamily="34" charset="-128"/>
              </a:defRPr>
            </a:lvl3pPr>
            <a:lvl4pPr marL="1600200" indent="-228600">
              <a:defRPr sz="2000">
                <a:solidFill>
                  <a:srgbClr val="FFFFFF"/>
                </a:solidFill>
                <a:latin typeface="Times New Roman" panose="02020603050405020304" pitchFamily="18" charset="0"/>
                <a:ea typeface="MS PGothic" panose="020B0600070205080204" pitchFamily="34" charset="-128"/>
              </a:defRPr>
            </a:lvl4pPr>
            <a:lvl5pPr marL="2057400" indent="-22860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eaLnBrk="1" hangingPunct="1">
              <a:defRPr/>
            </a:pPr>
            <a:endParaRPr lang="ms-MY" altLang="ms-MY"/>
          </a:p>
        </p:txBody>
      </p:sp>
      <p:sp>
        <p:nvSpPr>
          <p:cNvPr id="1027" name="Rectangle 2">
            <a:extLst>
              <a:ext uri="{FF2B5EF4-FFF2-40B4-BE49-F238E27FC236}">
                <a16:creationId xmlns:a16="http://schemas.microsoft.com/office/drawing/2014/main" id="{9E4AC5D3-EA31-48F8-9BD6-DE595E38888A}"/>
              </a:ext>
            </a:extLst>
          </p:cNvPr>
          <p:cNvSpPr>
            <a:spLocks noGrp="1" noChangeArrowheads="1"/>
          </p:cNvSpPr>
          <p:nvPr>
            <p:ph type="title"/>
          </p:nvPr>
        </p:nvSpPr>
        <p:spPr bwMode="auto">
          <a:xfrm>
            <a:off x="533400" y="1066800"/>
            <a:ext cx="8077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ms-MY"/>
              <a:t>Click to edit Master title style</a:t>
            </a:r>
          </a:p>
        </p:txBody>
      </p:sp>
      <p:sp>
        <p:nvSpPr>
          <p:cNvPr id="1028" name="Rectangle 3">
            <a:extLst>
              <a:ext uri="{FF2B5EF4-FFF2-40B4-BE49-F238E27FC236}">
                <a16:creationId xmlns:a16="http://schemas.microsoft.com/office/drawing/2014/main" id="{C71DD4F5-D1AA-47C5-A39A-F4E8B0F3E65A}"/>
              </a:ext>
            </a:extLst>
          </p:cNvPr>
          <p:cNvSpPr>
            <a:spLocks noGrp="1" noChangeArrowheads="1"/>
          </p:cNvSpPr>
          <p:nvPr>
            <p:ph type="body" idx="1"/>
          </p:nvPr>
        </p:nvSpPr>
        <p:spPr bwMode="auto">
          <a:xfrm>
            <a:off x="533400" y="2286000"/>
            <a:ext cx="80772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ms-MY" dirty="0"/>
              <a:t>Click to edit Master text styles</a:t>
            </a:r>
          </a:p>
          <a:p>
            <a:pPr lvl="1"/>
            <a:r>
              <a:rPr lang="en-US" altLang="ms-MY" dirty="0"/>
              <a:t>Second level</a:t>
            </a:r>
          </a:p>
          <a:p>
            <a:pPr lvl="2"/>
            <a:r>
              <a:rPr lang="en-US" altLang="ms-MY" dirty="0"/>
              <a:t>Third level</a:t>
            </a:r>
          </a:p>
          <a:p>
            <a:pPr lvl="3"/>
            <a:r>
              <a:rPr lang="en-US" altLang="ms-MY" dirty="0"/>
              <a:t>Fourth level</a:t>
            </a:r>
          </a:p>
        </p:txBody>
      </p:sp>
      <p:sp>
        <p:nvSpPr>
          <p:cNvPr id="3" name="Rectangle 6">
            <a:extLst>
              <a:ext uri="{FF2B5EF4-FFF2-40B4-BE49-F238E27FC236}">
                <a16:creationId xmlns:a16="http://schemas.microsoft.com/office/drawing/2014/main" id="{99AA7493-B789-4360-AA00-58C3F2B44166}"/>
              </a:ext>
            </a:extLst>
          </p:cNvPr>
          <p:cNvSpPr>
            <a:spLocks noGrp="1" noChangeArrowheads="1"/>
          </p:cNvSpPr>
          <p:nvPr>
            <p:ph type="sldNum" sz="quarter" idx="4"/>
          </p:nvPr>
        </p:nvSpPr>
        <p:spPr bwMode="auto">
          <a:xfrm>
            <a:off x="6934200" y="6477000"/>
            <a:ext cx="20574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chemeClr val="bg1"/>
                </a:solidFill>
                <a:latin typeface="Arial" panose="020B0604020202020204" pitchFamily="34" charset="0"/>
                <a:cs typeface="Arial" panose="020B0604020202020204" pitchFamily="34" charset="0"/>
              </a:defRPr>
            </a:lvl1pPr>
          </a:lstStyle>
          <a:p>
            <a:pPr>
              <a:defRPr/>
            </a:pPr>
            <a:fld id="{52C0C137-5A99-43AD-AD52-EE9B995557D1}" type="slidenum">
              <a:rPr lang="en-US" altLang="ms-MY"/>
              <a:pPr>
                <a:defRPr/>
              </a:pPr>
              <a:t>‹#›</a:t>
            </a:fld>
            <a:endParaRPr lang="en-US" altLang="ms-MY"/>
          </a:p>
        </p:txBody>
      </p:sp>
      <p:sp>
        <p:nvSpPr>
          <p:cNvPr id="6" name="Rectangle 5">
            <a:extLst>
              <a:ext uri="{FF2B5EF4-FFF2-40B4-BE49-F238E27FC236}">
                <a16:creationId xmlns:a16="http://schemas.microsoft.com/office/drawing/2014/main" id="{245CA8F2-9BC5-4026-9B23-29B91E5F1A51}"/>
              </a:ext>
            </a:extLst>
          </p:cNvPr>
          <p:cNvSpPr/>
          <p:nvPr/>
        </p:nvSpPr>
        <p:spPr bwMode="auto">
          <a:xfrm>
            <a:off x="0" y="76200"/>
            <a:ext cx="9144000" cy="4572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eaLnBrk="1" hangingPunct="1">
              <a:defRPr/>
            </a:pPr>
            <a:endParaRPr lang="en-US" sz="1100" i="1">
              <a:ea typeface="+mn-ea"/>
            </a:endParaRPr>
          </a:p>
        </p:txBody>
      </p:sp>
      <p:sp>
        <p:nvSpPr>
          <p:cNvPr id="9" name="Rectangle 5">
            <a:extLst>
              <a:ext uri="{FF2B5EF4-FFF2-40B4-BE49-F238E27FC236}">
                <a16:creationId xmlns:a16="http://schemas.microsoft.com/office/drawing/2014/main" id="{4A887B8C-1295-4493-B15B-D5717EE1F26B}"/>
              </a:ext>
            </a:extLst>
          </p:cNvPr>
          <p:cNvSpPr txBox="1">
            <a:spLocks noChangeArrowheads="1"/>
          </p:cNvSpPr>
          <p:nvPr/>
        </p:nvSpPr>
        <p:spPr>
          <a:xfrm>
            <a:off x="6934200" y="152400"/>
            <a:ext cx="2133600" cy="304800"/>
          </a:xfrm>
          <a:prstGeom prst="rect">
            <a:avLst/>
          </a:prstGeom>
        </p:spPr>
        <p:txBody>
          <a:bodyPr/>
          <a:lstStyle>
            <a:lvl1pPr algn="r">
              <a:defRPr sz="1400" dirty="0" smtClean="0">
                <a:solidFill>
                  <a:schemeClr val="bg1"/>
                </a:solidFill>
                <a:latin typeface="Arial" charset="0"/>
              </a:defRPr>
            </a:lvl1pPr>
          </a:lstStyle>
          <a:p>
            <a:pPr eaLnBrk="1" hangingPunct="1">
              <a:defRPr/>
            </a:pPr>
            <a:r>
              <a:rPr lang="en-US">
                <a:ea typeface="+mn-ea"/>
              </a:rPr>
              <a:t>Operating Systems</a:t>
            </a:r>
          </a:p>
        </p:txBody>
      </p:sp>
      <p:sp>
        <p:nvSpPr>
          <p:cNvPr id="10" name="Rectangle 9">
            <a:extLst>
              <a:ext uri="{FF2B5EF4-FFF2-40B4-BE49-F238E27FC236}">
                <a16:creationId xmlns:a16="http://schemas.microsoft.com/office/drawing/2014/main" id="{A9020E13-0D51-46BC-AF37-ECFB16050670}"/>
              </a:ext>
            </a:extLst>
          </p:cNvPr>
          <p:cNvSpPr/>
          <p:nvPr/>
        </p:nvSpPr>
        <p:spPr bwMode="auto">
          <a:xfrm rot="16200000">
            <a:off x="-609600" y="5867400"/>
            <a:ext cx="1676400" cy="304800"/>
          </a:xfrm>
          <a:prstGeom prst="rect">
            <a:avLst/>
          </a:prstGeom>
          <a:gradFill flip="none" rotWithShape="1">
            <a:gsLst>
              <a:gs pos="31000">
                <a:schemeClr val="accent6">
                  <a:lumMod val="50000"/>
                </a:schemeClr>
              </a:gs>
              <a:gs pos="0">
                <a:schemeClr val="accent6">
                  <a:lumMod val="50000"/>
                </a:schemeClr>
              </a:gs>
              <a:gs pos="100000">
                <a:schemeClr val="bg1"/>
              </a:gs>
            </a:gsLst>
            <a:path path="circle">
              <a:fillToRect l="100000" b="100000"/>
            </a:path>
            <a:tileRect t="-100000" r="-100000"/>
          </a:gradFill>
          <a:ln w="0" cap="flat" cmpd="sng" algn="ctr">
            <a:noFill/>
            <a:prstDash val="solid"/>
            <a:round/>
            <a:headEnd type="none" w="med" len="med"/>
            <a:tailEnd type="none" w="med" len="med"/>
          </a:ln>
          <a:effectLst/>
        </p:spPr>
        <p:txBody>
          <a:bodyPr/>
          <a:lstStyle/>
          <a:p>
            <a:pPr algn="r" eaLnBrk="1" hangingPunct="1">
              <a:defRPr/>
            </a:pPr>
            <a:r>
              <a:rPr lang="en-US" sz="1400" b="1" dirty="0">
                <a:latin typeface="+mn-lt"/>
                <a:ea typeface="+mn-ea"/>
              </a:rPr>
              <a:t>Chapter</a:t>
            </a:r>
            <a:r>
              <a:rPr lang="en-US" sz="1400" dirty="0">
                <a:latin typeface="+mn-lt"/>
                <a:ea typeface="+mn-ea"/>
              </a:rPr>
              <a:t> 2</a:t>
            </a:r>
          </a:p>
        </p:txBody>
      </p:sp>
      <p:sp>
        <p:nvSpPr>
          <p:cNvPr id="8" name="Rectangle 7">
            <a:extLst>
              <a:ext uri="{FF2B5EF4-FFF2-40B4-BE49-F238E27FC236}">
                <a16:creationId xmlns:a16="http://schemas.microsoft.com/office/drawing/2014/main" id="{D6CC06B6-FA2D-44CA-BC8A-B1C43E0FA6F7}"/>
              </a:ext>
            </a:extLst>
          </p:cNvPr>
          <p:cNvSpPr/>
          <p:nvPr/>
        </p:nvSpPr>
        <p:spPr bwMode="auto">
          <a:xfrm>
            <a:off x="8305800" y="6477000"/>
            <a:ext cx="838200" cy="3048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eaLnBrk="1" hangingPunct="1">
              <a:defRPr/>
            </a:pPr>
            <a:endParaRPr lang="en-US" sz="1100" i="1">
              <a:ea typeface="+mn-ea"/>
            </a:endParaRPr>
          </a:p>
        </p:txBody>
      </p:sp>
      <p:sp>
        <p:nvSpPr>
          <p:cNvPr id="1040" name="Rectangle 11">
            <a:extLst>
              <a:ext uri="{FF2B5EF4-FFF2-40B4-BE49-F238E27FC236}">
                <a16:creationId xmlns:a16="http://schemas.microsoft.com/office/drawing/2014/main" id="{C179B52F-E9DF-42E1-B4A0-00BC061465BC}"/>
              </a:ext>
            </a:extLst>
          </p:cNvPr>
          <p:cNvSpPr>
            <a:spLocks noChangeArrowheads="1"/>
          </p:cNvSpPr>
          <p:nvPr/>
        </p:nvSpPr>
        <p:spPr bwMode="auto">
          <a:xfrm>
            <a:off x="0" y="533400"/>
            <a:ext cx="2362200" cy="381000"/>
          </a:xfrm>
          <a:prstGeom prst="rect">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FFFFFF"/>
                </a:solidFill>
                <a:latin typeface="Times New Roman" panose="02020603050405020304" pitchFamily="18" charset="0"/>
                <a:ea typeface="MS PGothic" panose="020B0600070205080204" pitchFamily="34" charset="-128"/>
              </a:defRPr>
            </a:lvl1pPr>
            <a:lvl2pPr marL="742950" indent="-285750">
              <a:defRPr sz="2000">
                <a:solidFill>
                  <a:srgbClr val="FFFFFF"/>
                </a:solidFill>
                <a:latin typeface="Times New Roman" panose="02020603050405020304" pitchFamily="18" charset="0"/>
                <a:ea typeface="MS PGothic" panose="020B0600070205080204" pitchFamily="34" charset="-128"/>
              </a:defRPr>
            </a:lvl2pPr>
            <a:lvl3pPr marL="1143000" indent="-228600">
              <a:defRPr sz="2000">
                <a:solidFill>
                  <a:srgbClr val="FFFFFF"/>
                </a:solidFill>
                <a:latin typeface="Times New Roman" panose="02020603050405020304" pitchFamily="18" charset="0"/>
                <a:ea typeface="MS PGothic" panose="020B0600070205080204" pitchFamily="34" charset="-128"/>
              </a:defRPr>
            </a:lvl3pPr>
            <a:lvl4pPr marL="1600200" indent="-228600">
              <a:defRPr sz="2000">
                <a:solidFill>
                  <a:srgbClr val="FFFFFF"/>
                </a:solidFill>
                <a:latin typeface="Times New Roman" panose="02020603050405020304" pitchFamily="18" charset="0"/>
                <a:ea typeface="MS PGothic" panose="020B0600070205080204" pitchFamily="34" charset="-128"/>
              </a:defRPr>
            </a:lvl4pPr>
            <a:lvl5pPr marL="2057400" indent="-22860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eaLnBrk="1" hangingPunct="1">
              <a:defRPr/>
            </a:pPr>
            <a:endParaRPr lang="ms-MY" altLang="ms-MY"/>
          </a:p>
        </p:txBody>
      </p:sp>
      <p:pic>
        <p:nvPicPr>
          <p:cNvPr id="1041" name="Picture 24" descr="UTM-English.gif">
            <a:extLst>
              <a:ext uri="{FF2B5EF4-FFF2-40B4-BE49-F238E27FC236}">
                <a16:creationId xmlns:a16="http://schemas.microsoft.com/office/drawing/2014/main" id="{BBF936FC-0FDC-40D3-9C87-DC3735148083}"/>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76200" y="0"/>
            <a:ext cx="2209800"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47552884"/>
      </p:ext>
    </p:extLst>
  </p:cSld>
  <p:clrMap bg1="lt1" tx1="dk1" bg2="lt2" tx2="dk2" accent1="accent1" accent2="accent2" accent3="accent3" accent4="accent4" accent5="accent5" accent6="accent6" hlink="hlink" folHlink="folHlink"/>
  <p:sldLayoutIdLst>
    <p:sldLayoutId id="2147484205" r:id="rId1"/>
    <p:sldLayoutId id="2147484206" r:id="rId2"/>
    <p:sldLayoutId id="2147484207" r:id="rId3"/>
    <p:sldLayoutId id="2147484208" r:id="rId4"/>
    <p:sldLayoutId id="2147484209" r:id="rId5"/>
    <p:sldLayoutId id="2147484210" r:id="rId6"/>
    <p:sldLayoutId id="2147484211" r:id="rId7"/>
    <p:sldLayoutId id="2147484212" r:id="rId8"/>
    <p:sldLayoutId id="2147484213" r:id="rId9"/>
    <p:sldLayoutId id="2147484214" r:id="rId10"/>
    <p:sldLayoutId id="2147484215" r:id="rId11"/>
    <p:sldLayoutId id="2147484216" r:id="rId12"/>
  </p:sldLayoutIdLst>
  <p:hf hdr="0" ftr="0" dt="0"/>
  <p:txStyles>
    <p:titleStyle>
      <a:lvl1pPr algn="ctr" rtl="0" eaLnBrk="0" fontAlgn="base" hangingPunct="0">
        <a:spcBef>
          <a:spcPct val="0"/>
        </a:spcBef>
        <a:spcAft>
          <a:spcPct val="0"/>
        </a:spcAft>
        <a:defRPr sz="3600">
          <a:solidFill>
            <a:srgbClr val="0070C0"/>
          </a:solidFill>
          <a:latin typeface="+mj-lt"/>
          <a:ea typeface="MS PGothic" pitchFamily="34" charset="-128"/>
          <a:cs typeface="ＭＳ Ｐゴシック" charset="0"/>
        </a:defRPr>
      </a:lvl1pPr>
      <a:lvl2pPr algn="ctr" rtl="0" eaLnBrk="0" fontAlgn="base" hangingPunct="0">
        <a:spcBef>
          <a:spcPct val="0"/>
        </a:spcBef>
        <a:spcAft>
          <a:spcPct val="0"/>
        </a:spcAft>
        <a:defRPr sz="3600">
          <a:solidFill>
            <a:srgbClr val="0070C0"/>
          </a:solidFill>
          <a:latin typeface="Arial" charset="0"/>
          <a:ea typeface="MS PGothic" pitchFamily="34" charset="-128"/>
          <a:cs typeface="ＭＳ Ｐゴシック" charset="0"/>
        </a:defRPr>
      </a:lvl2pPr>
      <a:lvl3pPr algn="ctr" rtl="0" eaLnBrk="0" fontAlgn="base" hangingPunct="0">
        <a:spcBef>
          <a:spcPct val="0"/>
        </a:spcBef>
        <a:spcAft>
          <a:spcPct val="0"/>
        </a:spcAft>
        <a:defRPr sz="3600">
          <a:solidFill>
            <a:srgbClr val="0070C0"/>
          </a:solidFill>
          <a:latin typeface="Arial" charset="0"/>
          <a:ea typeface="MS PGothic" pitchFamily="34" charset="-128"/>
          <a:cs typeface="ＭＳ Ｐゴシック" charset="0"/>
        </a:defRPr>
      </a:lvl3pPr>
      <a:lvl4pPr algn="ctr" rtl="0" eaLnBrk="0" fontAlgn="base" hangingPunct="0">
        <a:spcBef>
          <a:spcPct val="0"/>
        </a:spcBef>
        <a:spcAft>
          <a:spcPct val="0"/>
        </a:spcAft>
        <a:defRPr sz="3600">
          <a:solidFill>
            <a:srgbClr val="0070C0"/>
          </a:solidFill>
          <a:latin typeface="Arial" charset="0"/>
          <a:ea typeface="MS PGothic" pitchFamily="34" charset="-128"/>
          <a:cs typeface="ＭＳ Ｐゴシック" charset="0"/>
        </a:defRPr>
      </a:lvl4pPr>
      <a:lvl5pPr algn="ctr" rtl="0" eaLnBrk="0" fontAlgn="base" hangingPunct="0">
        <a:spcBef>
          <a:spcPct val="0"/>
        </a:spcBef>
        <a:spcAft>
          <a:spcPct val="0"/>
        </a:spcAft>
        <a:defRPr sz="3600">
          <a:solidFill>
            <a:srgbClr val="0070C0"/>
          </a:solidFill>
          <a:latin typeface="Arial" charset="0"/>
          <a:ea typeface="MS PGothic" pitchFamily="34" charset="-128"/>
          <a:cs typeface="ＭＳ Ｐゴシック" charset="0"/>
        </a:defRPr>
      </a:lvl5pPr>
      <a:lvl6pPr marL="457200" algn="ctr" rtl="0" fontAlgn="base">
        <a:spcBef>
          <a:spcPct val="0"/>
        </a:spcBef>
        <a:spcAft>
          <a:spcPct val="0"/>
        </a:spcAft>
        <a:defRPr sz="3600">
          <a:solidFill>
            <a:srgbClr val="222222"/>
          </a:solidFill>
          <a:latin typeface="Arial" charset="0"/>
        </a:defRPr>
      </a:lvl6pPr>
      <a:lvl7pPr marL="914400" algn="ctr" rtl="0" fontAlgn="base">
        <a:spcBef>
          <a:spcPct val="0"/>
        </a:spcBef>
        <a:spcAft>
          <a:spcPct val="0"/>
        </a:spcAft>
        <a:defRPr sz="3600">
          <a:solidFill>
            <a:srgbClr val="222222"/>
          </a:solidFill>
          <a:latin typeface="Arial" charset="0"/>
        </a:defRPr>
      </a:lvl7pPr>
      <a:lvl8pPr marL="1371600" algn="ctr" rtl="0" fontAlgn="base">
        <a:spcBef>
          <a:spcPct val="0"/>
        </a:spcBef>
        <a:spcAft>
          <a:spcPct val="0"/>
        </a:spcAft>
        <a:defRPr sz="3600">
          <a:solidFill>
            <a:srgbClr val="222222"/>
          </a:solidFill>
          <a:latin typeface="Arial" charset="0"/>
        </a:defRPr>
      </a:lvl8pPr>
      <a:lvl9pPr marL="1828800" algn="ctr" rtl="0" fontAlgn="base">
        <a:spcBef>
          <a:spcPct val="0"/>
        </a:spcBef>
        <a:spcAft>
          <a:spcPct val="0"/>
        </a:spcAft>
        <a:defRPr sz="3600">
          <a:solidFill>
            <a:srgbClr val="222222"/>
          </a:solidFill>
          <a:latin typeface="Arial" charset="0"/>
        </a:defRPr>
      </a:lvl9pPr>
    </p:titleStyle>
    <p:bodyStyle>
      <a:lvl1pPr marL="342900" indent="-342900" algn="l" rtl="0" eaLnBrk="0" fontAlgn="base" hangingPunct="0">
        <a:spcBef>
          <a:spcPct val="20000"/>
        </a:spcBef>
        <a:spcAft>
          <a:spcPct val="0"/>
        </a:spcAft>
        <a:buChar char="•"/>
        <a:defRPr sz="2200">
          <a:solidFill>
            <a:srgbClr val="222222"/>
          </a:solidFill>
          <a:latin typeface="+mn-lt"/>
          <a:ea typeface="MS PGothic" pitchFamily="34" charset="-128"/>
          <a:cs typeface="ＭＳ Ｐゴシック" charset="0"/>
        </a:defRPr>
      </a:lvl1pPr>
      <a:lvl2pPr marL="742950" indent="-285750" algn="l" rtl="0" eaLnBrk="0" fontAlgn="base" hangingPunct="0">
        <a:spcBef>
          <a:spcPct val="20000"/>
        </a:spcBef>
        <a:spcAft>
          <a:spcPct val="0"/>
        </a:spcAft>
        <a:buChar char="–"/>
        <a:defRPr sz="2200">
          <a:solidFill>
            <a:srgbClr val="222222"/>
          </a:solidFill>
          <a:latin typeface="+mn-lt"/>
          <a:ea typeface="MS PGothic" pitchFamily="34" charset="-128"/>
        </a:defRPr>
      </a:lvl2pPr>
      <a:lvl3pPr marL="1143000" indent="-228600" algn="l" rtl="0" eaLnBrk="0" fontAlgn="base" hangingPunct="0">
        <a:spcBef>
          <a:spcPct val="20000"/>
        </a:spcBef>
        <a:spcAft>
          <a:spcPct val="0"/>
        </a:spcAft>
        <a:buChar char="•"/>
        <a:defRPr sz="2000">
          <a:solidFill>
            <a:srgbClr val="222222"/>
          </a:solidFill>
          <a:latin typeface="+mn-lt"/>
          <a:ea typeface="MS PGothic" pitchFamily="34" charset="-128"/>
        </a:defRPr>
      </a:lvl3pPr>
      <a:lvl4pPr marL="1600200" indent="-228600" algn="l" rtl="0" eaLnBrk="0" fontAlgn="base" hangingPunct="0">
        <a:spcBef>
          <a:spcPct val="20000"/>
        </a:spcBef>
        <a:spcAft>
          <a:spcPct val="0"/>
        </a:spcAft>
        <a:buChar char="–"/>
        <a:defRPr sz="2000">
          <a:solidFill>
            <a:srgbClr val="222222"/>
          </a:solidFill>
          <a:latin typeface="+mn-lt"/>
          <a:ea typeface="MS PGothic" pitchFamily="34" charset="-128"/>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MS PGothic" pitchFamily="34" charset="-128"/>
        </a:defRPr>
      </a:lvl5pPr>
      <a:lvl6pPr marL="2514600" indent="-228600" algn="l" rtl="0" fontAlgn="base">
        <a:spcBef>
          <a:spcPct val="20000"/>
        </a:spcBef>
        <a:spcAft>
          <a:spcPct val="0"/>
        </a:spcAft>
        <a:buChar char="»"/>
        <a:defRPr sz="2000">
          <a:solidFill>
            <a:schemeClr val="tx1"/>
          </a:solidFill>
          <a:latin typeface="Times New Roman" pitchFamily="18" charset="0"/>
        </a:defRPr>
      </a:lvl6pPr>
      <a:lvl7pPr marL="2971800" indent="-228600" algn="l" rtl="0" fontAlgn="base">
        <a:spcBef>
          <a:spcPct val="20000"/>
        </a:spcBef>
        <a:spcAft>
          <a:spcPct val="0"/>
        </a:spcAft>
        <a:buChar char="»"/>
        <a:defRPr sz="2000">
          <a:solidFill>
            <a:schemeClr val="tx1"/>
          </a:solidFill>
          <a:latin typeface="Times New Roman" pitchFamily="18" charset="0"/>
        </a:defRPr>
      </a:lvl7pPr>
      <a:lvl8pPr marL="3429000" indent="-228600" algn="l" rtl="0" fontAlgn="base">
        <a:spcBef>
          <a:spcPct val="20000"/>
        </a:spcBef>
        <a:spcAft>
          <a:spcPct val="0"/>
        </a:spcAft>
        <a:buChar char="»"/>
        <a:defRPr sz="2000">
          <a:solidFill>
            <a:schemeClr val="tx1"/>
          </a:solidFill>
          <a:latin typeface="Times New Roman" pitchFamily="18" charset="0"/>
        </a:defRPr>
      </a:lvl8pPr>
      <a:lvl9pPr marL="3886200" indent="-228600" algn="l" rtl="0" fontAlgn="base">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1026" name="Folded Corner 10">
            <a:extLst>
              <a:ext uri="{FF2B5EF4-FFF2-40B4-BE49-F238E27FC236}">
                <a16:creationId xmlns:a16="http://schemas.microsoft.com/office/drawing/2014/main" id="{8F318FFD-C4E3-42CB-8E59-99648758EE73}"/>
              </a:ext>
            </a:extLst>
          </p:cNvPr>
          <p:cNvSpPr>
            <a:spLocks noChangeArrowheads="1"/>
          </p:cNvSpPr>
          <p:nvPr/>
        </p:nvSpPr>
        <p:spPr bwMode="auto">
          <a:xfrm>
            <a:off x="152400" y="609600"/>
            <a:ext cx="8839200" cy="6096000"/>
          </a:xfrm>
          <a:prstGeom prst="foldedCorner">
            <a:avLst>
              <a:gd name="adj" fmla="val 16667"/>
            </a:avLst>
          </a:prstGeom>
          <a:noFill/>
          <a:ln w="12700">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rgbClr val="FFFFFF"/>
                </a:solidFill>
                <a:latin typeface="Times New Roman" panose="02020603050405020304" pitchFamily="18" charset="0"/>
                <a:ea typeface="MS PGothic" panose="020B0600070205080204" pitchFamily="34" charset="-128"/>
              </a:defRPr>
            </a:lvl1pPr>
            <a:lvl2pPr marL="742950" indent="-285750" eaLnBrk="0" hangingPunct="0">
              <a:defRPr sz="2000">
                <a:solidFill>
                  <a:srgbClr val="FFFFFF"/>
                </a:solidFill>
                <a:latin typeface="Times New Roman" panose="02020603050405020304" pitchFamily="18" charset="0"/>
                <a:ea typeface="MS PGothic" panose="020B0600070205080204" pitchFamily="34" charset="-128"/>
              </a:defRPr>
            </a:lvl2pPr>
            <a:lvl3pPr marL="1143000" indent="-228600" eaLnBrk="0" hangingPunct="0">
              <a:defRPr sz="2000">
                <a:solidFill>
                  <a:srgbClr val="FFFFFF"/>
                </a:solidFill>
                <a:latin typeface="Times New Roman" panose="02020603050405020304" pitchFamily="18" charset="0"/>
                <a:ea typeface="MS PGothic" panose="020B0600070205080204" pitchFamily="34" charset="-128"/>
              </a:defRPr>
            </a:lvl3pPr>
            <a:lvl4pPr marL="1600200" indent="-228600" eaLnBrk="0" hangingPunct="0">
              <a:defRPr sz="2000">
                <a:solidFill>
                  <a:srgbClr val="FFFFFF"/>
                </a:solidFill>
                <a:latin typeface="Times New Roman" panose="02020603050405020304" pitchFamily="18" charset="0"/>
                <a:ea typeface="MS PGothic" panose="020B0600070205080204" pitchFamily="34" charset="-128"/>
              </a:defRPr>
            </a:lvl4pPr>
            <a:lvl5pPr marL="2057400" indent="-228600" eaLnBrk="0" hangingPunct="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eaLnBrk="1" hangingPunct="1"/>
            <a:endParaRPr lang="en-US" altLang="en-US"/>
          </a:p>
        </p:txBody>
      </p:sp>
      <p:sp>
        <p:nvSpPr>
          <p:cNvPr id="1027" name="Rectangle 2">
            <a:extLst>
              <a:ext uri="{FF2B5EF4-FFF2-40B4-BE49-F238E27FC236}">
                <a16:creationId xmlns:a16="http://schemas.microsoft.com/office/drawing/2014/main" id="{D725180F-3027-44E1-9A73-184859AFCF2D}"/>
              </a:ext>
            </a:extLst>
          </p:cNvPr>
          <p:cNvSpPr>
            <a:spLocks noGrp="1" noChangeArrowheads="1"/>
          </p:cNvSpPr>
          <p:nvPr>
            <p:ph type="title"/>
          </p:nvPr>
        </p:nvSpPr>
        <p:spPr bwMode="auto">
          <a:xfrm>
            <a:off x="533400" y="1066800"/>
            <a:ext cx="8077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a:extLst>
              <a:ext uri="{FF2B5EF4-FFF2-40B4-BE49-F238E27FC236}">
                <a16:creationId xmlns:a16="http://schemas.microsoft.com/office/drawing/2014/main" id="{B8865A1B-CF98-42C2-8004-5AD70EFD507B}"/>
              </a:ext>
            </a:extLst>
          </p:cNvPr>
          <p:cNvSpPr>
            <a:spLocks noGrp="1" noChangeArrowheads="1"/>
          </p:cNvSpPr>
          <p:nvPr>
            <p:ph type="body" idx="1"/>
          </p:nvPr>
        </p:nvSpPr>
        <p:spPr bwMode="auto">
          <a:xfrm>
            <a:off x="533400" y="2286000"/>
            <a:ext cx="80772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p:txBody>
      </p:sp>
      <p:sp>
        <p:nvSpPr>
          <p:cNvPr id="3" name="Rectangle 6">
            <a:extLst>
              <a:ext uri="{FF2B5EF4-FFF2-40B4-BE49-F238E27FC236}">
                <a16:creationId xmlns:a16="http://schemas.microsoft.com/office/drawing/2014/main" id="{EB37C0F1-E882-4CA9-AB8C-5F7F0CC3743C}"/>
              </a:ext>
            </a:extLst>
          </p:cNvPr>
          <p:cNvSpPr>
            <a:spLocks noGrp="1" noChangeArrowheads="1"/>
          </p:cNvSpPr>
          <p:nvPr>
            <p:ph type="sldNum" sz="quarter" idx="4"/>
          </p:nvPr>
        </p:nvSpPr>
        <p:spPr bwMode="auto">
          <a:xfrm>
            <a:off x="6934200" y="6477000"/>
            <a:ext cx="20574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bg1"/>
                </a:solidFill>
                <a:latin typeface="Arial" panose="020B0604020202020204" pitchFamily="34" charset="0"/>
                <a:cs typeface="Arial" panose="020B0604020202020204" pitchFamily="34" charset="0"/>
              </a:defRPr>
            </a:lvl1pPr>
          </a:lstStyle>
          <a:p>
            <a:fld id="{511FC27D-9B97-40D2-B49A-006873F72373}" type="slidenum">
              <a:rPr lang="en-US" altLang="en-US"/>
              <a:pPr/>
              <a:t>‹#›</a:t>
            </a:fld>
            <a:endParaRPr lang="en-US" altLang="en-US"/>
          </a:p>
        </p:txBody>
      </p:sp>
      <p:sp>
        <p:nvSpPr>
          <p:cNvPr id="6" name="Rectangle 5">
            <a:extLst>
              <a:ext uri="{FF2B5EF4-FFF2-40B4-BE49-F238E27FC236}">
                <a16:creationId xmlns:a16="http://schemas.microsoft.com/office/drawing/2014/main" id="{F9DB3D9A-2606-4C9F-95E4-95B8C8C648D5}"/>
              </a:ext>
            </a:extLst>
          </p:cNvPr>
          <p:cNvSpPr/>
          <p:nvPr/>
        </p:nvSpPr>
        <p:spPr bwMode="auto">
          <a:xfrm>
            <a:off x="0" y="76200"/>
            <a:ext cx="9144000" cy="4572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a:defRPr/>
            </a:pPr>
            <a:endParaRPr lang="en-US" sz="1100" i="1">
              <a:ea typeface="+mn-ea"/>
            </a:endParaRPr>
          </a:p>
        </p:txBody>
      </p:sp>
      <p:sp>
        <p:nvSpPr>
          <p:cNvPr id="9" name="Rectangle 5">
            <a:extLst>
              <a:ext uri="{FF2B5EF4-FFF2-40B4-BE49-F238E27FC236}">
                <a16:creationId xmlns:a16="http://schemas.microsoft.com/office/drawing/2014/main" id="{69F5CAF6-843E-4C40-98D5-C71406E29408}"/>
              </a:ext>
            </a:extLst>
          </p:cNvPr>
          <p:cNvSpPr txBox="1">
            <a:spLocks noChangeArrowheads="1"/>
          </p:cNvSpPr>
          <p:nvPr/>
        </p:nvSpPr>
        <p:spPr>
          <a:xfrm>
            <a:off x="6934200" y="152400"/>
            <a:ext cx="2133600" cy="304800"/>
          </a:xfrm>
          <a:prstGeom prst="rect">
            <a:avLst/>
          </a:prstGeom>
        </p:spPr>
        <p:txBody>
          <a:bodyPr/>
          <a:lstStyle>
            <a:lvl1pPr algn="r">
              <a:defRPr sz="1400" dirty="0" smtClean="0">
                <a:solidFill>
                  <a:schemeClr val="bg1"/>
                </a:solidFill>
                <a:latin typeface="Arial" charset="0"/>
              </a:defRPr>
            </a:lvl1pPr>
          </a:lstStyle>
          <a:p>
            <a:pPr>
              <a:defRPr/>
            </a:pPr>
            <a:r>
              <a:rPr lang="en-US">
                <a:ea typeface="+mn-ea"/>
              </a:rPr>
              <a:t>Operating Systems</a:t>
            </a:r>
          </a:p>
        </p:txBody>
      </p:sp>
      <p:sp>
        <p:nvSpPr>
          <p:cNvPr id="10" name="Rectangle 9">
            <a:extLst>
              <a:ext uri="{FF2B5EF4-FFF2-40B4-BE49-F238E27FC236}">
                <a16:creationId xmlns:a16="http://schemas.microsoft.com/office/drawing/2014/main" id="{365723D5-B918-4D18-BAF9-EB999764A408}"/>
              </a:ext>
            </a:extLst>
          </p:cNvPr>
          <p:cNvSpPr/>
          <p:nvPr/>
        </p:nvSpPr>
        <p:spPr bwMode="auto">
          <a:xfrm rot="16200000">
            <a:off x="-609600" y="5867400"/>
            <a:ext cx="1676400" cy="304800"/>
          </a:xfrm>
          <a:prstGeom prst="rect">
            <a:avLst/>
          </a:prstGeom>
          <a:gradFill flip="none" rotWithShape="1">
            <a:gsLst>
              <a:gs pos="31000">
                <a:schemeClr val="accent6">
                  <a:lumMod val="50000"/>
                </a:schemeClr>
              </a:gs>
              <a:gs pos="0">
                <a:schemeClr val="accent6">
                  <a:lumMod val="50000"/>
                </a:schemeClr>
              </a:gs>
              <a:gs pos="100000">
                <a:schemeClr val="bg1"/>
              </a:gs>
            </a:gsLst>
            <a:path path="circle">
              <a:fillToRect l="100000" b="100000"/>
            </a:path>
            <a:tileRect t="-100000" r="-100000"/>
          </a:gradFill>
          <a:ln w="0" cap="flat" cmpd="sng" algn="ctr">
            <a:noFill/>
            <a:prstDash val="solid"/>
            <a:round/>
            <a:headEnd type="none" w="med" len="med"/>
            <a:tailEnd type="none" w="med" len="med"/>
          </a:ln>
          <a:effectLst/>
        </p:spPr>
        <p:txBody>
          <a:bodyPr/>
          <a:lstStyle/>
          <a:p>
            <a:pPr algn="r">
              <a:defRPr/>
            </a:pPr>
            <a:r>
              <a:rPr lang="en-US" sz="1400" b="1" dirty="0">
                <a:latin typeface="+mn-lt"/>
                <a:ea typeface="+mn-ea"/>
              </a:rPr>
              <a:t>Chapter</a:t>
            </a:r>
            <a:r>
              <a:rPr lang="en-US" sz="1400" dirty="0">
                <a:latin typeface="+mn-lt"/>
                <a:ea typeface="+mn-ea"/>
              </a:rPr>
              <a:t> 2</a:t>
            </a:r>
          </a:p>
        </p:txBody>
      </p:sp>
      <p:sp>
        <p:nvSpPr>
          <p:cNvPr id="8" name="Rectangle 7">
            <a:extLst>
              <a:ext uri="{FF2B5EF4-FFF2-40B4-BE49-F238E27FC236}">
                <a16:creationId xmlns:a16="http://schemas.microsoft.com/office/drawing/2014/main" id="{AC60E459-664E-45A1-8A2F-D1A431285325}"/>
              </a:ext>
            </a:extLst>
          </p:cNvPr>
          <p:cNvSpPr/>
          <p:nvPr/>
        </p:nvSpPr>
        <p:spPr bwMode="auto">
          <a:xfrm>
            <a:off x="8305800" y="6477000"/>
            <a:ext cx="838200" cy="3048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a:defRPr/>
            </a:pPr>
            <a:endParaRPr lang="en-US" sz="1100" i="1">
              <a:ea typeface="+mn-ea"/>
            </a:endParaRPr>
          </a:p>
        </p:txBody>
      </p:sp>
      <p:sp>
        <p:nvSpPr>
          <p:cNvPr id="1040" name="Rectangle 11">
            <a:extLst>
              <a:ext uri="{FF2B5EF4-FFF2-40B4-BE49-F238E27FC236}">
                <a16:creationId xmlns:a16="http://schemas.microsoft.com/office/drawing/2014/main" id="{1F4552FB-C94B-458B-B032-E0375EFF06AA}"/>
              </a:ext>
            </a:extLst>
          </p:cNvPr>
          <p:cNvSpPr>
            <a:spLocks noChangeArrowheads="1"/>
          </p:cNvSpPr>
          <p:nvPr/>
        </p:nvSpPr>
        <p:spPr bwMode="auto">
          <a:xfrm>
            <a:off x="0" y="533400"/>
            <a:ext cx="2362200" cy="381000"/>
          </a:xfrm>
          <a:prstGeom prst="rect">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000">
                <a:solidFill>
                  <a:srgbClr val="FFFFFF"/>
                </a:solidFill>
                <a:latin typeface="Times New Roman" panose="02020603050405020304" pitchFamily="18" charset="0"/>
                <a:ea typeface="MS PGothic" panose="020B0600070205080204" pitchFamily="34" charset="-128"/>
              </a:defRPr>
            </a:lvl1pPr>
            <a:lvl2pPr marL="742950" indent="-285750" eaLnBrk="0" hangingPunct="0">
              <a:defRPr sz="2000">
                <a:solidFill>
                  <a:srgbClr val="FFFFFF"/>
                </a:solidFill>
                <a:latin typeface="Times New Roman" panose="02020603050405020304" pitchFamily="18" charset="0"/>
                <a:ea typeface="MS PGothic" panose="020B0600070205080204" pitchFamily="34" charset="-128"/>
              </a:defRPr>
            </a:lvl2pPr>
            <a:lvl3pPr marL="1143000" indent="-228600" eaLnBrk="0" hangingPunct="0">
              <a:defRPr sz="2000">
                <a:solidFill>
                  <a:srgbClr val="FFFFFF"/>
                </a:solidFill>
                <a:latin typeface="Times New Roman" panose="02020603050405020304" pitchFamily="18" charset="0"/>
                <a:ea typeface="MS PGothic" panose="020B0600070205080204" pitchFamily="34" charset="-128"/>
              </a:defRPr>
            </a:lvl3pPr>
            <a:lvl4pPr marL="1600200" indent="-228600" eaLnBrk="0" hangingPunct="0">
              <a:defRPr sz="2000">
                <a:solidFill>
                  <a:srgbClr val="FFFFFF"/>
                </a:solidFill>
                <a:latin typeface="Times New Roman" panose="02020603050405020304" pitchFamily="18" charset="0"/>
                <a:ea typeface="MS PGothic" panose="020B0600070205080204" pitchFamily="34" charset="-128"/>
              </a:defRPr>
            </a:lvl4pPr>
            <a:lvl5pPr marL="2057400" indent="-228600" eaLnBrk="0" hangingPunct="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eaLnBrk="1" hangingPunct="1"/>
            <a:endParaRPr lang="en-US" altLang="en-US"/>
          </a:p>
        </p:txBody>
      </p:sp>
      <p:pic>
        <p:nvPicPr>
          <p:cNvPr id="1041" name="Picture 24" descr="UTM-English.gif">
            <a:extLst>
              <a:ext uri="{FF2B5EF4-FFF2-40B4-BE49-F238E27FC236}">
                <a16:creationId xmlns:a16="http://schemas.microsoft.com/office/drawing/2014/main" id="{203457B3-FFE3-44B6-A70C-844BC70E9ADA}"/>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76200" y="0"/>
            <a:ext cx="2209800"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51994746"/>
      </p:ext>
    </p:extLst>
  </p:cSld>
  <p:clrMap bg1="lt1" tx1="dk1" bg2="lt2" tx2="dk2" accent1="accent1" accent2="accent2" accent3="accent3" accent4="accent4" accent5="accent5" accent6="accent6" hlink="hlink" folHlink="folHlink"/>
  <p:sldLayoutIdLst>
    <p:sldLayoutId id="2147484218" r:id="rId1"/>
    <p:sldLayoutId id="2147484219" r:id="rId2"/>
    <p:sldLayoutId id="2147484220" r:id="rId3"/>
    <p:sldLayoutId id="2147484221" r:id="rId4"/>
    <p:sldLayoutId id="2147484222" r:id="rId5"/>
    <p:sldLayoutId id="2147484223" r:id="rId6"/>
    <p:sldLayoutId id="2147484224" r:id="rId7"/>
    <p:sldLayoutId id="2147484225" r:id="rId8"/>
    <p:sldLayoutId id="2147484226" r:id="rId9"/>
    <p:sldLayoutId id="2147484227" r:id="rId10"/>
    <p:sldLayoutId id="2147484228" r:id="rId11"/>
    <p:sldLayoutId id="2147484229" r:id="rId12"/>
  </p:sldLayoutIdLst>
  <p:hf hdr="0" ftr="0" dt="0"/>
  <p:txStyles>
    <p:titleStyle>
      <a:lvl1pPr algn="ctr" rtl="0" eaLnBrk="0" fontAlgn="base" hangingPunct="0">
        <a:spcBef>
          <a:spcPct val="0"/>
        </a:spcBef>
        <a:spcAft>
          <a:spcPct val="0"/>
        </a:spcAft>
        <a:defRPr sz="3600">
          <a:solidFill>
            <a:srgbClr val="0070C0"/>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3600">
          <a:solidFill>
            <a:srgbClr val="0070C0"/>
          </a:solidFill>
          <a:latin typeface="Arial" charset="0"/>
          <a:ea typeface="MS PGothic" panose="020B0600070205080204" pitchFamily="34" charset="-128"/>
          <a:cs typeface="ＭＳ Ｐゴシック" charset="0"/>
        </a:defRPr>
      </a:lvl2pPr>
      <a:lvl3pPr algn="ctr" rtl="0" eaLnBrk="0" fontAlgn="base" hangingPunct="0">
        <a:spcBef>
          <a:spcPct val="0"/>
        </a:spcBef>
        <a:spcAft>
          <a:spcPct val="0"/>
        </a:spcAft>
        <a:defRPr sz="3600">
          <a:solidFill>
            <a:srgbClr val="0070C0"/>
          </a:solidFill>
          <a:latin typeface="Arial" charset="0"/>
          <a:ea typeface="MS PGothic" panose="020B0600070205080204" pitchFamily="34" charset="-128"/>
          <a:cs typeface="ＭＳ Ｐゴシック" charset="0"/>
        </a:defRPr>
      </a:lvl3pPr>
      <a:lvl4pPr algn="ctr" rtl="0" eaLnBrk="0" fontAlgn="base" hangingPunct="0">
        <a:spcBef>
          <a:spcPct val="0"/>
        </a:spcBef>
        <a:spcAft>
          <a:spcPct val="0"/>
        </a:spcAft>
        <a:defRPr sz="3600">
          <a:solidFill>
            <a:srgbClr val="0070C0"/>
          </a:solidFill>
          <a:latin typeface="Arial" charset="0"/>
          <a:ea typeface="MS PGothic" panose="020B0600070205080204" pitchFamily="34" charset="-128"/>
          <a:cs typeface="ＭＳ Ｐゴシック" charset="0"/>
        </a:defRPr>
      </a:lvl4pPr>
      <a:lvl5pPr algn="ctr" rtl="0" eaLnBrk="0" fontAlgn="base" hangingPunct="0">
        <a:spcBef>
          <a:spcPct val="0"/>
        </a:spcBef>
        <a:spcAft>
          <a:spcPct val="0"/>
        </a:spcAft>
        <a:defRPr sz="3600">
          <a:solidFill>
            <a:srgbClr val="0070C0"/>
          </a:solidFill>
          <a:latin typeface="Arial" charset="0"/>
          <a:ea typeface="MS PGothic" panose="020B0600070205080204" pitchFamily="34" charset="-128"/>
          <a:cs typeface="ＭＳ Ｐゴシック" charset="0"/>
        </a:defRPr>
      </a:lvl5pPr>
      <a:lvl6pPr marL="457200" algn="ctr" rtl="0" fontAlgn="base">
        <a:spcBef>
          <a:spcPct val="0"/>
        </a:spcBef>
        <a:spcAft>
          <a:spcPct val="0"/>
        </a:spcAft>
        <a:defRPr sz="3600">
          <a:solidFill>
            <a:srgbClr val="222222"/>
          </a:solidFill>
          <a:latin typeface="Arial" charset="0"/>
        </a:defRPr>
      </a:lvl6pPr>
      <a:lvl7pPr marL="914400" algn="ctr" rtl="0" fontAlgn="base">
        <a:spcBef>
          <a:spcPct val="0"/>
        </a:spcBef>
        <a:spcAft>
          <a:spcPct val="0"/>
        </a:spcAft>
        <a:defRPr sz="3600">
          <a:solidFill>
            <a:srgbClr val="222222"/>
          </a:solidFill>
          <a:latin typeface="Arial" charset="0"/>
        </a:defRPr>
      </a:lvl7pPr>
      <a:lvl8pPr marL="1371600" algn="ctr" rtl="0" fontAlgn="base">
        <a:spcBef>
          <a:spcPct val="0"/>
        </a:spcBef>
        <a:spcAft>
          <a:spcPct val="0"/>
        </a:spcAft>
        <a:defRPr sz="3600">
          <a:solidFill>
            <a:srgbClr val="222222"/>
          </a:solidFill>
          <a:latin typeface="Arial" charset="0"/>
        </a:defRPr>
      </a:lvl8pPr>
      <a:lvl9pPr marL="1828800" algn="ctr" rtl="0" fontAlgn="base">
        <a:spcBef>
          <a:spcPct val="0"/>
        </a:spcBef>
        <a:spcAft>
          <a:spcPct val="0"/>
        </a:spcAft>
        <a:defRPr sz="3600">
          <a:solidFill>
            <a:srgbClr val="222222"/>
          </a:solidFill>
          <a:latin typeface="Arial" charset="0"/>
        </a:defRPr>
      </a:lvl9pPr>
    </p:titleStyle>
    <p:bodyStyle>
      <a:lvl1pPr marL="342900" indent="-342900" algn="l" rtl="0" eaLnBrk="0" fontAlgn="base" hangingPunct="0">
        <a:spcBef>
          <a:spcPct val="20000"/>
        </a:spcBef>
        <a:spcAft>
          <a:spcPct val="0"/>
        </a:spcAft>
        <a:buChar char="•"/>
        <a:defRPr sz="2600">
          <a:solidFill>
            <a:srgbClr val="222222"/>
          </a:solidFill>
          <a:latin typeface="+mn-lt"/>
          <a:ea typeface="MS PGothic" panose="020B0600070205080204" pitchFamily="34" charset="-128"/>
          <a:cs typeface="ＭＳ Ｐゴシック" charset="0"/>
        </a:defRPr>
      </a:lvl1pPr>
      <a:lvl2pPr marL="742950" indent="-285750" algn="l" rtl="0" eaLnBrk="0" fontAlgn="base" hangingPunct="0">
        <a:spcBef>
          <a:spcPct val="20000"/>
        </a:spcBef>
        <a:spcAft>
          <a:spcPct val="0"/>
        </a:spcAft>
        <a:buChar char="–"/>
        <a:defRPr sz="2400">
          <a:solidFill>
            <a:srgbClr val="222222"/>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200">
          <a:solidFill>
            <a:srgbClr val="222222"/>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200">
          <a:solidFill>
            <a:srgbClr val="222222"/>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MS PGothic" panose="020B0600070205080204" pitchFamily="34" charset="-128"/>
        </a:defRPr>
      </a:lvl5pPr>
      <a:lvl6pPr marL="2514600" indent="-228600" algn="l" rtl="0" fontAlgn="base">
        <a:spcBef>
          <a:spcPct val="20000"/>
        </a:spcBef>
        <a:spcAft>
          <a:spcPct val="0"/>
        </a:spcAft>
        <a:buChar char="»"/>
        <a:defRPr sz="2000">
          <a:solidFill>
            <a:schemeClr val="tx1"/>
          </a:solidFill>
          <a:latin typeface="Times New Roman" pitchFamily="18" charset="0"/>
        </a:defRPr>
      </a:lvl6pPr>
      <a:lvl7pPr marL="2971800" indent="-228600" algn="l" rtl="0" fontAlgn="base">
        <a:spcBef>
          <a:spcPct val="20000"/>
        </a:spcBef>
        <a:spcAft>
          <a:spcPct val="0"/>
        </a:spcAft>
        <a:buChar char="»"/>
        <a:defRPr sz="2000">
          <a:solidFill>
            <a:schemeClr val="tx1"/>
          </a:solidFill>
          <a:latin typeface="Times New Roman" pitchFamily="18" charset="0"/>
        </a:defRPr>
      </a:lvl7pPr>
      <a:lvl8pPr marL="3429000" indent="-228600" algn="l" rtl="0" fontAlgn="base">
        <a:spcBef>
          <a:spcPct val="20000"/>
        </a:spcBef>
        <a:spcAft>
          <a:spcPct val="0"/>
        </a:spcAft>
        <a:buChar char="»"/>
        <a:defRPr sz="2000">
          <a:solidFill>
            <a:schemeClr val="tx1"/>
          </a:solidFill>
          <a:latin typeface="Times New Roman" pitchFamily="18" charset="0"/>
        </a:defRPr>
      </a:lvl8pPr>
      <a:lvl9pPr marL="3886200" indent="-228600" algn="l" rtl="0" fontAlgn="base">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1026" name="Folded Corner 10">
            <a:extLst>
              <a:ext uri="{FF2B5EF4-FFF2-40B4-BE49-F238E27FC236}">
                <a16:creationId xmlns:a16="http://schemas.microsoft.com/office/drawing/2014/main" id="{DF106BC6-4E25-4FCB-BBE8-54DCE44A468D}"/>
              </a:ext>
            </a:extLst>
          </p:cNvPr>
          <p:cNvSpPr>
            <a:spLocks noChangeArrowheads="1"/>
          </p:cNvSpPr>
          <p:nvPr/>
        </p:nvSpPr>
        <p:spPr bwMode="auto">
          <a:xfrm>
            <a:off x="152400" y="609600"/>
            <a:ext cx="8839200" cy="6096000"/>
          </a:xfrm>
          <a:prstGeom prst="foldedCorner">
            <a:avLst>
              <a:gd name="adj" fmla="val 16667"/>
            </a:avLst>
          </a:prstGeom>
          <a:noFill/>
          <a:ln w="12700">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rgbClr val="FFFFFF"/>
                </a:solidFill>
                <a:latin typeface="Times New Roman" panose="02020603050405020304" pitchFamily="18" charset="0"/>
                <a:ea typeface="MS PGothic" panose="020B0600070205080204" pitchFamily="34" charset="-128"/>
              </a:defRPr>
            </a:lvl1pPr>
            <a:lvl2pPr marL="742950" indent="-285750">
              <a:defRPr sz="2000">
                <a:solidFill>
                  <a:srgbClr val="FFFFFF"/>
                </a:solidFill>
                <a:latin typeface="Times New Roman" panose="02020603050405020304" pitchFamily="18" charset="0"/>
                <a:ea typeface="MS PGothic" panose="020B0600070205080204" pitchFamily="34" charset="-128"/>
              </a:defRPr>
            </a:lvl2pPr>
            <a:lvl3pPr marL="1143000" indent="-228600">
              <a:defRPr sz="2000">
                <a:solidFill>
                  <a:srgbClr val="FFFFFF"/>
                </a:solidFill>
                <a:latin typeface="Times New Roman" panose="02020603050405020304" pitchFamily="18" charset="0"/>
                <a:ea typeface="MS PGothic" panose="020B0600070205080204" pitchFamily="34" charset="-128"/>
              </a:defRPr>
            </a:lvl3pPr>
            <a:lvl4pPr marL="1600200" indent="-228600">
              <a:defRPr sz="2000">
                <a:solidFill>
                  <a:srgbClr val="FFFFFF"/>
                </a:solidFill>
                <a:latin typeface="Times New Roman" panose="02020603050405020304" pitchFamily="18" charset="0"/>
                <a:ea typeface="MS PGothic" panose="020B0600070205080204" pitchFamily="34" charset="-128"/>
              </a:defRPr>
            </a:lvl4pPr>
            <a:lvl5pPr marL="2057400" indent="-22860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eaLnBrk="1" hangingPunct="1">
              <a:defRPr/>
            </a:pPr>
            <a:endParaRPr lang="ms-MY" altLang="ms-MY"/>
          </a:p>
        </p:txBody>
      </p:sp>
      <p:sp>
        <p:nvSpPr>
          <p:cNvPr id="1027" name="Rectangle 2">
            <a:extLst>
              <a:ext uri="{FF2B5EF4-FFF2-40B4-BE49-F238E27FC236}">
                <a16:creationId xmlns:a16="http://schemas.microsoft.com/office/drawing/2014/main" id="{7D5F3ED0-A2E5-4B17-AC8B-793F77F0579E}"/>
              </a:ext>
            </a:extLst>
          </p:cNvPr>
          <p:cNvSpPr>
            <a:spLocks noGrp="1" noChangeArrowheads="1"/>
          </p:cNvSpPr>
          <p:nvPr>
            <p:ph type="title"/>
          </p:nvPr>
        </p:nvSpPr>
        <p:spPr bwMode="auto">
          <a:xfrm>
            <a:off x="533400" y="1066800"/>
            <a:ext cx="8077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ms-MY"/>
              <a:t>Click to edit Master title style</a:t>
            </a:r>
          </a:p>
        </p:txBody>
      </p:sp>
      <p:sp>
        <p:nvSpPr>
          <p:cNvPr id="1028" name="Rectangle 3">
            <a:extLst>
              <a:ext uri="{FF2B5EF4-FFF2-40B4-BE49-F238E27FC236}">
                <a16:creationId xmlns:a16="http://schemas.microsoft.com/office/drawing/2014/main" id="{114E3C90-4B2B-419A-88B5-46091B3A55E4}"/>
              </a:ext>
            </a:extLst>
          </p:cNvPr>
          <p:cNvSpPr>
            <a:spLocks noGrp="1" noChangeArrowheads="1"/>
          </p:cNvSpPr>
          <p:nvPr>
            <p:ph type="body" idx="1"/>
          </p:nvPr>
        </p:nvSpPr>
        <p:spPr bwMode="auto">
          <a:xfrm>
            <a:off x="533400" y="2286000"/>
            <a:ext cx="80772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ms-MY"/>
              <a:t>Click to edit Master text styles</a:t>
            </a:r>
          </a:p>
          <a:p>
            <a:pPr lvl="1"/>
            <a:r>
              <a:rPr lang="en-US" altLang="ms-MY"/>
              <a:t>Second level</a:t>
            </a:r>
          </a:p>
          <a:p>
            <a:pPr lvl="2"/>
            <a:r>
              <a:rPr lang="en-US" altLang="ms-MY"/>
              <a:t>Third level</a:t>
            </a:r>
          </a:p>
          <a:p>
            <a:pPr lvl="3"/>
            <a:r>
              <a:rPr lang="en-US" altLang="ms-MY"/>
              <a:t>Fourth level</a:t>
            </a:r>
          </a:p>
        </p:txBody>
      </p:sp>
      <p:sp>
        <p:nvSpPr>
          <p:cNvPr id="3" name="Rectangle 6">
            <a:extLst>
              <a:ext uri="{FF2B5EF4-FFF2-40B4-BE49-F238E27FC236}">
                <a16:creationId xmlns:a16="http://schemas.microsoft.com/office/drawing/2014/main" id="{4F17A32D-51CA-43D4-BFC1-1CEC4E3ED99E}"/>
              </a:ext>
            </a:extLst>
          </p:cNvPr>
          <p:cNvSpPr>
            <a:spLocks noGrp="1" noChangeArrowheads="1"/>
          </p:cNvSpPr>
          <p:nvPr>
            <p:ph type="sldNum" sz="quarter" idx="4"/>
          </p:nvPr>
        </p:nvSpPr>
        <p:spPr bwMode="auto">
          <a:xfrm>
            <a:off x="6934200" y="6477000"/>
            <a:ext cx="20574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solidFill>
                  <a:schemeClr val="bg1"/>
                </a:solidFill>
                <a:latin typeface="Arial" panose="020B0604020202020204" pitchFamily="34" charset="0"/>
                <a:cs typeface="Arial" panose="020B0604020202020204" pitchFamily="34" charset="0"/>
              </a:defRPr>
            </a:lvl1pPr>
          </a:lstStyle>
          <a:p>
            <a:pPr>
              <a:defRPr/>
            </a:pPr>
            <a:fld id="{35E9D84C-B728-4648-889F-DA4EE4D9DC41}" type="slidenum">
              <a:rPr lang="en-US" altLang="ms-MY"/>
              <a:pPr>
                <a:defRPr/>
              </a:pPr>
              <a:t>‹#›</a:t>
            </a:fld>
            <a:endParaRPr lang="en-US" altLang="ms-MY"/>
          </a:p>
        </p:txBody>
      </p:sp>
      <p:sp>
        <p:nvSpPr>
          <p:cNvPr id="6" name="Rectangle 5">
            <a:extLst>
              <a:ext uri="{FF2B5EF4-FFF2-40B4-BE49-F238E27FC236}">
                <a16:creationId xmlns:a16="http://schemas.microsoft.com/office/drawing/2014/main" id="{023449E3-C84C-47CF-B94E-76EF3E347504}"/>
              </a:ext>
            </a:extLst>
          </p:cNvPr>
          <p:cNvSpPr/>
          <p:nvPr/>
        </p:nvSpPr>
        <p:spPr bwMode="auto">
          <a:xfrm>
            <a:off x="0" y="76200"/>
            <a:ext cx="9144000" cy="4572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eaLnBrk="1" hangingPunct="1">
              <a:defRPr/>
            </a:pPr>
            <a:endParaRPr lang="en-US" sz="1100" i="1">
              <a:ea typeface="+mn-ea"/>
            </a:endParaRPr>
          </a:p>
        </p:txBody>
      </p:sp>
      <p:sp>
        <p:nvSpPr>
          <p:cNvPr id="9" name="Rectangle 5">
            <a:extLst>
              <a:ext uri="{FF2B5EF4-FFF2-40B4-BE49-F238E27FC236}">
                <a16:creationId xmlns:a16="http://schemas.microsoft.com/office/drawing/2014/main" id="{1BA3B5F0-A421-4A0B-9831-8DC4200851B2}"/>
              </a:ext>
            </a:extLst>
          </p:cNvPr>
          <p:cNvSpPr txBox="1">
            <a:spLocks noChangeArrowheads="1"/>
          </p:cNvSpPr>
          <p:nvPr/>
        </p:nvSpPr>
        <p:spPr>
          <a:xfrm>
            <a:off x="6934200" y="152400"/>
            <a:ext cx="2133600" cy="304800"/>
          </a:xfrm>
          <a:prstGeom prst="rect">
            <a:avLst/>
          </a:prstGeom>
        </p:spPr>
        <p:txBody>
          <a:bodyPr/>
          <a:lstStyle>
            <a:lvl1pPr algn="r">
              <a:defRPr sz="1400" dirty="0" smtClean="0">
                <a:solidFill>
                  <a:schemeClr val="bg1"/>
                </a:solidFill>
                <a:latin typeface="Arial" charset="0"/>
              </a:defRPr>
            </a:lvl1pPr>
          </a:lstStyle>
          <a:p>
            <a:pPr eaLnBrk="1" hangingPunct="1">
              <a:defRPr/>
            </a:pPr>
            <a:r>
              <a:rPr lang="en-US">
                <a:ea typeface="+mn-ea"/>
              </a:rPr>
              <a:t>Operating Systems</a:t>
            </a:r>
          </a:p>
        </p:txBody>
      </p:sp>
      <p:sp>
        <p:nvSpPr>
          <p:cNvPr id="10" name="Rectangle 9">
            <a:extLst>
              <a:ext uri="{FF2B5EF4-FFF2-40B4-BE49-F238E27FC236}">
                <a16:creationId xmlns:a16="http://schemas.microsoft.com/office/drawing/2014/main" id="{94B097BE-9875-4D4A-9A69-F22018F0B602}"/>
              </a:ext>
            </a:extLst>
          </p:cNvPr>
          <p:cNvSpPr/>
          <p:nvPr/>
        </p:nvSpPr>
        <p:spPr bwMode="auto">
          <a:xfrm rot="16200000">
            <a:off x="-609600" y="5867400"/>
            <a:ext cx="1676400" cy="304800"/>
          </a:xfrm>
          <a:prstGeom prst="rect">
            <a:avLst/>
          </a:prstGeom>
          <a:gradFill flip="none" rotWithShape="1">
            <a:gsLst>
              <a:gs pos="31000">
                <a:schemeClr val="accent6">
                  <a:lumMod val="50000"/>
                </a:schemeClr>
              </a:gs>
              <a:gs pos="0">
                <a:schemeClr val="accent6">
                  <a:lumMod val="50000"/>
                </a:schemeClr>
              </a:gs>
              <a:gs pos="100000">
                <a:schemeClr val="bg1"/>
              </a:gs>
            </a:gsLst>
            <a:path path="circle">
              <a:fillToRect l="100000" b="100000"/>
            </a:path>
            <a:tileRect t="-100000" r="-100000"/>
          </a:gradFill>
          <a:ln w="0" cap="flat" cmpd="sng" algn="ctr">
            <a:noFill/>
            <a:prstDash val="solid"/>
            <a:round/>
            <a:headEnd type="none" w="med" len="med"/>
            <a:tailEnd type="none" w="med" len="med"/>
          </a:ln>
          <a:effectLst/>
        </p:spPr>
        <p:txBody>
          <a:bodyPr/>
          <a:lstStyle/>
          <a:p>
            <a:pPr algn="r" eaLnBrk="1" hangingPunct="1">
              <a:defRPr/>
            </a:pPr>
            <a:r>
              <a:rPr lang="en-US" sz="1400" b="1" dirty="0">
                <a:latin typeface="+mn-lt"/>
                <a:ea typeface="+mn-ea"/>
              </a:rPr>
              <a:t>Chapter</a:t>
            </a:r>
            <a:r>
              <a:rPr lang="en-US" sz="1400" dirty="0">
                <a:latin typeface="+mn-lt"/>
                <a:ea typeface="+mn-ea"/>
              </a:rPr>
              <a:t> 2</a:t>
            </a:r>
          </a:p>
        </p:txBody>
      </p:sp>
      <p:sp>
        <p:nvSpPr>
          <p:cNvPr id="8" name="Rectangle 7">
            <a:extLst>
              <a:ext uri="{FF2B5EF4-FFF2-40B4-BE49-F238E27FC236}">
                <a16:creationId xmlns:a16="http://schemas.microsoft.com/office/drawing/2014/main" id="{C03EC04E-53E4-411F-8F99-A9D4A5D73BD3}"/>
              </a:ext>
            </a:extLst>
          </p:cNvPr>
          <p:cNvSpPr/>
          <p:nvPr/>
        </p:nvSpPr>
        <p:spPr bwMode="auto">
          <a:xfrm>
            <a:off x="8305800" y="6477000"/>
            <a:ext cx="838200" cy="3048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eaLnBrk="1" hangingPunct="1">
              <a:defRPr/>
            </a:pPr>
            <a:endParaRPr lang="en-US" sz="1100" i="1">
              <a:ea typeface="+mn-ea"/>
            </a:endParaRPr>
          </a:p>
        </p:txBody>
      </p:sp>
      <p:sp>
        <p:nvSpPr>
          <p:cNvPr id="1040" name="Rectangle 11">
            <a:extLst>
              <a:ext uri="{FF2B5EF4-FFF2-40B4-BE49-F238E27FC236}">
                <a16:creationId xmlns:a16="http://schemas.microsoft.com/office/drawing/2014/main" id="{220C3DA2-8DB2-4D76-8ADD-C32EF626829C}"/>
              </a:ext>
            </a:extLst>
          </p:cNvPr>
          <p:cNvSpPr>
            <a:spLocks noChangeArrowheads="1"/>
          </p:cNvSpPr>
          <p:nvPr/>
        </p:nvSpPr>
        <p:spPr bwMode="auto">
          <a:xfrm>
            <a:off x="0" y="533400"/>
            <a:ext cx="2362200" cy="381000"/>
          </a:xfrm>
          <a:prstGeom prst="rect">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FFFFFF"/>
                </a:solidFill>
                <a:latin typeface="Times New Roman" panose="02020603050405020304" pitchFamily="18" charset="0"/>
                <a:ea typeface="MS PGothic" panose="020B0600070205080204" pitchFamily="34" charset="-128"/>
              </a:defRPr>
            </a:lvl1pPr>
            <a:lvl2pPr marL="742950" indent="-285750">
              <a:defRPr sz="2000">
                <a:solidFill>
                  <a:srgbClr val="FFFFFF"/>
                </a:solidFill>
                <a:latin typeface="Times New Roman" panose="02020603050405020304" pitchFamily="18" charset="0"/>
                <a:ea typeface="MS PGothic" panose="020B0600070205080204" pitchFamily="34" charset="-128"/>
              </a:defRPr>
            </a:lvl2pPr>
            <a:lvl3pPr marL="1143000" indent="-228600">
              <a:defRPr sz="2000">
                <a:solidFill>
                  <a:srgbClr val="FFFFFF"/>
                </a:solidFill>
                <a:latin typeface="Times New Roman" panose="02020603050405020304" pitchFamily="18" charset="0"/>
                <a:ea typeface="MS PGothic" panose="020B0600070205080204" pitchFamily="34" charset="-128"/>
              </a:defRPr>
            </a:lvl3pPr>
            <a:lvl4pPr marL="1600200" indent="-228600">
              <a:defRPr sz="2000">
                <a:solidFill>
                  <a:srgbClr val="FFFFFF"/>
                </a:solidFill>
                <a:latin typeface="Times New Roman" panose="02020603050405020304" pitchFamily="18" charset="0"/>
                <a:ea typeface="MS PGothic" panose="020B0600070205080204" pitchFamily="34" charset="-128"/>
              </a:defRPr>
            </a:lvl4pPr>
            <a:lvl5pPr marL="2057400" indent="-22860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eaLnBrk="1" hangingPunct="1">
              <a:defRPr/>
            </a:pPr>
            <a:endParaRPr lang="ms-MY" altLang="ms-MY"/>
          </a:p>
        </p:txBody>
      </p:sp>
      <p:pic>
        <p:nvPicPr>
          <p:cNvPr id="1041" name="Picture 24" descr="UTM-English.gif">
            <a:extLst>
              <a:ext uri="{FF2B5EF4-FFF2-40B4-BE49-F238E27FC236}">
                <a16:creationId xmlns:a16="http://schemas.microsoft.com/office/drawing/2014/main" id="{24DB1F0B-9411-46E1-94AF-9A4969F9C3FA}"/>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76200" y="0"/>
            <a:ext cx="2209800"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82889205"/>
      </p:ext>
    </p:extLst>
  </p:cSld>
  <p:clrMap bg1="lt1" tx1="dk1" bg2="lt2" tx2="dk2" accent1="accent1" accent2="accent2" accent3="accent3" accent4="accent4" accent5="accent5" accent6="accent6" hlink="hlink" folHlink="folHlink"/>
  <p:sldLayoutIdLst>
    <p:sldLayoutId id="2147484231" r:id="rId1"/>
    <p:sldLayoutId id="2147484232" r:id="rId2"/>
    <p:sldLayoutId id="2147484233" r:id="rId3"/>
    <p:sldLayoutId id="2147484234" r:id="rId4"/>
    <p:sldLayoutId id="2147484235" r:id="rId5"/>
    <p:sldLayoutId id="2147484236" r:id="rId6"/>
    <p:sldLayoutId id="2147484237" r:id="rId7"/>
    <p:sldLayoutId id="2147484238" r:id="rId8"/>
    <p:sldLayoutId id="2147484239" r:id="rId9"/>
    <p:sldLayoutId id="2147484240" r:id="rId10"/>
    <p:sldLayoutId id="2147484241" r:id="rId11"/>
    <p:sldLayoutId id="2147484242" r:id="rId12"/>
  </p:sldLayoutIdLst>
  <p:hf hdr="0" ftr="0" dt="0"/>
  <p:txStyles>
    <p:titleStyle>
      <a:lvl1pPr algn="ctr" rtl="0" eaLnBrk="0" fontAlgn="base" hangingPunct="0">
        <a:spcBef>
          <a:spcPct val="0"/>
        </a:spcBef>
        <a:spcAft>
          <a:spcPct val="0"/>
        </a:spcAft>
        <a:defRPr sz="3600">
          <a:solidFill>
            <a:srgbClr val="0070C0"/>
          </a:solidFill>
          <a:latin typeface="+mj-lt"/>
          <a:ea typeface="MS PGothic" pitchFamily="34" charset="-128"/>
          <a:cs typeface="ＭＳ Ｐゴシック" charset="0"/>
        </a:defRPr>
      </a:lvl1pPr>
      <a:lvl2pPr algn="ctr" rtl="0" eaLnBrk="0" fontAlgn="base" hangingPunct="0">
        <a:spcBef>
          <a:spcPct val="0"/>
        </a:spcBef>
        <a:spcAft>
          <a:spcPct val="0"/>
        </a:spcAft>
        <a:defRPr sz="3600">
          <a:solidFill>
            <a:srgbClr val="0070C0"/>
          </a:solidFill>
          <a:latin typeface="Arial" charset="0"/>
          <a:ea typeface="MS PGothic" pitchFamily="34" charset="-128"/>
          <a:cs typeface="ＭＳ Ｐゴシック" charset="0"/>
        </a:defRPr>
      </a:lvl2pPr>
      <a:lvl3pPr algn="ctr" rtl="0" eaLnBrk="0" fontAlgn="base" hangingPunct="0">
        <a:spcBef>
          <a:spcPct val="0"/>
        </a:spcBef>
        <a:spcAft>
          <a:spcPct val="0"/>
        </a:spcAft>
        <a:defRPr sz="3600">
          <a:solidFill>
            <a:srgbClr val="0070C0"/>
          </a:solidFill>
          <a:latin typeface="Arial" charset="0"/>
          <a:ea typeface="MS PGothic" pitchFamily="34" charset="-128"/>
          <a:cs typeface="ＭＳ Ｐゴシック" charset="0"/>
        </a:defRPr>
      </a:lvl3pPr>
      <a:lvl4pPr algn="ctr" rtl="0" eaLnBrk="0" fontAlgn="base" hangingPunct="0">
        <a:spcBef>
          <a:spcPct val="0"/>
        </a:spcBef>
        <a:spcAft>
          <a:spcPct val="0"/>
        </a:spcAft>
        <a:defRPr sz="3600">
          <a:solidFill>
            <a:srgbClr val="0070C0"/>
          </a:solidFill>
          <a:latin typeface="Arial" charset="0"/>
          <a:ea typeface="MS PGothic" pitchFamily="34" charset="-128"/>
          <a:cs typeface="ＭＳ Ｐゴシック" charset="0"/>
        </a:defRPr>
      </a:lvl4pPr>
      <a:lvl5pPr algn="ctr" rtl="0" eaLnBrk="0" fontAlgn="base" hangingPunct="0">
        <a:spcBef>
          <a:spcPct val="0"/>
        </a:spcBef>
        <a:spcAft>
          <a:spcPct val="0"/>
        </a:spcAft>
        <a:defRPr sz="3600">
          <a:solidFill>
            <a:srgbClr val="0070C0"/>
          </a:solidFill>
          <a:latin typeface="Arial" charset="0"/>
          <a:ea typeface="MS PGothic" pitchFamily="34" charset="-128"/>
          <a:cs typeface="ＭＳ Ｐゴシック" charset="0"/>
        </a:defRPr>
      </a:lvl5pPr>
      <a:lvl6pPr marL="457200" algn="ctr" rtl="0" fontAlgn="base">
        <a:spcBef>
          <a:spcPct val="0"/>
        </a:spcBef>
        <a:spcAft>
          <a:spcPct val="0"/>
        </a:spcAft>
        <a:defRPr sz="3600">
          <a:solidFill>
            <a:srgbClr val="222222"/>
          </a:solidFill>
          <a:latin typeface="Arial" charset="0"/>
        </a:defRPr>
      </a:lvl6pPr>
      <a:lvl7pPr marL="914400" algn="ctr" rtl="0" fontAlgn="base">
        <a:spcBef>
          <a:spcPct val="0"/>
        </a:spcBef>
        <a:spcAft>
          <a:spcPct val="0"/>
        </a:spcAft>
        <a:defRPr sz="3600">
          <a:solidFill>
            <a:srgbClr val="222222"/>
          </a:solidFill>
          <a:latin typeface="Arial" charset="0"/>
        </a:defRPr>
      </a:lvl7pPr>
      <a:lvl8pPr marL="1371600" algn="ctr" rtl="0" fontAlgn="base">
        <a:spcBef>
          <a:spcPct val="0"/>
        </a:spcBef>
        <a:spcAft>
          <a:spcPct val="0"/>
        </a:spcAft>
        <a:defRPr sz="3600">
          <a:solidFill>
            <a:srgbClr val="222222"/>
          </a:solidFill>
          <a:latin typeface="Arial" charset="0"/>
        </a:defRPr>
      </a:lvl8pPr>
      <a:lvl9pPr marL="1828800" algn="ctr" rtl="0" fontAlgn="base">
        <a:spcBef>
          <a:spcPct val="0"/>
        </a:spcBef>
        <a:spcAft>
          <a:spcPct val="0"/>
        </a:spcAft>
        <a:defRPr sz="3600">
          <a:solidFill>
            <a:srgbClr val="222222"/>
          </a:solidFill>
          <a:latin typeface="Arial" charset="0"/>
        </a:defRPr>
      </a:lvl9pPr>
    </p:titleStyle>
    <p:bodyStyle>
      <a:lvl1pPr marL="342900" indent="-342900" algn="l" rtl="0" eaLnBrk="0" fontAlgn="base" hangingPunct="0">
        <a:spcBef>
          <a:spcPct val="20000"/>
        </a:spcBef>
        <a:spcAft>
          <a:spcPct val="0"/>
        </a:spcAft>
        <a:buChar char="•"/>
        <a:defRPr sz="2600">
          <a:solidFill>
            <a:srgbClr val="222222"/>
          </a:solidFill>
          <a:latin typeface="+mn-lt"/>
          <a:ea typeface="MS PGothic" pitchFamily="34" charset="-128"/>
          <a:cs typeface="ＭＳ Ｐゴシック" charset="0"/>
        </a:defRPr>
      </a:lvl1pPr>
      <a:lvl2pPr marL="742950" indent="-285750" algn="l" rtl="0" eaLnBrk="0" fontAlgn="base" hangingPunct="0">
        <a:spcBef>
          <a:spcPct val="20000"/>
        </a:spcBef>
        <a:spcAft>
          <a:spcPct val="0"/>
        </a:spcAft>
        <a:buChar char="–"/>
        <a:defRPr sz="2400">
          <a:solidFill>
            <a:srgbClr val="222222"/>
          </a:solidFill>
          <a:latin typeface="+mn-lt"/>
          <a:ea typeface="MS PGothic" pitchFamily="34" charset="-128"/>
        </a:defRPr>
      </a:lvl2pPr>
      <a:lvl3pPr marL="1143000" indent="-228600" algn="l" rtl="0" eaLnBrk="0" fontAlgn="base" hangingPunct="0">
        <a:spcBef>
          <a:spcPct val="20000"/>
        </a:spcBef>
        <a:spcAft>
          <a:spcPct val="0"/>
        </a:spcAft>
        <a:buChar char="•"/>
        <a:defRPr sz="2200">
          <a:solidFill>
            <a:srgbClr val="222222"/>
          </a:solidFill>
          <a:latin typeface="+mn-lt"/>
          <a:ea typeface="MS PGothic" pitchFamily="34" charset="-128"/>
        </a:defRPr>
      </a:lvl3pPr>
      <a:lvl4pPr marL="1600200" indent="-228600" algn="l" rtl="0" eaLnBrk="0" fontAlgn="base" hangingPunct="0">
        <a:spcBef>
          <a:spcPct val="20000"/>
        </a:spcBef>
        <a:spcAft>
          <a:spcPct val="0"/>
        </a:spcAft>
        <a:buChar char="–"/>
        <a:defRPr sz="2200">
          <a:solidFill>
            <a:srgbClr val="222222"/>
          </a:solidFill>
          <a:latin typeface="+mn-lt"/>
          <a:ea typeface="MS PGothic" pitchFamily="34" charset="-128"/>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MS PGothic" pitchFamily="34" charset="-128"/>
        </a:defRPr>
      </a:lvl5pPr>
      <a:lvl6pPr marL="2514600" indent="-228600" algn="l" rtl="0" fontAlgn="base">
        <a:spcBef>
          <a:spcPct val="20000"/>
        </a:spcBef>
        <a:spcAft>
          <a:spcPct val="0"/>
        </a:spcAft>
        <a:buChar char="»"/>
        <a:defRPr sz="2000">
          <a:solidFill>
            <a:schemeClr val="tx1"/>
          </a:solidFill>
          <a:latin typeface="Times New Roman" pitchFamily="18" charset="0"/>
        </a:defRPr>
      </a:lvl6pPr>
      <a:lvl7pPr marL="2971800" indent="-228600" algn="l" rtl="0" fontAlgn="base">
        <a:spcBef>
          <a:spcPct val="20000"/>
        </a:spcBef>
        <a:spcAft>
          <a:spcPct val="0"/>
        </a:spcAft>
        <a:buChar char="»"/>
        <a:defRPr sz="2000">
          <a:solidFill>
            <a:schemeClr val="tx1"/>
          </a:solidFill>
          <a:latin typeface="Times New Roman" pitchFamily="18" charset="0"/>
        </a:defRPr>
      </a:lvl7pPr>
      <a:lvl8pPr marL="3429000" indent="-228600" algn="l" rtl="0" fontAlgn="base">
        <a:spcBef>
          <a:spcPct val="20000"/>
        </a:spcBef>
        <a:spcAft>
          <a:spcPct val="0"/>
        </a:spcAft>
        <a:buChar char="»"/>
        <a:defRPr sz="2000">
          <a:solidFill>
            <a:schemeClr val="tx1"/>
          </a:solidFill>
          <a:latin typeface="Times New Roman" pitchFamily="18" charset="0"/>
        </a:defRPr>
      </a:lvl8pPr>
      <a:lvl9pPr marL="3886200" indent="-228600" algn="l" rtl="0" fontAlgn="base">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1026" name="Folded Corner 10">
            <a:extLst>
              <a:ext uri="{FF2B5EF4-FFF2-40B4-BE49-F238E27FC236}">
                <a16:creationId xmlns:a16="http://schemas.microsoft.com/office/drawing/2014/main" id="{E328D5F5-8254-43D1-AFB4-F5DCE974E231}"/>
              </a:ext>
            </a:extLst>
          </p:cNvPr>
          <p:cNvSpPr>
            <a:spLocks noChangeArrowheads="1"/>
          </p:cNvSpPr>
          <p:nvPr/>
        </p:nvSpPr>
        <p:spPr bwMode="auto">
          <a:xfrm>
            <a:off x="152400" y="609600"/>
            <a:ext cx="8839200" cy="6096000"/>
          </a:xfrm>
          <a:prstGeom prst="foldedCorner">
            <a:avLst>
              <a:gd name="adj" fmla="val 16667"/>
            </a:avLst>
          </a:prstGeom>
          <a:noFill/>
          <a:ln w="12700">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rgbClr val="FFFFFF"/>
                </a:solidFill>
                <a:latin typeface="Times New Roman" panose="02020603050405020304" pitchFamily="18" charset="0"/>
                <a:ea typeface="MS PGothic" panose="020B0600070205080204" pitchFamily="34" charset="-128"/>
              </a:defRPr>
            </a:lvl1pPr>
            <a:lvl2pPr marL="742950" indent="-285750" eaLnBrk="0" hangingPunct="0">
              <a:defRPr sz="2000">
                <a:solidFill>
                  <a:srgbClr val="FFFFFF"/>
                </a:solidFill>
                <a:latin typeface="Times New Roman" panose="02020603050405020304" pitchFamily="18" charset="0"/>
                <a:ea typeface="MS PGothic" panose="020B0600070205080204" pitchFamily="34" charset="-128"/>
              </a:defRPr>
            </a:lvl2pPr>
            <a:lvl3pPr marL="1143000" indent="-228600" eaLnBrk="0" hangingPunct="0">
              <a:defRPr sz="2000">
                <a:solidFill>
                  <a:srgbClr val="FFFFFF"/>
                </a:solidFill>
                <a:latin typeface="Times New Roman" panose="02020603050405020304" pitchFamily="18" charset="0"/>
                <a:ea typeface="MS PGothic" panose="020B0600070205080204" pitchFamily="34" charset="-128"/>
              </a:defRPr>
            </a:lvl3pPr>
            <a:lvl4pPr marL="1600200" indent="-228600" eaLnBrk="0" hangingPunct="0">
              <a:defRPr sz="2000">
                <a:solidFill>
                  <a:srgbClr val="FFFFFF"/>
                </a:solidFill>
                <a:latin typeface="Times New Roman" panose="02020603050405020304" pitchFamily="18" charset="0"/>
                <a:ea typeface="MS PGothic" panose="020B0600070205080204" pitchFamily="34" charset="-128"/>
              </a:defRPr>
            </a:lvl4pPr>
            <a:lvl5pPr marL="2057400" indent="-228600" eaLnBrk="0" hangingPunct="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eaLnBrk="1" hangingPunct="1"/>
            <a:endParaRPr lang="en-US" altLang="en-US"/>
          </a:p>
        </p:txBody>
      </p:sp>
      <p:sp>
        <p:nvSpPr>
          <p:cNvPr id="1027" name="Rectangle 2">
            <a:extLst>
              <a:ext uri="{FF2B5EF4-FFF2-40B4-BE49-F238E27FC236}">
                <a16:creationId xmlns:a16="http://schemas.microsoft.com/office/drawing/2014/main" id="{70190882-A46E-482E-89A1-647B0E9B2472}"/>
              </a:ext>
            </a:extLst>
          </p:cNvPr>
          <p:cNvSpPr>
            <a:spLocks noGrp="1" noChangeArrowheads="1"/>
          </p:cNvSpPr>
          <p:nvPr>
            <p:ph type="title"/>
          </p:nvPr>
        </p:nvSpPr>
        <p:spPr bwMode="auto">
          <a:xfrm>
            <a:off x="533400" y="1066800"/>
            <a:ext cx="8077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a:extLst>
              <a:ext uri="{FF2B5EF4-FFF2-40B4-BE49-F238E27FC236}">
                <a16:creationId xmlns:a16="http://schemas.microsoft.com/office/drawing/2014/main" id="{637117E1-0B7A-480A-8CB1-C98A8A820D01}"/>
              </a:ext>
            </a:extLst>
          </p:cNvPr>
          <p:cNvSpPr>
            <a:spLocks noGrp="1" noChangeArrowheads="1"/>
          </p:cNvSpPr>
          <p:nvPr>
            <p:ph type="body" idx="1"/>
          </p:nvPr>
        </p:nvSpPr>
        <p:spPr bwMode="auto">
          <a:xfrm>
            <a:off x="533400" y="2286000"/>
            <a:ext cx="80772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p:txBody>
      </p:sp>
      <p:sp>
        <p:nvSpPr>
          <p:cNvPr id="3" name="Rectangle 6">
            <a:extLst>
              <a:ext uri="{FF2B5EF4-FFF2-40B4-BE49-F238E27FC236}">
                <a16:creationId xmlns:a16="http://schemas.microsoft.com/office/drawing/2014/main" id="{B0891288-D23A-48FB-92C4-94939D6E4DA4}"/>
              </a:ext>
            </a:extLst>
          </p:cNvPr>
          <p:cNvSpPr>
            <a:spLocks noGrp="1" noChangeArrowheads="1"/>
          </p:cNvSpPr>
          <p:nvPr>
            <p:ph type="sldNum" sz="quarter" idx="4"/>
          </p:nvPr>
        </p:nvSpPr>
        <p:spPr bwMode="auto">
          <a:xfrm>
            <a:off x="6934200" y="6477000"/>
            <a:ext cx="20574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bg1"/>
                </a:solidFill>
                <a:latin typeface="Arial" panose="020B0604020202020204" pitchFamily="34" charset="0"/>
                <a:cs typeface="Arial" panose="020B0604020202020204" pitchFamily="34" charset="0"/>
              </a:defRPr>
            </a:lvl1pPr>
          </a:lstStyle>
          <a:p>
            <a:fld id="{ADF04AEA-B59F-4DD1-8E91-624C7B9E590F}" type="slidenum">
              <a:rPr lang="en-US" altLang="en-US"/>
              <a:pPr/>
              <a:t>‹#›</a:t>
            </a:fld>
            <a:endParaRPr lang="en-US" altLang="en-US"/>
          </a:p>
        </p:txBody>
      </p:sp>
      <p:sp>
        <p:nvSpPr>
          <p:cNvPr id="6" name="Rectangle 5">
            <a:extLst>
              <a:ext uri="{FF2B5EF4-FFF2-40B4-BE49-F238E27FC236}">
                <a16:creationId xmlns:a16="http://schemas.microsoft.com/office/drawing/2014/main" id="{D8E2E553-0557-4746-B9D4-757F78FCB37C}"/>
              </a:ext>
            </a:extLst>
          </p:cNvPr>
          <p:cNvSpPr/>
          <p:nvPr/>
        </p:nvSpPr>
        <p:spPr bwMode="auto">
          <a:xfrm>
            <a:off x="0" y="76200"/>
            <a:ext cx="9144000" cy="4572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a:defRPr/>
            </a:pPr>
            <a:endParaRPr lang="en-US" sz="1100" i="1">
              <a:ea typeface="+mn-ea"/>
            </a:endParaRPr>
          </a:p>
        </p:txBody>
      </p:sp>
      <p:sp>
        <p:nvSpPr>
          <p:cNvPr id="9" name="Rectangle 5">
            <a:extLst>
              <a:ext uri="{FF2B5EF4-FFF2-40B4-BE49-F238E27FC236}">
                <a16:creationId xmlns:a16="http://schemas.microsoft.com/office/drawing/2014/main" id="{27B9AA32-8091-40C2-A66F-04F59FCA44D2}"/>
              </a:ext>
            </a:extLst>
          </p:cNvPr>
          <p:cNvSpPr txBox="1">
            <a:spLocks noChangeArrowheads="1"/>
          </p:cNvSpPr>
          <p:nvPr/>
        </p:nvSpPr>
        <p:spPr>
          <a:xfrm>
            <a:off x="6934200" y="152400"/>
            <a:ext cx="2133600" cy="304800"/>
          </a:xfrm>
          <a:prstGeom prst="rect">
            <a:avLst/>
          </a:prstGeom>
        </p:spPr>
        <p:txBody>
          <a:bodyPr/>
          <a:lstStyle>
            <a:lvl1pPr algn="r">
              <a:defRPr sz="1400" dirty="0" smtClean="0">
                <a:solidFill>
                  <a:schemeClr val="bg1"/>
                </a:solidFill>
                <a:latin typeface="Arial" charset="0"/>
              </a:defRPr>
            </a:lvl1pPr>
          </a:lstStyle>
          <a:p>
            <a:pPr>
              <a:defRPr/>
            </a:pPr>
            <a:r>
              <a:rPr lang="en-US">
                <a:ea typeface="+mn-ea"/>
              </a:rPr>
              <a:t>Operating Systems</a:t>
            </a:r>
          </a:p>
        </p:txBody>
      </p:sp>
      <p:sp>
        <p:nvSpPr>
          <p:cNvPr id="10" name="Rectangle 9">
            <a:extLst>
              <a:ext uri="{FF2B5EF4-FFF2-40B4-BE49-F238E27FC236}">
                <a16:creationId xmlns:a16="http://schemas.microsoft.com/office/drawing/2014/main" id="{0BC1089D-2153-4BC3-A8B4-C519DD879FEC}"/>
              </a:ext>
            </a:extLst>
          </p:cNvPr>
          <p:cNvSpPr/>
          <p:nvPr/>
        </p:nvSpPr>
        <p:spPr bwMode="auto">
          <a:xfrm rot="16200000">
            <a:off x="-609600" y="5867400"/>
            <a:ext cx="1676400" cy="304800"/>
          </a:xfrm>
          <a:prstGeom prst="rect">
            <a:avLst/>
          </a:prstGeom>
          <a:gradFill flip="none" rotWithShape="1">
            <a:gsLst>
              <a:gs pos="31000">
                <a:schemeClr val="accent6">
                  <a:lumMod val="50000"/>
                </a:schemeClr>
              </a:gs>
              <a:gs pos="0">
                <a:schemeClr val="accent6">
                  <a:lumMod val="50000"/>
                </a:schemeClr>
              </a:gs>
              <a:gs pos="100000">
                <a:schemeClr val="bg1"/>
              </a:gs>
            </a:gsLst>
            <a:path path="circle">
              <a:fillToRect l="100000" b="100000"/>
            </a:path>
            <a:tileRect t="-100000" r="-100000"/>
          </a:gradFill>
          <a:ln w="0" cap="flat" cmpd="sng" algn="ctr">
            <a:noFill/>
            <a:prstDash val="solid"/>
            <a:round/>
            <a:headEnd type="none" w="med" len="med"/>
            <a:tailEnd type="none" w="med" len="med"/>
          </a:ln>
          <a:effectLst/>
        </p:spPr>
        <p:txBody>
          <a:bodyPr/>
          <a:lstStyle/>
          <a:p>
            <a:pPr algn="r">
              <a:defRPr/>
            </a:pPr>
            <a:r>
              <a:rPr lang="en-US" sz="1400" b="1" dirty="0">
                <a:latin typeface="+mn-lt"/>
                <a:ea typeface="+mn-ea"/>
              </a:rPr>
              <a:t>Chapter</a:t>
            </a:r>
            <a:r>
              <a:rPr lang="en-US" sz="1400" dirty="0">
                <a:latin typeface="+mn-lt"/>
                <a:ea typeface="+mn-ea"/>
              </a:rPr>
              <a:t> 2</a:t>
            </a:r>
          </a:p>
        </p:txBody>
      </p:sp>
      <p:sp>
        <p:nvSpPr>
          <p:cNvPr id="8" name="Rectangle 7">
            <a:extLst>
              <a:ext uri="{FF2B5EF4-FFF2-40B4-BE49-F238E27FC236}">
                <a16:creationId xmlns:a16="http://schemas.microsoft.com/office/drawing/2014/main" id="{27E056FF-87D8-430C-B0ED-5897CA9B2992}"/>
              </a:ext>
            </a:extLst>
          </p:cNvPr>
          <p:cNvSpPr/>
          <p:nvPr/>
        </p:nvSpPr>
        <p:spPr bwMode="auto">
          <a:xfrm>
            <a:off x="8305800" y="6477000"/>
            <a:ext cx="838200" cy="3048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a:defRPr/>
            </a:pPr>
            <a:endParaRPr lang="en-US" sz="1100" i="1">
              <a:ea typeface="+mn-ea"/>
            </a:endParaRPr>
          </a:p>
        </p:txBody>
      </p:sp>
      <p:sp>
        <p:nvSpPr>
          <p:cNvPr id="1040" name="Rectangle 11">
            <a:extLst>
              <a:ext uri="{FF2B5EF4-FFF2-40B4-BE49-F238E27FC236}">
                <a16:creationId xmlns:a16="http://schemas.microsoft.com/office/drawing/2014/main" id="{DA2E143B-93D5-4006-A717-D8724350D5C7}"/>
              </a:ext>
            </a:extLst>
          </p:cNvPr>
          <p:cNvSpPr>
            <a:spLocks noChangeArrowheads="1"/>
          </p:cNvSpPr>
          <p:nvPr/>
        </p:nvSpPr>
        <p:spPr bwMode="auto">
          <a:xfrm>
            <a:off x="0" y="533400"/>
            <a:ext cx="2362200" cy="381000"/>
          </a:xfrm>
          <a:prstGeom prst="rect">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000">
                <a:solidFill>
                  <a:srgbClr val="FFFFFF"/>
                </a:solidFill>
                <a:latin typeface="Times New Roman" panose="02020603050405020304" pitchFamily="18" charset="0"/>
                <a:ea typeface="MS PGothic" panose="020B0600070205080204" pitchFamily="34" charset="-128"/>
              </a:defRPr>
            </a:lvl1pPr>
            <a:lvl2pPr marL="742950" indent="-285750" eaLnBrk="0" hangingPunct="0">
              <a:defRPr sz="2000">
                <a:solidFill>
                  <a:srgbClr val="FFFFFF"/>
                </a:solidFill>
                <a:latin typeface="Times New Roman" panose="02020603050405020304" pitchFamily="18" charset="0"/>
                <a:ea typeface="MS PGothic" panose="020B0600070205080204" pitchFamily="34" charset="-128"/>
              </a:defRPr>
            </a:lvl2pPr>
            <a:lvl3pPr marL="1143000" indent="-228600" eaLnBrk="0" hangingPunct="0">
              <a:defRPr sz="2000">
                <a:solidFill>
                  <a:srgbClr val="FFFFFF"/>
                </a:solidFill>
                <a:latin typeface="Times New Roman" panose="02020603050405020304" pitchFamily="18" charset="0"/>
                <a:ea typeface="MS PGothic" panose="020B0600070205080204" pitchFamily="34" charset="-128"/>
              </a:defRPr>
            </a:lvl3pPr>
            <a:lvl4pPr marL="1600200" indent="-228600" eaLnBrk="0" hangingPunct="0">
              <a:defRPr sz="2000">
                <a:solidFill>
                  <a:srgbClr val="FFFFFF"/>
                </a:solidFill>
                <a:latin typeface="Times New Roman" panose="02020603050405020304" pitchFamily="18" charset="0"/>
                <a:ea typeface="MS PGothic" panose="020B0600070205080204" pitchFamily="34" charset="-128"/>
              </a:defRPr>
            </a:lvl4pPr>
            <a:lvl5pPr marL="2057400" indent="-228600" eaLnBrk="0" hangingPunct="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eaLnBrk="1" hangingPunct="1"/>
            <a:endParaRPr lang="en-US" altLang="en-US"/>
          </a:p>
        </p:txBody>
      </p:sp>
      <p:pic>
        <p:nvPicPr>
          <p:cNvPr id="1041" name="Picture 24" descr="UTM-English.gif">
            <a:extLst>
              <a:ext uri="{FF2B5EF4-FFF2-40B4-BE49-F238E27FC236}">
                <a16:creationId xmlns:a16="http://schemas.microsoft.com/office/drawing/2014/main" id="{9D904C87-73EE-450C-BE21-7670CEA7864E}"/>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76200" y="0"/>
            <a:ext cx="2209800"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127793"/>
      </p:ext>
    </p:extLst>
  </p:cSld>
  <p:clrMap bg1="lt1" tx1="dk1" bg2="lt2" tx2="dk2" accent1="accent1" accent2="accent2" accent3="accent3" accent4="accent4" accent5="accent5" accent6="accent6" hlink="hlink" folHlink="folHlink"/>
  <p:sldLayoutIdLst>
    <p:sldLayoutId id="2147484244" r:id="rId1"/>
    <p:sldLayoutId id="2147484245" r:id="rId2"/>
    <p:sldLayoutId id="2147484246" r:id="rId3"/>
    <p:sldLayoutId id="2147484247" r:id="rId4"/>
    <p:sldLayoutId id="2147484248" r:id="rId5"/>
    <p:sldLayoutId id="2147484249" r:id="rId6"/>
    <p:sldLayoutId id="2147484250" r:id="rId7"/>
    <p:sldLayoutId id="2147484251" r:id="rId8"/>
    <p:sldLayoutId id="2147484252" r:id="rId9"/>
    <p:sldLayoutId id="2147484253" r:id="rId10"/>
    <p:sldLayoutId id="2147484254" r:id="rId11"/>
    <p:sldLayoutId id="2147484255" r:id="rId12"/>
  </p:sldLayoutIdLst>
  <p:hf hdr="0" ftr="0" dt="0"/>
  <p:txStyles>
    <p:titleStyle>
      <a:lvl1pPr algn="ctr" rtl="0" eaLnBrk="0" fontAlgn="base" hangingPunct="0">
        <a:spcBef>
          <a:spcPct val="0"/>
        </a:spcBef>
        <a:spcAft>
          <a:spcPct val="0"/>
        </a:spcAft>
        <a:defRPr sz="3600">
          <a:solidFill>
            <a:srgbClr val="0070C0"/>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3600">
          <a:solidFill>
            <a:srgbClr val="0070C0"/>
          </a:solidFill>
          <a:latin typeface="Arial" charset="0"/>
          <a:ea typeface="MS PGothic" panose="020B0600070205080204" pitchFamily="34" charset="-128"/>
          <a:cs typeface="ＭＳ Ｐゴシック" charset="0"/>
        </a:defRPr>
      </a:lvl2pPr>
      <a:lvl3pPr algn="ctr" rtl="0" eaLnBrk="0" fontAlgn="base" hangingPunct="0">
        <a:spcBef>
          <a:spcPct val="0"/>
        </a:spcBef>
        <a:spcAft>
          <a:spcPct val="0"/>
        </a:spcAft>
        <a:defRPr sz="3600">
          <a:solidFill>
            <a:srgbClr val="0070C0"/>
          </a:solidFill>
          <a:latin typeface="Arial" charset="0"/>
          <a:ea typeface="MS PGothic" panose="020B0600070205080204" pitchFamily="34" charset="-128"/>
          <a:cs typeface="ＭＳ Ｐゴシック" charset="0"/>
        </a:defRPr>
      </a:lvl3pPr>
      <a:lvl4pPr algn="ctr" rtl="0" eaLnBrk="0" fontAlgn="base" hangingPunct="0">
        <a:spcBef>
          <a:spcPct val="0"/>
        </a:spcBef>
        <a:spcAft>
          <a:spcPct val="0"/>
        </a:spcAft>
        <a:defRPr sz="3600">
          <a:solidFill>
            <a:srgbClr val="0070C0"/>
          </a:solidFill>
          <a:latin typeface="Arial" charset="0"/>
          <a:ea typeface="MS PGothic" panose="020B0600070205080204" pitchFamily="34" charset="-128"/>
          <a:cs typeface="ＭＳ Ｐゴシック" charset="0"/>
        </a:defRPr>
      </a:lvl4pPr>
      <a:lvl5pPr algn="ctr" rtl="0" eaLnBrk="0" fontAlgn="base" hangingPunct="0">
        <a:spcBef>
          <a:spcPct val="0"/>
        </a:spcBef>
        <a:spcAft>
          <a:spcPct val="0"/>
        </a:spcAft>
        <a:defRPr sz="3600">
          <a:solidFill>
            <a:srgbClr val="0070C0"/>
          </a:solidFill>
          <a:latin typeface="Arial" charset="0"/>
          <a:ea typeface="MS PGothic" panose="020B0600070205080204" pitchFamily="34" charset="-128"/>
          <a:cs typeface="ＭＳ Ｐゴシック" charset="0"/>
        </a:defRPr>
      </a:lvl5pPr>
      <a:lvl6pPr marL="457200" algn="ctr" rtl="0" fontAlgn="base">
        <a:spcBef>
          <a:spcPct val="0"/>
        </a:spcBef>
        <a:spcAft>
          <a:spcPct val="0"/>
        </a:spcAft>
        <a:defRPr sz="3600">
          <a:solidFill>
            <a:srgbClr val="222222"/>
          </a:solidFill>
          <a:latin typeface="Arial" charset="0"/>
        </a:defRPr>
      </a:lvl6pPr>
      <a:lvl7pPr marL="914400" algn="ctr" rtl="0" fontAlgn="base">
        <a:spcBef>
          <a:spcPct val="0"/>
        </a:spcBef>
        <a:spcAft>
          <a:spcPct val="0"/>
        </a:spcAft>
        <a:defRPr sz="3600">
          <a:solidFill>
            <a:srgbClr val="222222"/>
          </a:solidFill>
          <a:latin typeface="Arial" charset="0"/>
        </a:defRPr>
      </a:lvl7pPr>
      <a:lvl8pPr marL="1371600" algn="ctr" rtl="0" fontAlgn="base">
        <a:spcBef>
          <a:spcPct val="0"/>
        </a:spcBef>
        <a:spcAft>
          <a:spcPct val="0"/>
        </a:spcAft>
        <a:defRPr sz="3600">
          <a:solidFill>
            <a:srgbClr val="222222"/>
          </a:solidFill>
          <a:latin typeface="Arial" charset="0"/>
        </a:defRPr>
      </a:lvl8pPr>
      <a:lvl9pPr marL="1828800" algn="ctr" rtl="0" fontAlgn="base">
        <a:spcBef>
          <a:spcPct val="0"/>
        </a:spcBef>
        <a:spcAft>
          <a:spcPct val="0"/>
        </a:spcAft>
        <a:defRPr sz="3600">
          <a:solidFill>
            <a:srgbClr val="222222"/>
          </a:solidFill>
          <a:latin typeface="Arial" charset="0"/>
        </a:defRPr>
      </a:lvl9pPr>
    </p:titleStyle>
    <p:bodyStyle>
      <a:lvl1pPr marL="342900" indent="-342900" algn="l" rtl="0" eaLnBrk="0" fontAlgn="base" hangingPunct="0">
        <a:spcBef>
          <a:spcPct val="20000"/>
        </a:spcBef>
        <a:spcAft>
          <a:spcPct val="0"/>
        </a:spcAft>
        <a:buChar char="•"/>
        <a:defRPr sz="2600">
          <a:solidFill>
            <a:srgbClr val="222222"/>
          </a:solidFill>
          <a:latin typeface="+mn-lt"/>
          <a:ea typeface="MS PGothic" panose="020B0600070205080204" pitchFamily="34" charset="-128"/>
          <a:cs typeface="ＭＳ Ｐゴシック" charset="0"/>
        </a:defRPr>
      </a:lvl1pPr>
      <a:lvl2pPr marL="742950" indent="-285750" algn="l" rtl="0" eaLnBrk="0" fontAlgn="base" hangingPunct="0">
        <a:spcBef>
          <a:spcPct val="20000"/>
        </a:spcBef>
        <a:spcAft>
          <a:spcPct val="0"/>
        </a:spcAft>
        <a:buChar char="–"/>
        <a:defRPr sz="2400">
          <a:solidFill>
            <a:srgbClr val="222222"/>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200">
          <a:solidFill>
            <a:srgbClr val="222222"/>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200">
          <a:solidFill>
            <a:srgbClr val="222222"/>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MS PGothic" panose="020B0600070205080204" pitchFamily="34" charset="-128"/>
        </a:defRPr>
      </a:lvl5pPr>
      <a:lvl6pPr marL="2514600" indent="-228600" algn="l" rtl="0" fontAlgn="base">
        <a:spcBef>
          <a:spcPct val="20000"/>
        </a:spcBef>
        <a:spcAft>
          <a:spcPct val="0"/>
        </a:spcAft>
        <a:buChar char="»"/>
        <a:defRPr sz="2000">
          <a:solidFill>
            <a:schemeClr val="tx1"/>
          </a:solidFill>
          <a:latin typeface="Times New Roman" pitchFamily="18" charset="0"/>
        </a:defRPr>
      </a:lvl6pPr>
      <a:lvl7pPr marL="2971800" indent="-228600" algn="l" rtl="0" fontAlgn="base">
        <a:spcBef>
          <a:spcPct val="20000"/>
        </a:spcBef>
        <a:spcAft>
          <a:spcPct val="0"/>
        </a:spcAft>
        <a:buChar char="»"/>
        <a:defRPr sz="2000">
          <a:solidFill>
            <a:schemeClr val="tx1"/>
          </a:solidFill>
          <a:latin typeface="Times New Roman" pitchFamily="18" charset="0"/>
        </a:defRPr>
      </a:lvl7pPr>
      <a:lvl8pPr marL="3429000" indent="-228600" algn="l" rtl="0" fontAlgn="base">
        <a:spcBef>
          <a:spcPct val="20000"/>
        </a:spcBef>
        <a:spcAft>
          <a:spcPct val="0"/>
        </a:spcAft>
        <a:buChar char="»"/>
        <a:defRPr sz="2000">
          <a:solidFill>
            <a:schemeClr val="tx1"/>
          </a:solidFill>
          <a:latin typeface="Times New Roman" pitchFamily="18" charset="0"/>
        </a:defRPr>
      </a:lvl8pPr>
      <a:lvl9pPr marL="3886200" indent="-228600" algn="l" rtl="0" fontAlgn="base">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1026" name="Folded Corner 10">
            <a:extLst>
              <a:ext uri="{FF2B5EF4-FFF2-40B4-BE49-F238E27FC236}">
                <a16:creationId xmlns:a16="http://schemas.microsoft.com/office/drawing/2014/main" id="{660CDCB9-4BE1-488A-A0A2-A33863C5EB30}"/>
              </a:ext>
            </a:extLst>
          </p:cNvPr>
          <p:cNvSpPr>
            <a:spLocks noChangeArrowheads="1"/>
          </p:cNvSpPr>
          <p:nvPr/>
        </p:nvSpPr>
        <p:spPr bwMode="auto">
          <a:xfrm>
            <a:off x="152400" y="609600"/>
            <a:ext cx="8839200" cy="6096000"/>
          </a:xfrm>
          <a:prstGeom prst="foldedCorner">
            <a:avLst>
              <a:gd name="adj" fmla="val 16667"/>
            </a:avLst>
          </a:prstGeom>
          <a:noFill/>
          <a:ln w="12700">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rgbClr val="FFFFFF"/>
                </a:solidFill>
                <a:latin typeface="Times New Roman" panose="02020603050405020304" pitchFamily="18" charset="0"/>
                <a:ea typeface="MS PGothic" panose="020B0600070205080204" pitchFamily="34" charset="-128"/>
              </a:defRPr>
            </a:lvl1pPr>
            <a:lvl2pPr marL="742950" indent="-285750" eaLnBrk="0" hangingPunct="0">
              <a:defRPr sz="2000">
                <a:solidFill>
                  <a:srgbClr val="FFFFFF"/>
                </a:solidFill>
                <a:latin typeface="Times New Roman" panose="02020603050405020304" pitchFamily="18" charset="0"/>
                <a:ea typeface="MS PGothic" panose="020B0600070205080204" pitchFamily="34" charset="-128"/>
              </a:defRPr>
            </a:lvl2pPr>
            <a:lvl3pPr marL="1143000" indent="-228600" eaLnBrk="0" hangingPunct="0">
              <a:defRPr sz="2000">
                <a:solidFill>
                  <a:srgbClr val="FFFFFF"/>
                </a:solidFill>
                <a:latin typeface="Times New Roman" panose="02020603050405020304" pitchFamily="18" charset="0"/>
                <a:ea typeface="MS PGothic" panose="020B0600070205080204" pitchFamily="34" charset="-128"/>
              </a:defRPr>
            </a:lvl3pPr>
            <a:lvl4pPr marL="1600200" indent="-228600" eaLnBrk="0" hangingPunct="0">
              <a:defRPr sz="2000">
                <a:solidFill>
                  <a:srgbClr val="FFFFFF"/>
                </a:solidFill>
                <a:latin typeface="Times New Roman" panose="02020603050405020304" pitchFamily="18" charset="0"/>
                <a:ea typeface="MS PGothic" panose="020B0600070205080204" pitchFamily="34" charset="-128"/>
              </a:defRPr>
            </a:lvl4pPr>
            <a:lvl5pPr marL="2057400" indent="-228600" eaLnBrk="0" hangingPunct="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eaLnBrk="1" hangingPunct="1"/>
            <a:endParaRPr lang="en-US" altLang="en-US"/>
          </a:p>
        </p:txBody>
      </p:sp>
      <p:sp>
        <p:nvSpPr>
          <p:cNvPr id="1027" name="Rectangle 2">
            <a:extLst>
              <a:ext uri="{FF2B5EF4-FFF2-40B4-BE49-F238E27FC236}">
                <a16:creationId xmlns:a16="http://schemas.microsoft.com/office/drawing/2014/main" id="{6C879C71-84A6-4057-8802-9ACE65437E38}"/>
              </a:ext>
            </a:extLst>
          </p:cNvPr>
          <p:cNvSpPr>
            <a:spLocks noGrp="1" noChangeArrowheads="1"/>
          </p:cNvSpPr>
          <p:nvPr>
            <p:ph type="title"/>
          </p:nvPr>
        </p:nvSpPr>
        <p:spPr bwMode="auto">
          <a:xfrm>
            <a:off x="533400" y="1066800"/>
            <a:ext cx="8077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a:extLst>
              <a:ext uri="{FF2B5EF4-FFF2-40B4-BE49-F238E27FC236}">
                <a16:creationId xmlns:a16="http://schemas.microsoft.com/office/drawing/2014/main" id="{A000D7F3-A366-4ABD-AE8E-369ADF9B480D}"/>
              </a:ext>
            </a:extLst>
          </p:cNvPr>
          <p:cNvSpPr>
            <a:spLocks noGrp="1" noChangeArrowheads="1"/>
          </p:cNvSpPr>
          <p:nvPr>
            <p:ph type="body" idx="1"/>
          </p:nvPr>
        </p:nvSpPr>
        <p:spPr bwMode="auto">
          <a:xfrm>
            <a:off x="533400" y="2286000"/>
            <a:ext cx="80772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p:txBody>
      </p:sp>
      <p:sp>
        <p:nvSpPr>
          <p:cNvPr id="3" name="Rectangle 6">
            <a:extLst>
              <a:ext uri="{FF2B5EF4-FFF2-40B4-BE49-F238E27FC236}">
                <a16:creationId xmlns:a16="http://schemas.microsoft.com/office/drawing/2014/main" id="{AA071707-47A9-41B0-AFF7-54E5DE8389CA}"/>
              </a:ext>
            </a:extLst>
          </p:cNvPr>
          <p:cNvSpPr>
            <a:spLocks noGrp="1" noChangeArrowheads="1"/>
          </p:cNvSpPr>
          <p:nvPr>
            <p:ph type="sldNum" sz="quarter" idx="4"/>
          </p:nvPr>
        </p:nvSpPr>
        <p:spPr bwMode="auto">
          <a:xfrm>
            <a:off x="6934200" y="6477000"/>
            <a:ext cx="20574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solidFill>
                  <a:schemeClr val="bg1"/>
                </a:solidFill>
                <a:latin typeface="Arial" panose="020B0604020202020204" pitchFamily="34" charset="0"/>
                <a:cs typeface="Arial" panose="020B0604020202020204" pitchFamily="34" charset="0"/>
              </a:defRPr>
            </a:lvl1pPr>
          </a:lstStyle>
          <a:p>
            <a:fld id="{01570296-DD7A-4936-9571-28B624B2F1C9}" type="slidenum">
              <a:rPr lang="en-US" altLang="en-US"/>
              <a:pPr/>
              <a:t>‹#›</a:t>
            </a:fld>
            <a:endParaRPr lang="en-US" altLang="en-US"/>
          </a:p>
        </p:txBody>
      </p:sp>
      <p:sp>
        <p:nvSpPr>
          <p:cNvPr id="6" name="Rectangle 5">
            <a:extLst>
              <a:ext uri="{FF2B5EF4-FFF2-40B4-BE49-F238E27FC236}">
                <a16:creationId xmlns:a16="http://schemas.microsoft.com/office/drawing/2014/main" id="{8592ADB2-AD47-4B33-BC1A-9A0C9E39E02C}"/>
              </a:ext>
            </a:extLst>
          </p:cNvPr>
          <p:cNvSpPr/>
          <p:nvPr/>
        </p:nvSpPr>
        <p:spPr bwMode="auto">
          <a:xfrm>
            <a:off x="0" y="76200"/>
            <a:ext cx="9144000" cy="4572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a:defRPr/>
            </a:pPr>
            <a:endParaRPr lang="en-US" sz="1100" i="1">
              <a:ea typeface="+mn-ea"/>
            </a:endParaRPr>
          </a:p>
        </p:txBody>
      </p:sp>
      <p:sp>
        <p:nvSpPr>
          <p:cNvPr id="9" name="Rectangle 5">
            <a:extLst>
              <a:ext uri="{FF2B5EF4-FFF2-40B4-BE49-F238E27FC236}">
                <a16:creationId xmlns:a16="http://schemas.microsoft.com/office/drawing/2014/main" id="{4646A41A-4E8B-4FBD-BEF0-BE4A7CBED69E}"/>
              </a:ext>
            </a:extLst>
          </p:cNvPr>
          <p:cNvSpPr txBox="1">
            <a:spLocks noChangeArrowheads="1"/>
          </p:cNvSpPr>
          <p:nvPr/>
        </p:nvSpPr>
        <p:spPr>
          <a:xfrm>
            <a:off x="6934200" y="152400"/>
            <a:ext cx="2133600" cy="304800"/>
          </a:xfrm>
          <a:prstGeom prst="rect">
            <a:avLst/>
          </a:prstGeom>
        </p:spPr>
        <p:txBody>
          <a:bodyPr/>
          <a:lstStyle>
            <a:lvl1pPr algn="r">
              <a:defRPr sz="1400" dirty="0" smtClean="0">
                <a:solidFill>
                  <a:schemeClr val="bg1"/>
                </a:solidFill>
                <a:latin typeface="Arial" charset="0"/>
              </a:defRPr>
            </a:lvl1pPr>
          </a:lstStyle>
          <a:p>
            <a:pPr>
              <a:defRPr/>
            </a:pPr>
            <a:r>
              <a:rPr lang="en-US">
                <a:ea typeface="+mn-ea"/>
              </a:rPr>
              <a:t>Operating Systems</a:t>
            </a:r>
          </a:p>
        </p:txBody>
      </p:sp>
      <p:sp>
        <p:nvSpPr>
          <p:cNvPr id="10" name="Rectangle 9">
            <a:extLst>
              <a:ext uri="{FF2B5EF4-FFF2-40B4-BE49-F238E27FC236}">
                <a16:creationId xmlns:a16="http://schemas.microsoft.com/office/drawing/2014/main" id="{0F579163-D04C-4A70-9917-3B9C78728897}"/>
              </a:ext>
            </a:extLst>
          </p:cNvPr>
          <p:cNvSpPr/>
          <p:nvPr/>
        </p:nvSpPr>
        <p:spPr bwMode="auto">
          <a:xfrm rot="16200000">
            <a:off x="-609600" y="5867400"/>
            <a:ext cx="1676400" cy="304800"/>
          </a:xfrm>
          <a:prstGeom prst="rect">
            <a:avLst/>
          </a:prstGeom>
          <a:gradFill flip="none" rotWithShape="1">
            <a:gsLst>
              <a:gs pos="31000">
                <a:schemeClr val="accent6">
                  <a:lumMod val="50000"/>
                </a:schemeClr>
              </a:gs>
              <a:gs pos="0">
                <a:schemeClr val="accent6">
                  <a:lumMod val="50000"/>
                </a:schemeClr>
              </a:gs>
              <a:gs pos="100000">
                <a:schemeClr val="bg1"/>
              </a:gs>
            </a:gsLst>
            <a:path path="circle">
              <a:fillToRect l="100000" b="100000"/>
            </a:path>
            <a:tileRect t="-100000" r="-100000"/>
          </a:gradFill>
          <a:ln w="0" cap="flat" cmpd="sng" algn="ctr">
            <a:noFill/>
            <a:prstDash val="solid"/>
            <a:round/>
            <a:headEnd type="none" w="med" len="med"/>
            <a:tailEnd type="none" w="med" len="med"/>
          </a:ln>
          <a:effectLst/>
        </p:spPr>
        <p:txBody>
          <a:bodyPr/>
          <a:lstStyle/>
          <a:p>
            <a:pPr algn="r">
              <a:defRPr/>
            </a:pPr>
            <a:r>
              <a:rPr lang="en-US" sz="1400" b="1" dirty="0">
                <a:latin typeface="+mn-lt"/>
                <a:ea typeface="+mn-ea"/>
              </a:rPr>
              <a:t>Chapter</a:t>
            </a:r>
            <a:r>
              <a:rPr lang="en-US" sz="1400" dirty="0">
                <a:latin typeface="+mn-lt"/>
                <a:ea typeface="+mn-ea"/>
              </a:rPr>
              <a:t> 2</a:t>
            </a:r>
          </a:p>
        </p:txBody>
      </p:sp>
      <p:sp>
        <p:nvSpPr>
          <p:cNvPr id="8" name="Rectangle 7">
            <a:extLst>
              <a:ext uri="{FF2B5EF4-FFF2-40B4-BE49-F238E27FC236}">
                <a16:creationId xmlns:a16="http://schemas.microsoft.com/office/drawing/2014/main" id="{0B746374-2E23-4DD1-8794-07F1A0F6D5DB}"/>
              </a:ext>
            </a:extLst>
          </p:cNvPr>
          <p:cNvSpPr/>
          <p:nvPr/>
        </p:nvSpPr>
        <p:spPr bwMode="auto">
          <a:xfrm>
            <a:off x="8305800" y="6477000"/>
            <a:ext cx="838200" cy="3048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a:defRPr/>
            </a:pPr>
            <a:endParaRPr lang="en-US" sz="1100" i="1">
              <a:ea typeface="+mn-ea"/>
            </a:endParaRPr>
          </a:p>
        </p:txBody>
      </p:sp>
      <p:sp>
        <p:nvSpPr>
          <p:cNvPr id="1040" name="Rectangle 11">
            <a:extLst>
              <a:ext uri="{FF2B5EF4-FFF2-40B4-BE49-F238E27FC236}">
                <a16:creationId xmlns:a16="http://schemas.microsoft.com/office/drawing/2014/main" id="{F4A921A5-BEDA-4AB8-9848-AF0FE2EE9440}"/>
              </a:ext>
            </a:extLst>
          </p:cNvPr>
          <p:cNvSpPr>
            <a:spLocks noChangeArrowheads="1"/>
          </p:cNvSpPr>
          <p:nvPr/>
        </p:nvSpPr>
        <p:spPr bwMode="auto">
          <a:xfrm>
            <a:off x="0" y="533400"/>
            <a:ext cx="2362200" cy="381000"/>
          </a:xfrm>
          <a:prstGeom prst="rect">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000">
                <a:solidFill>
                  <a:srgbClr val="FFFFFF"/>
                </a:solidFill>
                <a:latin typeface="Times New Roman" panose="02020603050405020304" pitchFamily="18" charset="0"/>
                <a:ea typeface="MS PGothic" panose="020B0600070205080204" pitchFamily="34" charset="-128"/>
              </a:defRPr>
            </a:lvl1pPr>
            <a:lvl2pPr marL="742950" indent="-285750" eaLnBrk="0" hangingPunct="0">
              <a:defRPr sz="2000">
                <a:solidFill>
                  <a:srgbClr val="FFFFFF"/>
                </a:solidFill>
                <a:latin typeface="Times New Roman" panose="02020603050405020304" pitchFamily="18" charset="0"/>
                <a:ea typeface="MS PGothic" panose="020B0600070205080204" pitchFamily="34" charset="-128"/>
              </a:defRPr>
            </a:lvl2pPr>
            <a:lvl3pPr marL="1143000" indent="-228600" eaLnBrk="0" hangingPunct="0">
              <a:defRPr sz="2000">
                <a:solidFill>
                  <a:srgbClr val="FFFFFF"/>
                </a:solidFill>
                <a:latin typeface="Times New Roman" panose="02020603050405020304" pitchFamily="18" charset="0"/>
                <a:ea typeface="MS PGothic" panose="020B0600070205080204" pitchFamily="34" charset="-128"/>
              </a:defRPr>
            </a:lvl3pPr>
            <a:lvl4pPr marL="1600200" indent="-228600" eaLnBrk="0" hangingPunct="0">
              <a:defRPr sz="2000">
                <a:solidFill>
                  <a:srgbClr val="FFFFFF"/>
                </a:solidFill>
                <a:latin typeface="Times New Roman" panose="02020603050405020304" pitchFamily="18" charset="0"/>
                <a:ea typeface="MS PGothic" panose="020B0600070205080204" pitchFamily="34" charset="-128"/>
              </a:defRPr>
            </a:lvl4pPr>
            <a:lvl5pPr marL="2057400" indent="-228600" eaLnBrk="0" hangingPunct="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eaLnBrk="1" hangingPunct="1"/>
            <a:endParaRPr lang="en-US" altLang="en-US"/>
          </a:p>
        </p:txBody>
      </p:sp>
      <p:pic>
        <p:nvPicPr>
          <p:cNvPr id="1041" name="Picture 24" descr="UTM-English.gif">
            <a:extLst>
              <a:ext uri="{FF2B5EF4-FFF2-40B4-BE49-F238E27FC236}">
                <a16:creationId xmlns:a16="http://schemas.microsoft.com/office/drawing/2014/main" id="{CB3CD161-0E86-40F5-8403-E207947F1A9E}"/>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76200" y="0"/>
            <a:ext cx="2209800"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10041402"/>
      </p:ext>
    </p:extLst>
  </p:cSld>
  <p:clrMap bg1="lt1" tx1="dk1" bg2="lt2" tx2="dk2" accent1="accent1" accent2="accent2" accent3="accent3" accent4="accent4" accent5="accent5" accent6="accent6" hlink="hlink" folHlink="folHlink"/>
  <p:sldLayoutIdLst>
    <p:sldLayoutId id="2147484269" r:id="rId1"/>
    <p:sldLayoutId id="2147484270" r:id="rId2"/>
    <p:sldLayoutId id="2147484271" r:id="rId3"/>
    <p:sldLayoutId id="2147484272" r:id="rId4"/>
    <p:sldLayoutId id="2147484273" r:id="rId5"/>
    <p:sldLayoutId id="2147484274" r:id="rId6"/>
    <p:sldLayoutId id="2147484275" r:id="rId7"/>
    <p:sldLayoutId id="2147484276" r:id="rId8"/>
    <p:sldLayoutId id="2147484277" r:id="rId9"/>
    <p:sldLayoutId id="2147484278" r:id="rId10"/>
    <p:sldLayoutId id="2147484279" r:id="rId11"/>
    <p:sldLayoutId id="2147484280" r:id="rId12"/>
  </p:sldLayoutIdLst>
  <p:hf hdr="0" ftr="0" dt="0"/>
  <p:txStyles>
    <p:titleStyle>
      <a:lvl1pPr algn="ctr" rtl="0" eaLnBrk="0" fontAlgn="base" hangingPunct="0">
        <a:spcBef>
          <a:spcPct val="0"/>
        </a:spcBef>
        <a:spcAft>
          <a:spcPct val="0"/>
        </a:spcAft>
        <a:defRPr sz="3600">
          <a:solidFill>
            <a:srgbClr val="0070C0"/>
          </a:solidFill>
          <a:latin typeface="+mj-lt"/>
          <a:ea typeface="MS PGothic" panose="020B0600070205080204" pitchFamily="34" charset="-128"/>
          <a:cs typeface="ＭＳ Ｐゴシック" charset="0"/>
        </a:defRPr>
      </a:lvl1pPr>
      <a:lvl2pPr algn="ctr" rtl="0" eaLnBrk="0" fontAlgn="base" hangingPunct="0">
        <a:spcBef>
          <a:spcPct val="0"/>
        </a:spcBef>
        <a:spcAft>
          <a:spcPct val="0"/>
        </a:spcAft>
        <a:defRPr sz="3600">
          <a:solidFill>
            <a:srgbClr val="0070C0"/>
          </a:solidFill>
          <a:latin typeface="Arial" charset="0"/>
          <a:ea typeface="MS PGothic" panose="020B0600070205080204" pitchFamily="34" charset="-128"/>
          <a:cs typeface="ＭＳ Ｐゴシック" charset="0"/>
        </a:defRPr>
      </a:lvl2pPr>
      <a:lvl3pPr algn="ctr" rtl="0" eaLnBrk="0" fontAlgn="base" hangingPunct="0">
        <a:spcBef>
          <a:spcPct val="0"/>
        </a:spcBef>
        <a:spcAft>
          <a:spcPct val="0"/>
        </a:spcAft>
        <a:defRPr sz="3600">
          <a:solidFill>
            <a:srgbClr val="0070C0"/>
          </a:solidFill>
          <a:latin typeface="Arial" charset="0"/>
          <a:ea typeface="MS PGothic" panose="020B0600070205080204" pitchFamily="34" charset="-128"/>
          <a:cs typeface="ＭＳ Ｐゴシック" charset="0"/>
        </a:defRPr>
      </a:lvl3pPr>
      <a:lvl4pPr algn="ctr" rtl="0" eaLnBrk="0" fontAlgn="base" hangingPunct="0">
        <a:spcBef>
          <a:spcPct val="0"/>
        </a:spcBef>
        <a:spcAft>
          <a:spcPct val="0"/>
        </a:spcAft>
        <a:defRPr sz="3600">
          <a:solidFill>
            <a:srgbClr val="0070C0"/>
          </a:solidFill>
          <a:latin typeface="Arial" charset="0"/>
          <a:ea typeface="MS PGothic" panose="020B0600070205080204" pitchFamily="34" charset="-128"/>
          <a:cs typeface="ＭＳ Ｐゴシック" charset="0"/>
        </a:defRPr>
      </a:lvl4pPr>
      <a:lvl5pPr algn="ctr" rtl="0" eaLnBrk="0" fontAlgn="base" hangingPunct="0">
        <a:spcBef>
          <a:spcPct val="0"/>
        </a:spcBef>
        <a:spcAft>
          <a:spcPct val="0"/>
        </a:spcAft>
        <a:defRPr sz="3600">
          <a:solidFill>
            <a:srgbClr val="0070C0"/>
          </a:solidFill>
          <a:latin typeface="Arial" charset="0"/>
          <a:ea typeface="MS PGothic" panose="020B0600070205080204" pitchFamily="34" charset="-128"/>
          <a:cs typeface="ＭＳ Ｐゴシック" charset="0"/>
        </a:defRPr>
      </a:lvl5pPr>
      <a:lvl6pPr marL="457200" algn="ctr" rtl="0" fontAlgn="base">
        <a:spcBef>
          <a:spcPct val="0"/>
        </a:spcBef>
        <a:spcAft>
          <a:spcPct val="0"/>
        </a:spcAft>
        <a:defRPr sz="3600">
          <a:solidFill>
            <a:srgbClr val="222222"/>
          </a:solidFill>
          <a:latin typeface="Arial" charset="0"/>
        </a:defRPr>
      </a:lvl6pPr>
      <a:lvl7pPr marL="914400" algn="ctr" rtl="0" fontAlgn="base">
        <a:spcBef>
          <a:spcPct val="0"/>
        </a:spcBef>
        <a:spcAft>
          <a:spcPct val="0"/>
        </a:spcAft>
        <a:defRPr sz="3600">
          <a:solidFill>
            <a:srgbClr val="222222"/>
          </a:solidFill>
          <a:latin typeface="Arial" charset="0"/>
        </a:defRPr>
      </a:lvl7pPr>
      <a:lvl8pPr marL="1371600" algn="ctr" rtl="0" fontAlgn="base">
        <a:spcBef>
          <a:spcPct val="0"/>
        </a:spcBef>
        <a:spcAft>
          <a:spcPct val="0"/>
        </a:spcAft>
        <a:defRPr sz="3600">
          <a:solidFill>
            <a:srgbClr val="222222"/>
          </a:solidFill>
          <a:latin typeface="Arial" charset="0"/>
        </a:defRPr>
      </a:lvl8pPr>
      <a:lvl9pPr marL="1828800" algn="ctr" rtl="0" fontAlgn="base">
        <a:spcBef>
          <a:spcPct val="0"/>
        </a:spcBef>
        <a:spcAft>
          <a:spcPct val="0"/>
        </a:spcAft>
        <a:defRPr sz="3600">
          <a:solidFill>
            <a:srgbClr val="222222"/>
          </a:solidFill>
          <a:latin typeface="Arial" charset="0"/>
        </a:defRPr>
      </a:lvl9pPr>
    </p:titleStyle>
    <p:bodyStyle>
      <a:lvl1pPr marL="342900" indent="-342900" algn="l" rtl="0" eaLnBrk="0" fontAlgn="base" hangingPunct="0">
        <a:spcBef>
          <a:spcPct val="20000"/>
        </a:spcBef>
        <a:spcAft>
          <a:spcPct val="0"/>
        </a:spcAft>
        <a:buChar char="•"/>
        <a:defRPr sz="2600">
          <a:solidFill>
            <a:srgbClr val="222222"/>
          </a:solidFill>
          <a:latin typeface="+mn-lt"/>
          <a:ea typeface="MS PGothic" panose="020B0600070205080204" pitchFamily="34" charset="-128"/>
          <a:cs typeface="ＭＳ Ｐゴシック" charset="0"/>
        </a:defRPr>
      </a:lvl1pPr>
      <a:lvl2pPr marL="742950" indent="-285750" algn="l" rtl="0" eaLnBrk="0" fontAlgn="base" hangingPunct="0">
        <a:spcBef>
          <a:spcPct val="20000"/>
        </a:spcBef>
        <a:spcAft>
          <a:spcPct val="0"/>
        </a:spcAft>
        <a:buChar char="–"/>
        <a:defRPr sz="2400">
          <a:solidFill>
            <a:srgbClr val="222222"/>
          </a:solidFill>
          <a:latin typeface="+mn-lt"/>
          <a:ea typeface="MS PGothic" panose="020B0600070205080204" pitchFamily="34" charset="-128"/>
        </a:defRPr>
      </a:lvl2pPr>
      <a:lvl3pPr marL="1143000" indent="-228600" algn="l" rtl="0" eaLnBrk="0" fontAlgn="base" hangingPunct="0">
        <a:spcBef>
          <a:spcPct val="20000"/>
        </a:spcBef>
        <a:spcAft>
          <a:spcPct val="0"/>
        </a:spcAft>
        <a:buChar char="•"/>
        <a:defRPr sz="2200">
          <a:solidFill>
            <a:srgbClr val="222222"/>
          </a:solidFill>
          <a:latin typeface="+mn-lt"/>
          <a:ea typeface="MS PGothic" panose="020B0600070205080204" pitchFamily="34" charset="-128"/>
        </a:defRPr>
      </a:lvl3pPr>
      <a:lvl4pPr marL="1600200" indent="-228600" algn="l" rtl="0" eaLnBrk="0" fontAlgn="base" hangingPunct="0">
        <a:spcBef>
          <a:spcPct val="20000"/>
        </a:spcBef>
        <a:spcAft>
          <a:spcPct val="0"/>
        </a:spcAft>
        <a:buChar char="–"/>
        <a:defRPr sz="2200">
          <a:solidFill>
            <a:srgbClr val="222222"/>
          </a:solidFill>
          <a:latin typeface="+mn-lt"/>
          <a:ea typeface="MS PGothic" panose="020B0600070205080204" pitchFamily="34" charset="-128"/>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MS PGothic" panose="020B0600070205080204" pitchFamily="34" charset="-128"/>
        </a:defRPr>
      </a:lvl5pPr>
      <a:lvl6pPr marL="2514600" indent="-228600" algn="l" rtl="0" fontAlgn="base">
        <a:spcBef>
          <a:spcPct val="20000"/>
        </a:spcBef>
        <a:spcAft>
          <a:spcPct val="0"/>
        </a:spcAft>
        <a:buChar char="»"/>
        <a:defRPr sz="2000">
          <a:solidFill>
            <a:schemeClr val="tx1"/>
          </a:solidFill>
          <a:latin typeface="Times New Roman" pitchFamily="18" charset="0"/>
        </a:defRPr>
      </a:lvl6pPr>
      <a:lvl7pPr marL="2971800" indent="-228600" algn="l" rtl="0" fontAlgn="base">
        <a:spcBef>
          <a:spcPct val="20000"/>
        </a:spcBef>
        <a:spcAft>
          <a:spcPct val="0"/>
        </a:spcAft>
        <a:buChar char="»"/>
        <a:defRPr sz="2000">
          <a:solidFill>
            <a:schemeClr val="tx1"/>
          </a:solidFill>
          <a:latin typeface="Times New Roman" pitchFamily="18" charset="0"/>
        </a:defRPr>
      </a:lvl7pPr>
      <a:lvl8pPr marL="3429000" indent="-228600" algn="l" rtl="0" fontAlgn="base">
        <a:spcBef>
          <a:spcPct val="20000"/>
        </a:spcBef>
        <a:spcAft>
          <a:spcPct val="0"/>
        </a:spcAft>
        <a:buChar char="»"/>
        <a:defRPr sz="2000">
          <a:solidFill>
            <a:schemeClr val="tx1"/>
          </a:solidFill>
          <a:latin typeface="Times New Roman" pitchFamily="18" charset="0"/>
        </a:defRPr>
      </a:lvl8pPr>
      <a:lvl9pPr marL="3886200" indent="-228600" algn="l" rtl="0" fontAlgn="base">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accent1"/>
        </a:solidFill>
        <a:effectLst/>
      </p:bgPr>
    </p:bg>
    <p:spTree>
      <p:nvGrpSpPr>
        <p:cNvPr id="1" name=""/>
        <p:cNvGrpSpPr/>
        <p:nvPr/>
      </p:nvGrpSpPr>
      <p:grpSpPr>
        <a:xfrm>
          <a:off x="0" y="0"/>
          <a:ext cx="0" cy="0"/>
          <a:chOff x="0" y="0"/>
          <a:chExt cx="0" cy="0"/>
        </a:xfrm>
      </p:grpSpPr>
      <p:sp>
        <p:nvSpPr>
          <p:cNvPr id="1026" name="Folded Corner 10">
            <a:extLst>
              <a:ext uri="{FF2B5EF4-FFF2-40B4-BE49-F238E27FC236}">
                <a16:creationId xmlns:a16="http://schemas.microsoft.com/office/drawing/2014/main" id="{C49304B6-1358-432E-81AF-B07FD5525A9A}"/>
              </a:ext>
            </a:extLst>
          </p:cNvPr>
          <p:cNvSpPr>
            <a:spLocks noChangeArrowheads="1"/>
          </p:cNvSpPr>
          <p:nvPr/>
        </p:nvSpPr>
        <p:spPr bwMode="auto">
          <a:xfrm>
            <a:off x="152400" y="609600"/>
            <a:ext cx="8839200" cy="6096000"/>
          </a:xfrm>
          <a:prstGeom prst="foldedCorner">
            <a:avLst>
              <a:gd name="adj" fmla="val 16667"/>
            </a:avLst>
          </a:prstGeom>
          <a:noFill/>
          <a:ln w="12700">
            <a:solidFill>
              <a:srgbClr val="C00000"/>
            </a:solidFill>
            <a:round/>
            <a:headEnd/>
            <a:tailEnd/>
          </a:ln>
          <a:extLst>
            <a:ext uri="{909E8E84-426E-40DD-AFC4-6F175D3DCCD1}">
              <a14:hiddenFill xmlns:a14="http://schemas.microsoft.com/office/drawing/2010/main">
                <a:solidFill>
                  <a:srgbClr val="FFFFFF"/>
                </a:solidFill>
              </a14:hiddenFill>
            </a:ext>
          </a:extLst>
        </p:spPr>
        <p:txBody>
          <a:bodyPr/>
          <a:lstStyle>
            <a:lvl1pPr>
              <a:defRPr sz="2000">
                <a:solidFill>
                  <a:srgbClr val="FFFFFF"/>
                </a:solidFill>
                <a:latin typeface="Times New Roman" panose="02020603050405020304" pitchFamily="18" charset="0"/>
                <a:ea typeface="MS PGothic" panose="020B0600070205080204" pitchFamily="34" charset="-128"/>
              </a:defRPr>
            </a:lvl1pPr>
            <a:lvl2pPr marL="742950" indent="-285750">
              <a:defRPr sz="2000">
                <a:solidFill>
                  <a:srgbClr val="FFFFFF"/>
                </a:solidFill>
                <a:latin typeface="Times New Roman" panose="02020603050405020304" pitchFamily="18" charset="0"/>
                <a:ea typeface="MS PGothic" panose="020B0600070205080204" pitchFamily="34" charset="-128"/>
              </a:defRPr>
            </a:lvl2pPr>
            <a:lvl3pPr marL="1143000" indent="-228600">
              <a:defRPr sz="2000">
                <a:solidFill>
                  <a:srgbClr val="FFFFFF"/>
                </a:solidFill>
                <a:latin typeface="Times New Roman" panose="02020603050405020304" pitchFamily="18" charset="0"/>
                <a:ea typeface="MS PGothic" panose="020B0600070205080204" pitchFamily="34" charset="-128"/>
              </a:defRPr>
            </a:lvl3pPr>
            <a:lvl4pPr marL="1600200" indent="-228600">
              <a:defRPr sz="2000">
                <a:solidFill>
                  <a:srgbClr val="FFFFFF"/>
                </a:solidFill>
                <a:latin typeface="Times New Roman" panose="02020603050405020304" pitchFamily="18" charset="0"/>
                <a:ea typeface="MS PGothic" panose="020B0600070205080204" pitchFamily="34" charset="-128"/>
              </a:defRPr>
            </a:lvl4pPr>
            <a:lvl5pPr marL="2057400" indent="-22860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eaLnBrk="1" hangingPunct="1"/>
            <a:endParaRPr lang="en-US" altLang="en-US"/>
          </a:p>
        </p:txBody>
      </p:sp>
      <p:sp>
        <p:nvSpPr>
          <p:cNvPr id="1027" name="Rectangle 2">
            <a:extLst>
              <a:ext uri="{FF2B5EF4-FFF2-40B4-BE49-F238E27FC236}">
                <a16:creationId xmlns:a16="http://schemas.microsoft.com/office/drawing/2014/main" id="{731FC8A1-8D45-42F2-B43A-C8105744BD2C}"/>
              </a:ext>
            </a:extLst>
          </p:cNvPr>
          <p:cNvSpPr>
            <a:spLocks noGrp="1" noChangeArrowheads="1"/>
          </p:cNvSpPr>
          <p:nvPr>
            <p:ph type="title"/>
          </p:nvPr>
        </p:nvSpPr>
        <p:spPr bwMode="auto">
          <a:xfrm>
            <a:off x="533400" y="1066800"/>
            <a:ext cx="8077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8" name="Rectangle 3">
            <a:extLst>
              <a:ext uri="{FF2B5EF4-FFF2-40B4-BE49-F238E27FC236}">
                <a16:creationId xmlns:a16="http://schemas.microsoft.com/office/drawing/2014/main" id="{4273BA6B-F354-4468-B94E-BE010FD58694}"/>
              </a:ext>
            </a:extLst>
          </p:cNvPr>
          <p:cNvSpPr>
            <a:spLocks noGrp="1" noChangeArrowheads="1"/>
          </p:cNvSpPr>
          <p:nvPr>
            <p:ph type="body" idx="1"/>
          </p:nvPr>
        </p:nvSpPr>
        <p:spPr bwMode="auto">
          <a:xfrm>
            <a:off x="533400" y="2286000"/>
            <a:ext cx="8077200"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p:txBody>
      </p:sp>
      <p:sp>
        <p:nvSpPr>
          <p:cNvPr id="3" name="Rectangle 6">
            <a:extLst>
              <a:ext uri="{FF2B5EF4-FFF2-40B4-BE49-F238E27FC236}">
                <a16:creationId xmlns:a16="http://schemas.microsoft.com/office/drawing/2014/main" id="{978A8815-CA70-4065-A37D-D66C14C39DDE}"/>
              </a:ext>
            </a:extLst>
          </p:cNvPr>
          <p:cNvSpPr>
            <a:spLocks noGrp="1" noChangeArrowheads="1"/>
          </p:cNvSpPr>
          <p:nvPr>
            <p:ph type="sldNum" sz="quarter" idx="4"/>
          </p:nvPr>
        </p:nvSpPr>
        <p:spPr bwMode="auto">
          <a:xfrm>
            <a:off x="6934200" y="6477000"/>
            <a:ext cx="20574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smtClean="0">
                <a:solidFill>
                  <a:schemeClr val="bg1"/>
                </a:solidFill>
                <a:latin typeface="Arial" panose="020B0604020202020204" pitchFamily="34" charset="0"/>
                <a:cs typeface="Arial" panose="020B0604020202020204" pitchFamily="34" charset="0"/>
              </a:defRPr>
            </a:lvl1pPr>
          </a:lstStyle>
          <a:p>
            <a:pPr>
              <a:defRPr/>
            </a:pPr>
            <a:fld id="{72E84065-EECD-468F-9E5C-45A67836181E}" type="slidenum">
              <a:rPr lang="en-US" altLang="en-US"/>
              <a:pPr>
                <a:defRPr/>
              </a:pPr>
              <a:t>‹#›</a:t>
            </a:fld>
            <a:endParaRPr lang="en-US" altLang="en-US"/>
          </a:p>
        </p:txBody>
      </p:sp>
      <p:sp>
        <p:nvSpPr>
          <p:cNvPr id="6" name="Rectangle 5">
            <a:extLst>
              <a:ext uri="{FF2B5EF4-FFF2-40B4-BE49-F238E27FC236}">
                <a16:creationId xmlns:a16="http://schemas.microsoft.com/office/drawing/2014/main" id="{5FB2BF61-C757-46A4-8803-15F5C7AFE73E}"/>
              </a:ext>
            </a:extLst>
          </p:cNvPr>
          <p:cNvSpPr/>
          <p:nvPr/>
        </p:nvSpPr>
        <p:spPr bwMode="auto">
          <a:xfrm>
            <a:off x="0" y="76200"/>
            <a:ext cx="9144000" cy="4572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eaLnBrk="1" hangingPunct="1">
              <a:defRPr/>
            </a:pPr>
            <a:endParaRPr lang="en-US" sz="1100" i="1">
              <a:ea typeface="+mn-ea"/>
            </a:endParaRPr>
          </a:p>
        </p:txBody>
      </p:sp>
      <p:sp>
        <p:nvSpPr>
          <p:cNvPr id="9" name="Rectangle 5">
            <a:extLst>
              <a:ext uri="{FF2B5EF4-FFF2-40B4-BE49-F238E27FC236}">
                <a16:creationId xmlns:a16="http://schemas.microsoft.com/office/drawing/2014/main" id="{0521104B-8E00-400A-A7BD-3C253E49D812}"/>
              </a:ext>
            </a:extLst>
          </p:cNvPr>
          <p:cNvSpPr txBox="1">
            <a:spLocks noChangeArrowheads="1"/>
          </p:cNvSpPr>
          <p:nvPr/>
        </p:nvSpPr>
        <p:spPr>
          <a:xfrm>
            <a:off x="6934200" y="152400"/>
            <a:ext cx="2133600" cy="304800"/>
          </a:xfrm>
          <a:prstGeom prst="rect">
            <a:avLst/>
          </a:prstGeom>
        </p:spPr>
        <p:txBody>
          <a:bodyPr/>
          <a:lstStyle>
            <a:lvl1pPr algn="r">
              <a:defRPr sz="1400" dirty="0" smtClean="0">
                <a:solidFill>
                  <a:schemeClr val="bg1"/>
                </a:solidFill>
                <a:latin typeface="Arial" charset="0"/>
              </a:defRPr>
            </a:lvl1pPr>
          </a:lstStyle>
          <a:p>
            <a:pPr eaLnBrk="1" hangingPunct="1">
              <a:defRPr/>
            </a:pPr>
            <a:r>
              <a:rPr lang="en-US">
                <a:ea typeface="+mn-ea"/>
              </a:rPr>
              <a:t>Operating Systems</a:t>
            </a:r>
          </a:p>
        </p:txBody>
      </p:sp>
      <p:sp>
        <p:nvSpPr>
          <p:cNvPr id="10" name="Rectangle 9">
            <a:extLst>
              <a:ext uri="{FF2B5EF4-FFF2-40B4-BE49-F238E27FC236}">
                <a16:creationId xmlns:a16="http://schemas.microsoft.com/office/drawing/2014/main" id="{C276AF69-081A-461F-8432-15E85F2D5192}"/>
              </a:ext>
            </a:extLst>
          </p:cNvPr>
          <p:cNvSpPr/>
          <p:nvPr/>
        </p:nvSpPr>
        <p:spPr bwMode="auto">
          <a:xfrm rot="16200000">
            <a:off x="-609600" y="5867400"/>
            <a:ext cx="1676400" cy="304800"/>
          </a:xfrm>
          <a:prstGeom prst="rect">
            <a:avLst/>
          </a:prstGeom>
          <a:gradFill flip="none" rotWithShape="1">
            <a:gsLst>
              <a:gs pos="31000">
                <a:schemeClr val="accent6">
                  <a:lumMod val="50000"/>
                </a:schemeClr>
              </a:gs>
              <a:gs pos="0">
                <a:schemeClr val="accent6">
                  <a:lumMod val="50000"/>
                </a:schemeClr>
              </a:gs>
              <a:gs pos="100000">
                <a:schemeClr val="bg1"/>
              </a:gs>
            </a:gsLst>
            <a:path path="circle">
              <a:fillToRect l="100000" b="100000"/>
            </a:path>
            <a:tileRect t="-100000" r="-100000"/>
          </a:gradFill>
          <a:ln w="0" cap="flat" cmpd="sng" algn="ctr">
            <a:noFill/>
            <a:prstDash val="solid"/>
            <a:round/>
            <a:headEnd type="none" w="med" len="med"/>
            <a:tailEnd type="none" w="med" len="med"/>
          </a:ln>
          <a:effectLst/>
        </p:spPr>
        <p:txBody>
          <a:bodyPr/>
          <a:lstStyle/>
          <a:p>
            <a:pPr algn="r" eaLnBrk="1" hangingPunct="1">
              <a:defRPr/>
            </a:pPr>
            <a:r>
              <a:rPr lang="en-US" sz="1400" b="1" dirty="0">
                <a:latin typeface="+mn-lt"/>
                <a:ea typeface="+mn-ea"/>
              </a:rPr>
              <a:t>Chapter</a:t>
            </a:r>
            <a:r>
              <a:rPr lang="en-US" sz="1400" dirty="0">
                <a:latin typeface="+mn-lt"/>
                <a:ea typeface="+mn-ea"/>
              </a:rPr>
              <a:t> 2</a:t>
            </a:r>
          </a:p>
        </p:txBody>
      </p:sp>
      <p:sp>
        <p:nvSpPr>
          <p:cNvPr id="8" name="Rectangle 7">
            <a:extLst>
              <a:ext uri="{FF2B5EF4-FFF2-40B4-BE49-F238E27FC236}">
                <a16:creationId xmlns:a16="http://schemas.microsoft.com/office/drawing/2014/main" id="{C5E61206-5C02-4B36-B57F-A4D1C1CF5D86}"/>
              </a:ext>
            </a:extLst>
          </p:cNvPr>
          <p:cNvSpPr/>
          <p:nvPr/>
        </p:nvSpPr>
        <p:spPr bwMode="auto">
          <a:xfrm>
            <a:off x="8305800" y="6477000"/>
            <a:ext cx="838200" cy="304800"/>
          </a:xfrm>
          <a:prstGeom prst="rect">
            <a:avLst/>
          </a:prstGeom>
          <a:gradFill flip="none" rotWithShape="0">
            <a:gsLst>
              <a:gs pos="31000">
                <a:schemeClr val="accent6">
                  <a:lumMod val="50000"/>
                </a:schemeClr>
              </a:gs>
              <a:gs pos="0">
                <a:schemeClr val="accent6">
                  <a:lumMod val="50000"/>
                </a:schemeClr>
              </a:gs>
              <a:gs pos="100000">
                <a:schemeClr val="bg1"/>
              </a:gs>
            </a:gsLst>
            <a:path path="circle">
              <a:fillToRect l="100000" t="100000"/>
            </a:path>
            <a:tileRect/>
          </a:gradFill>
          <a:ln w="0" cap="flat" cmpd="sng" algn="ctr">
            <a:noFill/>
            <a:prstDash val="solid"/>
            <a:round/>
            <a:headEnd type="none" w="med" len="med"/>
            <a:tailEnd type="none" w="med" len="med"/>
          </a:ln>
          <a:effectLst/>
        </p:spPr>
        <p:txBody>
          <a:bodyPr/>
          <a:lstStyle/>
          <a:p>
            <a:pPr eaLnBrk="1" hangingPunct="1">
              <a:defRPr/>
            </a:pPr>
            <a:endParaRPr lang="en-US" sz="1100" i="1">
              <a:ea typeface="+mn-ea"/>
            </a:endParaRPr>
          </a:p>
        </p:txBody>
      </p:sp>
      <p:sp>
        <p:nvSpPr>
          <p:cNvPr id="1040" name="Rectangle 11">
            <a:extLst>
              <a:ext uri="{FF2B5EF4-FFF2-40B4-BE49-F238E27FC236}">
                <a16:creationId xmlns:a16="http://schemas.microsoft.com/office/drawing/2014/main" id="{0BFFD2A6-8760-4C6D-9D32-2F7F76EB6CE7}"/>
              </a:ext>
            </a:extLst>
          </p:cNvPr>
          <p:cNvSpPr>
            <a:spLocks noChangeArrowheads="1"/>
          </p:cNvSpPr>
          <p:nvPr/>
        </p:nvSpPr>
        <p:spPr bwMode="auto">
          <a:xfrm>
            <a:off x="0" y="533400"/>
            <a:ext cx="2362200" cy="381000"/>
          </a:xfrm>
          <a:prstGeom prst="rect">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FFFFFF"/>
                </a:solidFill>
                <a:latin typeface="Times New Roman" panose="02020603050405020304" pitchFamily="18" charset="0"/>
                <a:ea typeface="MS PGothic" panose="020B0600070205080204" pitchFamily="34" charset="-128"/>
              </a:defRPr>
            </a:lvl1pPr>
            <a:lvl2pPr marL="742950" indent="-285750">
              <a:defRPr sz="2000">
                <a:solidFill>
                  <a:srgbClr val="FFFFFF"/>
                </a:solidFill>
                <a:latin typeface="Times New Roman" panose="02020603050405020304" pitchFamily="18" charset="0"/>
                <a:ea typeface="MS PGothic" panose="020B0600070205080204" pitchFamily="34" charset="-128"/>
              </a:defRPr>
            </a:lvl2pPr>
            <a:lvl3pPr marL="1143000" indent="-228600">
              <a:defRPr sz="2000">
                <a:solidFill>
                  <a:srgbClr val="FFFFFF"/>
                </a:solidFill>
                <a:latin typeface="Times New Roman" panose="02020603050405020304" pitchFamily="18" charset="0"/>
                <a:ea typeface="MS PGothic" panose="020B0600070205080204" pitchFamily="34" charset="-128"/>
              </a:defRPr>
            </a:lvl3pPr>
            <a:lvl4pPr marL="1600200" indent="-228600">
              <a:defRPr sz="2000">
                <a:solidFill>
                  <a:srgbClr val="FFFFFF"/>
                </a:solidFill>
                <a:latin typeface="Times New Roman" panose="02020603050405020304" pitchFamily="18" charset="0"/>
                <a:ea typeface="MS PGothic" panose="020B0600070205080204" pitchFamily="34" charset="-128"/>
              </a:defRPr>
            </a:lvl4pPr>
            <a:lvl5pPr marL="2057400" indent="-22860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eaLnBrk="1" hangingPunct="1"/>
            <a:endParaRPr lang="en-US" altLang="en-US"/>
          </a:p>
        </p:txBody>
      </p:sp>
      <p:pic>
        <p:nvPicPr>
          <p:cNvPr id="1041" name="Picture 24" descr="UTM-English.gif">
            <a:extLst>
              <a:ext uri="{FF2B5EF4-FFF2-40B4-BE49-F238E27FC236}">
                <a16:creationId xmlns:a16="http://schemas.microsoft.com/office/drawing/2014/main" id="{7168CB7D-EDC1-45CC-A98F-D8B697E59EA2}"/>
              </a:ext>
            </a:extLst>
          </p:cNvPr>
          <p:cNvPicPr>
            <a:picLocks noChangeAspect="1"/>
          </p:cNvPicPr>
          <p:nvPr/>
        </p:nvPicPr>
        <p:blipFill>
          <a:blip r:embed="rId14">
            <a:extLst>
              <a:ext uri="{28A0092B-C50C-407E-A947-70E740481C1C}">
                <a14:useLocalDpi xmlns:a14="http://schemas.microsoft.com/office/drawing/2010/main" val="0"/>
              </a:ext>
            </a:extLst>
          </a:blip>
          <a:srcRect/>
          <a:stretch>
            <a:fillRect/>
          </a:stretch>
        </p:blipFill>
        <p:spPr bwMode="auto">
          <a:xfrm>
            <a:off x="76200" y="0"/>
            <a:ext cx="2209800" cy="750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12331575"/>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96" r:id="rId3"/>
    <p:sldLayoutId id="2147484297" r:id="rId4"/>
    <p:sldLayoutId id="2147484298" r:id="rId5"/>
    <p:sldLayoutId id="2147484299" r:id="rId6"/>
    <p:sldLayoutId id="2147484300" r:id="rId7"/>
    <p:sldLayoutId id="2147484301" r:id="rId8"/>
    <p:sldLayoutId id="2147484302" r:id="rId9"/>
    <p:sldLayoutId id="2147484303" r:id="rId10"/>
    <p:sldLayoutId id="2147484304" r:id="rId11"/>
    <p:sldLayoutId id="2147484305" r:id="rId12"/>
  </p:sldLayoutIdLst>
  <p:hf hdr="0" ftr="0" dt="0"/>
  <p:txStyles>
    <p:titleStyle>
      <a:lvl1pPr algn="ctr" rtl="0" eaLnBrk="0" fontAlgn="base" hangingPunct="0">
        <a:spcBef>
          <a:spcPct val="0"/>
        </a:spcBef>
        <a:spcAft>
          <a:spcPct val="0"/>
        </a:spcAft>
        <a:defRPr sz="3600">
          <a:solidFill>
            <a:srgbClr val="0070C0"/>
          </a:solidFill>
          <a:latin typeface="+mj-lt"/>
          <a:ea typeface="MS PGothic" pitchFamily="34" charset="-128"/>
          <a:cs typeface="ＭＳ Ｐゴシック" charset="0"/>
        </a:defRPr>
      </a:lvl1pPr>
      <a:lvl2pPr algn="ctr" rtl="0" eaLnBrk="0" fontAlgn="base" hangingPunct="0">
        <a:spcBef>
          <a:spcPct val="0"/>
        </a:spcBef>
        <a:spcAft>
          <a:spcPct val="0"/>
        </a:spcAft>
        <a:defRPr sz="3600">
          <a:solidFill>
            <a:srgbClr val="0070C0"/>
          </a:solidFill>
          <a:latin typeface="Arial" charset="0"/>
          <a:ea typeface="MS PGothic" pitchFamily="34" charset="-128"/>
          <a:cs typeface="ＭＳ Ｐゴシック" charset="0"/>
        </a:defRPr>
      </a:lvl2pPr>
      <a:lvl3pPr algn="ctr" rtl="0" eaLnBrk="0" fontAlgn="base" hangingPunct="0">
        <a:spcBef>
          <a:spcPct val="0"/>
        </a:spcBef>
        <a:spcAft>
          <a:spcPct val="0"/>
        </a:spcAft>
        <a:defRPr sz="3600">
          <a:solidFill>
            <a:srgbClr val="0070C0"/>
          </a:solidFill>
          <a:latin typeface="Arial" charset="0"/>
          <a:ea typeface="MS PGothic" pitchFamily="34" charset="-128"/>
          <a:cs typeface="ＭＳ Ｐゴシック" charset="0"/>
        </a:defRPr>
      </a:lvl3pPr>
      <a:lvl4pPr algn="ctr" rtl="0" eaLnBrk="0" fontAlgn="base" hangingPunct="0">
        <a:spcBef>
          <a:spcPct val="0"/>
        </a:spcBef>
        <a:spcAft>
          <a:spcPct val="0"/>
        </a:spcAft>
        <a:defRPr sz="3600">
          <a:solidFill>
            <a:srgbClr val="0070C0"/>
          </a:solidFill>
          <a:latin typeface="Arial" charset="0"/>
          <a:ea typeface="MS PGothic" pitchFamily="34" charset="-128"/>
          <a:cs typeface="ＭＳ Ｐゴシック" charset="0"/>
        </a:defRPr>
      </a:lvl4pPr>
      <a:lvl5pPr algn="ctr" rtl="0" eaLnBrk="0" fontAlgn="base" hangingPunct="0">
        <a:spcBef>
          <a:spcPct val="0"/>
        </a:spcBef>
        <a:spcAft>
          <a:spcPct val="0"/>
        </a:spcAft>
        <a:defRPr sz="3600">
          <a:solidFill>
            <a:srgbClr val="0070C0"/>
          </a:solidFill>
          <a:latin typeface="Arial" charset="0"/>
          <a:ea typeface="MS PGothic" pitchFamily="34" charset="-128"/>
          <a:cs typeface="ＭＳ Ｐゴシック" charset="0"/>
        </a:defRPr>
      </a:lvl5pPr>
      <a:lvl6pPr marL="457200" algn="ctr" rtl="0" fontAlgn="base">
        <a:spcBef>
          <a:spcPct val="0"/>
        </a:spcBef>
        <a:spcAft>
          <a:spcPct val="0"/>
        </a:spcAft>
        <a:defRPr sz="3600">
          <a:solidFill>
            <a:srgbClr val="222222"/>
          </a:solidFill>
          <a:latin typeface="Arial" charset="0"/>
        </a:defRPr>
      </a:lvl6pPr>
      <a:lvl7pPr marL="914400" algn="ctr" rtl="0" fontAlgn="base">
        <a:spcBef>
          <a:spcPct val="0"/>
        </a:spcBef>
        <a:spcAft>
          <a:spcPct val="0"/>
        </a:spcAft>
        <a:defRPr sz="3600">
          <a:solidFill>
            <a:srgbClr val="222222"/>
          </a:solidFill>
          <a:latin typeface="Arial" charset="0"/>
        </a:defRPr>
      </a:lvl7pPr>
      <a:lvl8pPr marL="1371600" algn="ctr" rtl="0" fontAlgn="base">
        <a:spcBef>
          <a:spcPct val="0"/>
        </a:spcBef>
        <a:spcAft>
          <a:spcPct val="0"/>
        </a:spcAft>
        <a:defRPr sz="3600">
          <a:solidFill>
            <a:srgbClr val="222222"/>
          </a:solidFill>
          <a:latin typeface="Arial" charset="0"/>
        </a:defRPr>
      </a:lvl8pPr>
      <a:lvl9pPr marL="1828800" algn="ctr" rtl="0" fontAlgn="base">
        <a:spcBef>
          <a:spcPct val="0"/>
        </a:spcBef>
        <a:spcAft>
          <a:spcPct val="0"/>
        </a:spcAft>
        <a:defRPr sz="3600">
          <a:solidFill>
            <a:srgbClr val="222222"/>
          </a:solidFill>
          <a:latin typeface="Arial" charset="0"/>
        </a:defRPr>
      </a:lvl9pPr>
    </p:titleStyle>
    <p:bodyStyle>
      <a:lvl1pPr marL="342900" indent="-342900" algn="l" rtl="0" eaLnBrk="0" fontAlgn="base" hangingPunct="0">
        <a:spcBef>
          <a:spcPct val="20000"/>
        </a:spcBef>
        <a:spcAft>
          <a:spcPct val="0"/>
        </a:spcAft>
        <a:buChar char="•"/>
        <a:defRPr sz="2600">
          <a:solidFill>
            <a:srgbClr val="222222"/>
          </a:solidFill>
          <a:latin typeface="+mn-lt"/>
          <a:ea typeface="MS PGothic" pitchFamily="34" charset="-128"/>
          <a:cs typeface="ＭＳ Ｐゴシック" charset="0"/>
        </a:defRPr>
      </a:lvl1pPr>
      <a:lvl2pPr marL="742950" indent="-285750" algn="l" rtl="0" eaLnBrk="0" fontAlgn="base" hangingPunct="0">
        <a:spcBef>
          <a:spcPct val="20000"/>
        </a:spcBef>
        <a:spcAft>
          <a:spcPct val="0"/>
        </a:spcAft>
        <a:buChar char="–"/>
        <a:defRPr sz="2400">
          <a:solidFill>
            <a:srgbClr val="222222"/>
          </a:solidFill>
          <a:latin typeface="+mn-lt"/>
          <a:ea typeface="MS PGothic" pitchFamily="34" charset="-128"/>
        </a:defRPr>
      </a:lvl2pPr>
      <a:lvl3pPr marL="1143000" indent="-228600" algn="l" rtl="0" eaLnBrk="0" fontAlgn="base" hangingPunct="0">
        <a:spcBef>
          <a:spcPct val="20000"/>
        </a:spcBef>
        <a:spcAft>
          <a:spcPct val="0"/>
        </a:spcAft>
        <a:buChar char="•"/>
        <a:defRPr sz="2200">
          <a:solidFill>
            <a:srgbClr val="222222"/>
          </a:solidFill>
          <a:latin typeface="+mn-lt"/>
          <a:ea typeface="MS PGothic" pitchFamily="34" charset="-128"/>
        </a:defRPr>
      </a:lvl3pPr>
      <a:lvl4pPr marL="1600200" indent="-228600" algn="l" rtl="0" eaLnBrk="0" fontAlgn="base" hangingPunct="0">
        <a:spcBef>
          <a:spcPct val="20000"/>
        </a:spcBef>
        <a:spcAft>
          <a:spcPct val="0"/>
        </a:spcAft>
        <a:buChar char="–"/>
        <a:defRPr sz="2200">
          <a:solidFill>
            <a:srgbClr val="222222"/>
          </a:solidFill>
          <a:latin typeface="+mn-lt"/>
          <a:ea typeface="MS PGothic" pitchFamily="34" charset="-128"/>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MS PGothic" pitchFamily="34" charset="-128"/>
        </a:defRPr>
      </a:lvl5pPr>
      <a:lvl6pPr marL="2514600" indent="-228600" algn="l" rtl="0" fontAlgn="base">
        <a:spcBef>
          <a:spcPct val="20000"/>
        </a:spcBef>
        <a:spcAft>
          <a:spcPct val="0"/>
        </a:spcAft>
        <a:buChar char="»"/>
        <a:defRPr sz="2000">
          <a:solidFill>
            <a:schemeClr val="tx1"/>
          </a:solidFill>
          <a:latin typeface="Times New Roman" pitchFamily="18" charset="0"/>
        </a:defRPr>
      </a:lvl6pPr>
      <a:lvl7pPr marL="2971800" indent="-228600" algn="l" rtl="0" fontAlgn="base">
        <a:spcBef>
          <a:spcPct val="20000"/>
        </a:spcBef>
        <a:spcAft>
          <a:spcPct val="0"/>
        </a:spcAft>
        <a:buChar char="»"/>
        <a:defRPr sz="2000">
          <a:solidFill>
            <a:schemeClr val="tx1"/>
          </a:solidFill>
          <a:latin typeface="Times New Roman" pitchFamily="18" charset="0"/>
        </a:defRPr>
      </a:lvl7pPr>
      <a:lvl8pPr marL="3429000" indent="-228600" algn="l" rtl="0" fontAlgn="base">
        <a:spcBef>
          <a:spcPct val="20000"/>
        </a:spcBef>
        <a:spcAft>
          <a:spcPct val="0"/>
        </a:spcAft>
        <a:buChar char="»"/>
        <a:defRPr sz="2000">
          <a:solidFill>
            <a:schemeClr val="tx1"/>
          </a:solidFill>
          <a:latin typeface="Times New Roman" pitchFamily="18" charset="0"/>
        </a:defRPr>
      </a:lvl8pPr>
      <a:lvl9pPr marL="3886200" indent="-228600" algn="l" rtl="0" fontAlgn="base">
        <a:spcBef>
          <a:spcPct val="20000"/>
        </a:spcBef>
        <a:spcAft>
          <a:spcPct val="0"/>
        </a:spcAft>
        <a:buChar char="»"/>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1.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3.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xml"/><Relationship Id="rId1" Type="http://schemas.openxmlformats.org/officeDocument/2006/relationships/slideLayout" Target="../slideLayouts/slideLayout77.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77.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4.xml"/><Relationship Id="rId1" Type="http://schemas.openxmlformats.org/officeDocument/2006/relationships/slideLayout" Target="../slideLayouts/slideLayout77.xml"/><Relationship Id="rId4" Type="http://schemas.openxmlformats.org/officeDocument/2006/relationships/image" Target="../media/image17.jpg"/></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7.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oleObject" Target="../embeddings/oleObject1.bin"/><Relationship Id="rId1" Type="http://schemas.openxmlformats.org/officeDocument/2006/relationships/slideLayout" Target="../slideLayouts/slideLayout17.xml"/><Relationship Id="rId5" Type="http://schemas.openxmlformats.org/officeDocument/2006/relationships/image" Target="../media/image20.emf"/><Relationship Id="rId4" Type="http://schemas.openxmlformats.org/officeDocument/2006/relationships/oleObject" Target="../embeddings/oleObject2.bin"/></Relationships>
</file>

<file path=ppt/slides/_rels/slide31.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oleObject" Target="../embeddings/oleObject3.bin"/><Relationship Id="rId1" Type="http://schemas.openxmlformats.org/officeDocument/2006/relationships/slideLayout" Target="../slideLayouts/slideLayout17.xml"/><Relationship Id="rId5" Type="http://schemas.openxmlformats.org/officeDocument/2006/relationships/image" Target="../media/image22.emf"/><Relationship Id="rId4" Type="http://schemas.openxmlformats.org/officeDocument/2006/relationships/oleObject" Target="../embeddings/oleObject4.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oleObject" Target="../embeddings/oleObject5.bin"/><Relationship Id="rId1" Type="http://schemas.openxmlformats.org/officeDocument/2006/relationships/slideLayout" Target="../slideLayouts/slideLayout17.xml"/><Relationship Id="rId5" Type="http://schemas.openxmlformats.org/officeDocument/2006/relationships/image" Target="../media/image24.emf"/><Relationship Id="rId4" Type="http://schemas.openxmlformats.org/officeDocument/2006/relationships/oleObject" Target="../embeddings/oleObject6.bin"/></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7.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7.xml"/></Relationships>
</file>

<file path=ppt/slides/_rels/slide4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oleObject" Target="../embeddings/oleObject7.bin"/><Relationship Id="rId1" Type="http://schemas.openxmlformats.org/officeDocument/2006/relationships/slideLayout" Target="../slideLayouts/slideLayout13.xml"/><Relationship Id="rId5" Type="http://schemas.openxmlformats.org/officeDocument/2006/relationships/image" Target="../media/image28.emf"/><Relationship Id="rId4" Type="http://schemas.openxmlformats.org/officeDocument/2006/relationships/oleObject" Target="../embeddings/oleObject8.bin"/></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7.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3" Type="http://schemas.openxmlformats.org/officeDocument/2006/relationships/image" Target="../media/image33.w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jpeg"/><Relationship Id="rId1" Type="http://schemas.openxmlformats.org/officeDocument/2006/relationships/slideLayout" Target="../slideLayouts/slideLayout13.xml"/><Relationship Id="rId4" Type="http://schemas.openxmlformats.org/officeDocument/2006/relationships/image" Target="../media/image36.png"/></Relationships>
</file>

<file path=ppt/slides/_rels/slide6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13.xml"/><Relationship Id="rId5" Type="http://schemas.openxmlformats.org/officeDocument/2006/relationships/image" Target="../media/image37.emf"/><Relationship Id="rId4" Type="http://schemas.openxmlformats.org/officeDocument/2006/relationships/oleObject" Target="../embeddings/oleObject9.bin"/></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image" Target="../media/image35.png"/><Relationship Id="rId1" Type="http://schemas.openxmlformats.org/officeDocument/2006/relationships/slideLayout" Target="../slideLayouts/slideLayout17.xml"/><Relationship Id="rId4" Type="http://schemas.openxmlformats.org/officeDocument/2006/relationships/image" Target="../media/image38.emf"/></Relationships>
</file>

<file path=ppt/slides/_rels/slide6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7.xml"/></Relationships>
</file>

<file path=ppt/slides/_rels/slide6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7.xml"/></Relationships>
</file>

<file path=ppt/slides/_rels/slide6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3" Type="http://schemas.openxmlformats.org/officeDocument/2006/relationships/image" Target="../media/image43.jp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3.jp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10AB9490-E7A7-4043-AD6D-5FB0E094C13C}"/>
              </a:ext>
            </a:extLst>
          </p:cNvPr>
          <p:cNvSpPr>
            <a:spLocks noGrp="1" noChangeArrowheads="1"/>
          </p:cNvSpPr>
          <p:nvPr>
            <p:ph type="ctrTitle"/>
          </p:nvPr>
        </p:nvSpPr>
        <p:spPr>
          <a:xfrm>
            <a:off x="685800" y="782638"/>
            <a:ext cx="7772400" cy="2127250"/>
          </a:xfrm>
        </p:spPr>
        <p:txBody>
          <a:bodyPr/>
          <a:lstStyle/>
          <a:p>
            <a:pPr eaLnBrk="1" hangingPunct="1"/>
            <a:r>
              <a:rPr lang="en-US" altLang="en-US" dirty="0"/>
              <a:t>Chapter 5:  </a:t>
            </a:r>
            <a:br>
              <a:rPr lang="en-US" altLang="en-US" dirty="0"/>
            </a:br>
            <a:r>
              <a:rPr lang="en-US" altLang="en-US" dirty="0"/>
              <a:t>Process Scheduling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0A061C39-D75F-41E9-943A-C336365897F8}"/>
              </a:ext>
            </a:extLst>
          </p:cNvPr>
          <p:cNvSpPr>
            <a:spLocks noGrp="1" noChangeArrowheads="1"/>
          </p:cNvSpPr>
          <p:nvPr>
            <p:ph type="title"/>
          </p:nvPr>
        </p:nvSpPr>
        <p:spPr>
          <a:xfrm>
            <a:off x="914400" y="176213"/>
            <a:ext cx="7772400" cy="576262"/>
          </a:xfrm>
        </p:spPr>
        <p:txBody>
          <a:bodyPr/>
          <a:lstStyle/>
          <a:p>
            <a:pPr eaLnBrk="1" hangingPunct="1"/>
            <a:r>
              <a:rPr lang="en-US" altLang="en-US" dirty="0"/>
              <a:t>Chapter 5:  CPU Scheduling</a:t>
            </a:r>
          </a:p>
        </p:txBody>
      </p:sp>
      <p:sp>
        <p:nvSpPr>
          <p:cNvPr id="5123" name="Rectangle 3">
            <a:extLst>
              <a:ext uri="{FF2B5EF4-FFF2-40B4-BE49-F238E27FC236}">
                <a16:creationId xmlns:a16="http://schemas.microsoft.com/office/drawing/2014/main" id="{E9837705-18ED-4752-ACA5-A7EE5E994989}"/>
              </a:ext>
            </a:extLst>
          </p:cNvPr>
          <p:cNvSpPr>
            <a:spLocks noGrp="1" noChangeArrowheads="1"/>
          </p:cNvSpPr>
          <p:nvPr>
            <p:ph type="body" idx="1"/>
          </p:nvPr>
        </p:nvSpPr>
        <p:spPr>
          <a:xfrm>
            <a:off x="656216" y="1195388"/>
            <a:ext cx="7939143" cy="3895725"/>
          </a:xfrm>
        </p:spPr>
        <p:txBody>
          <a:bodyPr/>
          <a:lstStyle/>
          <a:p>
            <a:pPr algn="just"/>
            <a:r>
              <a:rPr lang="en-US" altLang="en-US" sz="2000" dirty="0"/>
              <a:t>5.1 Basic Concepts</a:t>
            </a:r>
          </a:p>
          <a:p>
            <a:pPr algn="just"/>
            <a:r>
              <a:rPr lang="en-US" altLang="en-US" sz="2000" dirty="0"/>
              <a:t>5.2 Scheduling Criteria </a:t>
            </a:r>
          </a:p>
          <a:p>
            <a:pPr algn="just"/>
            <a:r>
              <a:rPr lang="en-US" altLang="en-US" sz="2000" dirty="0"/>
              <a:t>5.3 Scheduling Algorithms</a:t>
            </a:r>
          </a:p>
          <a:p>
            <a:pPr marL="0" indent="0" algn="just">
              <a:buNone/>
            </a:pPr>
            <a:endParaRPr lang="en-US" altLang="en-US" dirty="0"/>
          </a:p>
          <a:p>
            <a:pPr marL="0" indent="0" algn="just">
              <a:buNone/>
            </a:pPr>
            <a:r>
              <a:rPr lang="en-US" altLang="en-US" dirty="0"/>
              <a:t>OBJECTIVES</a:t>
            </a:r>
          </a:p>
          <a:p>
            <a:pPr algn="just"/>
            <a:r>
              <a:rPr lang="en-US" altLang="en-US" sz="2000" dirty="0"/>
              <a:t>To introduce CPU scheduling, which is the basis for </a:t>
            </a:r>
            <a:r>
              <a:rPr lang="en-US" altLang="en-US" sz="2000" dirty="0" err="1"/>
              <a:t>multiprogrammed</a:t>
            </a:r>
            <a:r>
              <a:rPr lang="en-US" altLang="en-US" sz="2000" dirty="0"/>
              <a:t> operating systems</a:t>
            </a:r>
          </a:p>
          <a:p>
            <a:pPr algn="just"/>
            <a:r>
              <a:rPr lang="en-US" altLang="en-US" sz="2000" dirty="0"/>
              <a:t>To describe various CPU-scheduling algorithms</a:t>
            </a:r>
          </a:p>
          <a:p>
            <a:pPr marL="0" indent="0" algn="just">
              <a:buNone/>
            </a:pP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2F597EB-FA18-4862-991D-3A347357E6D0}"/>
              </a:ext>
            </a:extLst>
          </p:cNvPr>
          <p:cNvSpPr>
            <a:spLocks noGrp="1" noChangeArrowheads="1"/>
          </p:cNvSpPr>
          <p:nvPr>
            <p:ph type="title"/>
          </p:nvPr>
        </p:nvSpPr>
        <p:spPr>
          <a:xfrm>
            <a:off x="457200" y="204788"/>
            <a:ext cx="8229600" cy="576262"/>
          </a:xfrm>
        </p:spPr>
        <p:txBody>
          <a:bodyPr/>
          <a:lstStyle/>
          <a:p>
            <a:pPr eaLnBrk="1" hangingPunct="1"/>
            <a:r>
              <a:rPr lang="en-US" altLang="en-US" dirty="0"/>
              <a:t>5.1	Basic Concepts</a:t>
            </a:r>
          </a:p>
        </p:txBody>
      </p:sp>
      <p:sp>
        <p:nvSpPr>
          <p:cNvPr id="7171" name="Rectangle 3">
            <a:extLst>
              <a:ext uri="{FF2B5EF4-FFF2-40B4-BE49-F238E27FC236}">
                <a16:creationId xmlns:a16="http://schemas.microsoft.com/office/drawing/2014/main" id="{13B9C8BA-D82D-4AE9-B5E1-E97C71DBE5B5}"/>
              </a:ext>
            </a:extLst>
          </p:cNvPr>
          <p:cNvSpPr>
            <a:spLocks noGrp="1" noChangeArrowheads="1"/>
          </p:cNvSpPr>
          <p:nvPr>
            <p:ph type="body" idx="1"/>
          </p:nvPr>
        </p:nvSpPr>
        <p:spPr>
          <a:xfrm>
            <a:off x="604116" y="1047750"/>
            <a:ext cx="3978275" cy="5057775"/>
          </a:xfrm>
        </p:spPr>
        <p:txBody>
          <a:bodyPr/>
          <a:lstStyle/>
          <a:p>
            <a:r>
              <a:rPr lang="en-US" altLang="en-US" dirty="0"/>
              <a:t>Maximum CPU utilization obtained with multiprogramming</a:t>
            </a:r>
          </a:p>
          <a:p>
            <a:r>
              <a:rPr lang="en-US" altLang="en-US" dirty="0"/>
              <a:t>Most processes exhibit the following behavior: </a:t>
            </a:r>
          </a:p>
          <a:p>
            <a:r>
              <a:rPr lang="en-US" altLang="en-US" b="1" dirty="0">
                <a:solidFill>
                  <a:srgbClr val="3366FF"/>
                </a:solidFill>
              </a:rPr>
              <a:t>CPU burst </a:t>
            </a:r>
            <a:r>
              <a:rPr lang="en-US" altLang="en-US" dirty="0"/>
              <a:t>followed by </a:t>
            </a:r>
            <a:r>
              <a:rPr lang="en-US" altLang="en-US" b="1" dirty="0">
                <a:solidFill>
                  <a:srgbClr val="3366FF"/>
                </a:solidFill>
              </a:rPr>
              <a:t>I/O burst</a:t>
            </a:r>
            <a:endParaRPr lang="en-US" altLang="en-US" dirty="0"/>
          </a:p>
          <a:p>
            <a:r>
              <a:rPr lang="en-US" altLang="en-US" dirty="0"/>
              <a:t>CPU–I/O Burst Cycle – Process execution consists of a </a:t>
            </a:r>
            <a:r>
              <a:rPr lang="en-US" altLang="en-US" b="1" dirty="0">
                <a:solidFill>
                  <a:srgbClr val="3366FF"/>
                </a:solidFill>
              </a:rPr>
              <a:t>cycle</a:t>
            </a:r>
            <a:r>
              <a:rPr lang="en-US" altLang="en-US" dirty="0"/>
              <a:t> of CPU execution and I/O wait</a:t>
            </a:r>
          </a:p>
          <a:p>
            <a:r>
              <a:rPr lang="en-US" altLang="en-US" dirty="0"/>
              <a:t>CPU burst distribution is of main concern</a:t>
            </a:r>
          </a:p>
          <a:p>
            <a:pPr>
              <a:buFont typeface="Monotype Sorts" pitchFamily="-84" charset="2"/>
              <a:buNone/>
            </a:pPr>
            <a:endParaRPr lang="en-US" altLang="en-US" dirty="0"/>
          </a:p>
        </p:txBody>
      </p:sp>
      <p:pic>
        <p:nvPicPr>
          <p:cNvPr id="7172" name="Picture 1" descr="6_01.pdf">
            <a:extLst>
              <a:ext uri="{FF2B5EF4-FFF2-40B4-BE49-F238E27FC236}">
                <a16:creationId xmlns:a16="http://schemas.microsoft.com/office/drawing/2014/main" id="{72D29E9E-736C-457E-A41A-3BF998A37F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81625" y="1143000"/>
            <a:ext cx="2360613" cy="496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99460730-0197-49CA-A1E7-C2E45CB8373E}"/>
              </a:ext>
            </a:extLst>
          </p:cNvPr>
          <p:cNvSpPr txBox="1"/>
          <p:nvPr/>
        </p:nvSpPr>
        <p:spPr>
          <a:xfrm>
            <a:off x="1302327" y="6105525"/>
            <a:ext cx="6560128" cy="369332"/>
          </a:xfrm>
          <a:prstGeom prst="rect">
            <a:avLst/>
          </a:prstGeom>
          <a:noFill/>
        </p:spPr>
        <p:txBody>
          <a:bodyPr wrap="square" rtlCol="0">
            <a:spAutoFit/>
          </a:bodyPr>
          <a:lstStyle/>
          <a:p>
            <a:r>
              <a:rPr lang="en-US" dirty="0"/>
              <a:t>Figure 5.1 Alternating sequence of CPU and I/O bursts</a:t>
            </a:r>
            <a:endParaRPr lang="en-MY"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A1C69DC2-7D79-45D8-81FB-9F9717EA58F5}"/>
              </a:ext>
            </a:extLst>
          </p:cNvPr>
          <p:cNvSpPr>
            <a:spLocks noGrp="1" noChangeArrowheads="1"/>
          </p:cNvSpPr>
          <p:nvPr>
            <p:ph type="title"/>
          </p:nvPr>
        </p:nvSpPr>
        <p:spPr>
          <a:xfrm>
            <a:off x="533400" y="838200"/>
            <a:ext cx="8077200" cy="990600"/>
          </a:xfrm>
        </p:spPr>
        <p:txBody>
          <a:bodyPr/>
          <a:lstStyle/>
          <a:p>
            <a:pPr eaLnBrk="1" hangingPunct="1"/>
            <a:r>
              <a:rPr lang="en-US" altLang="en-US" dirty="0"/>
              <a:t>CPU-I/O Burst Cycle</a:t>
            </a:r>
          </a:p>
        </p:txBody>
      </p:sp>
      <p:sp>
        <p:nvSpPr>
          <p:cNvPr id="4101" name="Rectangle 3">
            <a:extLst>
              <a:ext uri="{FF2B5EF4-FFF2-40B4-BE49-F238E27FC236}">
                <a16:creationId xmlns:a16="http://schemas.microsoft.com/office/drawing/2014/main" id="{0E41B1A6-0C84-4AC8-8310-C953DAFE5C3A}"/>
              </a:ext>
            </a:extLst>
          </p:cNvPr>
          <p:cNvSpPr>
            <a:spLocks noGrp="1" noChangeArrowheads="1"/>
          </p:cNvSpPr>
          <p:nvPr>
            <p:ph type="body" idx="1"/>
          </p:nvPr>
        </p:nvSpPr>
        <p:spPr>
          <a:xfrm>
            <a:off x="609600" y="2438400"/>
            <a:ext cx="6400800" cy="3429000"/>
          </a:xfrm>
          <a:solidFill>
            <a:schemeClr val="accent6">
              <a:lumMod val="20000"/>
              <a:lumOff val="80000"/>
            </a:schemeClr>
          </a:solidFill>
        </p:spPr>
        <p:txBody>
          <a:bodyPr lIns="90488" tIns="44450" rIns="90488" bIns="44450"/>
          <a:lstStyle/>
          <a:p>
            <a:pPr eaLnBrk="1" hangingPunct="1">
              <a:lnSpc>
                <a:spcPct val="90000"/>
              </a:lnSpc>
              <a:buFontTx/>
              <a:buNone/>
            </a:pPr>
            <a:r>
              <a:rPr lang="en-US" altLang="en-US" sz="2400" dirty="0">
                <a:latin typeface="Courier New" panose="02070309020205020404" pitchFamily="49" charset="0"/>
                <a:cs typeface="Courier New" panose="02070309020205020404" pitchFamily="49" charset="0"/>
              </a:rPr>
              <a:t>{</a:t>
            </a:r>
          </a:p>
          <a:p>
            <a:pPr eaLnBrk="1" hangingPunct="1">
              <a:lnSpc>
                <a:spcPct val="90000"/>
              </a:lnSpc>
              <a:buFontTx/>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printf</a:t>
            </a:r>
            <a:r>
              <a:rPr lang="en-US" altLang="en-US" sz="2400" dirty="0">
                <a:latin typeface="Courier New" panose="02070309020205020404" pitchFamily="49" charset="0"/>
                <a:cs typeface="Courier New" panose="02070309020205020404" pitchFamily="49" charset="0"/>
              </a:rPr>
              <a:t>(</a:t>
            </a:r>
            <a:r>
              <a:rPr lang="ja-JP" altLang="en-US" sz="2400" dirty="0">
                <a:latin typeface="Courier New" panose="02070309020205020404" pitchFamily="49" charset="0"/>
                <a:cs typeface="Courier New" panose="02070309020205020404" pitchFamily="49" charset="0"/>
              </a:rPr>
              <a:t>“</a:t>
            </a:r>
            <a:r>
              <a:rPr lang="en-US" altLang="ja-JP" sz="2400" dirty="0">
                <a:latin typeface="Courier New" panose="02070309020205020404" pitchFamily="49" charset="0"/>
                <a:cs typeface="Courier New" panose="02070309020205020404" pitchFamily="49" charset="0"/>
              </a:rPr>
              <a:t>Enter first integer: </a:t>
            </a:r>
            <a:r>
              <a:rPr lang="ja-JP" altLang="en-US" sz="2400" dirty="0">
                <a:latin typeface="Courier New" panose="02070309020205020404" pitchFamily="49" charset="0"/>
                <a:cs typeface="Courier New" panose="02070309020205020404" pitchFamily="49" charset="0"/>
              </a:rPr>
              <a:t>“</a:t>
            </a:r>
            <a:r>
              <a:rPr lang="en-US" altLang="ja-JP" sz="2400" dirty="0">
                <a:latin typeface="Courier New" panose="02070309020205020404" pitchFamily="49" charset="0"/>
                <a:cs typeface="Courier New" panose="02070309020205020404" pitchFamily="49" charset="0"/>
              </a:rPr>
              <a:t>);</a:t>
            </a:r>
          </a:p>
          <a:p>
            <a:pPr eaLnBrk="1" hangingPunct="1">
              <a:lnSpc>
                <a:spcPct val="90000"/>
              </a:lnSpc>
              <a:buFontTx/>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scanf</a:t>
            </a:r>
            <a:r>
              <a:rPr lang="en-US" altLang="en-US" sz="2400" dirty="0">
                <a:latin typeface="Courier New" panose="02070309020205020404" pitchFamily="49" charset="0"/>
                <a:cs typeface="Courier New" panose="02070309020205020404" pitchFamily="49" charset="0"/>
              </a:rPr>
              <a:t>(</a:t>
            </a:r>
            <a:r>
              <a:rPr lang="ja-JP" altLang="en-US" sz="2400" dirty="0">
                <a:latin typeface="Courier New" panose="02070309020205020404" pitchFamily="49" charset="0"/>
                <a:cs typeface="Courier New" panose="02070309020205020404" pitchFamily="49" charset="0"/>
              </a:rPr>
              <a:t>“</a:t>
            </a:r>
            <a:r>
              <a:rPr lang="en-US" altLang="ja-JP" sz="2400" dirty="0">
                <a:latin typeface="Courier New" panose="02070309020205020404" pitchFamily="49" charset="0"/>
                <a:cs typeface="Courier New" panose="02070309020205020404" pitchFamily="49" charset="0"/>
              </a:rPr>
              <a:t>%d</a:t>
            </a:r>
            <a:r>
              <a:rPr lang="ja-JP" altLang="en-US" sz="2400" dirty="0">
                <a:latin typeface="Courier New" panose="02070309020205020404" pitchFamily="49" charset="0"/>
                <a:cs typeface="Courier New" panose="02070309020205020404" pitchFamily="49" charset="0"/>
              </a:rPr>
              <a:t>”</a:t>
            </a:r>
            <a:r>
              <a:rPr lang="en-US" altLang="ja-JP" sz="2400" dirty="0">
                <a:latin typeface="Courier New" panose="02070309020205020404" pitchFamily="49" charset="0"/>
                <a:cs typeface="Courier New" panose="02070309020205020404" pitchFamily="49" charset="0"/>
              </a:rPr>
              <a:t>, &amp;b);</a:t>
            </a:r>
          </a:p>
          <a:p>
            <a:pPr eaLnBrk="1" hangingPunct="1">
              <a:lnSpc>
                <a:spcPct val="90000"/>
              </a:lnSpc>
              <a:buFontTx/>
              <a:buNone/>
            </a:pPr>
            <a:endParaRPr lang="en-US" altLang="en-US" sz="2400" dirty="0">
              <a:latin typeface="Courier New" panose="02070309020205020404" pitchFamily="49" charset="0"/>
              <a:cs typeface="Courier New" panose="02070309020205020404" pitchFamily="49" charset="0"/>
            </a:endParaRPr>
          </a:p>
          <a:p>
            <a:pPr eaLnBrk="1" hangingPunct="1">
              <a:lnSpc>
                <a:spcPct val="90000"/>
              </a:lnSpc>
              <a:buFontTx/>
              <a:buNone/>
            </a:pPr>
            <a:r>
              <a:rPr lang="en-US" altLang="en-US" sz="2400" dirty="0">
                <a:latin typeface="Courier New" panose="02070309020205020404" pitchFamily="49" charset="0"/>
                <a:cs typeface="Courier New" panose="02070309020205020404" pitchFamily="49" charset="0"/>
              </a:rPr>
              <a:t>	y = b+(b*b)+1;</a:t>
            </a:r>
          </a:p>
          <a:p>
            <a:pPr eaLnBrk="1" hangingPunct="1">
              <a:lnSpc>
                <a:spcPct val="90000"/>
              </a:lnSpc>
              <a:buFontTx/>
              <a:buNone/>
            </a:pPr>
            <a:endParaRPr lang="en-US" altLang="en-US" sz="2400" dirty="0">
              <a:latin typeface="Courier New" panose="02070309020205020404" pitchFamily="49" charset="0"/>
              <a:cs typeface="Courier New" panose="02070309020205020404" pitchFamily="49" charset="0"/>
            </a:endParaRPr>
          </a:p>
          <a:p>
            <a:pPr eaLnBrk="1" hangingPunct="1">
              <a:lnSpc>
                <a:spcPct val="90000"/>
              </a:lnSpc>
              <a:buFontTx/>
              <a:buNone/>
            </a:pPr>
            <a:r>
              <a:rPr lang="en-US" altLang="en-US" sz="2400" dirty="0">
                <a:latin typeface="Courier New" panose="02070309020205020404" pitchFamily="49" charset="0"/>
                <a:cs typeface="Courier New" panose="02070309020205020404" pitchFamily="49" charset="0"/>
              </a:rPr>
              <a:t>	</a:t>
            </a:r>
            <a:r>
              <a:rPr lang="en-US" altLang="en-US" sz="2400" dirty="0" err="1">
                <a:latin typeface="Courier New" panose="02070309020205020404" pitchFamily="49" charset="0"/>
                <a:cs typeface="Courier New" panose="02070309020205020404" pitchFamily="49" charset="0"/>
              </a:rPr>
              <a:t>printf</a:t>
            </a:r>
            <a:r>
              <a:rPr lang="en-US" altLang="en-US" sz="2400" dirty="0">
                <a:latin typeface="Courier New" panose="02070309020205020404" pitchFamily="49" charset="0"/>
                <a:cs typeface="Courier New" panose="02070309020205020404" pitchFamily="49" charset="0"/>
              </a:rPr>
              <a:t>(</a:t>
            </a:r>
            <a:r>
              <a:rPr lang="ja-JP" altLang="en-US" sz="2400" dirty="0">
                <a:latin typeface="Courier New" panose="02070309020205020404" pitchFamily="49" charset="0"/>
                <a:cs typeface="Courier New" panose="02070309020205020404" pitchFamily="49" charset="0"/>
              </a:rPr>
              <a:t>“</a:t>
            </a:r>
            <a:r>
              <a:rPr lang="en-US" altLang="ja-JP" sz="2400" dirty="0">
                <a:latin typeface="Courier New" panose="02070309020205020404" pitchFamily="49" charset="0"/>
                <a:cs typeface="Courier New" panose="02070309020205020404" pitchFamily="49" charset="0"/>
              </a:rPr>
              <a:t>\n b+(b*b)+1 = %d</a:t>
            </a:r>
            <a:r>
              <a:rPr lang="ja-JP" altLang="en-US" sz="2400" dirty="0">
                <a:latin typeface="Courier New" panose="02070309020205020404" pitchFamily="49" charset="0"/>
                <a:cs typeface="Courier New" panose="02070309020205020404" pitchFamily="49" charset="0"/>
              </a:rPr>
              <a:t>”</a:t>
            </a:r>
            <a:r>
              <a:rPr lang="en-US" altLang="ja-JP" sz="2400" dirty="0">
                <a:latin typeface="Courier New" panose="02070309020205020404" pitchFamily="49" charset="0"/>
                <a:cs typeface="Courier New" panose="02070309020205020404" pitchFamily="49" charset="0"/>
              </a:rPr>
              <a:t>, y);</a:t>
            </a:r>
          </a:p>
          <a:p>
            <a:pPr eaLnBrk="1" hangingPunct="1">
              <a:lnSpc>
                <a:spcPct val="90000"/>
              </a:lnSpc>
              <a:buFontTx/>
              <a:buNone/>
            </a:pPr>
            <a:r>
              <a:rPr lang="en-US" altLang="en-US" sz="2400" dirty="0">
                <a:latin typeface="Courier New" panose="02070309020205020404" pitchFamily="49" charset="0"/>
                <a:cs typeface="Courier New" panose="02070309020205020404" pitchFamily="49" charset="0"/>
              </a:rPr>
              <a:t>}</a:t>
            </a:r>
          </a:p>
        </p:txBody>
      </p:sp>
      <p:sp>
        <p:nvSpPr>
          <p:cNvPr id="49155" name="Slide Number Placeholder 4">
            <a:extLst>
              <a:ext uri="{FF2B5EF4-FFF2-40B4-BE49-F238E27FC236}">
                <a16:creationId xmlns:a16="http://schemas.microsoft.com/office/drawing/2014/main" id="{5CEDE427-96AC-4AAD-BF0E-FA7E3E2C571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ea typeface="MS PGothic" panose="020B0600070205080204" pitchFamily="34" charset="-128"/>
              </a:defRPr>
            </a:lvl1pPr>
            <a:lvl2pPr marL="742950" indent="-285750" eaLnBrk="0" hangingPunct="0">
              <a:defRPr sz="2000">
                <a:solidFill>
                  <a:srgbClr val="FFFFFF"/>
                </a:solidFill>
                <a:latin typeface="Times New Roman" panose="02020603050405020304" pitchFamily="18" charset="0"/>
                <a:ea typeface="MS PGothic" panose="020B0600070205080204" pitchFamily="34" charset="-128"/>
              </a:defRPr>
            </a:lvl2pPr>
            <a:lvl3pPr marL="1143000" indent="-228600" eaLnBrk="0" hangingPunct="0">
              <a:defRPr sz="2000">
                <a:solidFill>
                  <a:srgbClr val="FFFFFF"/>
                </a:solidFill>
                <a:latin typeface="Times New Roman" panose="02020603050405020304" pitchFamily="18" charset="0"/>
                <a:ea typeface="MS PGothic" panose="020B0600070205080204" pitchFamily="34" charset="-128"/>
              </a:defRPr>
            </a:lvl3pPr>
            <a:lvl4pPr marL="1600200" indent="-228600" eaLnBrk="0" hangingPunct="0">
              <a:defRPr sz="2000">
                <a:solidFill>
                  <a:srgbClr val="FFFFFF"/>
                </a:solidFill>
                <a:latin typeface="Times New Roman" panose="02020603050405020304" pitchFamily="18" charset="0"/>
                <a:ea typeface="MS PGothic" panose="020B0600070205080204" pitchFamily="34" charset="-128"/>
              </a:defRPr>
            </a:lvl4pPr>
            <a:lvl5pPr marL="2057400" indent="-228600" eaLnBrk="0" hangingPunct="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9C6BC1A-DD0B-4D23-ADA0-B9271803F327}" type="slidenum">
              <a:rPr kumimoji="0" lang="en-US" altLang="en-US"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9156" name="Right Brace 7">
            <a:extLst>
              <a:ext uri="{FF2B5EF4-FFF2-40B4-BE49-F238E27FC236}">
                <a16:creationId xmlns:a16="http://schemas.microsoft.com/office/drawing/2014/main" id="{CC00812B-A5FE-4BB2-9614-9407D912F406}"/>
              </a:ext>
            </a:extLst>
          </p:cNvPr>
          <p:cNvSpPr>
            <a:spLocks/>
          </p:cNvSpPr>
          <p:nvPr/>
        </p:nvSpPr>
        <p:spPr bwMode="auto">
          <a:xfrm>
            <a:off x="7086600" y="2743200"/>
            <a:ext cx="152400" cy="914400"/>
          </a:xfrm>
          <a:prstGeom prst="rightBrace">
            <a:avLst>
              <a:gd name="adj1" fmla="val 8333"/>
              <a:gd name="adj2" fmla="val 50000"/>
            </a:avLst>
          </a:prstGeom>
          <a:solidFill>
            <a:schemeClr val="accent1"/>
          </a:solidFill>
          <a:ln w="9525">
            <a:solidFill>
              <a:schemeClr val="tx1"/>
            </a:solidFill>
            <a:round/>
            <a:headEnd/>
            <a:tailEnd/>
          </a:ln>
        </p:spPr>
        <p:txBody>
          <a:bodyPr/>
          <a:lstStyle>
            <a:lvl1pPr eaLnBrk="0" hangingPunct="0">
              <a:defRPr sz="2000">
                <a:solidFill>
                  <a:srgbClr val="FFFFFF"/>
                </a:solidFill>
                <a:latin typeface="Times New Roman" panose="02020603050405020304" pitchFamily="18" charset="0"/>
                <a:ea typeface="MS PGothic" panose="020B0600070205080204" pitchFamily="34" charset="-128"/>
              </a:defRPr>
            </a:lvl1pPr>
            <a:lvl2pPr marL="742950" indent="-285750" eaLnBrk="0" hangingPunct="0">
              <a:defRPr sz="2000">
                <a:solidFill>
                  <a:srgbClr val="FFFFFF"/>
                </a:solidFill>
                <a:latin typeface="Times New Roman" panose="02020603050405020304" pitchFamily="18" charset="0"/>
                <a:ea typeface="MS PGothic" panose="020B0600070205080204" pitchFamily="34" charset="-128"/>
              </a:defRPr>
            </a:lvl2pPr>
            <a:lvl3pPr marL="1143000" indent="-228600" eaLnBrk="0" hangingPunct="0">
              <a:defRPr sz="2000">
                <a:solidFill>
                  <a:srgbClr val="FFFFFF"/>
                </a:solidFill>
                <a:latin typeface="Times New Roman" panose="02020603050405020304" pitchFamily="18" charset="0"/>
                <a:ea typeface="MS PGothic" panose="020B0600070205080204" pitchFamily="34" charset="-128"/>
              </a:defRPr>
            </a:lvl3pPr>
            <a:lvl4pPr marL="1600200" indent="-228600" eaLnBrk="0" hangingPunct="0">
              <a:defRPr sz="2000">
                <a:solidFill>
                  <a:srgbClr val="FFFFFF"/>
                </a:solidFill>
                <a:latin typeface="Times New Roman" panose="02020603050405020304" pitchFamily="18" charset="0"/>
                <a:ea typeface="MS PGothic" panose="020B0600070205080204" pitchFamily="34" charset="-128"/>
              </a:defRPr>
            </a:lvl4pPr>
            <a:lvl5pPr marL="2057400" indent="-228600" eaLnBrk="0" hangingPunct="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49157" name="Right Brace 8">
            <a:extLst>
              <a:ext uri="{FF2B5EF4-FFF2-40B4-BE49-F238E27FC236}">
                <a16:creationId xmlns:a16="http://schemas.microsoft.com/office/drawing/2014/main" id="{9748A760-68EA-4E91-AD7A-94EB08984F9E}"/>
              </a:ext>
            </a:extLst>
          </p:cNvPr>
          <p:cNvSpPr>
            <a:spLocks/>
          </p:cNvSpPr>
          <p:nvPr/>
        </p:nvSpPr>
        <p:spPr bwMode="auto">
          <a:xfrm>
            <a:off x="7096125" y="3962400"/>
            <a:ext cx="152400" cy="609600"/>
          </a:xfrm>
          <a:prstGeom prst="rightBrace">
            <a:avLst>
              <a:gd name="adj1" fmla="val 8333"/>
              <a:gd name="adj2" fmla="val 50000"/>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000">
                <a:solidFill>
                  <a:srgbClr val="FFFFFF"/>
                </a:solidFill>
                <a:latin typeface="Times New Roman" panose="02020603050405020304" pitchFamily="18" charset="0"/>
                <a:ea typeface="MS PGothic" panose="020B0600070205080204" pitchFamily="34" charset="-128"/>
              </a:defRPr>
            </a:lvl1pPr>
            <a:lvl2pPr marL="742950" indent="-285750" eaLnBrk="0" hangingPunct="0">
              <a:defRPr sz="2000">
                <a:solidFill>
                  <a:srgbClr val="FFFFFF"/>
                </a:solidFill>
                <a:latin typeface="Times New Roman" panose="02020603050405020304" pitchFamily="18" charset="0"/>
                <a:ea typeface="MS PGothic" panose="020B0600070205080204" pitchFamily="34" charset="-128"/>
              </a:defRPr>
            </a:lvl2pPr>
            <a:lvl3pPr marL="1143000" indent="-228600" eaLnBrk="0" hangingPunct="0">
              <a:defRPr sz="2000">
                <a:solidFill>
                  <a:srgbClr val="FFFFFF"/>
                </a:solidFill>
                <a:latin typeface="Times New Roman" panose="02020603050405020304" pitchFamily="18" charset="0"/>
                <a:ea typeface="MS PGothic" panose="020B0600070205080204" pitchFamily="34" charset="-128"/>
              </a:defRPr>
            </a:lvl3pPr>
            <a:lvl4pPr marL="1600200" indent="-228600" eaLnBrk="0" hangingPunct="0">
              <a:defRPr sz="2000">
                <a:solidFill>
                  <a:srgbClr val="FFFFFF"/>
                </a:solidFill>
                <a:latin typeface="Times New Roman" panose="02020603050405020304" pitchFamily="18" charset="0"/>
                <a:ea typeface="MS PGothic" panose="020B0600070205080204" pitchFamily="34" charset="-128"/>
              </a:defRPr>
            </a:lvl4pPr>
            <a:lvl5pPr marL="2057400" indent="-228600" eaLnBrk="0" hangingPunct="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49158" name="Right Brace 9">
            <a:extLst>
              <a:ext uri="{FF2B5EF4-FFF2-40B4-BE49-F238E27FC236}">
                <a16:creationId xmlns:a16="http://schemas.microsoft.com/office/drawing/2014/main" id="{86A9575B-8BAB-4F38-BA53-91AE43498500}"/>
              </a:ext>
            </a:extLst>
          </p:cNvPr>
          <p:cNvSpPr>
            <a:spLocks/>
          </p:cNvSpPr>
          <p:nvPr/>
        </p:nvSpPr>
        <p:spPr bwMode="auto">
          <a:xfrm>
            <a:off x="7086600" y="4800600"/>
            <a:ext cx="152400" cy="685800"/>
          </a:xfrm>
          <a:prstGeom prst="rightBrace">
            <a:avLst>
              <a:gd name="adj1" fmla="val 8333"/>
              <a:gd name="adj2" fmla="val 50000"/>
            </a:avLst>
          </a:prstGeom>
          <a:solidFill>
            <a:schemeClr val="accent1"/>
          </a:solidFill>
          <a:ln w="9525">
            <a:solidFill>
              <a:schemeClr val="tx1"/>
            </a:solidFill>
            <a:round/>
            <a:headEnd/>
            <a:tailEnd/>
          </a:ln>
        </p:spPr>
        <p:txBody>
          <a:bodyPr/>
          <a:lstStyle>
            <a:lvl1pPr eaLnBrk="0" hangingPunct="0">
              <a:defRPr sz="2000">
                <a:solidFill>
                  <a:srgbClr val="FFFFFF"/>
                </a:solidFill>
                <a:latin typeface="Times New Roman" panose="02020603050405020304" pitchFamily="18" charset="0"/>
                <a:ea typeface="MS PGothic" panose="020B0600070205080204" pitchFamily="34" charset="-128"/>
              </a:defRPr>
            </a:lvl1pPr>
            <a:lvl2pPr marL="742950" indent="-285750" eaLnBrk="0" hangingPunct="0">
              <a:defRPr sz="2000">
                <a:solidFill>
                  <a:srgbClr val="FFFFFF"/>
                </a:solidFill>
                <a:latin typeface="Times New Roman" panose="02020603050405020304" pitchFamily="18" charset="0"/>
                <a:ea typeface="MS PGothic" panose="020B0600070205080204" pitchFamily="34" charset="-128"/>
              </a:defRPr>
            </a:lvl2pPr>
            <a:lvl3pPr marL="1143000" indent="-228600" eaLnBrk="0" hangingPunct="0">
              <a:defRPr sz="2000">
                <a:solidFill>
                  <a:srgbClr val="FFFFFF"/>
                </a:solidFill>
                <a:latin typeface="Times New Roman" panose="02020603050405020304" pitchFamily="18" charset="0"/>
                <a:ea typeface="MS PGothic" panose="020B0600070205080204" pitchFamily="34" charset="-128"/>
              </a:defRPr>
            </a:lvl3pPr>
            <a:lvl4pPr marL="1600200" indent="-228600" eaLnBrk="0" hangingPunct="0">
              <a:defRPr sz="2000">
                <a:solidFill>
                  <a:srgbClr val="FFFFFF"/>
                </a:solidFill>
                <a:latin typeface="Times New Roman" panose="02020603050405020304" pitchFamily="18" charset="0"/>
                <a:ea typeface="MS PGothic" panose="020B0600070205080204" pitchFamily="34" charset="-128"/>
              </a:defRPr>
            </a:lvl4pPr>
            <a:lvl5pPr marL="2057400" indent="-228600" eaLnBrk="0" hangingPunct="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11" name="TextBox 10">
            <a:extLst>
              <a:ext uri="{FF2B5EF4-FFF2-40B4-BE49-F238E27FC236}">
                <a16:creationId xmlns:a16="http://schemas.microsoft.com/office/drawing/2014/main" id="{06E0E7E2-A6A7-4CEF-BDFF-D958DBD2C1D9}"/>
              </a:ext>
            </a:extLst>
          </p:cNvPr>
          <p:cNvSpPr txBox="1"/>
          <p:nvPr/>
        </p:nvSpPr>
        <p:spPr>
          <a:xfrm>
            <a:off x="7391400" y="2971800"/>
            <a:ext cx="1381125" cy="461963"/>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I/O cycle</a:t>
            </a:r>
          </a:p>
        </p:txBody>
      </p:sp>
      <p:sp>
        <p:nvSpPr>
          <p:cNvPr id="12" name="TextBox 11">
            <a:extLst>
              <a:ext uri="{FF2B5EF4-FFF2-40B4-BE49-F238E27FC236}">
                <a16:creationId xmlns:a16="http://schemas.microsoft.com/office/drawing/2014/main" id="{FAE5913D-1422-457C-9869-CC170B00E73E}"/>
              </a:ext>
            </a:extLst>
          </p:cNvPr>
          <p:cNvSpPr txBox="1"/>
          <p:nvPr/>
        </p:nvSpPr>
        <p:spPr>
          <a:xfrm>
            <a:off x="7391400" y="4953000"/>
            <a:ext cx="1381125" cy="461963"/>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I/O cycle</a:t>
            </a:r>
          </a:p>
        </p:txBody>
      </p:sp>
      <p:sp>
        <p:nvSpPr>
          <p:cNvPr id="13" name="TextBox 12">
            <a:extLst>
              <a:ext uri="{FF2B5EF4-FFF2-40B4-BE49-F238E27FC236}">
                <a16:creationId xmlns:a16="http://schemas.microsoft.com/office/drawing/2014/main" id="{DEB1699B-1281-43C9-96D3-DF34626F5079}"/>
              </a:ext>
            </a:extLst>
          </p:cNvPr>
          <p:cNvSpPr txBox="1"/>
          <p:nvPr/>
        </p:nvSpPr>
        <p:spPr>
          <a:xfrm>
            <a:off x="7324725" y="4038600"/>
            <a:ext cx="1622425" cy="461963"/>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CPU burst</a:t>
            </a:r>
          </a:p>
        </p:txBody>
      </p:sp>
      <p:sp>
        <p:nvSpPr>
          <p:cNvPr id="14" name="TextBox 13">
            <a:extLst>
              <a:ext uri="{FF2B5EF4-FFF2-40B4-BE49-F238E27FC236}">
                <a16:creationId xmlns:a16="http://schemas.microsoft.com/office/drawing/2014/main" id="{34FC35DA-7268-4CDB-8D19-B1B5512B4101}"/>
              </a:ext>
            </a:extLst>
          </p:cNvPr>
          <p:cNvSpPr txBox="1"/>
          <p:nvPr/>
        </p:nvSpPr>
        <p:spPr>
          <a:xfrm>
            <a:off x="685800" y="6096000"/>
            <a:ext cx="6096000" cy="369888"/>
          </a:xfrm>
          <a:prstGeom prst="rect">
            <a:avLst/>
          </a:prstGeom>
          <a:noFill/>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rPr>
              <a:t>Figure: Example part of C language programming </a:t>
            </a:r>
          </a:p>
        </p:txBody>
      </p:sp>
      <p:sp>
        <p:nvSpPr>
          <p:cNvPr id="2" name="TextBox 1">
            <a:extLst>
              <a:ext uri="{FF2B5EF4-FFF2-40B4-BE49-F238E27FC236}">
                <a16:creationId xmlns:a16="http://schemas.microsoft.com/office/drawing/2014/main" id="{B79CD70A-7DE2-45ED-92AD-CF03B10FE2A5}"/>
              </a:ext>
            </a:extLst>
          </p:cNvPr>
          <p:cNvSpPr txBox="1"/>
          <p:nvPr/>
        </p:nvSpPr>
        <p:spPr>
          <a:xfrm>
            <a:off x="7239000" y="2514600"/>
            <a:ext cx="1736725" cy="3190875"/>
          </a:xfrm>
          <a:prstGeom prst="rect">
            <a:avLst/>
          </a:prstGeom>
          <a:solidFill>
            <a:schemeClr val="bg1"/>
          </a:solidFill>
        </p:spPr>
        <p:txBody>
          <a:bodyPr wrap="none">
            <a:spAutoFit/>
          </a:bodyPr>
          <a:lstStyle/>
          <a:p>
            <a:pPr marL="514350" marR="0" lvl="0" indent="-514350" algn="l" defTabSz="914400" rtl="0" eaLnBrk="1" fontAlgn="base" latinLnBrk="0" hangingPunct="1">
              <a:lnSpc>
                <a:spcPct val="300000"/>
              </a:lnSpc>
              <a:spcBef>
                <a:spcPct val="0"/>
              </a:spcBef>
              <a:spcAft>
                <a:spcPct val="0"/>
              </a:spcAft>
              <a:buClrTx/>
              <a:buSzTx/>
              <a:buFontTx/>
              <a:buAutoNum type="romanLcParenBoth"/>
              <a:tabLst/>
              <a:defRPr/>
            </a:pPr>
            <a:r>
              <a:rPr kumimoji="0" lang="en-US" sz="2000" b="0" i="0" u="none" strike="noStrike" kern="1200" cap="none" spc="0" normalizeH="0" baseline="0" noProof="0" dirty="0">
                <a:ln>
                  <a:noFill/>
                </a:ln>
                <a:solidFill>
                  <a:srgbClr val="000000"/>
                </a:solidFill>
                <a:effectLst/>
                <a:uLnTx/>
                <a:uFillTx/>
                <a:latin typeface="Times New Roman" charset="0"/>
                <a:ea typeface="ＭＳ Ｐゴシック" charset="0"/>
                <a:cs typeface="ＭＳ Ｐゴシック" charset="0"/>
              </a:rPr>
              <a:t>________</a:t>
            </a:r>
          </a:p>
          <a:p>
            <a:pPr marL="514350" marR="0" lvl="0" indent="-514350" algn="l" defTabSz="914400" rtl="0" eaLnBrk="1" fontAlgn="base" latinLnBrk="0" hangingPunct="1">
              <a:lnSpc>
                <a:spcPct val="300000"/>
              </a:lnSpc>
              <a:spcBef>
                <a:spcPct val="0"/>
              </a:spcBef>
              <a:spcAft>
                <a:spcPct val="0"/>
              </a:spcAft>
              <a:buClrTx/>
              <a:buSzTx/>
              <a:buFontTx/>
              <a:buAutoNum type="romanLcParenBoth"/>
              <a:tabLst/>
              <a:defRPr/>
            </a:pPr>
            <a:r>
              <a:rPr kumimoji="0" lang="en-US" sz="2000" b="0" i="0" u="none" strike="noStrike" kern="1200" cap="none" spc="0" normalizeH="0" baseline="0" noProof="0" dirty="0">
                <a:ln>
                  <a:noFill/>
                </a:ln>
                <a:solidFill>
                  <a:srgbClr val="000000"/>
                </a:solidFill>
                <a:effectLst/>
                <a:uLnTx/>
                <a:uFillTx/>
                <a:latin typeface="Times New Roman" charset="0"/>
                <a:ea typeface="ＭＳ Ｐゴシック" charset="0"/>
                <a:cs typeface="ＭＳ Ｐゴシック" charset="0"/>
              </a:rPr>
              <a:t>________</a:t>
            </a:r>
          </a:p>
          <a:p>
            <a:pPr marL="514350" marR="0" lvl="0" indent="-514350" algn="l" defTabSz="914400" rtl="0" eaLnBrk="1" fontAlgn="base" latinLnBrk="0" hangingPunct="1">
              <a:lnSpc>
                <a:spcPct val="300000"/>
              </a:lnSpc>
              <a:spcBef>
                <a:spcPct val="0"/>
              </a:spcBef>
              <a:spcAft>
                <a:spcPct val="0"/>
              </a:spcAft>
              <a:buClrTx/>
              <a:buSzTx/>
              <a:buFontTx/>
              <a:buAutoNum type="romanLcParenBoth"/>
              <a:tabLst/>
              <a:defRPr/>
            </a:pPr>
            <a:r>
              <a:rPr kumimoji="0" lang="en-US" sz="2000" b="0" i="0" u="none" strike="noStrike" kern="1200" cap="none" spc="0" normalizeH="0" baseline="0" noProof="0" dirty="0">
                <a:ln>
                  <a:noFill/>
                </a:ln>
                <a:solidFill>
                  <a:srgbClr val="000000"/>
                </a:solidFill>
                <a:effectLst/>
                <a:uLnTx/>
                <a:uFillTx/>
                <a:latin typeface="Times New Roman" charset="0"/>
                <a:ea typeface="ＭＳ Ｐゴシック" charset="0"/>
                <a:cs typeface="ＭＳ Ｐゴシック" charset="0"/>
              </a:rPr>
              <a:t>________</a:t>
            </a:r>
          </a:p>
          <a:p>
            <a:pPr marL="0" marR="0" lvl="0" indent="0" algn="l" defTabSz="914400" rtl="0" eaLnBrk="1" fontAlgn="base" latinLnBrk="0" hangingPunct="1">
              <a:lnSpc>
                <a:spcPct val="300000"/>
              </a:lnSpc>
              <a:spcBef>
                <a:spcPct val="0"/>
              </a:spcBef>
              <a:spcAft>
                <a:spcPct val="0"/>
              </a:spcAft>
              <a:buClrTx/>
              <a:buSzTx/>
              <a:buFontTx/>
              <a:buNone/>
              <a:tabLst/>
              <a:defRPr/>
            </a:pPr>
            <a:endParaRPr kumimoji="0" lang="en-US" sz="800" b="0" i="0" u="none" strike="noStrike" kern="1200" cap="none" spc="0" normalizeH="0" baseline="0" noProof="0" dirty="0">
              <a:ln>
                <a:noFill/>
              </a:ln>
              <a:solidFill>
                <a:srgbClr val="000000"/>
              </a:solidFill>
              <a:effectLst/>
              <a:uLnTx/>
              <a:uFillTx/>
              <a:latin typeface="Times New Roman" charset="0"/>
              <a:ea typeface="ＭＳ Ｐゴシック" charset="0"/>
              <a:cs typeface="ＭＳ Ｐゴシック" charset="0"/>
            </a:endParaRPr>
          </a:p>
        </p:txBody>
      </p:sp>
    </p:spTree>
    <p:extLst>
      <p:ext uri="{BB962C8B-B14F-4D97-AF65-F5344CB8AC3E}">
        <p14:creationId xmlns:p14="http://schemas.microsoft.com/office/powerpoint/2010/main" val="330190529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FA6CB2F1-1713-4A39-BA3D-683AD77936DD}"/>
              </a:ext>
            </a:extLst>
          </p:cNvPr>
          <p:cNvSpPr>
            <a:spLocks noGrp="1" noChangeArrowheads="1"/>
          </p:cNvSpPr>
          <p:nvPr>
            <p:ph type="title"/>
          </p:nvPr>
        </p:nvSpPr>
        <p:spPr>
          <a:xfrm>
            <a:off x="1066800" y="176213"/>
            <a:ext cx="7620000" cy="576262"/>
          </a:xfrm>
        </p:spPr>
        <p:txBody>
          <a:bodyPr/>
          <a:lstStyle/>
          <a:p>
            <a:pPr eaLnBrk="1" hangingPunct="1"/>
            <a:r>
              <a:rPr lang="en-US" altLang="en-US"/>
              <a:t>Histogram of CPU-burst Times</a:t>
            </a:r>
          </a:p>
        </p:txBody>
      </p:sp>
      <p:pic>
        <p:nvPicPr>
          <p:cNvPr id="8195" name="Picture 9">
            <a:extLst>
              <a:ext uri="{FF2B5EF4-FFF2-40B4-BE49-F238E27FC236}">
                <a16:creationId xmlns:a16="http://schemas.microsoft.com/office/drawing/2014/main" id="{37737E5D-2618-4EEF-975A-4A76647BCD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4488" y="1525588"/>
            <a:ext cx="5721350" cy="3805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1">
            <a:extLst>
              <a:ext uri="{FF2B5EF4-FFF2-40B4-BE49-F238E27FC236}">
                <a16:creationId xmlns:a16="http://schemas.microsoft.com/office/drawing/2014/main" id="{37A76C04-3780-4ECA-BFCB-76114FD90079}"/>
              </a:ext>
            </a:extLst>
          </p:cNvPr>
          <p:cNvSpPr txBox="1"/>
          <p:nvPr/>
        </p:nvSpPr>
        <p:spPr>
          <a:xfrm>
            <a:off x="2992582" y="5444836"/>
            <a:ext cx="3311236" cy="369332"/>
          </a:xfrm>
          <a:prstGeom prst="rect">
            <a:avLst/>
          </a:prstGeom>
          <a:noFill/>
        </p:spPr>
        <p:txBody>
          <a:bodyPr wrap="square" rtlCol="0">
            <a:spAutoFit/>
          </a:bodyPr>
          <a:lstStyle/>
          <a:p>
            <a:pPr algn="ctr"/>
            <a:r>
              <a:rPr lang="en-US" dirty="0"/>
              <a:t>Figure 5.2</a:t>
            </a:r>
            <a:endParaRPr lang="en-MY"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9">
            <a:extLst>
              <a:ext uri="{FF2B5EF4-FFF2-40B4-BE49-F238E27FC236}">
                <a16:creationId xmlns:a16="http://schemas.microsoft.com/office/drawing/2014/main" id="{C0B3BFD8-62C0-4681-B537-D78B495DC123}"/>
              </a:ext>
            </a:extLst>
          </p:cNvPr>
          <p:cNvSpPr>
            <a:spLocks noGrp="1" noChangeArrowheads="1"/>
          </p:cNvSpPr>
          <p:nvPr>
            <p:ph type="body" idx="1"/>
          </p:nvPr>
        </p:nvSpPr>
        <p:spPr>
          <a:xfrm>
            <a:off x="358028" y="1447800"/>
            <a:ext cx="8262097" cy="3962400"/>
          </a:xfrm>
        </p:spPr>
        <p:txBody>
          <a:bodyPr/>
          <a:lstStyle/>
          <a:p>
            <a:pPr eaLnBrk="1" hangingPunct="1"/>
            <a:r>
              <a:rPr lang="en-CA" altLang="en-US" sz="2400" dirty="0"/>
              <a:t>Jobs move</a:t>
            </a:r>
            <a:r>
              <a:rPr lang="en-US" altLang="en-US" sz="2400" dirty="0"/>
              <a:t> </a:t>
            </a:r>
            <a:r>
              <a:rPr lang="en-CA" altLang="en-US" sz="2400" dirty="0"/>
              <a:t>through the system.</a:t>
            </a:r>
          </a:p>
          <a:p>
            <a:pPr eaLnBrk="1" hangingPunct="1"/>
            <a:r>
              <a:rPr lang="en-CA" altLang="en-US" sz="2400" dirty="0"/>
              <a:t>Job scheduler (long-term) vs CPU scheduler (short-term)</a:t>
            </a:r>
          </a:p>
        </p:txBody>
      </p:sp>
      <p:sp>
        <p:nvSpPr>
          <p:cNvPr id="29699" name="Rectangle 8">
            <a:extLst>
              <a:ext uri="{FF2B5EF4-FFF2-40B4-BE49-F238E27FC236}">
                <a16:creationId xmlns:a16="http://schemas.microsoft.com/office/drawing/2014/main" id="{F01DA01F-2549-491A-A185-540C2B083306}"/>
              </a:ext>
            </a:extLst>
          </p:cNvPr>
          <p:cNvSpPr>
            <a:spLocks noGrp="1" noChangeArrowheads="1"/>
          </p:cNvSpPr>
          <p:nvPr>
            <p:ph type="title"/>
          </p:nvPr>
        </p:nvSpPr>
        <p:spPr>
          <a:xfrm>
            <a:off x="533400" y="685800"/>
            <a:ext cx="8077200" cy="914400"/>
          </a:xfrm>
        </p:spPr>
        <p:txBody>
          <a:bodyPr/>
          <a:lstStyle/>
          <a:p>
            <a:pPr eaLnBrk="1" hangingPunct="1"/>
            <a:r>
              <a:rPr lang="en-CA" altLang="en-US" dirty="0"/>
              <a:t>Job and Process Status</a:t>
            </a:r>
          </a:p>
        </p:txBody>
      </p:sp>
      <p:sp>
        <p:nvSpPr>
          <p:cNvPr id="29700" name="Slide Number Placeholder 4">
            <a:extLst>
              <a:ext uri="{FF2B5EF4-FFF2-40B4-BE49-F238E27FC236}">
                <a16:creationId xmlns:a16="http://schemas.microsoft.com/office/drawing/2014/main" id="{D92261AC-20D0-41DA-9D3D-ECE2C025320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ea typeface="MS PGothic" panose="020B0600070205080204" pitchFamily="34" charset="-128"/>
              </a:defRPr>
            </a:lvl1pPr>
            <a:lvl2pPr marL="742950" indent="-285750" eaLnBrk="0" hangingPunct="0">
              <a:defRPr sz="2000">
                <a:solidFill>
                  <a:srgbClr val="FFFFFF"/>
                </a:solidFill>
                <a:latin typeface="Times New Roman" panose="02020603050405020304" pitchFamily="18" charset="0"/>
                <a:ea typeface="MS PGothic" panose="020B0600070205080204" pitchFamily="34" charset="-128"/>
              </a:defRPr>
            </a:lvl2pPr>
            <a:lvl3pPr marL="1143000" indent="-228600" eaLnBrk="0" hangingPunct="0">
              <a:defRPr sz="2000">
                <a:solidFill>
                  <a:srgbClr val="FFFFFF"/>
                </a:solidFill>
                <a:latin typeface="Times New Roman" panose="02020603050405020304" pitchFamily="18" charset="0"/>
                <a:ea typeface="MS PGothic" panose="020B0600070205080204" pitchFamily="34" charset="-128"/>
              </a:defRPr>
            </a:lvl3pPr>
            <a:lvl4pPr marL="1600200" indent="-228600" eaLnBrk="0" hangingPunct="0">
              <a:defRPr sz="2000">
                <a:solidFill>
                  <a:srgbClr val="FFFFFF"/>
                </a:solidFill>
                <a:latin typeface="Times New Roman" panose="02020603050405020304" pitchFamily="18" charset="0"/>
                <a:ea typeface="MS PGothic" panose="020B0600070205080204" pitchFamily="34" charset="-128"/>
              </a:defRPr>
            </a:lvl4pPr>
            <a:lvl5pPr marL="2057400" indent="-228600" eaLnBrk="0" hangingPunct="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752759F-F295-4342-B422-A11DBD344DB7}" type="slidenum">
              <a:rPr kumimoji="0" lang="en-US" altLang="en-US"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en-US"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3" name="Picture 2">
            <a:extLst>
              <a:ext uri="{FF2B5EF4-FFF2-40B4-BE49-F238E27FC236}">
                <a16:creationId xmlns:a16="http://schemas.microsoft.com/office/drawing/2014/main" id="{CF15DECC-F4C1-4BB4-8FD5-D83DD0D56C76}"/>
              </a:ext>
            </a:extLst>
          </p:cNvPr>
          <p:cNvPicPr>
            <a:picLocks noChangeAspect="1"/>
          </p:cNvPicPr>
          <p:nvPr/>
        </p:nvPicPr>
        <p:blipFill>
          <a:blip r:embed="rId2"/>
          <a:stretch>
            <a:fillRect/>
          </a:stretch>
        </p:blipFill>
        <p:spPr>
          <a:xfrm>
            <a:off x="485775" y="2667000"/>
            <a:ext cx="8658225" cy="3209925"/>
          </a:xfrm>
          <a:prstGeom prst="rect">
            <a:avLst/>
          </a:prstGeom>
        </p:spPr>
      </p:pic>
    </p:spTree>
    <p:extLst>
      <p:ext uri="{BB962C8B-B14F-4D97-AF65-F5344CB8AC3E}">
        <p14:creationId xmlns:p14="http://schemas.microsoft.com/office/powerpoint/2010/main" val="1455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13">
            <a:extLst>
              <a:ext uri="{FF2B5EF4-FFF2-40B4-BE49-F238E27FC236}">
                <a16:creationId xmlns:a16="http://schemas.microsoft.com/office/drawing/2014/main" id="{3C320E8A-E0D9-4C3C-8F0B-5B40075FE2C3}"/>
              </a:ext>
            </a:extLst>
          </p:cNvPr>
          <p:cNvSpPr>
            <a:spLocks noGrp="1" noChangeArrowheads="1"/>
          </p:cNvSpPr>
          <p:nvPr>
            <p:ph type="body" idx="1"/>
          </p:nvPr>
        </p:nvSpPr>
        <p:spPr>
          <a:xfrm>
            <a:off x="533400" y="1066800"/>
            <a:ext cx="7772400" cy="4953000"/>
          </a:xfrm>
        </p:spPr>
        <p:txBody>
          <a:bodyPr/>
          <a:lstStyle/>
          <a:p>
            <a:pPr algn="just" eaLnBrk="1" hangingPunct="1">
              <a:lnSpc>
                <a:spcPct val="90000"/>
              </a:lnSpc>
              <a:defRPr/>
            </a:pPr>
            <a:r>
              <a:rPr lang="en-US" sz="2200" dirty="0">
                <a:ea typeface="ＭＳ Ｐゴシック" charset="0"/>
              </a:rPr>
              <a:t>User submits job </a:t>
            </a:r>
          </a:p>
          <a:p>
            <a:pPr marL="0" indent="0" algn="just" eaLnBrk="1" hangingPunct="1">
              <a:lnSpc>
                <a:spcPct val="90000"/>
              </a:lnSpc>
              <a:buFontTx/>
              <a:buNone/>
              <a:defRPr/>
            </a:pPr>
            <a:r>
              <a:rPr lang="en-US" sz="2200" dirty="0">
                <a:ea typeface="ＭＳ Ｐゴシック" charset="0"/>
              </a:rPr>
              <a:t>    (batch/interactive)</a:t>
            </a:r>
          </a:p>
          <a:p>
            <a:pPr algn="just" eaLnBrk="1" hangingPunct="1">
              <a:lnSpc>
                <a:spcPct val="90000"/>
              </a:lnSpc>
              <a:defRPr/>
            </a:pPr>
            <a:endParaRPr lang="en-US" sz="2200" dirty="0">
              <a:ea typeface="ＭＳ Ｐゴシック" charset="0"/>
            </a:endParaRPr>
          </a:p>
          <a:p>
            <a:pPr lvl="1" algn="just" eaLnBrk="1" hangingPunct="1">
              <a:lnSpc>
                <a:spcPct val="90000"/>
              </a:lnSpc>
              <a:defRPr/>
            </a:pPr>
            <a:r>
              <a:rPr lang="en-US" sz="2200" dirty="0">
                <a:ea typeface="ＭＳ Ｐゴシック" charset="0"/>
              </a:rPr>
              <a:t>Job accepted</a:t>
            </a:r>
          </a:p>
          <a:p>
            <a:pPr lvl="2" algn="just" eaLnBrk="1" hangingPunct="1">
              <a:lnSpc>
                <a:spcPct val="90000"/>
              </a:lnSpc>
              <a:defRPr/>
            </a:pPr>
            <a:r>
              <a:rPr lang="en-US" dirty="0">
                <a:ea typeface="ＭＳ Ｐゴシック" charset="0"/>
              </a:rPr>
              <a:t>Put on </a:t>
            </a:r>
            <a:r>
              <a:rPr lang="en-US" dirty="0">
                <a:solidFill>
                  <a:srgbClr val="0070C0"/>
                </a:solidFill>
                <a:latin typeface="Courier New" charset="0"/>
                <a:ea typeface="ＭＳ Ｐゴシック" charset="0"/>
                <a:cs typeface="Courier New" charset="0"/>
              </a:rPr>
              <a:t>HOLD</a:t>
            </a:r>
            <a:r>
              <a:rPr lang="en-US" dirty="0">
                <a:ea typeface="ＭＳ Ｐゴシック" charset="0"/>
              </a:rPr>
              <a:t> and placed in queue</a:t>
            </a:r>
          </a:p>
          <a:p>
            <a:pPr lvl="1" algn="just" eaLnBrk="1" hangingPunct="1">
              <a:lnSpc>
                <a:spcPct val="90000"/>
              </a:lnSpc>
              <a:defRPr/>
            </a:pPr>
            <a:r>
              <a:rPr lang="en-US" sz="2200" dirty="0">
                <a:ea typeface="ＭＳ Ｐゴシック" charset="0"/>
              </a:rPr>
              <a:t>Job state changes from </a:t>
            </a:r>
            <a:r>
              <a:rPr lang="en-US" sz="2200" dirty="0">
                <a:solidFill>
                  <a:srgbClr val="0070C0"/>
                </a:solidFill>
                <a:latin typeface="Courier New" charset="0"/>
                <a:ea typeface="ＭＳ Ｐゴシック" charset="0"/>
                <a:cs typeface="Courier New" charset="0"/>
              </a:rPr>
              <a:t>NEW</a:t>
            </a:r>
            <a:r>
              <a:rPr lang="en-US" sz="2200" dirty="0">
                <a:ea typeface="ＭＳ Ｐゴシック" charset="0"/>
              </a:rPr>
              <a:t> to </a:t>
            </a:r>
            <a:r>
              <a:rPr lang="en-US" sz="2200" dirty="0">
                <a:solidFill>
                  <a:srgbClr val="0070C0"/>
                </a:solidFill>
                <a:latin typeface="Courier New" charset="0"/>
                <a:ea typeface="ＭＳ Ｐゴシック" charset="0"/>
                <a:cs typeface="Courier New" charset="0"/>
              </a:rPr>
              <a:t>READY</a:t>
            </a:r>
          </a:p>
          <a:p>
            <a:pPr lvl="2" algn="just" eaLnBrk="1" hangingPunct="1">
              <a:lnSpc>
                <a:spcPct val="90000"/>
              </a:lnSpc>
              <a:defRPr/>
            </a:pPr>
            <a:r>
              <a:rPr lang="en-US" dirty="0">
                <a:ea typeface="ＭＳ Ｐゴシック" charset="0"/>
              </a:rPr>
              <a:t>Indicates job waiting for CPU</a:t>
            </a:r>
          </a:p>
          <a:p>
            <a:pPr lvl="1" algn="just" eaLnBrk="1" hangingPunct="1">
              <a:lnSpc>
                <a:spcPct val="90000"/>
              </a:lnSpc>
              <a:defRPr/>
            </a:pPr>
            <a:r>
              <a:rPr lang="en-US" sz="2200" dirty="0">
                <a:ea typeface="ＭＳ Ｐゴシック" charset="0"/>
              </a:rPr>
              <a:t>Job state changes from </a:t>
            </a:r>
            <a:r>
              <a:rPr lang="en-US" sz="2200" dirty="0">
                <a:solidFill>
                  <a:srgbClr val="0070C0"/>
                </a:solidFill>
                <a:latin typeface="Courier New" charset="0"/>
                <a:ea typeface="ＭＳ Ｐゴシック" charset="0"/>
                <a:cs typeface="Courier New" charset="0"/>
              </a:rPr>
              <a:t>READY</a:t>
            </a:r>
            <a:r>
              <a:rPr lang="en-US" sz="2200" dirty="0">
                <a:ea typeface="ＭＳ Ｐゴシック" charset="0"/>
              </a:rPr>
              <a:t> to </a:t>
            </a:r>
            <a:r>
              <a:rPr lang="en-US" sz="2200" dirty="0">
                <a:solidFill>
                  <a:srgbClr val="0070C0"/>
                </a:solidFill>
                <a:latin typeface="Courier New" charset="0"/>
                <a:ea typeface="ＭＳ Ｐゴシック" charset="0"/>
                <a:cs typeface="Courier New" charset="0"/>
              </a:rPr>
              <a:t>RUNNING</a:t>
            </a:r>
          </a:p>
          <a:p>
            <a:pPr lvl="2" algn="just" eaLnBrk="1" hangingPunct="1">
              <a:lnSpc>
                <a:spcPct val="90000"/>
              </a:lnSpc>
              <a:defRPr/>
            </a:pPr>
            <a:r>
              <a:rPr lang="en-US" dirty="0">
                <a:ea typeface="ＭＳ Ｐゴシック" charset="0"/>
              </a:rPr>
              <a:t>When selected for CPU and processing</a:t>
            </a:r>
          </a:p>
          <a:p>
            <a:pPr lvl="1" algn="just" eaLnBrk="1" hangingPunct="1">
              <a:lnSpc>
                <a:spcPct val="90000"/>
              </a:lnSpc>
              <a:defRPr/>
            </a:pPr>
            <a:r>
              <a:rPr lang="en-US" sz="2200" dirty="0">
                <a:ea typeface="ＭＳ Ｐゴシック" charset="0"/>
              </a:rPr>
              <a:t>Job state changes from </a:t>
            </a:r>
            <a:r>
              <a:rPr lang="en-US" sz="2200" dirty="0">
                <a:solidFill>
                  <a:srgbClr val="0070C0"/>
                </a:solidFill>
                <a:latin typeface="Courier New" charset="0"/>
                <a:ea typeface="ＭＳ Ｐゴシック" charset="0"/>
                <a:cs typeface="Courier New" charset="0"/>
              </a:rPr>
              <a:t>RUNNING</a:t>
            </a:r>
            <a:r>
              <a:rPr lang="en-US" sz="2200" dirty="0">
                <a:ea typeface="ＭＳ Ｐゴシック" charset="0"/>
              </a:rPr>
              <a:t> to </a:t>
            </a:r>
            <a:r>
              <a:rPr lang="en-US" sz="2200" dirty="0">
                <a:solidFill>
                  <a:srgbClr val="0070C0"/>
                </a:solidFill>
                <a:latin typeface="Courier New" charset="0"/>
                <a:ea typeface="ＭＳ Ｐゴシック" charset="0"/>
                <a:cs typeface="Courier New" charset="0"/>
              </a:rPr>
              <a:t>WAITING</a:t>
            </a:r>
            <a:r>
              <a:rPr lang="en-US" sz="2200" dirty="0">
                <a:ea typeface="ＭＳ Ｐゴシック" charset="0"/>
              </a:rPr>
              <a:t> </a:t>
            </a:r>
          </a:p>
          <a:p>
            <a:pPr lvl="2" algn="just" eaLnBrk="1" hangingPunct="1">
              <a:lnSpc>
                <a:spcPct val="90000"/>
              </a:lnSpc>
              <a:defRPr/>
            </a:pPr>
            <a:r>
              <a:rPr lang="en-US" dirty="0">
                <a:ea typeface="ＭＳ Ｐゴシック" charset="0"/>
              </a:rPr>
              <a:t>Requires unavailable resources</a:t>
            </a:r>
          </a:p>
          <a:p>
            <a:pPr lvl="1" algn="just" eaLnBrk="1" hangingPunct="1">
              <a:lnSpc>
                <a:spcPct val="90000"/>
              </a:lnSpc>
              <a:defRPr/>
            </a:pPr>
            <a:r>
              <a:rPr lang="en-US" sz="2200" dirty="0">
                <a:ea typeface="ＭＳ Ｐゴシック" charset="0"/>
              </a:rPr>
              <a:t>Job state changes to </a:t>
            </a:r>
            <a:r>
              <a:rPr lang="en-US" sz="2200" dirty="0">
                <a:solidFill>
                  <a:srgbClr val="0070C0"/>
                </a:solidFill>
                <a:latin typeface="Courier New" charset="0"/>
                <a:ea typeface="ＭＳ Ｐゴシック" charset="0"/>
                <a:cs typeface="Courier New" charset="0"/>
              </a:rPr>
              <a:t>TERMINATED</a:t>
            </a:r>
          </a:p>
          <a:p>
            <a:pPr lvl="2" algn="just" eaLnBrk="1" hangingPunct="1">
              <a:lnSpc>
                <a:spcPct val="90000"/>
              </a:lnSpc>
              <a:defRPr/>
            </a:pPr>
            <a:r>
              <a:rPr lang="en-US" dirty="0">
                <a:ea typeface="ＭＳ Ｐゴシック" charset="0"/>
              </a:rPr>
              <a:t>Job completed (successfully or unsuccessfully)</a:t>
            </a:r>
          </a:p>
        </p:txBody>
      </p:sp>
      <p:sp>
        <p:nvSpPr>
          <p:cNvPr id="32770" name="Slide Number Placeholder 4">
            <a:extLst>
              <a:ext uri="{FF2B5EF4-FFF2-40B4-BE49-F238E27FC236}">
                <a16:creationId xmlns:a16="http://schemas.microsoft.com/office/drawing/2014/main" id="{A70E8671-134F-478F-86C1-689E27F58CA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ea typeface="MS PGothic" panose="020B0600070205080204" pitchFamily="34" charset="-128"/>
              </a:defRPr>
            </a:lvl1pPr>
            <a:lvl2pPr marL="742950" indent="-285750" eaLnBrk="0" hangingPunct="0">
              <a:defRPr sz="2000">
                <a:solidFill>
                  <a:srgbClr val="FFFFFF"/>
                </a:solidFill>
                <a:latin typeface="Times New Roman" panose="02020603050405020304" pitchFamily="18" charset="0"/>
                <a:ea typeface="MS PGothic" panose="020B0600070205080204" pitchFamily="34" charset="-128"/>
              </a:defRPr>
            </a:lvl2pPr>
            <a:lvl3pPr marL="1143000" indent="-228600" eaLnBrk="0" hangingPunct="0">
              <a:defRPr sz="2000">
                <a:solidFill>
                  <a:srgbClr val="FFFFFF"/>
                </a:solidFill>
                <a:latin typeface="Times New Roman" panose="02020603050405020304" pitchFamily="18" charset="0"/>
                <a:ea typeface="MS PGothic" panose="020B0600070205080204" pitchFamily="34" charset="-128"/>
              </a:defRPr>
            </a:lvl3pPr>
            <a:lvl4pPr marL="1600200" indent="-228600" eaLnBrk="0" hangingPunct="0">
              <a:defRPr sz="2000">
                <a:solidFill>
                  <a:srgbClr val="FFFFFF"/>
                </a:solidFill>
                <a:latin typeface="Times New Roman" panose="02020603050405020304" pitchFamily="18" charset="0"/>
                <a:ea typeface="MS PGothic" panose="020B0600070205080204" pitchFamily="34" charset="-128"/>
              </a:defRPr>
            </a:lvl4pPr>
            <a:lvl5pPr marL="2057400" indent="-228600" eaLnBrk="0" hangingPunct="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64F72F5-942D-4F12-8F34-D3E58A5E57BF}" type="slidenum">
              <a:rPr kumimoji="0" lang="en-US" altLang="en-US"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en-US"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2" name="Picture 1" descr="Screen Shot 2013-03-04 at 2.00.55 PM.png">
            <a:extLst>
              <a:ext uri="{FF2B5EF4-FFF2-40B4-BE49-F238E27FC236}">
                <a16:creationId xmlns:a16="http://schemas.microsoft.com/office/drawing/2014/main" id="{9C8F7864-FBEB-48BA-8436-D858E7BD99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953000" y="762000"/>
            <a:ext cx="3886200" cy="1417638"/>
          </a:xfrm>
          <a:prstGeom prst="rect">
            <a:avLst/>
          </a:prstGeom>
          <a:noFill/>
          <a:ln>
            <a:noFill/>
          </a:ln>
          <a:effectLst>
            <a:outerShdw blurRad="50800" dist="139700" dir="2700000" algn="tl" rotWithShape="0">
              <a:srgbClr val="808080">
                <a:alpha val="42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07474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1">
            <a:extLst>
              <a:ext uri="{FF2B5EF4-FFF2-40B4-BE49-F238E27FC236}">
                <a16:creationId xmlns:a16="http://schemas.microsoft.com/office/drawing/2014/main" id="{84948241-970F-43CF-BE09-6B13F742E4E4}"/>
              </a:ext>
            </a:extLst>
          </p:cNvPr>
          <p:cNvSpPr>
            <a:spLocks noChangeArrowheads="1"/>
          </p:cNvSpPr>
          <p:nvPr/>
        </p:nvSpPr>
        <p:spPr bwMode="auto">
          <a:xfrm>
            <a:off x="1143000" y="4724400"/>
            <a:ext cx="5257800" cy="1030941"/>
          </a:xfrm>
          <a:prstGeom prst="rect">
            <a:avLst/>
          </a:prstGeom>
          <a:solidFill>
            <a:srgbClr val="FFFF99"/>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000">
                <a:solidFill>
                  <a:srgbClr val="FFFFFF"/>
                </a:solidFill>
                <a:latin typeface="Times New Roman" panose="02020603050405020304" pitchFamily="18" charset="0"/>
                <a:ea typeface="MS PGothic" panose="020B0600070205080204" pitchFamily="34" charset="-128"/>
              </a:defRPr>
            </a:lvl1pPr>
            <a:lvl2pPr marL="742950" indent="-285750" eaLnBrk="0" hangingPunct="0">
              <a:defRPr sz="2000">
                <a:solidFill>
                  <a:srgbClr val="FFFFFF"/>
                </a:solidFill>
                <a:latin typeface="Times New Roman" panose="02020603050405020304" pitchFamily="18" charset="0"/>
                <a:ea typeface="MS PGothic" panose="020B0600070205080204" pitchFamily="34" charset="-128"/>
              </a:defRPr>
            </a:lvl2pPr>
            <a:lvl3pPr marL="1143000" indent="-228600" eaLnBrk="0" hangingPunct="0">
              <a:defRPr sz="2000">
                <a:solidFill>
                  <a:srgbClr val="FFFFFF"/>
                </a:solidFill>
                <a:latin typeface="Times New Roman" panose="02020603050405020304" pitchFamily="18" charset="0"/>
                <a:ea typeface="MS PGothic" panose="020B0600070205080204" pitchFamily="34" charset="-128"/>
              </a:defRPr>
            </a:lvl3pPr>
            <a:lvl4pPr marL="1600200" indent="-228600" eaLnBrk="0" hangingPunct="0">
              <a:defRPr sz="2000">
                <a:solidFill>
                  <a:srgbClr val="FFFFFF"/>
                </a:solidFill>
                <a:latin typeface="Times New Roman" panose="02020603050405020304" pitchFamily="18" charset="0"/>
                <a:ea typeface="MS PGothic" panose="020B0600070205080204" pitchFamily="34" charset="-128"/>
              </a:defRPr>
            </a:lvl4pPr>
            <a:lvl5pPr marL="2057400" indent="-228600" eaLnBrk="0" hangingPunct="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38914" name="Rectangle 5">
            <a:extLst>
              <a:ext uri="{FF2B5EF4-FFF2-40B4-BE49-F238E27FC236}">
                <a16:creationId xmlns:a16="http://schemas.microsoft.com/office/drawing/2014/main" id="{4A335BF7-21A2-4784-94F4-757279CE925A}"/>
              </a:ext>
            </a:extLst>
          </p:cNvPr>
          <p:cNvSpPr>
            <a:spLocks noGrp="1" noChangeArrowheads="1"/>
          </p:cNvSpPr>
          <p:nvPr>
            <p:ph type="title"/>
          </p:nvPr>
        </p:nvSpPr>
        <p:spPr>
          <a:xfrm>
            <a:off x="533400" y="762000"/>
            <a:ext cx="8077200" cy="914400"/>
          </a:xfrm>
        </p:spPr>
        <p:txBody>
          <a:bodyPr/>
          <a:lstStyle/>
          <a:p>
            <a:pPr eaLnBrk="1" hangingPunct="1"/>
            <a:r>
              <a:rPr lang="en-CA" altLang="en-US"/>
              <a:t>PCBs and Queuing</a:t>
            </a:r>
          </a:p>
        </p:txBody>
      </p:sp>
      <p:sp>
        <p:nvSpPr>
          <p:cNvPr id="38915" name="Rectangle 6">
            <a:extLst>
              <a:ext uri="{FF2B5EF4-FFF2-40B4-BE49-F238E27FC236}">
                <a16:creationId xmlns:a16="http://schemas.microsoft.com/office/drawing/2014/main" id="{0B48E1C5-88BF-4B7D-A8A0-FB68781EE494}"/>
              </a:ext>
            </a:extLst>
          </p:cNvPr>
          <p:cNvSpPr>
            <a:spLocks noGrp="1" noChangeArrowheads="1"/>
          </p:cNvSpPr>
          <p:nvPr>
            <p:ph type="body" idx="1"/>
          </p:nvPr>
        </p:nvSpPr>
        <p:spPr>
          <a:xfrm>
            <a:off x="533400" y="1676400"/>
            <a:ext cx="8077200" cy="3962400"/>
          </a:xfrm>
        </p:spPr>
        <p:txBody>
          <a:bodyPr/>
          <a:lstStyle/>
          <a:p>
            <a:pPr eaLnBrk="1" hangingPunct="1"/>
            <a:r>
              <a:rPr lang="en-CA" altLang="en-US" sz="2200" dirty="0"/>
              <a:t>Job PCB</a:t>
            </a:r>
            <a:endParaRPr lang="en-US" altLang="en-US" sz="2200" dirty="0"/>
          </a:p>
          <a:p>
            <a:pPr lvl="1" eaLnBrk="1" hangingPunct="1"/>
            <a:r>
              <a:rPr lang="en-CA" altLang="en-US" sz="2200" dirty="0"/>
              <a:t>Created when </a:t>
            </a:r>
            <a:r>
              <a:rPr lang="en-CA" altLang="en-US" sz="2200" dirty="0">
                <a:solidFill>
                  <a:srgbClr val="0070C0"/>
                </a:solidFill>
              </a:rPr>
              <a:t>Job Scheduler (JS) </a:t>
            </a:r>
            <a:r>
              <a:rPr lang="en-CA" altLang="en-US" sz="2200" dirty="0"/>
              <a:t>accepts </a:t>
            </a:r>
            <a:r>
              <a:rPr lang="en-US" altLang="en-US" sz="2200" dirty="0"/>
              <a:t>job</a:t>
            </a:r>
          </a:p>
          <a:p>
            <a:pPr lvl="1" eaLnBrk="1" hangingPunct="1"/>
            <a:r>
              <a:rPr lang="en-CA" altLang="en-US" sz="2200" dirty="0"/>
              <a:t>Updated as job executes </a:t>
            </a:r>
          </a:p>
          <a:p>
            <a:pPr lvl="1" eaLnBrk="1" hangingPunct="1"/>
            <a:r>
              <a:rPr lang="en-CA" altLang="en-US" sz="2200" dirty="0">
                <a:solidFill>
                  <a:srgbClr val="0070C0"/>
                </a:solidFill>
              </a:rPr>
              <a:t>Queues</a:t>
            </a:r>
            <a:r>
              <a:rPr lang="en-CA" altLang="en-US" sz="2200" dirty="0"/>
              <a:t> use PCBs to track jobs</a:t>
            </a:r>
          </a:p>
          <a:p>
            <a:pPr lvl="1" eaLnBrk="1" hangingPunct="1"/>
            <a:r>
              <a:rPr lang="en-US" altLang="en-US" sz="2200" dirty="0"/>
              <a:t>Contains all necessary job management processing data</a:t>
            </a:r>
          </a:p>
          <a:p>
            <a:pPr lvl="1" eaLnBrk="1" hangingPunct="1"/>
            <a:r>
              <a:rPr lang="en-CA" altLang="en-US" sz="2200" dirty="0"/>
              <a:t>PCBs </a:t>
            </a:r>
            <a:r>
              <a:rPr lang="en-CA" altLang="en-US" sz="2200" dirty="0">
                <a:solidFill>
                  <a:srgbClr val="FF0000"/>
                </a:solidFill>
              </a:rPr>
              <a:t>linked</a:t>
            </a:r>
            <a:r>
              <a:rPr lang="en-CA" altLang="en-US" sz="2200" dirty="0"/>
              <a:t> to form queues (jobs not linked)</a:t>
            </a:r>
          </a:p>
          <a:p>
            <a:pPr lvl="1" eaLnBrk="1" hangingPunct="1">
              <a:lnSpc>
                <a:spcPct val="50000"/>
              </a:lnSpc>
            </a:pPr>
            <a:endParaRPr lang="en-CA" altLang="en-US" sz="2200" dirty="0"/>
          </a:p>
          <a:p>
            <a:pPr lvl="1" eaLnBrk="1" hangingPunct="1"/>
            <a:r>
              <a:rPr lang="en-CA" altLang="en-US" sz="2200" dirty="0"/>
              <a:t>Manage queues using:</a:t>
            </a:r>
          </a:p>
          <a:p>
            <a:pPr lvl="2" eaLnBrk="1" hangingPunct="1"/>
            <a:r>
              <a:rPr lang="en-CA" altLang="en-US" dirty="0"/>
              <a:t>Process scheduling</a:t>
            </a:r>
            <a:r>
              <a:rPr lang="en-US" altLang="en-US" dirty="0"/>
              <a:t> </a:t>
            </a:r>
            <a:r>
              <a:rPr lang="en-CA" altLang="en-US" dirty="0"/>
              <a:t>policies and </a:t>
            </a:r>
          </a:p>
          <a:p>
            <a:pPr lvl="2" eaLnBrk="1" hangingPunct="1"/>
            <a:r>
              <a:rPr lang="en-CA" altLang="en-US" dirty="0"/>
              <a:t>Process algorithms</a:t>
            </a:r>
          </a:p>
        </p:txBody>
      </p:sp>
      <p:sp>
        <p:nvSpPr>
          <p:cNvPr id="38916" name="Slide Number Placeholder 4">
            <a:extLst>
              <a:ext uri="{FF2B5EF4-FFF2-40B4-BE49-F238E27FC236}">
                <a16:creationId xmlns:a16="http://schemas.microsoft.com/office/drawing/2014/main" id="{8D8494ED-3737-4308-87B2-09C032BBB25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ea typeface="MS PGothic" panose="020B0600070205080204" pitchFamily="34" charset="-128"/>
              </a:defRPr>
            </a:lvl1pPr>
            <a:lvl2pPr marL="742950" indent="-285750" eaLnBrk="0" hangingPunct="0">
              <a:defRPr sz="2000">
                <a:solidFill>
                  <a:srgbClr val="FFFFFF"/>
                </a:solidFill>
                <a:latin typeface="Times New Roman" panose="02020603050405020304" pitchFamily="18" charset="0"/>
                <a:ea typeface="MS PGothic" panose="020B0600070205080204" pitchFamily="34" charset="-128"/>
              </a:defRPr>
            </a:lvl2pPr>
            <a:lvl3pPr marL="1143000" indent="-228600" eaLnBrk="0" hangingPunct="0">
              <a:defRPr sz="2000">
                <a:solidFill>
                  <a:srgbClr val="FFFFFF"/>
                </a:solidFill>
                <a:latin typeface="Times New Roman" panose="02020603050405020304" pitchFamily="18" charset="0"/>
                <a:ea typeface="MS PGothic" panose="020B0600070205080204" pitchFamily="34" charset="-128"/>
              </a:defRPr>
            </a:lvl3pPr>
            <a:lvl4pPr marL="1600200" indent="-228600" eaLnBrk="0" hangingPunct="0">
              <a:defRPr sz="2000">
                <a:solidFill>
                  <a:srgbClr val="FFFFFF"/>
                </a:solidFill>
                <a:latin typeface="Times New Roman" panose="02020603050405020304" pitchFamily="18" charset="0"/>
                <a:ea typeface="MS PGothic" panose="020B0600070205080204" pitchFamily="34" charset="-128"/>
              </a:defRPr>
            </a:lvl4pPr>
            <a:lvl5pPr marL="2057400" indent="-228600" eaLnBrk="0" hangingPunct="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BE288EC-499D-425E-9AEA-CD28AEC9A5E7}" type="slidenum">
              <a:rPr kumimoji="0" lang="en-US" altLang="en-US"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a:t>
            </a:fld>
            <a:endParaRPr kumimoji="0" lang="en-US" altLang="en-US"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6" name="TextBox 5">
            <a:extLst>
              <a:ext uri="{FF2B5EF4-FFF2-40B4-BE49-F238E27FC236}">
                <a16:creationId xmlns:a16="http://schemas.microsoft.com/office/drawing/2014/main" id="{B2B58CF0-92E1-4D60-A2B7-E338C8324D6D}"/>
              </a:ext>
            </a:extLst>
          </p:cNvPr>
          <p:cNvSpPr txBox="1"/>
          <p:nvPr/>
        </p:nvSpPr>
        <p:spPr>
          <a:xfrm>
            <a:off x="6400800" y="6321425"/>
            <a:ext cx="1538288" cy="307975"/>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pitchFamily="34" charset="0"/>
              </a:rPr>
              <a:t>(Continued Next)</a:t>
            </a:r>
          </a:p>
        </p:txBody>
      </p:sp>
    </p:spTree>
    <p:extLst>
      <p:ext uri="{BB962C8B-B14F-4D97-AF65-F5344CB8AC3E}">
        <p14:creationId xmlns:p14="http://schemas.microsoft.com/office/powerpoint/2010/main" val="86634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3F0BED72-C781-4A9C-9339-739CEC833993}"/>
              </a:ext>
            </a:extLst>
          </p:cNvPr>
          <p:cNvSpPr>
            <a:spLocks noGrp="1" noChangeArrowheads="1"/>
          </p:cNvSpPr>
          <p:nvPr>
            <p:ph type="title"/>
          </p:nvPr>
        </p:nvSpPr>
        <p:spPr>
          <a:xfrm>
            <a:off x="838200" y="201613"/>
            <a:ext cx="7848600" cy="576262"/>
          </a:xfrm>
        </p:spPr>
        <p:txBody>
          <a:bodyPr/>
          <a:lstStyle/>
          <a:p>
            <a:pPr eaLnBrk="1" hangingPunct="1"/>
            <a:r>
              <a:rPr lang="en-US" altLang="en-US" dirty="0"/>
              <a:t>CPU Scheduler</a:t>
            </a:r>
          </a:p>
        </p:txBody>
      </p:sp>
      <p:sp>
        <p:nvSpPr>
          <p:cNvPr id="27651" name="Rectangle 3">
            <a:extLst>
              <a:ext uri="{FF2B5EF4-FFF2-40B4-BE49-F238E27FC236}">
                <a16:creationId xmlns:a16="http://schemas.microsoft.com/office/drawing/2014/main" id="{CA4949DF-92D2-4B88-9E1D-3E411C20136D}"/>
              </a:ext>
            </a:extLst>
          </p:cNvPr>
          <p:cNvSpPr>
            <a:spLocks noGrp="1" noChangeArrowheads="1"/>
          </p:cNvSpPr>
          <p:nvPr>
            <p:ph type="body" idx="1"/>
          </p:nvPr>
        </p:nvSpPr>
        <p:spPr>
          <a:xfrm>
            <a:off x="534987" y="1035844"/>
            <a:ext cx="8385077" cy="4786312"/>
          </a:xfrm>
        </p:spPr>
        <p:txBody>
          <a:bodyPr/>
          <a:lstStyle/>
          <a:p>
            <a:pPr marL="342815" indent="-342815" algn="just">
              <a:buFont typeface="Monotype Sorts" charset="2"/>
              <a:buChar char="n"/>
              <a:defRPr/>
            </a:pPr>
            <a:r>
              <a:rPr lang="en-US" dirty="0">
                <a:ea typeface="ＭＳ Ｐゴシック" charset="-128"/>
              </a:rPr>
              <a:t>Whenever the CPU becomes idle, the operating system must select one of the processes in the ready queue to be executed.</a:t>
            </a:r>
          </a:p>
          <a:p>
            <a:pPr marL="342815" indent="-342815" algn="just">
              <a:buFont typeface="Monotype Sorts" charset="2"/>
              <a:buChar char="n"/>
              <a:defRPr/>
            </a:pPr>
            <a:r>
              <a:rPr lang="en-US" sz="800" dirty="0">
                <a:ea typeface="ＭＳ Ｐゴシック" charset="-128"/>
              </a:rPr>
              <a:t> </a:t>
            </a:r>
          </a:p>
          <a:p>
            <a:pPr marL="342815" indent="-342815" algn="just">
              <a:buFont typeface="Monotype Sorts" charset="2"/>
              <a:buChar char="n"/>
              <a:defRPr/>
            </a:pPr>
            <a:r>
              <a:rPr lang="en-US" dirty="0">
                <a:ea typeface="ＭＳ Ｐゴシック" charset="-128"/>
              </a:rPr>
              <a:t>The selection process is carried out by the </a:t>
            </a:r>
            <a:r>
              <a:rPr lang="en-US" b="1" dirty="0">
                <a:solidFill>
                  <a:srgbClr val="3366FF"/>
                </a:solidFill>
                <a:ea typeface="ＭＳ Ｐゴシック" charset="0"/>
                <a:cs typeface="ＭＳ Ｐゴシック" charset="0"/>
              </a:rPr>
              <a:t>CPU scheduler</a:t>
            </a:r>
            <a:r>
              <a:rPr lang="en-US" dirty="0">
                <a:ea typeface="ＭＳ Ｐゴシック" charset="-128"/>
              </a:rPr>
              <a:t>.</a:t>
            </a:r>
          </a:p>
          <a:p>
            <a:pPr marL="342815" indent="-342815" algn="just">
              <a:buFont typeface="Monotype Sorts" charset="2"/>
              <a:buChar char="n"/>
              <a:defRPr/>
            </a:pPr>
            <a:endParaRPr lang="en-US" sz="800" dirty="0">
              <a:ea typeface="ＭＳ Ｐゴシック" charset="-128"/>
            </a:endParaRPr>
          </a:p>
          <a:p>
            <a:pPr marL="342815" indent="-342815" algn="just">
              <a:buFont typeface="Monotype Sorts" charset="2"/>
              <a:buChar char="n"/>
              <a:defRPr/>
            </a:pPr>
            <a:r>
              <a:rPr lang="en-US" dirty="0">
                <a:ea typeface="ＭＳ Ｐゴシック" charset="-128"/>
              </a:rPr>
              <a:t>The  ready queue may be ordered in various ways.</a:t>
            </a:r>
          </a:p>
          <a:p>
            <a:pPr marL="342815" indent="-342815" algn="just">
              <a:buFont typeface="Monotype Sorts" charset="2"/>
              <a:buChar char="n"/>
              <a:defRPr/>
            </a:pPr>
            <a:endParaRPr lang="en-US" sz="800" dirty="0">
              <a:ea typeface="ＭＳ Ｐゴシック" charset="-128"/>
            </a:endParaRPr>
          </a:p>
          <a:p>
            <a:pPr marL="342815" indent="-342815" algn="just">
              <a:buFont typeface="Monotype Sorts" charset="2"/>
              <a:buChar char="n"/>
              <a:defRPr/>
            </a:pPr>
            <a:r>
              <a:rPr lang="en-US" dirty="0">
                <a:ea typeface="ＭＳ Ｐゴシック" charset="-128"/>
              </a:rPr>
              <a:t>CPU scheduling decisions may take place when a process:</a:t>
            </a:r>
          </a:p>
          <a:p>
            <a:pPr marL="799900" lvl="1" indent="-342815" algn="just">
              <a:buFont typeface="Monotype Sorts" pitchFamily="-84" charset="2"/>
              <a:buNone/>
              <a:defRPr/>
            </a:pPr>
            <a:r>
              <a:rPr lang="en-US" dirty="0">
                <a:solidFill>
                  <a:srgbClr val="CC6600"/>
                </a:solidFill>
                <a:ea typeface="ＭＳ Ｐゴシック" charset="-128"/>
              </a:rPr>
              <a:t>1.	</a:t>
            </a:r>
            <a:r>
              <a:rPr lang="en-US" dirty="0">
                <a:ea typeface="ＭＳ Ｐゴシック" charset="-128"/>
              </a:rPr>
              <a:t>Switches from running state to waiting state</a:t>
            </a:r>
          </a:p>
          <a:p>
            <a:pPr marL="799985" lvl="1" indent="-342900" algn="just">
              <a:buFont typeface="Monotype Sorts" pitchFamily="-84" charset="2"/>
              <a:buAutoNum type="arabicPeriod" startAt="2"/>
              <a:defRPr/>
            </a:pPr>
            <a:r>
              <a:rPr lang="en-US" dirty="0">
                <a:ea typeface="ＭＳ Ｐゴシック" charset="-128"/>
              </a:rPr>
              <a:t>Switches from running state to ready state</a:t>
            </a:r>
          </a:p>
          <a:p>
            <a:pPr marL="799985" lvl="1" indent="-342900" algn="just">
              <a:buFont typeface="Monotype Sorts" pitchFamily="-84" charset="2"/>
              <a:buAutoNum type="arabicPeriod" startAt="3"/>
              <a:defRPr/>
            </a:pPr>
            <a:r>
              <a:rPr lang="en-US" dirty="0">
                <a:ea typeface="ＭＳ Ｐゴシック" charset="-128"/>
              </a:rPr>
              <a:t>Switches from waiting state to ready state</a:t>
            </a:r>
          </a:p>
          <a:p>
            <a:pPr marL="799900" lvl="1" indent="-342815" algn="just">
              <a:buFont typeface="Monotype Sorts" charset="2"/>
              <a:buAutoNum type="arabicPeriod" startAt="4"/>
              <a:defRPr/>
            </a:pPr>
            <a:r>
              <a:rPr lang="en-US" dirty="0">
                <a:ea typeface="ＭＳ Ｐゴシック" charset="-128"/>
              </a:rPr>
              <a:t>When a process terminates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8CB5FAB8-C853-4110-ACBA-98CBF60319C7}"/>
              </a:ext>
            </a:extLst>
          </p:cNvPr>
          <p:cNvSpPr>
            <a:spLocks noGrp="1" noChangeArrowheads="1"/>
          </p:cNvSpPr>
          <p:nvPr>
            <p:ph type="title"/>
          </p:nvPr>
        </p:nvSpPr>
        <p:spPr>
          <a:xfrm>
            <a:off x="838200" y="201613"/>
            <a:ext cx="7848600" cy="576262"/>
          </a:xfrm>
        </p:spPr>
        <p:txBody>
          <a:bodyPr/>
          <a:lstStyle/>
          <a:p>
            <a:pPr eaLnBrk="1" hangingPunct="1"/>
            <a:r>
              <a:rPr lang="en-US" altLang="en-US" dirty="0" err="1">
                <a:solidFill>
                  <a:srgbClr val="3366FF"/>
                </a:solidFill>
              </a:rPr>
              <a:t>Nonpreemptive</a:t>
            </a:r>
            <a:r>
              <a:rPr lang="en-US" altLang="en-US" dirty="0">
                <a:solidFill>
                  <a:srgbClr val="3366FF"/>
                </a:solidFill>
              </a:rPr>
              <a:t> Scheduling</a:t>
            </a:r>
            <a:endParaRPr lang="en-US" altLang="en-US" dirty="0"/>
          </a:p>
        </p:txBody>
      </p:sp>
      <p:sp>
        <p:nvSpPr>
          <p:cNvPr id="10243" name="Rectangle 3">
            <a:extLst>
              <a:ext uri="{FF2B5EF4-FFF2-40B4-BE49-F238E27FC236}">
                <a16:creationId xmlns:a16="http://schemas.microsoft.com/office/drawing/2014/main" id="{FA101E6A-BE99-453A-88FB-DD5380FA08CF}"/>
              </a:ext>
            </a:extLst>
          </p:cNvPr>
          <p:cNvSpPr>
            <a:spLocks noGrp="1" noChangeArrowheads="1"/>
          </p:cNvSpPr>
          <p:nvPr>
            <p:ph type="body" idx="1"/>
          </p:nvPr>
        </p:nvSpPr>
        <p:spPr>
          <a:xfrm>
            <a:off x="670250" y="1169988"/>
            <a:ext cx="7848599" cy="3933825"/>
          </a:xfrm>
        </p:spPr>
        <p:txBody>
          <a:bodyPr/>
          <a:lstStyle/>
          <a:p>
            <a:pPr marL="341313" indent="-341313" algn="just"/>
            <a:r>
              <a:rPr lang="en-US" dirty="0">
                <a:ea typeface="ＭＳ Ｐゴシック" charset="-128"/>
              </a:rPr>
              <a:t>For situations 1 and 4, there is no choice in terms of scheduling. A new process (if one exists in the ready queue) must be selected for execution. </a:t>
            </a:r>
          </a:p>
          <a:p>
            <a:pPr marL="0" indent="0">
              <a:buNone/>
            </a:pPr>
            <a:endParaRPr lang="en-US" altLang="en-US" sz="2200" dirty="0"/>
          </a:p>
          <a:p>
            <a:pPr marL="341313" indent="-341313" algn="just"/>
            <a:r>
              <a:rPr lang="en-US" altLang="en-US" sz="2200" dirty="0"/>
              <a:t>Under </a:t>
            </a:r>
            <a:r>
              <a:rPr lang="en-US" altLang="en-US" sz="2200" dirty="0" err="1"/>
              <a:t>nonpreemptive</a:t>
            </a:r>
            <a:r>
              <a:rPr lang="en-US" altLang="en-US" sz="2200" dirty="0"/>
              <a:t> scheduling, once the CPU has been allocated to a process, the process keeps the CPU until it releases the CPU either by terminating or by switching to the waiting state. </a:t>
            </a:r>
          </a:p>
          <a:p>
            <a:pPr marL="341313" indent="-341313">
              <a:buFont typeface="Monotype Sorts" pitchFamily="-84" charset="2"/>
              <a:buNone/>
            </a:pPr>
            <a:endParaRPr lang="en-US" alt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822A38EF-47CA-4059-8185-2E92ED78FABB}"/>
              </a:ext>
            </a:extLst>
          </p:cNvPr>
          <p:cNvSpPr>
            <a:spLocks noGrp="1" noChangeArrowheads="1"/>
          </p:cNvSpPr>
          <p:nvPr>
            <p:ph type="title"/>
          </p:nvPr>
        </p:nvSpPr>
        <p:spPr>
          <a:xfrm>
            <a:off x="838200" y="201613"/>
            <a:ext cx="7848600" cy="576262"/>
          </a:xfrm>
        </p:spPr>
        <p:txBody>
          <a:bodyPr/>
          <a:lstStyle/>
          <a:p>
            <a:pPr eaLnBrk="1" hangingPunct="1"/>
            <a:r>
              <a:rPr lang="en-US" altLang="en-US" dirty="0">
                <a:solidFill>
                  <a:srgbClr val="3366FF"/>
                </a:solidFill>
              </a:rPr>
              <a:t>Preemptive scheduling</a:t>
            </a:r>
            <a:endParaRPr lang="en-US" altLang="en-US" dirty="0"/>
          </a:p>
        </p:txBody>
      </p:sp>
      <p:sp>
        <p:nvSpPr>
          <p:cNvPr id="27651" name="Rectangle 3">
            <a:extLst>
              <a:ext uri="{FF2B5EF4-FFF2-40B4-BE49-F238E27FC236}">
                <a16:creationId xmlns:a16="http://schemas.microsoft.com/office/drawing/2014/main" id="{08BE282C-9978-4AFB-866B-200FC2CA488F}"/>
              </a:ext>
            </a:extLst>
          </p:cNvPr>
          <p:cNvSpPr>
            <a:spLocks noGrp="1" noChangeArrowheads="1"/>
          </p:cNvSpPr>
          <p:nvPr>
            <p:ph type="body" idx="1"/>
          </p:nvPr>
        </p:nvSpPr>
        <p:spPr>
          <a:xfrm>
            <a:off x="597160" y="1169987"/>
            <a:ext cx="7848600" cy="5263085"/>
          </a:xfrm>
        </p:spPr>
        <p:txBody>
          <a:bodyPr/>
          <a:lstStyle/>
          <a:p>
            <a:pPr marL="342815" indent="-342815" algn="just">
              <a:buFont typeface="Monotype Sorts" charset="2"/>
              <a:buChar char="n"/>
              <a:defRPr/>
            </a:pPr>
            <a:r>
              <a:rPr lang="en-US" dirty="0">
                <a:ea typeface="ＭＳ Ｐゴシック" charset="-128"/>
              </a:rPr>
              <a:t>There is a choice, however, for situations 2 and 3.</a:t>
            </a:r>
          </a:p>
          <a:p>
            <a:pPr marL="342815" indent="-342815" algn="just">
              <a:buFont typeface="Monotype Sorts" charset="2"/>
              <a:buChar char="n"/>
              <a:defRPr/>
            </a:pPr>
            <a:endParaRPr lang="en-US" sz="800" dirty="0">
              <a:ea typeface="ＭＳ Ｐゴシック" charset="-128"/>
            </a:endParaRPr>
          </a:p>
          <a:p>
            <a:pPr marL="342815" indent="-342815" algn="just">
              <a:buFont typeface="Monotype Sorts" charset="2"/>
              <a:buChar char="n"/>
              <a:defRPr/>
            </a:pPr>
            <a:r>
              <a:rPr lang="en-US" dirty="0">
                <a:ea typeface="ＭＳ Ｐゴシック" charset="-128"/>
              </a:rPr>
              <a:t>Preemptive scheduling can result in race conditions when data are shared among several processes.</a:t>
            </a:r>
          </a:p>
          <a:p>
            <a:pPr marL="742865" lvl="1" indent="-342815" algn="just">
              <a:buFont typeface="Monotype Sorts" charset="2"/>
              <a:buChar char="n"/>
              <a:defRPr/>
            </a:pPr>
            <a:r>
              <a:rPr lang="en-US" dirty="0">
                <a:ea typeface="ＭＳ Ｐゴシック" charset="-128"/>
              </a:rPr>
              <a:t>Consider the case of two processes that share data. While one process is updating the data, it is preempted so that the second process can run. The second process then tries to read the data, which are in an inconsistent state.</a:t>
            </a:r>
          </a:p>
          <a:p>
            <a:pPr marL="742765" lvl="1" indent="-285680" algn="just">
              <a:buFont typeface="Monotype Sorts" charset="2"/>
              <a:buChar char="l"/>
              <a:defRPr/>
            </a:pPr>
            <a:r>
              <a:rPr lang="en-US" dirty="0">
                <a:ea typeface="ＭＳ Ｐゴシック" charset="-128"/>
              </a:rPr>
              <a:t>Consider preemption while in kernel mode</a:t>
            </a:r>
          </a:p>
          <a:p>
            <a:pPr marL="742765" lvl="1" indent="-285680" algn="just">
              <a:buFont typeface="Monotype Sorts" charset="2"/>
              <a:buChar char="l"/>
              <a:defRPr/>
            </a:pPr>
            <a:r>
              <a:rPr lang="en-US" dirty="0">
                <a:ea typeface="ＭＳ Ｐゴシック" charset="-128"/>
              </a:rPr>
              <a:t>Consider interrupts occurring during crucial OS activities</a:t>
            </a:r>
          </a:p>
          <a:p>
            <a:pPr marL="742765" lvl="1" indent="-285680" algn="just">
              <a:buFont typeface="Monotype Sorts" charset="2"/>
              <a:buChar char="l"/>
              <a:defRPr/>
            </a:pPr>
            <a:endParaRPr lang="en-US" sz="800" dirty="0">
              <a:ea typeface="ＭＳ Ｐゴシック" charset="-128"/>
            </a:endParaRPr>
          </a:p>
          <a:p>
            <a:pPr marL="342715" indent="-285680" algn="just">
              <a:buFont typeface="Monotype Sorts" charset="2"/>
              <a:buChar char="l"/>
              <a:defRPr/>
            </a:pPr>
            <a:r>
              <a:rPr lang="en-US" dirty="0"/>
              <a:t>Virtually all modern operating systems including Windows, Mac OS X,  Linux, and UNIX  use preemptive scheduling algorithms.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3329CAB4-E1B2-44CC-8E8D-3FCF6BE552A3}"/>
              </a:ext>
            </a:extLst>
          </p:cNvPr>
          <p:cNvSpPr>
            <a:spLocks noGrp="1" noChangeArrowheads="1"/>
          </p:cNvSpPr>
          <p:nvPr>
            <p:ph type="title"/>
          </p:nvPr>
        </p:nvSpPr>
        <p:spPr>
          <a:xfrm>
            <a:off x="457200" y="133350"/>
            <a:ext cx="8229600" cy="576263"/>
          </a:xfrm>
        </p:spPr>
        <p:txBody>
          <a:bodyPr/>
          <a:lstStyle/>
          <a:p>
            <a:pPr eaLnBrk="1" hangingPunct="1"/>
            <a:r>
              <a:rPr lang="en-US" altLang="en-US" dirty="0"/>
              <a:t>Dispatcher</a:t>
            </a:r>
          </a:p>
        </p:txBody>
      </p:sp>
      <p:sp>
        <p:nvSpPr>
          <p:cNvPr id="12291" name="Rectangle 3">
            <a:extLst>
              <a:ext uri="{FF2B5EF4-FFF2-40B4-BE49-F238E27FC236}">
                <a16:creationId xmlns:a16="http://schemas.microsoft.com/office/drawing/2014/main" id="{3742FFAB-9DB3-452B-A02E-6F84B7B2AF9C}"/>
              </a:ext>
            </a:extLst>
          </p:cNvPr>
          <p:cNvSpPr>
            <a:spLocks noGrp="1" noChangeArrowheads="1"/>
          </p:cNvSpPr>
          <p:nvPr>
            <p:ph type="body" idx="1"/>
          </p:nvPr>
        </p:nvSpPr>
        <p:spPr>
          <a:xfrm>
            <a:off x="785392" y="1177925"/>
            <a:ext cx="4867275" cy="4483100"/>
          </a:xfrm>
        </p:spPr>
        <p:txBody>
          <a:bodyPr/>
          <a:lstStyle/>
          <a:p>
            <a:r>
              <a:rPr lang="en-US" altLang="en-US" dirty="0"/>
              <a:t>Dispatcher module gives control of the CPU to the process selected by the CPU scheduler; this involves:</a:t>
            </a:r>
          </a:p>
          <a:p>
            <a:pPr lvl="1"/>
            <a:r>
              <a:rPr lang="en-US" altLang="en-US" dirty="0"/>
              <a:t>switching context</a:t>
            </a:r>
          </a:p>
          <a:p>
            <a:pPr lvl="1"/>
            <a:r>
              <a:rPr lang="en-US" altLang="en-US" dirty="0"/>
              <a:t>switching to user mode</a:t>
            </a:r>
          </a:p>
          <a:p>
            <a:pPr lvl="1"/>
            <a:r>
              <a:rPr lang="en-US" altLang="en-US" dirty="0"/>
              <a:t>jumping to the proper location in the user program to restart that program</a:t>
            </a:r>
          </a:p>
          <a:p>
            <a:r>
              <a:rPr lang="en-US" altLang="en-US" b="1" dirty="0">
                <a:solidFill>
                  <a:srgbClr val="3366FF"/>
                </a:solidFill>
              </a:rPr>
              <a:t>Dispatch latency </a:t>
            </a:r>
            <a:r>
              <a:rPr lang="en-US" altLang="en-US" dirty="0"/>
              <a:t>– time it takes for the dispatcher to stop one process and start another running</a:t>
            </a:r>
          </a:p>
        </p:txBody>
      </p:sp>
      <p:pic>
        <p:nvPicPr>
          <p:cNvPr id="12292" name="Picture 1">
            <a:extLst>
              <a:ext uri="{FF2B5EF4-FFF2-40B4-BE49-F238E27FC236}">
                <a16:creationId xmlns:a16="http://schemas.microsoft.com/office/drawing/2014/main" id="{F5D6971F-375A-4857-A086-9CF27444CBD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11863" y="1293813"/>
            <a:ext cx="2811462" cy="425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33">
            <a:extLst>
              <a:ext uri="{FF2B5EF4-FFF2-40B4-BE49-F238E27FC236}">
                <a16:creationId xmlns:a16="http://schemas.microsoft.com/office/drawing/2014/main" id="{A0BD6973-19DD-4429-ABFF-090E092436F5}"/>
              </a:ext>
            </a:extLst>
          </p:cNvPr>
          <p:cNvSpPr>
            <a:spLocks noChangeArrowheads="1"/>
          </p:cNvSpPr>
          <p:nvPr/>
        </p:nvSpPr>
        <p:spPr bwMode="auto">
          <a:xfrm>
            <a:off x="6019800" y="1828800"/>
            <a:ext cx="1447800" cy="4191000"/>
          </a:xfrm>
          <a:prstGeom prst="rect">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000">
                <a:solidFill>
                  <a:srgbClr val="FFFFFF"/>
                </a:solidFill>
                <a:latin typeface="Times New Roman" panose="02020603050405020304" pitchFamily="18" charset="0"/>
                <a:ea typeface="MS PGothic" panose="020B0600070205080204" pitchFamily="34" charset="-128"/>
              </a:defRPr>
            </a:lvl1pPr>
            <a:lvl2pPr marL="742950" indent="-285750" eaLnBrk="0" hangingPunct="0">
              <a:defRPr sz="2000">
                <a:solidFill>
                  <a:srgbClr val="FFFFFF"/>
                </a:solidFill>
                <a:latin typeface="Times New Roman" panose="02020603050405020304" pitchFamily="18" charset="0"/>
                <a:ea typeface="MS PGothic" panose="020B0600070205080204" pitchFamily="34" charset="-128"/>
              </a:defRPr>
            </a:lvl2pPr>
            <a:lvl3pPr marL="1143000" indent="-228600" eaLnBrk="0" hangingPunct="0">
              <a:defRPr sz="2000">
                <a:solidFill>
                  <a:srgbClr val="FFFFFF"/>
                </a:solidFill>
                <a:latin typeface="Times New Roman" panose="02020603050405020304" pitchFamily="18" charset="0"/>
                <a:ea typeface="MS PGothic" panose="020B0600070205080204" pitchFamily="34" charset="-128"/>
              </a:defRPr>
            </a:lvl3pPr>
            <a:lvl4pPr marL="1600200" indent="-228600" eaLnBrk="0" hangingPunct="0">
              <a:defRPr sz="2000">
                <a:solidFill>
                  <a:srgbClr val="FFFFFF"/>
                </a:solidFill>
                <a:latin typeface="Times New Roman" panose="02020603050405020304" pitchFamily="18" charset="0"/>
                <a:ea typeface="MS PGothic" panose="020B0600070205080204" pitchFamily="34" charset="-128"/>
              </a:defRPr>
            </a:lvl4pPr>
            <a:lvl5pPr marL="2057400" indent="-228600" eaLnBrk="0" hangingPunct="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53250" name="Rectangle 1">
            <a:extLst>
              <a:ext uri="{FF2B5EF4-FFF2-40B4-BE49-F238E27FC236}">
                <a16:creationId xmlns:a16="http://schemas.microsoft.com/office/drawing/2014/main" id="{C03331B5-D52B-4A70-820E-759873190AB2}"/>
              </a:ext>
            </a:extLst>
          </p:cNvPr>
          <p:cNvSpPr>
            <a:spLocks noChangeArrowheads="1"/>
          </p:cNvSpPr>
          <p:nvPr/>
        </p:nvSpPr>
        <p:spPr bwMode="auto">
          <a:xfrm>
            <a:off x="1295400" y="1752600"/>
            <a:ext cx="1447800" cy="4191000"/>
          </a:xfrm>
          <a:prstGeom prst="rect">
            <a:avLst/>
          </a:prstGeom>
          <a:solidFill>
            <a:srgbClr val="CCFFCC"/>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sz="2000">
                <a:solidFill>
                  <a:srgbClr val="FFFFFF"/>
                </a:solidFill>
                <a:latin typeface="Times New Roman" panose="02020603050405020304" pitchFamily="18" charset="0"/>
                <a:ea typeface="MS PGothic" panose="020B0600070205080204" pitchFamily="34" charset="-128"/>
              </a:defRPr>
            </a:lvl1pPr>
            <a:lvl2pPr marL="742950" indent="-285750" eaLnBrk="0" hangingPunct="0">
              <a:defRPr sz="2000">
                <a:solidFill>
                  <a:srgbClr val="FFFFFF"/>
                </a:solidFill>
                <a:latin typeface="Times New Roman" panose="02020603050405020304" pitchFamily="18" charset="0"/>
                <a:ea typeface="MS PGothic" panose="020B0600070205080204" pitchFamily="34" charset="-128"/>
              </a:defRPr>
            </a:lvl2pPr>
            <a:lvl3pPr marL="1143000" indent="-228600" eaLnBrk="0" hangingPunct="0">
              <a:defRPr sz="2000">
                <a:solidFill>
                  <a:srgbClr val="FFFFFF"/>
                </a:solidFill>
                <a:latin typeface="Times New Roman" panose="02020603050405020304" pitchFamily="18" charset="0"/>
                <a:ea typeface="MS PGothic" panose="020B0600070205080204" pitchFamily="34" charset="-128"/>
              </a:defRPr>
            </a:lvl3pPr>
            <a:lvl4pPr marL="1600200" indent="-228600" eaLnBrk="0" hangingPunct="0">
              <a:defRPr sz="2000">
                <a:solidFill>
                  <a:srgbClr val="FFFFFF"/>
                </a:solidFill>
                <a:latin typeface="Times New Roman" panose="02020603050405020304" pitchFamily="18" charset="0"/>
                <a:ea typeface="MS PGothic" panose="020B0600070205080204" pitchFamily="34" charset="-128"/>
              </a:defRPr>
            </a:lvl4pPr>
            <a:lvl5pPr marL="2057400" indent="-228600" eaLnBrk="0" hangingPunct="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53251" name="Rectangle 2">
            <a:extLst>
              <a:ext uri="{FF2B5EF4-FFF2-40B4-BE49-F238E27FC236}">
                <a16:creationId xmlns:a16="http://schemas.microsoft.com/office/drawing/2014/main" id="{6F63A66A-F4BC-4E63-8DE2-A3B0D819D836}"/>
              </a:ext>
            </a:extLst>
          </p:cNvPr>
          <p:cNvSpPr>
            <a:spLocks noGrp="1" noChangeArrowheads="1"/>
          </p:cNvSpPr>
          <p:nvPr>
            <p:ph type="title"/>
          </p:nvPr>
        </p:nvSpPr>
        <p:spPr>
          <a:xfrm>
            <a:off x="533400" y="838200"/>
            <a:ext cx="8077200" cy="838200"/>
          </a:xfrm>
        </p:spPr>
        <p:txBody>
          <a:bodyPr/>
          <a:lstStyle/>
          <a:p>
            <a:pPr eaLnBrk="1" hangingPunct="1"/>
            <a:r>
              <a:rPr lang="en-US" altLang="en-US" sz="2800">
                <a:solidFill>
                  <a:schemeClr val="tx1"/>
                </a:solidFill>
              </a:rPr>
              <a:t>Dispatch Latency</a:t>
            </a:r>
          </a:p>
        </p:txBody>
      </p:sp>
      <p:sp>
        <p:nvSpPr>
          <p:cNvPr id="53252" name="Slide Number Placeholder 4">
            <a:extLst>
              <a:ext uri="{FF2B5EF4-FFF2-40B4-BE49-F238E27FC236}">
                <a16:creationId xmlns:a16="http://schemas.microsoft.com/office/drawing/2014/main" id="{0962D4B9-8B8B-4177-A9C9-ADA253AAD2E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rgbClr val="FFFFFF"/>
                </a:solidFill>
                <a:latin typeface="Times New Roman" panose="02020603050405020304" pitchFamily="18" charset="0"/>
                <a:ea typeface="MS PGothic" panose="020B0600070205080204" pitchFamily="34" charset="-128"/>
              </a:defRPr>
            </a:lvl1pPr>
            <a:lvl2pPr marL="742950" indent="-285750" eaLnBrk="0" hangingPunct="0">
              <a:defRPr sz="2000">
                <a:solidFill>
                  <a:srgbClr val="FFFFFF"/>
                </a:solidFill>
                <a:latin typeface="Times New Roman" panose="02020603050405020304" pitchFamily="18" charset="0"/>
                <a:ea typeface="MS PGothic" panose="020B0600070205080204" pitchFamily="34" charset="-128"/>
              </a:defRPr>
            </a:lvl2pPr>
            <a:lvl3pPr marL="1143000" indent="-228600" eaLnBrk="0" hangingPunct="0">
              <a:defRPr sz="2000">
                <a:solidFill>
                  <a:srgbClr val="FFFFFF"/>
                </a:solidFill>
                <a:latin typeface="Times New Roman" panose="02020603050405020304" pitchFamily="18" charset="0"/>
                <a:ea typeface="MS PGothic" panose="020B0600070205080204" pitchFamily="34" charset="-128"/>
              </a:defRPr>
            </a:lvl3pPr>
            <a:lvl4pPr marL="1600200" indent="-228600" eaLnBrk="0" hangingPunct="0">
              <a:defRPr sz="2000">
                <a:solidFill>
                  <a:srgbClr val="FFFFFF"/>
                </a:solidFill>
                <a:latin typeface="Times New Roman" panose="02020603050405020304" pitchFamily="18" charset="0"/>
                <a:ea typeface="MS PGothic" panose="020B0600070205080204" pitchFamily="34" charset="-128"/>
              </a:defRPr>
            </a:lvl4pPr>
            <a:lvl5pPr marL="2057400" indent="-228600" eaLnBrk="0" hangingPunct="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DE69275-FC5F-4AAF-ADA4-E2165B29A7AB}" type="slidenum">
              <a:rPr kumimoji="0" lang="en-US" altLang="en-US"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13</a:t>
            </a:fld>
            <a:endParaRPr kumimoji="0" lang="en-US" altLang="en-US"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53253" name="Group 95">
            <a:extLst>
              <a:ext uri="{FF2B5EF4-FFF2-40B4-BE49-F238E27FC236}">
                <a16:creationId xmlns:a16="http://schemas.microsoft.com/office/drawing/2014/main" id="{74DFEBC6-84FC-41FF-97B8-47576E065F3A}"/>
              </a:ext>
            </a:extLst>
          </p:cNvPr>
          <p:cNvGrpSpPr>
            <a:grpSpLocks/>
          </p:cNvGrpSpPr>
          <p:nvPr/>
        </p:nvGrpSpPr>
        <p:grpSpPr bwMode="auto">
          <a:xfrm>
            <a:off x="914400" y="1395413"/>
            <a:ext cx="7543800" cy="5233987"/>
            <a:chOff x="914400" y="1154668"/>
            <a:chExt cx="7543800" cy="5234464"/>
          </a:xfrm>
        </p:grpSpPr>
        <p:sp>
          <p:nvSpPr>
            <p:cNvPr id="8" name="TextBox 7">
              <a:extLst>
                <a:ext uri="{FF2B5EF4-FFF2-40B4-BE49-F238E27FC236}">
                  <a16:creationId xmlns:a16="http://schemas.microsoft.com/office/drawing/2014/main" id="{29A8496B-0B5B-47E1-9732-641D42ADF300}"/>
                </a:ext>
              </a:extLst>
            </p:cNvPr>
            <p:cNvSpPr txBox="1"/>
            <p:nvPr/>
          </p:nvSpPr>
          <p:spPr>
            <a:xfrm>
              <a:off x="914400" y="1154668"/>
              <a:ext cx="749300" cy="369921"/>
            </a:xfrm>
            <a:prstGeom prst="rect">
              <a:avLst/>
            </a:prstGeom>
            <a:solidFill>
              <a:schemeClr val="bg1"/>
            </a:solid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Arial" charset="0"/>
                </a:rPr>
                <a:t>event</a:t>
              </a:r>
            </a:p>
          </p:txBody>
        </p:sp>
        <p:sp>
          <p:nvSpPr>
            <p:cNvPr id="9" name="TextBox 8">
              <a:extLst>
                <a:ext uri="{FF2B5EF4-FFF2-40B4-BE49-F238E27FC236}">
                  <a16:creationId xmlns:a16="http://schemas.microsoft.com/office/drawing/2014/main" id="{CAEEBC28-F173-4640-8727-E7E9EB10D91E}"/>
                </a:ext>
              </a:extLst>
            </p:cNvPr>
            <p:cNvSpPr txBox="1"/>
            <p:nvPr/>
          </p:nvSpPr>
          <p:spPr>
            <a:xfrm>
              <a:off x="6350000" y="1154668"/>
              <a:ext cx="2108200" cy="369921"/>
            </a:xfrm>
            <a:prstGeom prst="rect">
              <a:avLst/>
            </a:prstGeom>
            <a:solidFill>
              <a:schemeClr val="bg1"/>
            </a:solid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Arial" charset="0"/>
                </a:rPr>
                <a:t>Response to event</a:t>
              </a:r>
            </a:p>
          </p:txBody>
        </p:sp>
        <p:sp>
          <p:nvSpPr>
            <p:cNvPr id="10" name="TextBox 9">
              <a:extLst>
                <a:ext uri="{FF2B5EF4-FFF2-40B4-BE49-F238E27FC236}">
                  <a16:creationId xmlns:a16="http://schemas.microsoft.com/office/drawing/2014/main" id="{9505A583-9672-4E11-A6EC-8C43AB9BA206}"/>
                </a:ext>
              </a:extLst>
            </p:cNvPr>
            <p:cNvSpPr txBox="1"/>
            <p:nvPr/>
          </p:nvSpPr>
          <p:spPr>
            <a:xfrm>
              <a:off x="3276600" y="1753210"/>
              <a:ext cx="2032000" cy="368334"/>
            </a:xfrm>
            <a:prstGeom prst="rect">
              <a:avLst/>
            </a:prstGeom>
            <a:solidFill>
              <a:schemeClr val="bg1"/>
            </a:solid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Arial" charset="0"/>
                </a:rPr>
                <a:t>Response interval</a:t>
              </a:r>
            </a:p>
          </p:txBody>
        </p:sp>
        <p:sp>
          <p:nvSpPr>
            <p:cNvPr id="11" name="TextBox 10">
              <a:extLst>
                <a:ext uri="{FF2B5EF4-FFF2-40B4-BE49-F238E27FC236}">
                  <a16:creationId xmlns:a16="http://schemas.microsoft.com/office/drawing/2014/main" id="{8F84905B-5CEB-4D36-9291-A6CE85128D11}"/>
                </a:ext>
              </a:extLst>
            </p:cNvPr>
            <p:cNvSpPr txBox="1"/>
            <p:nvPr/>
          </p:nvSpPr>
          <p:spPr>
            <a:xfrm>
              <a:off x="1371600" y="3429762"/>
              <a:ext cx="1325563" cy="646172"/>
            </a:xfrm>
            <a:prstGeom prst="rect">
              <a:avLst/>
            </a:prstGeom>
            <a:noFill/>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Arial" charset="0"/>
                </a:rPr>
                <a:t>Interrupt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Arial" charset="0"/>
                </a:rPr>
                <a:t>Processing</a:t>
              </a:r>
            </a:p>
          </p:txBody>
        </p:sp>
        <p:sp>
          <p:nvSpPr>
            <p:cNvPr id="12" name="TextBox 11">
              <a:extLst>
                <a:ext uri="{FF2B5EF4-FFF2-40B4-BE49-F238E27FC236}">
                  <a16:creationId xmlns:a16="http://schemas.microsoft.com/office/drawing/2014/main" id="{74DB083A-A74F-4828-8A8B-512F51A4BB9D}"/>
                </a:ext>
              </a:extLst>
            </p:cNvPr>
            <p:cNvSpPr txBox="1"/>
            <p:nvPr/>
          </p:nvSpPr>
          <p:spPr>
            <a:xfrm>
              <a:off x="2455863" y="2324762"/>
              <a:ext cx="1658937" cy="647759"/>
            </a:xfrm>
            <a:prstGeom prst="rect">
              <a:avLst/>
            </a:prstGeom>
            <a:noFill/>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Arial" charset="0"/>
                </a:rPr>
                <a:t>Process made</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Arial" charset="0"/>
                </a:rPr>
                <a:t>available</a:t>
              </a:r>
            </a:p>
          </p:txBody>
        </p:sp>
        <p:sp>
          <p:nvSpPr>
            <p:cNvPr id="13" name="TextBox 12">
              <a:extLst>
                <a:ext uri="{FF2B5EF4-FFF2-40B4-BE49-F238E27FC236}">
                  <a16:creationId xmlns:a16="http://schemas.microsoft.com/office/drawing/2014/main" id="{E741B02E-6956-4B11-901C-9A9B4690CDD3}"/>
                </a:ext>
              </a:extLst>
            </p:cNvPr>
            <p:cNvSpPr txBox="1"/>
            <p:nvPr/>
          </p:nvSpPr>
          <p:spPr>
            <a:xfrm>
              <a:off x="3505200" y="3429762"/>
              <a:ext cx="1878013" cy="369922"/>
            </a:xfrm>
            <a:prstGeom prst="rect">
              <a:avLst/>
            </a:prstGeom>
            <a:solidFill>
              <a:schemeClr val="bg1"/>
            </a:solid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Dispatch latency</a:t>
              </a:r>
            </a:p>
          </p:txBody>
        </p:sp>
        <p:sp>
          <p:nvSpPr>
            <p:cNvPr id="14" name="TextBox 13">
              <a:extLst>
                <a:ext uri="{FF2B5EF4-FFF2-40B4-BE49-F238E27FC236}">
                  <a16:creationId xmlns:a16="http://schemas.microsoft.com/office/drawing/2014/main" id="{D0F68C35-FF4C-4931-8242-CD4145A84338}"/>
                </a:ext>
              </a:extLst>
            </p:cNvPr>
            <p:cNvSpPr txBox="1"/>
            <p:nvPr/>
          </p:nvSpPr>
          <p:spPr>
            <a:xfrm>
              <a:off x="2971800" y="4495072"/>
              <a:ext cx="1017588" cy="369921"/>
            </a:xfrm>
            <a:prstGeom prst="rect">
              <a:avLst/>
            </a:prstGeom>
            <a:solidFill>
              <a:schemeClr val="bg1"/>
            </a:solid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Arial" charset="0"/>
                </a:rPr>
                <a:t>conflicts</a:t>
              </a:r>
            </a:p>
          </p:txBody>
        </p:sp>
        <p:sp>
          <p:nvSpPr>
            <p:cNvPr id="15" name="TextBox 14">
              <a:extLst>
                <a:ext uri="{FF2B5EF4-FFF2-40B4-BE49-F238E27FC236}">
                  <a16:creationId xmlns:a16="http://schemas.microsoft.com/office/drawing/2014/main" id="{439643E9-C476-4C36-9DF8-93CD0045E42B}"/>
                </a:ext>
              </a:extLst>
            </p:cNvPr>
            <p:cNvSpPr txBox="1"/>
            <p:nvPr/>
          </p:nvSpPr>
          <p:spPr>
            <a:xfrm>
              <a:off x="4648200" y="4495072"/>
              <a:ext cx="1044575" cy="369921"/>
            </a:xfrm>
            <a:prstGeom prst="rect">
              <a:avLst/>
            </a:prstGeom>
            <a:solidFill>
              <a:schemeClr val="bg1"/>
            </a:solid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Arial" charset="0"/>
                </a:rPr>
                <a:t>dispatch</a:t>
              </a:r>
            </a:p>
          </p:txBody>
        </p:sp>
        <p:sp>
          <p:nvSpPr>
            <p:cNvPr id="16" name="TextBox 15">
              <a:extLst>
                <a:ext uri="{FF2B5EF4-FFF2-40B4-BE49-F238E27FC236}">
                  <a16:creationId xmlns:a16="http://schemas.microsoft.com/office/drawing/2014/main" id="{4C849BB4-7024-4B8A-9C79-D5D655727DBB}"/>
                </a:ext>
              </a:extLst>
            </p:cNvPr>
            <p:cNvSpPr txBox="1"/>
            <p:nvPr/>
          </p:nvSpPr>
          <p:spPr>
            <a:xfrm>
              <a:off x="4027488" y="6019211"/>
              <a:ext cx="620712" cy="369921"/>
            </a:xfrm>
            <a:prstGeom prst="rect">
              <a:avLst/>
            </a:prstGeom>
            <a:solidFill>
              <a:schemeClr val="bg1"/>
            </a:solid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Arial" charset="0"/>
                </a:rPr>
                <a:t>time</a:t>
              </a:r>
            </a:p>
          </p:txBody>
        </p:sp>
        <p:sp>
          <p:nvSpPr>
            <p:cNvPr id="17" name="TextBox 16">
              <a:extLst>
                <a:ext uri="{FF2B5EF4-FFF2-40B4-BE49-F238E27FC236}">
                  <a16:creationId xmlns:a16="http://schemas.microsoft.com/office/drawing/2014/main" id="{A89DD06B-C464-4C61-BAE5-570153E664D1}"/>
                </a:ext>
              </a:extLst>
            </p:cNvPr>
            <p:cNvSpPr txBox="1"/>
            <p:nvPr/>
          </p:nvSpPr>
          <p:spPr>
            <a:xfrm>
              <a:off x="6096000" y="3277348"/>
              <a:ext cx="1262063" cy="922422"/>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Arial" charset="0"/>
                </a:rPr>
                <a:t>Real-time</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Arial" charset="0"/>
                </a:rPr>
                <a:t>Process</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Arial" charset="0"/>
                </a:rPr>
                <a:t>Execution </a:t>
              </a:r>
            </a:p>
          </p:txBody>
        </p:sp>
        <p:cxnSp>
          <p:nvCxnSpPr>
            <p:cNvPr id="53264" name="Straight Connector 18">
              <a:extLst>
                <a:ext uri="{FF2B5EF4-FFF2-40B4-BE49-F238E27FC236}">
                  <a16:creationId xmlns:a16="http://schemas.microsoft.com/office/drawing/2014/main" id="{6D55E91F-93A4-4F6B-A57E-1E3C4808F2AC}"/>
                </a:ext>
              </a:extLst>
            </p:cNvPr>
            <p:cNvCxnSpPr>
              <a:cxnSpLocks noChangeShapeType="1"/>
            </p:cNvCxnSpPr>
            <p:nvPr/>
          </p:nvCxnSpPr>
          <p:spPr bwMode="auto">
            <a:xfrm rot="5400000">
              <a:off x="-800100" y="3619500"/>
              <a:ext cx="4191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53265" name="Straight Connector 19">
              <a:extLst>
                <a:ext uri="{FF2B5EF4-FFF2-40B4-BE49-F238E27FC236}">
                  <a16:creationId xmlns:a16="http://schemas.microsoft.com/office/drawing/2014/main" id="{49E98891-E1F0-41CB-91D1-852D216D3D8C}"/>
                </a:ext>
              </a:extLst>
            </p:cNvPr>
            <p:cNvCxnSpPr>
              <a:cxnSpLocks noChangeShapeType="1"/>
            </p:cNvCxnSpPr>
            <p:nvPr/>
          </p:nvCxnSpPr>
          <p:spPr bwMode="auto">
            <a:xfrm rot="5400000">
              <a:off x="5410200" y="3657600"/>
              <a:ext cx="4114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53266" name="Straight Connector 20">
              <a:extLst>
                <a:ext uri="{FF2B5EF4-FFF2-40B4-BE49-F238E27FC236}">
                  <a16:creationId xmlns:a16="http://schemas.microsoft.com/office/drawing/2014/main" id="{D28C6D08-33CC-4646-BFFC-FA92127B8256}"/>
                </a:ext>
              </a:extLst>
            </p:cNvPr>
            <p:cNvCxnSpPr>
              <a:cxnSpLocks noChangeShapeType="1"/>
            </p:cNvCxnSpPr>
            <p:nvPr/>
          </p:nvCxnSpPr>
          <p:spPr bwMode="auto">
            <a:xfrm rot="5400000">
              <a:off x="1219200" y="4191000"/>
              <a:ext cx="30480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53267" name="Straight Connector 22">
              <a:extLst>
                <a:ext uri="{FF2B5EF4-FFF2-40B4-BE49-F238E27FC236}">
                  <a16:creationId xmlns:a16="http://schemas.microsoft.com/office/drawing/2014/main" id="{9852E4C6-D4AC-4548-B264-718F461CF830}"/>
                </a:ext>
              </a:extLst>
            </p:cNvPr>
            <p:cNvCxnSpPr>
              <a:cxnSpLocks noChangeShapeType="1"/>
            </p:cNvCxnSpPr>
            <p:nvPr/>
          </p:nvCxnSpPr>
          <p:spPr bwMode="auto">
            <a:xfrm rot="5400000">
              <a:off x="4533900" y="4229100"/>
              <a:ext cx="29718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53268" name="Straight Connector 23">
              <a:extLst>
                <a:ext uri="{FF2B5EF4-FFF2-40B4-BE49-F238E27FC236}">
                  <a16:creationId xmlns:a16="http://schemas.microsoft.com/office/drawing/2014/main" id="{A265821A-E601-44C5-A63C-47F3AF4F269E}"/>
                </a:ext>
              </a:extLst>
            </p:cNvPr>
            <p:cNvCxnSpPr>
              <a:cxnSpLocks noChangeShapeType="1"/>
            </p:cNvCxnSpPr>
            <p:nvPr/>
          </p:nvCxnSpPr>
          <p:spPr bwMode="auto">
            <a:xfrm rot="5400000">
              <a:off x="3695700" y="5067300"/>
              <a:ext cx="1295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cxnSp>
        <p:cxnSp>
          <p:nvCxnSpPr>
            <p:cNvPr id="53269" name="Straight Arrow Connector 31">
              <a:extLst>
                <a:ext uri="{FF2B5EF4-FFF2-40B4-BE49-F238E27FC236}">
                  <a16:creationId xmlns:a16="http://schemas.microsoft.com/office/drawing/2014/main" id="{F7B79F8F-3E7C-4641-B3DA-4A2FE0C226CC}"/>
                </a:ext>
              </a:extLst>
            </p:cNvPr>
            <p:cNvCxnSpPr>
              <a:cxnSpLocks noChangeShapeType="1"/>
            </p:cNvCxnSpPr>
            <p:nvPr/>
          </p:nvCxnSpPr>
          <p:spPr bwMode="auto">
            <a:xfrm>
              <a:off x="5410200" y="1905000"/>
              <a:ext cx="2057400"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3270" name="Straight Arrow Connector 32">
              <a:extLst>
                <a:ext uri="{FF2B5EF4-FFF2-40B4-BE49-F238E27FC236}">
                  <a16:creationId xmlns:a16="http://schemas.microsoft.com/office/drawing/2014/main" id="{7623F889-89BC-43D3-B92C-6542F158A8E6}"/>
                </a:ext>
              </a:extLst>
            </p:cNvPr>
            <p:cNvCxnSpPr>
              <a:cxnSpLocks noChangeShapeType="1"/>
            </p:cNvCxnSpPr>
            <p:nvPr/>
          </p:nvCxnSpPr>
          <p:spPr bwMode="auto">
            <a:xfrm>
              <a:off x="5334000" y="3656012"/>
              <a:ext cx="685800"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3271" name="Straight Arrow Connector 34">
              <a:extLst>
                <a:ext uri="{FF2B5EF4-FFF2-40B4-BE49-F238E27FC236}">
                  <a16:creationId xmlns:a16="http://schemas.microsoft.com/office/drawing/2014/main" id="{7B98CCF0-493A-4E5C-8E2C-31C1594D0DCA}"/>
                </a:ext>
              </a:extLst>
            </p:cNvPr>
            <p:cNvCxnSpPr>
              <a:cxnSpLocks noChangeShapeType="1"/>
            </p:cNvCxnSpPr>
            <p:nvPr/>
          </p:nvCxnSpPr>
          <p:spPr bwMode="auto">
            <a:xfrm>
              <a:off x="3886200" y="5943600"/>
              <a:ext cx="990600"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3272" name="Straight Arrow Connector 36">
              <a:extLst>
                <a:ext uri="{FF2B5EF4-FFF2-40B4-BE49-F238E27FC236}">
                  <a16:creationId xmlns:a16="http://schemas.microsoft.com/office/drawing/2014/main" id="{9581631F-FEA8-411D-A7C5-CD42CBDDCDAC}"/>
                </a:ext>
              </a:extLst>
            </p:cNvPr>
            <p:cNvCxnSpPr>
              <a:cxnSpLocks noChangeShapeType="1"/>
            </p:cNvCxnSpPr>
            <p:nvPr/>
          </p:nvCxnSpPr>
          <p:spPr bwMode="auto">
            <a:xfrm>
              <a:off x="3581400" y="4953000"/>
              <a:ext cx="762000"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3273" name="Straight Arrow Connector 38">
              <a:extLst>
                <a:ext uri="{FF2B5EF4-FFF2-40B4-BE49-F238E27FC236}">
                  <a16:creationId xmlns:a16="http://schemas.microsoft.com/office/drawing/2014/main" id="{4EF2E741-9FE4-4785-8CAB-B5BB956FD4DF}"/>
                </a:ext>
              </a:extLst>
            </p:cNvPr>
            <p:cNvCxnSpPr>
              <a:cxnSpLocks noChangeShapeType="1"/>
            </p:cNvCxnSpPr>
            <p:nvPr/>
          </p:nvCxnSpPr>
          <p:spPr bwMode="auto">
            <a:xfrm>
              <a:off x="1905000" y="3352800"/>
              <a:ext cx="838200"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3274" name="Straight Arrow Connector 40">
              <a:extLst>
                <a:ext uri="{FF2B5EF4-FFF2-40B4-BE49-F238E27FC236}">
                  <a16:creationId xmlns:a16="http://schemas.microsoft.com/office/drawing/2014/main" id="{7B95EC64-6542-49B1-8D1E-0E71A2B673ED}"/>
                </a:ext>
              </a:extLst>
            </p:cNvPr>
            <p:cNvCxnSpPr>
              <a:cxnSpLocks noChangeShapeType="1"/>
            </p:cNvCxnSpPr>
            <p:nvPr/>
          </p:nvCxnSpPr>
          <p:spPr bwMode="auto">
            <a:xfrm>
              <a:off x="5105400" y="4953000"/>
              <a:ext cx="914400"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3275" name="Straight Arrow Connector 42">
              <a:extLst>
                <a:ext uri="{FF2B5EF4-FFF2-40B4-BE49-F238E27FC236}">
                  <a16:creationId xmlns:a16="http://schemas.microsoft.com/office/drawing/2014/main" id="{922BE8D1-0FBF-418F-BFEF-86FEFF1BCFDE}"/>
                </a:ext>
              </a:extLst>
            </p:cNvPr>
            <p:cNvCxnSpPr>
              <a:cxnSpLocks noChangeShapeType="1"/>
            </p:cNvCxnSpPr>
            <p:nvPr/>
          </p:nvCxnSpPr>
          <p:spPr bwMode="auto">
            <a:xfrm rot="10800000">
              <a:off x="1295402" y="1905000"/>
              <a:ext cx="1904999"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3276" name="Straight Arrow Connector 46">
              <a:extLst>
                <a:ext uri="{FF2B5EF4-FFF2-40B4-BE49-F238E27FC236}">
                  <a16:creationId xmlns:a16="http://schemas.microsoft.com/office/drawing/2014/main" id="{3C2CB975-0A59-45A0-A6B2-2EBF3FE6ABB5}"/>
                </a:ext>
              </a:extLst>
            </p:cNvPr>
            <p:cNvCxnSpPr>
              <a:cxnSpLocks noChangeShapeType="1"/>
            </p:cNvCxnSpPr>
            <p:nvPr/>
          </p:nvCxnSpPr>
          <p:spPr bwMode="auto">
            <a:xfrm rot="10800000">
              <a:off x="1295400" y="3352800"/>
              <a:ext cx="609600"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3277" name="Straight Arrow Connector 48">
              <a:extLst>
                <a:ext uri="{FF2B5EF4-FFF2-40B4-BE49-F238E27FC236}">
                  <a16:creationId xmlns:a16="http://schemas.microsoft.com/office/drawing/2014/main" id="{6A907579-2695-4BF7-9B45-152843E26AFF}"/>
                </a:ext>
              </a:extLst>
            </p:cNvPr>
            <p:cNvCxnSpPr>
              <a:cxnSpLocks noChangeShapeType="1"/>
            </p:cNvCxnSpPr>
            <p:nvPr/>
          </p:nvCxnSpPr>
          <p:spPr bwMode="auto">
            <a:xfrm rot="10800000">
              <a:off x="2743200" y="3657600"/>
              <a:ext cx="762000"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3278" name="Straight Arrow Connector 50">
              <a:extLst>
                <a:ext uri="{FF2B5EF4-FFF2-40B4-BE49-F238E27FC236}">
                  <a16:creationId xmlns:a16="http://schemas.microsoft.com/office/drawing/2014/main" id="{3F09767B-7C73-46C0-84B3-02B583B186F9}"/>
                </a:ext>
              </a:extLst>
            </p:cNvPr>
            <p:cNvCxnSpPr>
              <a:cxnSpLocks noChangeShapeType="1"/>
            </p:cNvCxnSpPr>
            <p:nvPr/>
          </p:nvCxnSpPr>
          <p:spPr bwMode="auto">
            <a:xfrm rot="10800000">
              <a:off x="2743200" y="4953000"/>
              <a:ext cx="838200"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3279" name="Straight Arrow Connector 52">
              <a:extLst>
                <a:ext uri="{FF2B5EF4-FFF2-40B4-BE49-F238E27FC236}">
                  <a16:creationId xmlns:a16="http://schemas.microsoft.com/office/drawing/2014/main" id="{5DAD4C9B-422B-44C2-BC5E-375F4512964A}"/>
                </a:ext>
              </a:extLst>
            </p:cNvPr>
            <p:cNvCxnSpPr>
              <a:cxnSpLocks noChangeShapeType="1"/>
            </p:cNvCxnSpPr>
            <p:nvPr/>
          </p:nvCxnSpPr>
          <p:spPr bwMode="auto">
            <a:xfrm rot="10800000">
              <a:off x="4343400" y="4953000"/>
              <a:ext cx="838200"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3280" name="Straight Arrow Connector 77">
              <a:extLst>
                <a:ext uri="{FF2B5EF4-FFF2-40B4-BE49-F238E27FC236}">
                  <a16:creationId xmlns:a16="http://schemas.microsoft.com/office/drawing/2014/main" id="{1F03698C-BD6D-42B7-842C-8FC22F2618CF}"/>
                </a:ext>
              </a:extLst>
            </p:cNvPr>
            <p:cNvCxnSpPr>
              <a:cxnSpLocks noChangeShapeType="1"/>
            </p:cNvCxnSpPr>
            <p:nvPr/>
          </p:nvCxnSpPr>
          <p:spPr bwMode="auto">
            <a:xfrm>
              <a:off x="6629400" y="4343400"/>
              <a:ext cx="838200"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cxnSp>
          <p:nvCxnSpPr>
            <p:cNvPr id="53281" name="Straight Arrow Connector 78">
              <a:extLst>
                <a:ext uri="{FF2B5EF4-FFF2-40B4-BE49-F238E27FC236}">
                  <a16:creationId xmlns:a16="http://schemas.microsoft.com/office/drawing/2014/main" id="{A8080074-5306-4C38-9353-F4C0F37C6D9F}"/>
                </a:ext>
              </a:extLst>
            </p:cNvPr>
            <p:cNvCxnSpPr>
              <a:cxnSpLocks noChangeShapeType="1"/>
            </p:cNvCxnSpPr>
            <p:nvPr/>
          </p:nvCxnSpPr>
          <p:spPr bwMode="auto">
            <a:xfrm rot="10800000">
              <a:off x="6019800" y="4344988"/>
              <a:ext cx="609600" cy="1588"/>
            </a:xfrm>
            <a:prstGeom prst="straightConnector1">
              <a:avLst/>
            </a:prstGeom>
            <a:noFill/>
            <a:ln w="28575">
              <a:solidFill>
                <a:schemeClr val="tx1"/>
              </a:solidFill>
              <a:round/>
              <a:headEnd/>
              <a:tailEnd type="arrow" w="med" len="med"/>
            </a:ln>
            <a:extLst>
              <a:ext uri="{909E8E84-426E-40DD-AFC4-6F175D3DCCD1}">
                <a14:hiddenFill xmlns:a14="http://schemas.microsoft.com/office/drawing/2010/main">
                  <a:noFill/>
                </a14:hiddenFill>
              </a:ext>
            </a:extLst>
          </p:spPr>
        </p:cxnSp>
      </p:grpSp>
    </p:spTree>
    <p:extLst>
      <p:ext uri="{BB962C8B-B14F-4D97-AF65-F5344CB8AC3E}">
        <p14:creationId xmlns:p14="http://schemas.microsoft.com/office/powerpoint/2010/main" val="34271198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D53727DA-81AD-46F4-851E-97D6EDBF430B}"/>
              </a:ext>
            </a:extLst>
          </p:cNvPr>
          <p:cNvSpPr>
            <a:spLocks noGrp="1" noChangeArrowheads="1"/>
          </p:cNvSpPr>
          <p:nvPr>
            <p:ph type="title"/>
          </p:nvPr>
        </p:nvSpPr>
        <p:spPr>
          <a:xfrm>
            <a:off x="304800" y="1143000"/>
            <a:ext cx="2514600" cy="2819400"/>
          </a:xfrm>
        </p:spPr>
        <p:txBody>
          <a:bodyPr/>
          <a:lstStyle/>
          <a:p>
            <a:pPr algn="l" eaLnBrk="1" hangingPunct="1"/>
            <a:r>
              <a:rPr lang="en-US" altLang="en-US" sz="2800"/>
              <a:t>Example: </a:t>
            </a:r>
            <a:br>
              <a:rPr lang="en-US" altLang="en-US" sz="2800"/>
            </a:br>
            <a:br>
              <a:rPr lang="en-US" altLang="en-US" sz="2800"/>
            </a:br>
            <a:r>
              <a:rPr lang="en-US" altLang="en-US" sz="2800">
                <a:solidFill>
                  <a:srgbClr val="000000"/>
                </a:solidFill>
              </a:rPr>
              <a:t>Concurrent Execution of Processes (1/3)</a:t>
            </a:r>
          </a:p>
        </p:txBody>
      </p:sp>
      <p:pic>
        <p:nvPicPr>
          <p:cNvPr id="67587" name="Picture 3" descr="3_1">
            <a:extLst>
              <a:ext uri="{FF2B5EF4-FFF2-40B4-BE49-F238E27FC236}">
                <a16:creationId xmlns:a16="http://schemas.microsoft.com/office/drawing/2014/main" id="{D5BD7DEE-0AB0-4B34-B094-40002DFDF7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685800"/>
            <a:ext cx="5010150" cy="586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588" name="Slide Number Placeholder 3">
            <a:extLst>
              <a:ext uri="{FF2B5EF4-FFF2-40B4-BE49-F238E27FC236}">
                <a16:creationId xmlns:a16="http://schemas.microsoft.com/office/drawing/2014/main" id="{E3C0D5FD-4DAA-4396-AA93-8FC2F62DE32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1E86A07-D907-454A-8D3F-A6FFC514A78A}" type="slidenum">
              <a:rPr kumimoji="0" lang="en-US" altLang="en-US"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en-US"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25485708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3">
            <a:extLst>
              <a:ext uri="{FF2B5EF4-FFF2-40B4-BE49-F238E27FC236}">
                <a16:creationId xmlns:a16="http://schemas.microsoft.com/office/drawing/2014/main" id="{01F1ADCA-87A9-44BA-ADF5-C97A59A36984}"/>
              </a:ext>
            </a:extLst>
          </p:cNvPr>
          <p:cNvSpPr>
            <a:spLocks noChangeArrowheads="1"/>
          </p:cNvSpPr>
          <p:nvPr/>
        </p:nvSpPr>
        <p:spPr bwMode="auto">
          <a:xfrm>
            <a:off x="762000" y="914400"/>
            <a:ext cx="990600" cy="19050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pic>
        <p:nvPicPr>
          <p:cNvPr id="69635" name="Picture 3">
            <a:extLst>
              <a:ext uri="{FF2B5EF4-FFF2-40B4-BE49-F238E27FC236}">
                <a16:creationId xmlns:a16="http://schemas.microsoft.com/office/drawing/2014/main" id="{756CEE49-404B-499A-8448-C72E7DDFB6B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8838" y="838200"/>
            <a:ext cx="6634162"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Slide Number Placeholder 3">
            <a:extLst>
              <a:ext uri="{FF2B5EF4-FFF2-40B4-BE49-F238E27FC236}">
                <a16:creationId xmlns:a16="http://schemas.microsoft.com/office/drawing/2014/main" id="{2531EB4D-1725-43BE-B9B1-081BF5C8386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8AAD70C-9247-4B1E-9C5D-99AB569751F8}" type="slidenum">
              <a:rPr kumimoji="0" lang="en-US" altLang="en-US"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en-US"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 name="Rectangle 4">
            <a:extLst>
              <a:ext uri="{FF2B5EF4-FFF2-40B4-BE49-F238E27FC236}">
                <a16:creationId xmlns:a16="http://schemas.microsoft.com/office/drawing/2014/main" id="{7902FE45-4DBB-4E23-AE67-73816EFCD9E2}"/>
              </a:ext>
            </a:extLst>
          </p:cNvPr>
          <p:cNvSpPr>
            <a:spLocks noChangeArrowheads="1"/>
          </p:cNvSpPr>
          <p:nvPr/>
        </p:nvSpPr>
        <p:spPr bwMode="auto">
          <a:xfrm>
            <a:off x="2667000" y="914400"/>
            <a:ext cx="1066800" cy="3200400"/>
          </a:xfrm>
          <a:prstGeom prst="rect">
            <a:avLst/>
          </a:prstGeom>
          <a:noFill/>
          <a:ln w="9525">
            <a:solidFill>
              <a:schemeClr val="tx1"/>
            </a:solidFill>
            <a:round/>
            <a:headEnd/>
            <a:tailEnd/>
          </a:ln>
          <a:effectLst>
            <a:outerShdw blurRad="63500" dist="38100" dir="2700000" algn="tl" rotWithShape="0">
              <a:srgbClr val="000000">
                <a:alpha val="39999"/>
              </a:srgbClr>
            </a:outerShdw>
          </a:effectLst>
          <a:extLst>
            <a:ext uri="{909E8E84-426E-40dd-AFC4-6F175D3DCCD1}"/>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charset="0"/>
            </a:endParaRPr>
          </a:p>
        </p:txBody>
      </p:sp>
      <p:sp>
        <p:nvSpPr>
          <p:cNvPr id="6" name="Rectangle 5">
            <a:extLst>
              <a:ext uri="{FF2B5EF4-FFF2-40B4-BE49-F238E27FC236}">
                <a16:creationId xmlns:a16="http://schemas.microsoft.com/office/drawing/2014/main" id="{A1853F68-E470-4CE9-BD33-84E5DA1AF620}"/>
              </a:ext>
            </a:extLst>
          </p:cNvPr>
          <p:cNvSpPr>
            <a:spLocks noChangeArrowheads="1"/>
          </p:cNvSpPr>
          <p:nvPr/>
        </p:nvSpPr>
        <p:spPr bwMode="auto">
          <a:xfrm>
            <a:off x="4953000" y="914400"/>
            <a:ext cx="1066800" cy="3200400"/>
          </a:xfrm>
          <a:prstGeom prst="rect">
            <a:avLst/>
          </a:prstGeom>
          <a:noFill/>
          <a:ln w="9525">
            <a:solidFill>
              <a:schemeClr val="tx1"/>
            </a:solidFill>
            <a:round/>
            <a:headEnd/>
            <a:tailEnd/>
          </a:ln>
          <a:effectLst>
            <a:outerShdw blurRad="63500" dist="38100" dir="2700000" algn="tl" rotWithShape="0">
              <a:srgbClr val="000000">
                <a:alpha val="39999"/>
              </a:srgbClr>
            </a:outerShdw>
          </a:effectLst>
          <a:extLst>
            <a:ext uri="{909E8E84-426E-40dd-AFC4-6F175D3DCCD1}"/>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charset="0"/>
            </a:endParaRPr>
          </a:p>
        </p:txBody>
      </p:sp>
      <p:sp>
        <p:nvSpPr>
          <p:cNvPr id="8" name="Rectangle 7">
            <a:extLst>
              <a:ext uri="{FF2B5EF4-FFF2-40B4-BE49-F238E27FC236}">
                <a16:creationId xmlns:a16="http://schemas.microsoft.com/office/drawing/2014/main" id="{3627977F-A47A-4B2A-AED2-2534A45FE240}"/>
              </a:ext>
            </a:extLst>
          </p:cNvPr>
          <p:cNvSpPr>
            <a:spLocks noChangeArrowheads="1"/>
          </p:cNvSpPr>
          <p:nvPr/>
        </p:nvSpPr>
        <p:spPr bwMode="auto">
          <a:xfrm>
            <a:off x="7162800" y="914400"/>
            <a:ext cx="1066800" cy="3200400"/>
          </a:xfrm>
          <a:prstGeom prst="rect">
            <a:avLst/>
          </a:prstGeom>
          <a:noFill/>
          <a:ln w="9525">
            <a:solidFill>
              <a:schemeClr val="tx1"/>
            </a:solidFill>
            <a:round/>
            <a:headEnd/>
            <a:tailEnd/>
          </a:ln>
          <a:effectLst>
            <a:outerShdw blurRad="63500" dist="38100" dir="2700000" algn="tl" rotWithShape="0">
              <a:srgbClr val="000000">
                <a:alpha val="39999"/>
              </a:srgbClr>
            </a:outerShdw>
          </a:effectLst>
          <a:extLst>
            <a:ext uri="{909E8E84-426E-40dd-AFC4-6F175D3DCCD1}"/>
          </a:ex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charset="0"/>
            </a:endParaRPr>
          </a:p>
        </p:txBody>
      </p:sp>
      <p:sp>
        <p:nvSpPr>
          <p:cNvPr id="69640" name="TextBox 2">
            <a:extLst>
              <a:ext uri="{FF2B5EF4-FFF2-40B4-BE49-F238E27FC236}">
                <a16:creationId xmlns:a16="http://schemas.microsoft.com/office/drawing/2014/main" id="{8F4EB674-83D0-44E9-86FA-78FA9DB4BB4F}"/>
              </a:ext>
            </a:extLst>
          </p:cNvPr>
          <p:cNvSpPr txBox="1">
            <a:spLocks noChangeArrowheads="1"/>
          </p:cNvSpPr>
          <p:nvPr/>
        </p:nvSpPr>
        <p:spPr bwMode="auto">
          <a:xfrm>
            <a:off x="1031875" y="1066800"/>
            <a:ext cx="492125"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100</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101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102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103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104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105</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endParaRPr>
          </a:p>
        </p:txBody>
      </p:sp>
      <p:sp>
        <p:nvSpPr>
          <p:cNvPr id="69641" name="TextBox 6">
            <a:extLst>
              <a:ext uri="{FF2B5EF4-FFF2-40B4-BE49-F238E27FC236}">
                <a16:creationId xmlns:a16="http://schemas.microsoft.com/office/drawing/2014/main" id="{434789FF-F245-4651-AED4-8C702956A7F9}"/>
              </a:ext>
            </a:extLst>
          </p:cNvPr>
          <p:cNvSpPr txBox="1">
            <a:spLocks noChangeArrowheads="1"/>
          </p:cNvSpPr>
          <p:nvPr/>
        </p:nvSpPr>
        <p:spPr bwMode="auto">
          <a:xfrm>
            <a:off x="755650" y="2862263"/>
            <a:ext cx="1073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Dispatcher</a:t>
            </a:r>
          </a:p>
        </p:txBody>
      </p:sp>
      <p:sp>
        <p:nvSpPr>
          <p:cNvPr id="69642" name="TextBox 8">
            <a:extLst>
              <a:ext uri="{FF2B5EF4-FFF2-40B4-BE49-F238E27FC236}">
                <a16:creationId xmlns:a16="http://schemas.microsoft.com/office/drawing/2014/main" id="{CC895CEC-38EF-4DA5-AD05-34D59D9536C9}"/>
              </a:ext>
            </a:extLst>
          </p:cNvPr>
          <p:cNvSpPr txBox="1">
            <a:spLocks noChangeArrowheads="1"/>
          </p:cNvSpPr>
          <p:nvPr/>
        </p:nvSpPr>
        <p:spPr bwMode="auto">
          <a:xfrm>
            <a:off x="2362200" y="4657725"/>
            <a:ext cx="33321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100 = Starting address of dispatch program.</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14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26193349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3">
            <a:extLst>
              <a:ext uri="{FF2B5EF4-FFF2-40B4-BE49-F238E27FC236}">
                <a16:creationId xmlns:a16="http://schemas.microsoft.com/office/drawing/2014/main" id="{A36D7645-7564-42DE-BCFD-E4E39FE13A8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D01E842-6948-4BB7-934B-4CAE7EEBCB37}" type="slidenum">
              <a:rPr kumimoji="0" lang="en-US" altLang="en-US"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en-US"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71683" name="Picture 2">
            <a:extLst>
              <a:ext uri="{FF2B5EF4-FFF2-40B4-BE49-F238E27FC236}">
                <a16:creationId xmlns:a16="http://schemas.microsoft.com/office/drawing/2014/main" id="{4C7CEC8E-2035-426E-8914-AA9AE9AC16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1000" y="963613"/>
            <a:ext cx="4724400" cy="513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684" name="Picture 4">
            <a:extLst>
              <a:ext uri="{FF2B5EF4-FFF2-40B4-BE49-F238E27FC236}">
                <a16:creationId xmlns:a16="http://schemas.microsoft.com/office/drawing/2014/main" id="{9A3EBEBD-DD00-435C-8F5C-EDAC57D35CE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6172200"/>
            <a:ext cx="48768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extBox 11">
            <a:extLst>
              <a:ext uri="{FF2B5EF4-FFF2-40B4-BE49-F238E27FC236}">
                <a16:creationId xmlns:a16="http://schemas.microsoft.com/office/drawing/2014/main" id="{FF08544B-1887-459C-B9EF-98FB4287D967}"/>
              </a:ext>
            </a:extLst>
          </p:cNvPr>
          <p:cNvSpPr txBox="1">
            <a:spLocks noChangeArrowheads="1"/>
          </p:cNvSpPr>
          <p:nvPr/>
        </p:nvSpPr>
        <p:spPr bwMode="auto">
          <a:xfrm>
            <a:off x="457200" y="914400"/>
            <a:ext cx="3200400" cy="4770438"/>
          </a:xfrm>
          <a:prstGeom prst="rect">
            <a:avLst/>
          </a:prstGeom>
          <a:solidFill>
            <a:srgbClr val="FFFF99"/>
          </a:solidFill>
          <a:ln w="9525">
            <a:noFill/>
            <a:miter lim="800000"/>
            <a:headEnd/>
            <a:tailEnd/>
          </a:ln>
          <a:effectLst>
            <a:outerShdw dist="139700" dir="2700000" algn="tl" rotWithShape="0">
              <a:srgbClr val="808080">
                <a:alpha val="42999"/>
              </a:srgbClr>
            </a:outerShdw>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Notes: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endParaRPr>
          </a:p>
          <a:p>
            <a:pPr marL="285750" marR="0" lvl="0" indent="-285750" algn="l" defTabSz="914400" rtl="0" eaLnBrk="1" fontAlgn="base" latinLnBrk="0" hangingPunct="1">
              <a:lnSpc>
                <a:spcPct val="100000"/>
              </a:lnSpc>
              <a:spcBef>
                <a:spcPct val="0"/>
              </a:spcBef>
              <a:spcAft>
                <a:spcPct val="0"/>
              </a:spcAft>
              <a:buClrTx/>
              <a:buSzTx/>
              <a:buFont typeface="Arial"/>
              <a:buChar char="•"/>
              <a:tabLst/>
              <a:defRPr/>
            </a:pPr>
            <a:r>
              <a:rPr kumimoji="0" lang="en-US" sz="1600" b="1"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rPr>
              <a:t>CPU time</a:t>
            </a: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rPr>
              <a:t> or </a:t>
            </a:r>
            <a:r>
              <a:rPr kumimoji="0" lang="en-US" sz="1600" b="1"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rPr>
              <a:t>instruction cycle </a:t>
            </a: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rPr>
              <a:t>= 6 (each process)</a:t>
            </a:r>
          </a:p>
          <a:p>
            <a:pPr marL="285750" marR="0" lvl="0" indent="-285750" algn="l" defTabSz="914400" rtl="0" eaLnBrk="1" fontAlgn="base" latinLnBrk="0" hangingPunct="1">
              <a:lnSpc>
                <a:spcPct val="100000"/>
              </a:lnSpc>
              <a:spcBef>
                <a:spcPct val="0"/>
              </a:spcBef>
              <a:spcAft>
                <a:spcPct val="0"/>
              </a:spcAft>
              <a:buClrTx/>
              <a:buSzTx/>
              <a:buFont typeface="Arial"/>
              <a:buChar char="•"/>
              <a:tabLst/>
              <a:defRPr/>
            </a:pPr>
            <a:endPar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endParaRPr>
          </a:p>
          <a:p>
            <a:pPr marL="285750" marR="0" lvl="0" indent="-285750" algn="l" defTabSz="914400" rtl="0" eaLnBrk="1" fontAlgn="base" latinLnBrk="0" hangingPunct="1">
              <a:lnSpc>
                <a:spcPct val="100000"/>
              </a:lnSpc>
              <a:spcBef>
                <a:spcPct val="0"/>
              </a:spcBef>
              <a:spcAft>
                <a:spcPct val="0"/>
              </a:spcAft>
              <a:buClrTx/>
              <a:buSzTx/>
              <a:buFont typeface="Arial"/>
              <a:buChar char="•"/>
              <a:tabLst/>
              <a:defRPr/>
            </a:pP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rPr>
              <a:t>Assume all processes execute in sequence with no priority</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endParaRPr>
          </a:p>
          <a:p>
            <a:pPr marL="285750" marR="0" lvl="0" indent="-285750" algn="l" defTabSz="914400" rtl="0" eaLnBrk="1" fontAlgn="base" latinLnBrk="0" hangingPunct="1">
              <a:lnSpc>
                <a:spcPct val="100000"/>
              </a:lnSpc>
              <a:spcBef>
                <a:spcPct val="0"/>
              </a:spcBef>
              <a:spcAft>
                <a:spcPct val="0"/>
              </a:spcAft>
              <a:buClrTx/>
              <a:buSzTx/>
              <a:buFont typeface="Arial"/>
              <a:buChar char="•"/>
              <a:tabLst/>
              <a:defRPr/>
            </a:pP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rPr>
              <a:t>Shaded areas indicate execution of dispatcher process</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endParaRPr>
          </a:p>
          <a:p>
            <a:pPr marL="285750" marR="0" lvl="0" indent="-285750" algn="l" defTabSz="914400" rtl="0" eaLnBrk="1" fontAlgn="base" latinLnBrk="0" hangingPunct="1">
              <a:lnSpc>
                <a:spcPct val="100000"/>
              </a:lnSpc>
              <a:spcBef>
                <a:spcPct val="0"/>
              </a:spcBef>
              <a:spcAft>
                <a:spcPct val="0"/>
              </a:spcAft>
              <a:buClrTx/>
              <a:buSzTx/>
              <a:buFont typeface="Arial"/>
              <a:buChar char="•"/>
              <a:tabLst/>
              <a:defRPr/>
            </a:pP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rPr>
              <a:t>1</a:t>
            </a:r>
            <a:r>
              <a:rPr kumimoji="0" lang="en-US" sz="1600" b="0" i="0" u="none" strike="noStrike" kern="1200" cap="none" spc="0" normalizeH="0" baseline="30000" noProof="0" dirty="0">
                <a:ln>
                  <a:noFill/>
                </a:ln>
                <a:solidFill>
                  <a:srgbClr val="000000"/>
                </a:solidFill>
                <a:effectLst/>
                <a:uLnTx/>
                <a:uFillTx/>
                <a:latin typeface="Arial"/>
                <a:ea typeface="MS PGothic" panose="020B0600070205080204" pitchFamily="34" charset="-128"/>
                <a:cs typeface="Arial" charset="0"/>
              </a:rPr>
              <a:t>st</a:t>
            </a: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rPr>
              <a:t> &amp; 3</a:t>
            </a:r>
            <a:r>
              <a:rPr kumimoji="0" lang="en-US" sz="1600" b="0" i="0" u="none" strike="noStrike" kern="1200" cap="none" spc="0" normalizeH="0" baseline="30000" noProof="0" dirty="0">
                <a:ln>
                  <a:noFill/>
                </a:ln>
                <a:solidFill>
                  <a:srgbClr val="000000"/>
                </a:solidFill>
                <a:effectLst/>
                <a:uLnTx/>
                <a:uFillTx/>
                <a:latin typeface="Arial"/>
                <a:ea typeface="MS PGothic" panose="020B0600070205080204" pitchFamily="34" charset="-128"/>
                <a:cs typeface="Arial" charset="0"/>
              </a:rPr>
              <a:t>rd</a:t>
            </a: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rPr>
              <a:t> columns show number of instruction cycles</a:t>
            </a:r>
          </a:p>
          <a:p>
            <a:pPr marL="285750" marR="0" lvl="0" indent="-285750" algn="l" defTabSz="914400" rtl="0" eaLnBrk="1" fontAlgn="base" latinLnBrk="0" hangingPunct="1">
              <a:lnSpc>
                <a:spcPct val="100000"/>
              </a:lnSpc>
              <a:spcBef>
                <a:spcPct val="0"/>
              </a:spcBef>
              <a:spcAft>
                <a:spcPct val="0"/>
              </a:spcAft>
              <a:buClrTx/>
              <a:buSzTx/>
              <a:buFont typeface="Arial"/>
              <a:buChar char="•"/>
              <a:tabLst/>
              <a:defRPr/>
            </a:pP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rPr>
              <a:t>2</a:t>
            </a:r>
            <a:r>
              <a:rPr kumimoji="0" lang="en-US" sz="1600" b="0" i="0" u="none" strike="noStrike" kern="1200" cap="none" spc="0" normalizeH="0" baseline="30000" noProof="0" dirty="0">
                <a:ln>
                  <a:noFill/>
                </a:ln>
                <a:solidFill>
                  <a:srgbClr val="000000"/>
                </a:solidFill>
                <a:effectLst/>
                <a:uLnTx/>
                <a:uFillTx/>
                <a:latin typeface="Arial"/>
                <a:ea typeface="MS PGothic" panose="020B0600070205080204" pitchFamily="34" charset="-128"/>
                <a:cs typeface="Arial" charset="0"/>
              </a:rPr>
              <a:t>nd</a:t>
            </a: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rPr>
              <a:t> &amp; 4</a:t>
            </a:r>
            <a:r>
              <a:rPr kumimoji="0" lang="en-US" sz="1600" b="0" i="0" u="none" strike="noStrike" kern="1200" cap="none" spc="0" normalizeH="0" baseline="30000" noProof="0" dirty="0">
                <a:ln>
                  <a:noFill/>
                </a:ln>
                <a:solidFill>
                  <a:srgbClr val="000000"/>
                </a:solidFill>
                <a:effectLst/>
                <a:uLnTx/>
                <a:uFillTx/>
                <a:latin typeface="Arial"/>
                <a:ea typeface="MS PGothic" panose="020B0600070205080204" pitchFamily="34" charset="-128"/>
                <a:cs typeface="Arial" charset="0"/>
              </a:rPr>
              <a:t>th</a:t>
            </a: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rPr>
              <a:t> columns shows address of instruction being executed</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endParaRPr>
          </a:p>
        </p:txBody>
      </p:sp>
      <p:sp>
        <p:nvSpPr>
          <p:cNvPr id="3" name="Oval 2">
            <a:extLst>
              <a:ext uri="{FF2B5EF4-FFF2-40B4-BE49-F238E27FC236}">
                <a16:creationId xmlns:a16="http://schemas.microsoft.com/office/drawing/2014/main" id="{CC0A5129-2AC7-4DF6-AFA5-CFCF82B2EE27}"/>
              </a:ext>
            </a:extLst>
          </p:cNvPr>
          <p:cNvSpPr>
            <a:spLocks noChangeArrowheads="1"/>
          </p:cNvSpPr>
          <p:nvPr/>
        </p:nvSpPr>
        <p:spPr bwMode="auto">
          <a:xfrm>
            <a:off x="5715000" y="1143000"/>
            <a:ext cx="609600" cy="609600"/>
          </a:xfrm>
          <a:prstGeom prst="ellipse">
            <a:avLst/>
          </a:prstGeom>
          <a:solidFill>
            <a:srgbClr val="00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rPr>
              <a:t>A</a:t>
            </a:r>
          </a:p>
        </p:txBody>
      </p:sp>
      <p:sp>
        <p:nvSpPr>
          <p:cNvPr id="9" name="Oval 8">
            <a:extLst>
              <a:ext uri="{FF2B5EF4-FFF2-40B4-BE49-F238E27FC236}">
                <a16:creationId xmlns:a16="http://schemas.microsoft.com/office/drawing/2014/main" id="{48BEC111-FCA9-40C5-A7EC-3EDF40344CDF}"/>
              </a:ext>
            </a:extLst>
          </p:cNvPr>
          <p:cNvSpPr>
            <a:spLocks noChangeArrowheads="1"/>
          </p:cNvSpPr>
          <p:nvPr/>
        </p:nvSpPr>
        <p:spPr bwMode="auto">
          <a:xfrm>
            <a:off x="5715000" y="3200400"/>
            <a:ext cx="609600" cy="609600"/>
          </a:xfrm>
          <a:prstGeom prst="ellipse">
            <a:avLst/>
          </a:prstGeom>
          <a:solidFill>
            <a:srgbClr val="00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rPr>
              <a:t>B</a:t>
            </a:r>
          </a:p>
        </p:txBody>
      </p:sp>
      <p:sp>
        <p:nvSpPr>
          <p:cNvPr id="10" name="Oval 9">
            <a:extLst>
              <a:ext uri="{FF2B5EF4-FFF2-40B4-BE49-F238E27FC236}">
                <a16:creationId xmlns:a16="http://schemas.microsoft.com/office/drawing/2014/main" id="{5257D1DA-C590-4E3E-A27A-B38E54D1FE5A}"/>
              </a:ext>
            </a:extLst>
          </p:cNvPr>
          <p:cNvSpPr>
            <a:spLocks noChangeArrowheads="1"/>
          </p:cNvSpPr>
          <p:nvPr/>
        </p:nvSpPr>
        <p:spPr bwMode="auto">
          <a:xfrm>
            <a:off x="5715000" y="5181600"/>
            <a:ext cx="609600" cy="609600"/>
          </a:xfrm>
          <a:prstGeom prst="ellipse">
            <a:avLst/>
          </a:prstGeom>
          <a:solidFill>
            <a:srgbClr val="00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rPr>
              <a:t>C</a:t>
            </a:r>
          </a:p>
        </p:txBody>
      </p:sp>
      <p:sp>
        <p:nvSpPr>
          <p:cNvPr id="11" name="Oval 10">
            <a:extLst>
              <a:ext uri="{FF2B5EF4-FFF2-40B4-BE49-F238E27FC236}">
                <a16:creationId xmlns:a16="http://schemas.microsoft.com/office/drawing/2014/main" id="{0C32C1BD-878D-41EA-8301-719B1DEDE183}"/>
              </a:ext>
            </a:extLst>
          </p:cNvPr>
          <p:cNvSpPr>
            <a:spLocks noChangeArrowheads="1"/>
          </p:cNvSpPr>
          <p:nvPr/>
        </p:nvSpPr>
        <p:spPr bwMode="auto">
          <a:xfrm>
            <a:off x="8153400" y="2743200"/>
            <a:ext cx="609600" cy="609600"/>
          </a:xfrm>
          <a:prstGeom prst="ellipse">
            <a:avLst/>
          </a:prstGeom>
          <a:solidFill>
            <a:srgbClr val="00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rPr>
              <a:t>A</a:t>
            </a:r>
          </a:p>
        </p:txBody>
      </p:sp>
      <p:sp>
        <p:nvSpPr>
          <p:cNvPr id="13" name="Oval 12">
            <a:extLst>
              <a:ext uri="{FF2B5EF4-FFF2-40B4-BE49-F238E27FC236}">
                <a16:creationId xmlns:a16="http://schemas.microsoft.com/office/drawing/2014/main" id="{5888132D-E7B0-45CB-A122-4D2D6A4D1235}"/>
              </a:ext>
            </a:extLst>
          </p:cNvPr>
          <p:cNvSpPr>
            <a:spLocks noChangeArrowheads="1"/>
          </p:cNvSpPr>
          <p:nvPr/>
        </p:nvSpPr>
        <p:spPr bwMode="auto">
          <a:xfrm>
            <a:off x="8153400" y="4953000"/>
            <a:ext cx="609600" cy="609600"/>
          </a:xfrm>
          <a:prstGeom prst="ellipse">
            <a:avLst/>
          </a:prstGeom>
          <a:solidFill>
            <a:srgbClr val="00CC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rPr>
              <a:t>C</a:t>
            </a:r>
          </a:p>
        </p:txBody>
      </p:sp>
    </p:spTree>
    <p:extLst>
      <p:ext uri="{BB962C8B-B14F-4D97-AF65-F5344CB8AC3E}">
        <p14:creationId xmlns:p14="http://schemas.microsoft.com/office/powerpoint/2010/main" val="62339801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9" grpId="0" animBg="1"/>
      <p:bldP spid="10" grpId="0" animBg="1"/>
      <p:bldP spid="11" grpId="0" animBg="1"/>
      <p:bldP spid="1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80924028-F112-4F00-A44D-E9E5205D6F02}"/>
              </a:ext>
            </a:extLst>
          </p:cNvPr>
          <p:cNvSpPr>
            <a:spLocks noGrp="1" noChangeArrowheads="1"/>
          </p:cNvSpPr>
          <p:nvPr>
            <p:ph type="title"/>
          </p:nvPr>
        </p:nvSpPr>
        <p:spPr>
          <a:xfrm>
            <a:off x="533400" y="762000"/>
            <a:ext cx="8077200" cy="1066800"/>
          </a:xfrm>
        </p:spPr>
        <p:txBody>
          <a:bodyPr/>
          <a:lstStyle/>
          <a:p>
            <a:pPr eaLnBrk="1" hangingPunct="1"/>
            <a:r>
              <a:rPr lang="en-US" altLang="en-US" sz="2800"/>
              <a:t>Concurrent Execution of Processes </a:t>
            </a:r>
            <a:br>
              <a:rPr lang="en-US" altLang="en-US" sz="2800"/>
            </a:br>
            <a:r>
              <a:rPr lang="en-US" altLang="en-US" sz="2800"/>
              <a:t>(Process States)</a:t>
            </a:r>
          </a:p>
        </p:txBody>
      </p:sp>
      <p:pic>
        <p:nvPicPr>
          <p:cNvPr id="73731" name="Picture 3" descr="3_6">
            <a:extLst>
              <a:ext uri="{FF2B5EF4-FFF2-40B4-BE49-F238E27FC236}">
                <a16:creationId xmlns:a16="http://schemas.microsoft.com/office/drawing/2014/main" id="{C891EEAC-521C-4988-B4EF-45C1097006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981200"/>
            <a:ext cx="8229600" cy="4564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2" name="Slide Number Placeholder 3">
            <a:extLst>
              <a:ext uri="{FF2B5EF4-FFF2-40B4-BE49-F238E27FC236}">
                <a16:creationId xmlns:a16="http://schemas.microsoft.com/office/drawing/2014/main" id="{84BBDB0C-8E58-4DB4-B859-B762A5B6638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5384A97-2370-49F3-9435-1FE384F80A55}" type="slidenum">
              <a:rPr kumimoji="0" lang="en-US" altLang="en-US"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en-US"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004786" y="1969313"/>
            <a:ext cx="1708785" cy="330106"/>
          </a:xfrm>
          <a:prstGeom prst="rect">
            <a:avLst/>
          </a:prstGeom>
        </p:spPr>
      </p:pic>
    </p:spTree>
    <p:extLst>
      <p:ext uri="{BB962C8B-B14F-4D97-AF65-F5344CB8AC3E}">
        <p14:creationId xmlns:p14="http://schemas.microsoft.com/office/powerpoint/2010/main" val="12970827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2">
            <a:extLst>
              <a:ext uri="{FF2B5EF4-FFF2-40B4-BE49-F238E27FC236}">
                <a16:creationId xmlns:a16="http://schemas.microsoft.com/office/drawing/2014/main" id="{7076A705-87BF-4356-A46D-CDE2CF77ABB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8353AD4-3744-4D2F-BDC2-9821946943CC}" type="slidenum">
              <a:rPr kumimoji="0" lang="en-US" altLang="en-US"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en-US"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75779" name="Picture 4" descr="Screen Shot 2014-03-12 at 12.36.39 PM.png">
            <a:extLst>
              <a:ext uri="{FF2B5EF4-FFF2-40B4-BE49-F238E27FC236}">
                <a16:creationId xmlns:a16="http://schemas.microsoft.com/office/drawing/2014/main" id="{8657F955-6CF1-429F-BE5A-091E2A7B5F6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066800"/>
            <a:ext cx="7848600" cy="5126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4360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84">
            <a:extLst>
              <a:ext uri="{FF2B5EF4-FFF2-40B4-BE49-F238E27FC236}">
                <a16:creationId xmlns:a16="http://schemas.microsoft.com/office/drawing/2014/main" id="{96551985-5D89-4E79-A601-0914E43069FA}"/>
              </a:ext>
            </a:extLst>
          </p:cNvPr>
          <p:cNvSpPr>
            <a:spLocks noChangeArrowheads="1"/>
          </p:cNvSpPr>
          <p:nvPr/>
        </p:nvSpPr>
        <p:spPr bwMode="auto">
          <a:xfrm>
            <a:off x="2971800" y="1905000"/>
            <a:ext cx="5181600" cy="3048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6803" name="Slide Number Placeholder 2">
            <a:extLst>
              <a:ext uri="{FF2B5EF4-FFF2-40B4-BE49-F238E27FC236}">
                <a16:creationId xmlns:a16="http://schemas.microsoft.com/office/drawing/2014/main" id="{BBF2036D-B4CD-4D00-8649-4966539E1DA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F9B5062-7CAE-4655-BA5F-37E45330B276}" type="slidenum">
              <a:rPr kumimoji="0" lang="en-US" altLang="en-US"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en-US"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76804" name="TextBox 12">
            <a:extLst>
              <a:ext uri="{FF2B5EF4-FFF2-40B4-BE49-F238E27FC236}">
                <a16:creationId xmlns:a16="http://schemas.microsoft.com/office/drawing/2014/main" id="{9EBE3663-3789-41A5-BE60-67DDCE2C3134}"/>
              </a:ext>
            </a:extLst>
          </p:cNvPr>
          <p:cNvSpPr txBox="1">
            <a:spLocks noChangeArrowheads="1"/>
          </p:cNvSpPr>
          <p:nvPr/>
        </p:nvSpPr>
        <p:spPr bwMode="auto">
          <a:xfrm>
            <a:off x="1524000" y="1828800"/>
            <a:ext cx="9921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Process A</a:t>
            </a:r>
          </a:p>
        </p:txBody>
      </p:sp>
      <p:sp>
        <p:nvSpPr>
          <p:cNvPr id="76805" name="TextBox 13">
            <a:extLst>
              <a:ext uri="{FF2B5EF4-FFF2-40B4-BE49-F238E27FC236}">
                <a16:creationId xmlns:a16="http://schemas.microsoft.com/office/drawing/2014/main" id="{C17FDF86-B5A5-40CA-91CB-6189BE85DD27}"/>
              </a:ext>
            </a:extLst>
          </p:cNvPr>
          <p:cNvSpPr txBox="1">
            <a:spLocks noChangeArrowheads="1"/>
          </p:cNvSpPr>
          <p:nvPr/>
        </p:nvSpPr>
        <p:spPr bwMode="auto">
          <a:xfrm>
            <a:off x="1524000" y="2481263"/>
            <a:ext cx="10001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Process B</a:t>
            </a:r>
          </a:p>
        </p:txBody>
      </p:sp>
      <p:sp>
        <p:nvSpPr>
          <p:cNvPr id="76806" name="TextBox 14">
            <a:extLst>
              <a:ext uri="{FF2B5EF4-FFF2-40B4-BE49-F238E27FC236}">
                <a16:creationId xmlns:a16="http://schemas.microsoft.com/office/drawing/2014/main" id="{8C19AB46-AD81-4F5E-A102-8168385AA76D}"/>
              </a:ext>
            </a:extLst>
          </p:cNvPr>
          <p:cNvSpPr txBox="1">
            <a:spLocks noChangeArrowheads="1"/>
          </p:cNvSpPr>
          <p:nvPr/>
        </p:nvSpPr>
        <p:spPr bwMode="auto">
          <a:xfrm>
            <a:off x="1524000" y="3090863"/>
            <a:ext cx="10001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Process C</a:t>
            </a:r>
          </a:p>
        </p:txBody>
      </p:sp>
      <p:grpSp>
        <p:nvGrpSpPr>
          <p:cNvPr id="76807" name="Group 191">
            <a:extLst>
              <a:ext uri="{FF2B5EF4-FFF2-40B4-BE49-F238E27FC236}">
                <a16:creationId xmlns:a16="http://schemas.microsoft.com/office/drawing/2014/main" id="{7BB3C19B-8372-4762-9408-DCBC45DC0849}"/>
              </a:ext>
            </a:extLst>
          </p:cNvPr>
          <p:cNvGrpSpPr>
            <a:grpSpLocks/>
          </p:cNvGrpSpPr>
          <p:nvPr/>
        </p:nvGrpSpPr>
        <p:grpSpPr bwMode="auto">
          <a:xfrm>
            <a:off x="2819400" y="4295775"/>
            <a:ext cx="5715000" cy="504825"/>
            <a:chOff x="2819400" y="3810000"/>
            <a:chExt cx="5715000" cy="505599"/>
          </a:xfrm>
        </p:grpSpPr>
        <p:cxnSp>
          <p:nvCxnSpPr>
            <p:cNvPr id="76819" name="Straight Connector 20">
              <a:extLst>
                <a:ext uri="{FF2B5EF4-FFF2-40B4-BE49-F238E27FC236}">
                  <a16:creationId xmlns:a16="http://schemas.microsoft.com/office/drawing/2014/main" id="{91B6659A-549E-4576-A72E-DBB770AD0762}"/>
                </a:ext>
              </a:extLst>
            </p:cNvPr>
            <p:cNvCxnSpPr>
              <a:cxnSpLocks noChangeShapeType="1"/>
            </p:cNvCxnSpPr>
            <p:nvPr/>
          </p:nvCxnSpPr>
          <p:spPr bwMode="auto">
            <a:xfrm>
              <a:off x="2971800" y="4038600"/>
              <a:ext cx="533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20" name="Straight Connector 22">
              <a:extLst>
                <a:ext uri="{FF2B5EF4-FFF2-40B4-BE49-F238E27FC236}">
                  <a16:creationId xmlns:a16="http://schemas.microsoft.com/office/drawing/2014/main" id="{258CF673-74DE-4DCE-A93C-7F4675A95626}"/>
                </a:ext>
              </a:extLst>
            </p:cNvPr>
            <p:cNvCxnSpPr>
              <a:cxnSpLocks noChangeShapeType="1"/>
            </p:cNvCxnSpPr>
            <p:nvPr/>
          </p:nvCxnSpPr>
          <p:spPr bwMode="auto">
            <a:xfrm>
              <a:off x="2971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21" name="Straight Connector 28">
              <a:extLst>
                <a:ext uri="{FF2B5EF4-FFF2-40B4-BE49-F238E27FC236}">
                  <a16:creationId xmlns:a16="http://schemas.microsoft.com/office/drawing/2014/main" id="{062099CE-F3A2-4D5E-8CCD-6D652DF94A03}"/>
                </a:ext>
              </a:extLst>
            </p:cNvPr>
            <p:cNvCxnSpPr>
              <a:cxnSpLocks noChangeShapeType="1"/>
            </p:cNvCxnSpPr>
            <p:nvPr/>
          </p:nvCxnSpPr>
          <p:spPr bwMode="auto">
            <a:xfrm>
              <a:off x="3352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22" name="Straight Connector 33">
              <a:extLst>
                <a:ext uri="{FF2B5EF4-FFF2-40B4-BE49-F238E27FC236}">
                  <a16:creationId xmlns:a16="http://schemas.microsoft.com/office/drawing/2014/main" id="{DCB109B4-3B4B-4FBF-9F36-F52D5BF75608}"/>
                </a:ext>
              </a:extLst>
            </p:cNvPr>
            <p:cNvCxnSpPr>
              <a:cxnSpLocks noChangeShapeType="1"/>
            </p:cNvCxnSpPr>
            <p:nvPr/>
          </p:nvCxnSpPr>
          <p:spPr bwMode="auto">
            <a:xfrm>
              <a:off x="3733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23" name="Straight Connector 38">
              <a:extLst>
                <a:ext uri="{FF2B5EF4-FFF2-40B4-BE49-F238E27FC236}">
                  <a16:creationId xmlns:a16="http://schemas.microsoft.com/office/drawing/2014/main" id="{8318BAC8-C0D7-4152-8D64-8584508A8EFA}"/>
                </a:ext>
              </a:extLst>
            </p:cNvPr>
            <p:cNvCxnSpPr>
              <a:cxnSpLocks noChangeShapeType="1"/>
            </p:cNvCxnSpPr>
            <p:nvPr/>
          </p:nvCxnSpPr>
          <p:spPr bwMode="auto">
            <a:xfrm>
              <a:off x="4114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24" name="Straight Connector 43">
              <a:extLst>
                <a:ext uri="{FF2B5EF4-FFF2-40B4-BE49-F238E27FC236}">
                  <a16:creationId xmlns:a16="http://schemas.microsoft.com/office/drawing/2014/main" id="{60CA7B93-48C8-4A81-9AC7-BC6382D6E7FE}"/>
                </a:ext>
              </a:extLst>
            </p:cNvPr>
            <p:cNvCxnSpPr>
              <a:cxnSpLocks noChangeShapeType="1"/>
            </p:cNvCxnSpPr>
            <p:nvPr/>
          </p:nvCxnSpPr>
          <p:spPr bwMode="auto">
            <a:xfrm>
              <a:off x="4495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25" name="Straight Connector 48">
              <a:extLst>
                <a:ext uri="{FF2B5EF4-FFF2-40B4-BE49-F238E27FC236}">
                  <a16:creationId xmlns:a16="http://schemas.microsoft.com/office/drawing/2014/main" id="{5B682F11-28AE-4863-93DE-B1C33BAE33A4}"/>
                </a:ext>
              </a:extLst>
            </p:cNvPr>
            <p:cNvCxnSpPr>
              <a:cxnSpLocks noChangeShapeType="1"/>
            </p:cNvCxnSpPr>
            <p:nvPr/>
          </p:nvCxnSpPr>
          <p:spPr bwMode="auto">
            <a:xfrm>
              <a:off x="4876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26" name="Straight Connector 53">
              <a:extLst>
                <a:ext uri="{FF2B5EF4-FFF2-40B4-BE49-F238E27FC236}">
                  <a16:creationId xmlns:a16="http://schemas.microsoft.com/office/drawing/2014/main" id="{2135ECC6-0B56-4DF5-8F68-E59C139D0372}"/>
                </a:ext>
              </a:extLst>
            </p:cNvPr>
            <p:cNvCxnSpPr>
              <a:cxnSpLocks noChangeShapeType="1"/>
            </p:cNvCxnSpPr>
            <p:nvPr/>
          </p:nvCxnSpPr>
          <p:spPr bwMode="auto">
            <a:xfrm>
              <a:off x="5257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27" name="Straight Connector 58">
              <a:extLst>
                <a:ext uri="{FF2B5EF4-FFF2-40B4-BE49-F238E27FC236}">
                  <a16:creationId xmlns:a16="http://schemas.microsoft.com/office/drawing/2014/main" id="{8A6AE54E-C40C-4532-919C-6FFA6C0DF11C}"/>
                </a:ext>
              </a:extLst>
            </p:cNvPr>
            <p:cNvCxnSpPr>
              <a:cxnSpLocks noChangeShapeType="1"/>
            </p:cNvCxnSpPr>
            <p:nvPr/>
          </p:nvCxnSpPr>
          <p:spPr bwMode="auto">
            <a:xfrm>
              <a:off x="5638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76828" name="Group 128">
              <a:extLst>
                <a:ext uri="{FF2B5EF4-FFF2-40B4-BE49-F238E27FC236}">
                  <a16:creationId xmlns:a16="http://schemas.microsoft.com/office/drawing/2014/main" id="{ABFE947D-6309-489B-AEC1-FF286093C1EA}"/>
                </a:ext>
              </a:extLst>
            </p:cNvPr>
            <p:cNvGrpSpPr>
              <a:grpSpLocks/>
            </p:cNvGrpSpPr>
            <p:nvPr/>
          </p:nvGrpSpPr>
          <p:grpSpPr bwMode="auto">
            <a:xfrm>
              <a:off x="3048000" y="3962400"/>
              <a:ext cx="2895600" cy="76200"/>
              <a:chOff x="3048000" y="1447800"/>
              <a:chExt cx="2895600" cy="152400"/>
            </a:xfrm>
          </p:grpSpPr>
          <p:cxnSp>
            <p:nvCxnSpPr>
              <p:cNvPr id="76861" name="Straight Connector 23">
                <a:extLst>
                  <a:ext uri="{FF2B5EF4-FFF2-40B4-BE49-F238E27FC236}">
                    <a16:creationId xmlns:a16="http://schemas.microsoft.com/office/drawing/2014/main" id="{8CEF24D6-E125-429B-A5FF-306BB6471DC3}"/>
                  </a:ext>
                </a:extLst>
              </p:cNvPr>
              <p:cNvCxnSpPr>
                <a:cxnSpLocks noChangeShapeType="1"/>
              </p:cNvCxnSpPr>
              <p:nvPr/>
            </p:nvCxnSpPr>
            <p:spPr bwMode="auto">
              <a:xfrm>
                <a:off x="3048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62" name="Straight Connector 25">
                <a:extLst>
                  <a:ext uri="{FF2B5EF4-FFF2-40B4-BE49-F238E27FC236}">
                    <a16:creationId xmlns:a16="http://schemas.microsoft.com/office/drawing/2014/main" id="{FBA836B2-759F-4645-A210-9BA2579C71E6}"/>
                  </a:ext>
                </a:extLst>
              </p:cNvPr>
              <p:cNvCxnSpPr>
                <a:cxnSpLocks noChangeShapeType="1"/>
              </p:cNvCxnSpPr>
              <p:nvPr/>
            </p:nvCxnSpPr>
            <p:spPr bwMode="auto">
              <a:xfrm>
                <a:off x="3124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63" name="Straight Connector 26">
                <a:extLst>
                  <a:ext uri="{FF2B5EF4-FFF2-40B4-BE49-F238E27FC236}">
                    <a16:creationId xmlns:a16="http://schemas.microsoft.com/office/drawing/2014/main" id="{8C05D677-4F6A-4F30-9122-406F417B7DA5}"/>
                  </a:ext>
                </a:extLst>
              </p:cNvPr>
              <p:cNvCxnSpPr>
                <a:cxnSpLocks noChangeShapeType="1"/>
              </p:cNvCxnSpPr>
              <p:nvPr/>
            </p:nvCxnSpPr>
            <p:spPr bwMode="auto">
              <a:xfrm>
                <a:off x="3200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64" name="Straight Connector 27">
                <a:extLst>
                  <a:ext uri="{FF2B5EF4-FFF2-40B4-BE49-F238E27FC236}">
                    <a16:creationId xmlns:a16="http://schemas.microsoft.com/office/drawing/2014/main" id="{709D576F-4729-449E-B457-06E87108FC37}"/>
                  </a:ext>
                </a:extLst>
              </p:cNvPr>
              <p:cNvCxnSpPr>
                <a:cxnSpLocks noChangeShapeType="1"/>
              </p:cNvCxnSpPr>
              <p:nvPr/>
            </p:nvCxnSpPr>
            <p:spPr bwMode="auto">
              <a:xfrm>
                <a:off x="3276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65" name="Straight Connector 29">
                <a:extLst>
                  <a:ext uri="{FF2B5EF4-FFF2-40B4-BE49-F238E27FC236}">
                    <a16:creationId xmlns:a16="http://schemas.microsoft.com/office/drawing/2014/main" id="{B778C2F6-2817-4DD3-95D5-EAFA42FB01A4}"/>
                  </a:ext>
                </a:extLst>
              </p:cNvPr>
              <p:cNvCxnSpPr>
                <a:cxnSpLocks noChangeShapeType="1"/>
              </p:cNvCxnSpPr>
              <p:nvPr/>
            </p:nvCxnSpPr>
            <p:spPr bwMode="auto">
              <a:xfrm>
                <a:off x="3429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66" name="Straight Connector 30">
                <a:extLst>
                  <a:ext uri="{FF2B5EF4-FFF2-40B4-BE49-F238E27FC236}">
                    <a16:creationId xmlns:a16="http://schemas.microsoft.com/office/drawing/2014/main" id="{25E714FE-254C-48C6-B4E6-E8F71F72E32E}"/>
                  </a:ext>
                </a:extLst>
              </p:cNvPr>
              <p:cNvCxnSpPr>
                <a:cxnSpLocks noChangeShapeType="1"/>
              </p:cNvCxnSpPr>
              <p:nvPr/>
            </p:nvCxnSpPr>
            <p:spPr bwMode="auto">
              <a:xfrm>
                <a:off x="3505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67" name="Straight Connector 31">
                <a:extLst>
                  <a:ext uri="{FF2B5EF4-FFF2-40B4-BE49-F238E27FC236}">
                    <a16:creationId xmlns:a16="http://schemas.microsoft.com/office/drawing/2014/main" id="{5256DEF4-4001-43C9-9875-3D3D36A8BEF0}"/>
                  </a:ext>
                </a:extLst>
              </p:cNvPr>
              <p:cNvCxnSpPr>
                <a:cxnSpLocks noChangeShapeType="1"/>
              </p:cNvCxnSpPr>
              <p:nvPr/>
            </p:nvCxnSpPr>
            <p:spPr bwMode="auto">
              <a:xfrm>
                <a:off x="3581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68" name="Straight Connector 32">
                <a:extLst>
                  <a:ext uri="{FF2B5EF4-FFF2-40B4-BE49-F238E27FC236}">
                    <a16:creationId xmlns:a16="http://schemas.microsoft.com/office/drawing/2014/main" id="{DB718526-6DC2-422E-9BD6-76B988E325A1}"/>
                  </a:ext>
                </a:extLst>
              </p:cNvPr>
              <p:cNvCxnSpPr>
                <a:cxnSpLocks noChangeShapeType="1"/>
              </p:cNvCxnSpPr>
              <p:nvPr/>
            </p:nvCxnSpPr>
            <p:spPr bwMode="auto">
              <a:xfrm>
                <a:off x="3657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69" name="Straight Connector 34">
                <a:extLst>
                  <a:ext uri="{FF2B5EF4-FFF2-40B4-BE49-F238E27FC236}">
                    <a16:creationId xmlns:a16="http://schemas.microsoft.com/office/drawing/2014/main" id="{538A8DF0-67B9-44B6-A7A3-B25E6654E001}"/>
                  </a:ext>
                </a:extLst>
              </p:cNvPr>
              <p:cNvCxnSpPr>
                <a:cxnSpLocks noChangeShapeType="1"/>
              </p:cNvCxnSpPr>
              <p:nvPr/>
            </p:nvCxnSpPr>
            <p:spPr bwMode="auto">
              <a:xfrm>
                <a:off x="3810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70" name="Straight Connector 35">
                <a:extLst>
                  <a:ext uri="{FF2B5EF4-FFF2-40B4-BE49-F238E27FC236}">
                    <a16:creationId xmlns:a16="http://schemas.microsoft.com/office/drawing/2014/main" id="{6DAEE0D9-829E-4C01-8BDF-8C188518EDBB}"/>
                  </a:ext>
                </a:extLst>
              </p:cNvPr>
              <p:cNvCxnSpPr>
                <a:cxnSpLocks noChangeShapeType="1"/>
              </p:cNvCxnSpPr>
              <p:nvPr/>
            </p:nvCxnSpPr>
            <p:spPr bwMode="auto">
              <a:xfrm>
                <a:off x="3886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71" name="Straight Connector 36">
                <a:extLst>
                  <a:ext uri="{FF2B5EF4-FFF2-40B4-BE49-F238E27FC236}">
                    <a16:creationId xmlns:a16="http://schemas.microsoft.com/office/drawing/2014/main" id="{C2BB30BF-1B2A-4789-88B1-18F4D68646B6}"/>
                  </a:ext>
                </a:extLst>
              </p:cNvPr>
              <p:cNvCxnSpPr>
                <a:cxnSpLocks noChangeShapeType="1"/>
              </p:cNvCxnSpPr>
              <p:nvPr/>
            </p:nvCxnSpPr>
            <p:spPr bwMode="auto">
              <a:xfrm>
                <a:off x="3962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72" name="Straight Connector 37">
                <a:extLst>
                  <a:ext uri="{FF2B5EF4-FFF2-40B4-BE49-F238E27FC236}">
                    <a16:creationId xmlns:a16="http://schemas.microsoft.com/office/drawing/2014/main" id="{A0530DE2-CF2D-46AC-9457-21F03A5116EB}"/>
                  </a:ext>
                </a:extLst>
              </p:cNvPr>
              <p:cNvCxnSpPr>
                <a:cxnSpLocks noChangeShapeType="1"/>
              </p:cNvCxnSpPr>
              <p:nvPr/>
            </p:nvCxnSpPr>
            <p:spPr bwMode="auto">
              <a:xfrm>
                <a:off x="4038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73" name="Straight Connector 39">
                <a:extLst>
                  <a:ext uri="{FF2B5EF4-FFF2-40B4-BE49-F238E27FC236}">
                    <a16:creationId xmlns:a16="http://schemas.microsoft.com/office/drawing/2014/main" id="{7E9DDDC3-DC66-427D-B71C-9F7248E42276}"/>
                  </a:ext>
                </a:extLst>
              </p:cNvPr>
              <p:cNvCxnSpPr>
                <a:cxnSpLocks noChangeShapeType="1"/>
              </p:cNvCxnSpPr>
              <p:nvPr/>
            </p:nvCxnSpPr>
            <p:spPr bwMode="auto">
              <a:xfrm>
                <a:off x="4191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74" name="Straight Connector 40">
                <a:extLst>
                  <a:ext uri="{FF2B5EF4-FFF2-40B4-BE49-F238E27FC236}">
                    <a16:creationId xmlns:a16="http://schemas.microsoft.com/office/drawing/2014/main" id="{CF5817C6-DBFF-4EEE-BB43-BB49CE07AA97}"/>
                  </a:ext>
                </a:extLst>
              </p:cNvPr>
              <p:cNvCxnSpPr>
                <a:cxnSpLocks noChangeShapeType="1"/>
              </p:cNvCxnSpPr>
              <p:nvPr/>
            </p:nvCxnSpPr>
            <p:spPr bwMode="auto">
              <a:xfrm>
                <a:off x="4267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75" name="Straight Connector 41">
                <a:extLst>
                  <a:ext uri="{FF2B5EF4-FFF2-40B4-BE49-F238E27FC236}">
                    <a16:creationId xmlns:a16="http://schemas.microsoft.com/office/drawing/2014/main" id="{E7FAB248-31C3-473C-BDCC-ED2EF23BE14A}"/>
                  </a:ext>
                </a:extLst>
              </p:cNvPr>
              <p:cNvCxnSpPr>
                <a:cxnSpLocks noChangeShapeType="1"/>
              </p:cNvCxnSpPr>
              <p:nvPr/>
            </p:nvCxnSpPr>
            <p:spPr bwMode="auto">
              <a:xfrm>
                <a:off x="4343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76" name="Straight Connector 42">
                <a:extLst>
                  <a:ext uri="{FF2B5EF4-FFF2-40B4-BE49-F238E27FC236}">
                    <a16:creationId xmlns:a16="http://schemas.microsoft.com/office/drawing/2014/main" id="{E9CAE644-DB49-4548-A386-AB5BC6CEC136}"/>
                  </a:ext>
                </a:extLst>
              </p:cNvPr>
              <p:cNvCxnSpPr>
                <a:cxnSpLocks noChangeShapeType="1"/>
              </p:cNvCxnSpPr>
              <p:nvPr/>
            </p:nvCxnSpPr>
            <p:spPr bwMode="auto">
              <a:xfrm>
                <a:off x="4419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77" name="Straight Connector 44">
                <a:extLst>
                  <a:ext uri="{FF2B5EF4-FFF2-40B4-BE49-F238E27FC236}">
                    <a16:creationId xmlns:a16="http://schemas.microsoft.com/office/drawing/2014/main" id="{673096D8-4D1D-4DD2-BF7E-76EAA4832AAD}"/>
                  </a:ext>
                </a:extLst>
              </p:cNvPr>
              <p:cNvCxnSpPr>
                <a:cxnSpLocks noChangeShapeType="1"/>
              </p:cNvCxnSpPr>
              <p:nvPr/>
            </p:nvCxnSpPr>
            <p:spPr bwMode="auto">
              <a:xfrm>
                <a:off x="4572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78" name="Straight Connector 45">
                <a:extLst>
                  <a:ext uri="{FF2B5EF4-FFF2-40B4-BE49-F238E27FC236}">
                    <a16:creationId xmlns:a16="http://schemas.microsoft.com/office/drawing/2014/main" id="{AD7D3A45-595A-46FF-AE03-5CF6C794A533}"/>
                  </a:ext>
                </a:extLst>
              </p:cNvPr>
              <p:cNvCxnSpPr>
                <a:cxnSpLocks noChangeShapeType="1"/>
              </p:cNvCxnSpPr>
              <p:nvPr/>
            </p:nvCxnSpPr>
            <p:spPr bwMode="auto">
              <a:xfrm>
                <a:off x="4648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79" name="Straight Connector 46">
                <a:extLst>
                  <a:ext uri="{FF2B5EF4-FFF2-40B4-BE49-F238E27FC236}">
                    <a16:creationId xmlns:a16="http://schemas.microsoft.com/office/drawing/2014/main" id="{1321EEB7-A148-45E8-AE04-B4363C333B7F}"/>
                  </a:ext>
                </a:extLst>
              </p:cNvPr>
              <p:cNvCxnSpPr>
                <a:cxnSpLocks noChangeShapeType="1"/>
              </p:cNvCxnSpPr>
              <p:nvPr/>
            </p:nvCxnSpPr>
            <p:spPr bwMode="auto">
              <a:xfrm>
                <a:off x="4724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80" name="Straight Connector 47">
                <a:extLst>
                  <a:ext uri="{FF2B5EF4-FFF2-40B4-BE49-F238E27FC236}">
                    <a16:creationId xmlns:a16="http://schemas.microsoft.com/office/drawing/2014/main" id="{A769BBFD-FE32-4DC6-B450-A2FC305739BC}"/>
                  </a:ext>
                </a:extLst>
              </p:cNvPr>
              <p:cNvCxnSpPr>
                <a:cxnSpLocks noChangeShapeType="1"/>
              </p:cNvCxnSpPr>
              <p:nvPr/>
            </p:nvCxnSpPr>
            <p:spPr bwMode="auto">
              <a:xfrm>
                <a:off x="4800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81" name="Straight Connector 49">
                <a:extLst>
                  <a:ext uri="{FF2B5EF4-FFF2-40B4-BE49-F238E27FC236}">
                    <a16:creationId xmlns:a16="http://schemas.microsoft.com/office/drawing/2014/main" id="{A68EB3BB-2802-4300-A256-F8E8559E556A}"/>
                  </a:ext>
                </a:extLst>
              </p:cNvPr>
              <p:cNvCxnSpPr>
                <a:cxnSpLocks noChangeShapeType="1"/>
              </p:cNvCxnSpPr>
              <p:nvPr/>
            </p:nvCxnSpPr>
            <p:spPr bwMode="auto">
              <a:xfrm>
                <a:off x="4953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82" name="Straight Connector 50">
                <a:extLst>
                  <a:ext uri="{FF2B5EF4-FFF2-40B4-BE49-F238E27FC236}">
                    <a16:creationId xmlns:a16="http://schemas.microsoft.com/office/drawing/2014/main" id="{224858DC-C057-4E09-82F5-908235C5EF7B}"/>
                  </a:ext>
                </a:extLst>
              </p:cNvPr>
              <p:cNvCxnSpPr>
                <a:cxnSpLocks noChangeShapeType="1"/>
              </p:cNvCxnSpPr>
              <p:nvPr/>
            </p:nvCxnSpPr>
            <p:spPr bwMode="auto">
              <a:xfrm>
                <a:off x="5029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83" name="Straight Connector 51">
                <a:extLst>
                  <a:ext uri="{FF2B5EF4-FFF2-40B4-BE49-F238E27FC236}">
                    <a16:creationId xmlns:a16="http://schemas.microsoft.com/office/drawing/2014/main" id="{A31B5687-C0EC-487F-A70E-70EB704D349A}"/>
                  </a:ext>
                </a:extLst>
              </p:cNvPr>
              <p:cNvCxnSpPr>
                <a:cxnSpLocks noChangeShapeType="1"/>
              </p:cNvCxnSpPr>
              <p:nvPr/>
            </p:nvCxnSpPr>
            <p:spPr bwMode="auto">
              <a:xfrm>
                <a:off x="5105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84" name="Straight Connector 52">
                <a:extLst>
                  <a:ext uri="{FF2B5EF4-FFF2-40B4-BE49-F238E27FC236}">
                    <a16:creationId xmlns:a16="http://schemas.microsoft.com/office/drawing/2014/main" id="{A2157E81-715F-4B20-AD32-6D24EDA046C4}"/>
                  </a:ext>
                </a:extLst>
              </p:cNvPr>
              <p:cNvCxnSpPr>
                <a:cxnSpLocks noChangeShapeType="1"/>
              </p:cNvCxnSpPr>
              <p:nvPr/>
            </p:nvCxnSpPr>
            <p:spPr bwMode="auto">
              <a:xfrm>
                <a:off x="5181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85" name="Straight Connector 54">
                <a:extLst>
                  <a:ext uri="{FF2B5EF4-FFF2-40B4-BE49-F238E27FC236}">
                    <a16:creationId xmlns:a16="http://schemas.microsoft.com/office/drawing/2014/main" id="{E0097278-5BE8-4E0C-AB63-C53DCC7C3BA8}"/>
                  </a:ext>
                </a:extLst>
              </p:cNvPr>
              <p:cNvCxnSpPr>
                <a:cxnSpLocks noChangeShapeType="1"/>
              </p:cNvCxnSpPr>
              <p:nvPr/>
            </p:nvCxnSpPr>
            <p:spPr bwMode="auto">
              <a:xfrm>
                <a:off x="5334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86" name="Straight Connector 55">
                <a:extLst>
                  <a:ext uri="{FF2B5EF4-FFF2-40B4-BE49-F238E27FC236}">
                    <a16:creationId xmlns:a16="http://schemas.microsoft.com/office/drawing/2014/main" id="{DB59B803-A5AC-4622-BCC7-D5AC23C4F484}"/>
                  </a:ext>
                </a:extLst>
              </p:cNvPr>
              <p:cNvCxnSpPr>
                <a:cxnSpLocks noChangeShapeType="1"/>
              </p:cNvCxnSpPr>
              <p:nvPr/>
            </p:nvCxnSpPr>
            <p:spPr bwMode="auto">
              <a:xfrm>
                <a:off x="5410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87" name="Straight Connector 56">
                <a:extLst>
                  <a:ext uri="{FF2B5EF4-FFF2-40B4-BE49-F238E27FC236}">
                    <a16:creationId xmlns:a16="http://schemas.microsoft.com/office/drawing/2014/main" id="{F6F34066-D8D4-4F6D-94FB-39611E9769BD}"/>
                  </a:ext>
                </a:extLst>
              </p:cNvPr>
              <p:cNvCxnSpPr>
                <a:cxnSpLocks noChangeShapeType="1"/>
              </p:cNvCxnSpPr>
              <p:nvPr/>
            </p:nvCxnSpPr>
            <p:spPr bwMode="auto">
              <a:xfrm>
                <a:off x="5486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88" name="Straight Connector 57">
                <a:extLst>
                  <a:ext uri="{FF2B5EF4-FFF2-40B4-BE49-F238E27FC236}">
                    <a16:creationId xmlns:a16="http://schemas.microsoft.com/office/drawing/2014/main" id="{C4E98DFD-9EEC-49EF-A5CB-6396DABE2632}"/>
                  </a:ext>
                </a:extLst>
              </p:cNvPr>
              <p:cNvCxnSpPr>
                <a:cxnSpLocks noChangeShapeType="1"/>
              </p:cNvCxnSpPr>
              <p:nvPr/>
            </p:nvCxnSpPr>
            <p:spPr bwMode="auto">
              <a:xfrm>
                <a:off x="5562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89" name="Straight Connector 59">
                <a:extLst>
                  <a:ext uri="{FF2B5EF4-FFF2-40B4-BE49-F238E27FC236}">
                    <a16:creationId xmlns:a16="http://schemas.microsoft.com/office/drawing/2014/main" id="{B88FE4CE-300F-4D6F-BB39-B94047F47A1D}"/>
                  </a:ext>
                </a:extLst>
              </p:cNvPr>
              <p:cNvCxnSpPr>
                <a:cxnSpLocks noChangeShapeType="1"/>
              </p:cNvCxnSpPr>
              <p:nvPr/>
            </p:nvCxnSpPr>
            <p:spPr bwMode="auto">
              <a:xfrm>
                <a:off x="5715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90" name="Straight Connector 60">
                <a:extLst>
                  <a:ext uri="{FF2B5EF4-FFF2-40B4-BE49-F238E27FC236}">
                    <a16:creationId xmlns:a16="http://schemas.microsoft.com/office/drawing/2014/main" id="{C58FDE9C-17B8-414E-A007-121DD69468D8}"/>
                  </a:ext>
                </a:extLst>
              </p:cNvPr>
              <p:cNvCxnSpPr>
                <a:cxnSpLocks noChangeShapeType="1"/>
              </p:cNvCxnSpPr>
              <p:nvPr/>
            </p:nvCxnSpPr>
            <p:spPr bwMode="auto">
              <a:xfrm>
                <a:off x="5791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91" name="Straight Connector 61">
                <a:extLst>
                  <a:ext uri="{FF2B5EF4-FFF2-40B4-BE49-F238E27FC236}">
                    <a16:creationId xmlns:a16="http://schemas.microsoft.com/office/drawing/2014/main" id="{87E9B8D6-D5AC-4184-97CB-61E526FAC568}"/>
                  </a:ext>
                </a:extLst>
              </p:cNvPr>
              <p:cNvCxnSpPr>
                <a:cxnSpLocks noChangeShapeType="1"/>
              </p:cNvCxnSpPr>
              <p:nvPr/>
            </p:nvCxnSpPr>
            <p:spPr bwMode="auto">
              <a:xfrm>
                <a:off x="5867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92" name="Straight Connector 62">
                <a:extLst>
                  <a:ext uri="{FF2B5EF4-FFF2-40B4-BE49-F238E27FC236}">
                    <a16:creationId xmlns:a16="http://schemas.microsoft.com/office/drawing/2014/main" id="{96CD2693-CCCD-4AF2-A849-A82212EC6130}"/>
                  </a:ext>
                </a:extLst>
              </p:cNvPr>
              <p:cNvCxnSpPr>
                <a:cxnSpLocks noChangeShapeType="1"/>
              </p:cNvCxnSpPr>
              <p:nvPr/>
            </p:nvCxnSpPr>
            <p:spPr bwMode="auto">
              <a:xfrm>
                <a:off x="5943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cxnSp>
          <p:nvCxnSpPr>
            <p:cNvPr id="76829" name="Straight Connector 129">
              <a:extLst>
                <a:ext uri="{FF2B5EF4-FFF2-40B4-BE49-F238E27FC236}">
                  <a16:creationId xmlns:a16="http://schemas.microsoft.com/office/drawing/2014/main" id="{903BE107-8555-4CAE-969A-4C9D77B62E30}"/>
                </a:ext>
              </a:extLst>
            </p:cNvPr>
            <p:cNvCxnSpPr>
              <a:cxnSpLocks noChangeShapeType="1"/>
            </p:cNvCxnSpPr>
            <p:nvPr/>
          </p:nvCxnSpPr>
          <p:spPr bwMode="auto">
            <a:xfrm>
              <a:off x="6019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30" name="Straight Connector 130">
              <a:extLst>
                <a:ext uri="{FF2B5EF4-FFF2-40B4-BE49-F238E27FC236}">
                  <a16:creationId xmlns:a16="http://schemas.microsoft.com/office/drawing/2014/main" id="{BE1CFB04-4F93-447E-8F77-3048016BE055}"/>
                </a:ext>
              </a:extLst>
            </p:cNvPr>
            <p:cNvCxnSpPr>
              <a:cxnSpLocks noChangeShapeType="1"/>
            </p:cNvCxnSpPr>
            <p:nvPr/>
          </p:nvCxnSpPr>
          <p:spPr bwMode="auto">
            <a:xfrm>
              <a:off x="6400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31" name="Straight Connector 131">
              <a:extLst>
                <a:ext uri="{FF2B5EF4-FFF2-40B4-BE49-F238E27FC236}">
                  <a16:creationId xmlns:a16="http://schemas.microsoft.com/office/drawing/2014/main" id="{EEED10B5-8E09-45A0-B648-E81CA12EBBCE}"/>
                </a:ext>
              </a:extLst>
            </p:cNvPr>
            <p:cNvCxnSpPr>
              <a:cxnSpLocks noChangeShapeType="1"/>
            </p:cNvCxnSpPr>
            <p:nvPr/>
          </p:nvCxnSpPr>
          <p:spPr bwMode="auto">
            <a:xfrm>
              <a:off x="6781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32" name="Straight Connector 132">
              <a:extLst>
                <a:ext uri="{FF2B5EF4-FFF2-40B4-BE49-F238E27FC236}">
                  <a16:creationId xmlns:a16="http://schemas.microsoft.com/office/drawing/2014/main" id="{F3126B13-988A-4CE7-811E-F5761B7189F4}"/>
                </a:ext>
              </a:extLst>
            </p:cNvPr>
            <p:cNvCxnSpPr>
              <a:cxnSpLocks noChangeShapeType="1"/>
            </p:cNvCxnSpPr>
            <p:nvPr/>
          </p:nvCxnSpPr>
          <p:spPr bwMode="auto">
            <a:xfrm>
              <a:off x="7162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33" name="Straight Connector 133">
              <a:extLst>
                <a:ext uri="{FF2B5EF4-FFF2-40B4-BE49-F238E27FC236}">
                  <a16:creationId xmlns:a16="http://schemas.microsoft.com/office/drawing/2014/main" id="{A99D901B-344E-4C23-B698-06A42CFBEFE0}"/>
                </a:ext>
              </a:extLst>
            </p:cNvPr>
            <p:cNvCxnSpPr>
              <a:cxnSpLocks noChangeShapeType="1"/>
            </p:cNvCxnSpPr>
            <p:nvPr/>
          </p:nvCxnSpPr>
          <p:spPr bwMode="auto">
            <a:xfrm>
              <a:off x="7543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34" name="Straight Connector 134">
              <a:extLst>
                <a:ext uri="{FF2B5EF4-FFF2-40B4-BE49-F238E27FC236}">
                  <a16:creationId xmlns:a16="http://schemas.microsoft.com/office/drawing/2014/main" id="{456EFD1E-A89D-4F14-9636-E6369EED9FD3}"/>
                </a:ext>
              </a:extLst>
            </p:cNvPr>
            <p:cNvCxnSpPr>
              <a:cxnSpLocks noChangeShapeType="1"/>
            </p:cNvCxnSpPr>
            <p:nvPr/>
          </p:nvCxnSpPr>
          <p:spPr bwMode="auto">
            <a:xfrm>
              <a:off x="7924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35" name="Straight Connector 135">
              <a:extLst>
                <a:ext uri="{FF2B5EF4-FFF2-40B4-BE49-F238E27FC236}">
                  <a16:creationId xmlns:a16="http://schemas.microsoft.com/office/drawing/2014/main" id="{8D65076E-A06A-4B53-823F-6E236AC1E540}"/>
                </a:ext>
              </a:extLst>
            </p:cNvPr>
            <p:cNvCxnSpPr>
              <a:cxnSpLocks noChangeShapeType="1"/>
            </p:cNvCxnSpPr>
            <p:nvPr/>
          </p:nvCxnSpPr>
          <p:spPr bwMode="auto">
            <a:xfrm>
              <a:off x="8305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36" name="Straight Connector 138">
              <a:extLst>
                <a:ext uri="{FF2B5EF4-FFF2-40B4-BE49-F238E27FC236}">
                  <a16:creationId xmlns:a16="http://schemas.microsoft.com/office/drawing/2014/main" id="{3A89B250-42D9-4F39-AA06-83BE24CA6D89}"/>
                </a:ext>
              </a:extLst>
            </p:cNvPr>
            <p:cNvCxnSpPr>
              <a:cxnSpLocks noChangeShapeType="1"/>
            </p:cNvCxnSpPr>
            <p:nvPr/>
          </p:nvCxnSpPr>
          <p:spPr bwMode="auto">
            <a:xfrm>
              <a:off x="6096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37" name="Straight Connector 139">
              <a:extLst>
                <a:ext uri="{FF2B5EF4-FFF2-40B4-BE49-F238E27FC236}">
                  <a16:creationId xmlns:a16="http://schemas.microsoft.com/office/drawing/2014/main" id="{C53ADAA7-E7FB-4819-97E3-24BD7B5FFE7B}"/>
                </a:ext>
              </a:extLst>
            </p:cNvPr>
            <p:cNvCxnSpPr>
              <a:cxnSpLocks noChangeShapeType="1"/>
            </p:cNvCxnSpPr>
            <p:nvPr/>
          </p:nvCxnSpPr>
          <p:spPr bwMode="auto">
            <a:xfrm>
              <a:off x="6172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38" name="Straight Connector 140">
              <a:extLst>
                <a:ext uri="{FF2B5EF4-FFF2-40B4-BE49-F238E27FC236}">
                  <a16:creationId xmlns:a16="http://schemas.microsoft.com/office/drawing/2014/main" id="{A8215A09-FD46-4DB8-8263-E24D7860F170}"/>
                </a:ext>
              </a:extLst>
            </p:cNvPr>
            <p:cNvCxnSpPr>
              <a:cxnSpLocks noChangeShapeType="1"/>
            </p:cNvCxnSpPr>
            <p:nvPr/>
          </p:nvCxnSpPr>
          <p:spPr bwMode="auto">
            <a:xfrm>
              <a:off x="6248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39" name="Straight Connector 141">
              <a:extLst>
                <a:ext uri="{FF2B5EF4-FFF2-40B4-BE49-F238E27FC236}">
                  <a16:creationId xmlns:a16="http://schemas.microsoft.com/office/drawing/2014/main" id="{EBE5D97D-CF89-49F7-8A89-A7677C98BFDD}"/>
                </a:ext>
              </a:extLst>
            </p:cNvPr>
            <p:cNvCxnSpPr>
              <a:cxnSpLocks noChangeShapeType="1"/>
            </p:cNvCxnSpPr>
            <p:nvPr/>
          </p:nvCxnSpPr>
          <p:spPr bwMode="auto">
            <a:xfrm>
              <a:off x="6324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40" name="Straight Connector 142">
              <a:extLst>
                <a:ext uri="{FF2B5EF4-FFF2-40B4-BE49-F238E27FC236}">
                  <a16:creationId xmlns:a16="http://schemas.microsoft.com/office/drawing/2014/main" id="{64681BC8-0DF2-4115-996A-68D6221AE59B}"/>
                </a:ext>
              </a:extLst>
            </p:cNvPr>
            <p:cNvCxnSpPr>
              <a:cxnSpLocks noChangeShapeType="1"/>
            </p:cNvCxnSpPr>
            <p:nvPr/>
          </p:nvCxnSpPr>
          <p:spPr bwMode="auto">
            <a:xfrm>
              <a:off x="6477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41" name="Straight Connector 143">
              <a:extLst>
                <a:ext uri="{FF2B5EF4-FFF2-40B4-BE49-F238E27FC236}">
                  <a16:creationId xmlns:a16="http://schemas.microsoft.com/office/drawing/2014/main" id="{52FE61E7-F305-40C0-9A43-819B276FFF4A}"/>
                </a:ext>
              </a:extLst>
            </p:cNvPr>
            <p:cNvCxnSpPr>
              <a:cxnSpLocks noChangeShapeType="1"/>
            </p:cNvCxnSpPr>
            <p:nvPr/>
          </p:nvCxnSpPr>
          <p:spPr bwMode="auto">
            <a:xfrm>
              <a:off x="6553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42" name="Straight Connector 144">
              <a:extLst>
                <a:ext uri="{FF2B5EF4-FFF2-40B4-BE49-F238E27FC236}">
                  <a16:creationId xmlns:a16="http://schemas.microsoft.com/office/drawing/2014/main" id="{08D72B95-4BDF-4A79-8F9F-62B0565B7479}"/>
                </a:ext>
              </a:extLst>
            </p:cNvPr>
            <p:cNvCxnSpPr>
              <a:cxnSpLocks noChangeShapeType="1"/>
            </p:cNvCxnSpPr>
            <p:nvPr/>
          </p:nvCxnSpPr>
          <p:spPr bwMode="auto">
            <a:xfrm>
              <a:off x="6629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43" name="Straight Connector 145">
              <a:extLst>
                <a:ext uri="{FF2B5EF4-FFF2-40B4-BE49-F238E27FC236}">
                  <a16:creationId xmlns:a16="http://schemas.microsoft.com/office/drawing/2014/main" id="{0EA4B99C-5A84-426D-AC8E-651F6AAD6E84}"/>
                </a:ext>
              </a:extLst>
            </p:cNvPr>
            <p:cNvCxnSpPr>
              <a:cxnSpLocks noChangeShapeType="1"/>
            </p:cNvCxnSpPr>
            <p:nvPr/>
          </p:nvCxnSpPr>
          <p:spPr bwMode="auto">
            <a:xfrm>
              <a:off x="6705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44" name="Straight Connector 146">
              <a:extLst>
                <a:ext uri="{FF2B5EF4-FFF2-40B4-BE49-F238E27FC236}">
                  <a16:creationId xmlns:a16="http://schemas.microsoft.com/office/drawing/2014/main" id="{43BE7DD9-31A3-4700-A16B-48CC276D9D85}"/>
                </a:ext>
              </a:extLst>
            </p:cNvPr>
            <p:cNvCxnSpPr>
              <a:cxnSpLocks noChangeShapeType="1"/>
            </p:cNvCxnSpPr>
            <p:nvPr/>
          </p:nvCxnSpPr>
          <p:spPr bwMode="auto">
            <a:xfrm>
              <a:off x="6858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45" name="Straight Connector 147">
              <a:extLst>
                <a:ext uri="{FF2B5EF4-FFF2-40B4-BE49-F238E27FC236}">
                  <a16:creationId xmlns:a16="http://schemas.microsoft.com/office/drawing/2014/main" id="{993B3C77-3CA4-45AD-9512-2536CEE98FAB}"/>
                </a:ext>
              </a:extLst>
            </p:cNvPr>
            <p:cNvCxnSpPr>
              <a:cxnSpLocks noChangeShapeType="1"/>
            </p:cNvCxnSpPr>
            <p:nvPr/>
          </p:nvCxnSpPr>
          <p:spPr bwMode="auto">
            <a:xfrm>
              <a:off x="6934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46" name="Straight Connector 148">
              <a:extLst>
                <a:ext uri="{FF2B5EF4-FFF2-40B4-BE49-F238E27FC236}">
                  <a16:creationId xmlns:a16="http://schemas.microsoft.com/office/drawing/2014/main" id="{376994A2-8FE2-4949-B647-6FC48EF2024B}"/>
                </a:ext>
              </a:extLst>
            </p:cNvPr>
            <p:cNvCxnSpPr>
              <a:cxnSpLocks noChangeShapeType="1"/>
            </p:cNvCxnSpPr>
            <p:nvPr/>
          </p:nvCxnSpPr>
          <p:spPr bwMode="auto">
            <a:xfrm>
              <a:off x="7010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47" name="Straight Connector 149">
              <a:extLst>
                <a:ext uri="{FF2B5EF4-FFF2-40B4-BE49-F238E27FC236}">
                  <a16:creationId xmlns:a16="http://schemas.microsoft.com/office/drawing/2014/main" id="{4A0B35C6-8731-446A-8DD8-3F595D01ADD6}"/>
                </a:ext>
              </a:extLst>
            </p:cNvPr>
            <p:cNvCxnSpPr>
              <a:cxnSpLocks noChangeShapeType="1"/>
            </p:cNvCxnSpPr>
            <p:nvPr/>
          </p:nvCxnSpPr>
          <p:spPr bwMode="auto">
            <a:xfrm>
              <a:off x="7086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48" name="Straight Connector 150">
              <a:extLst>
                <a:ext uri="{FF2B5EF4-FFF2-40B4-BE49-F238E27FC236}">
                  <a16:creationId xmlns:a16="http://schemas.microsoft.com/office/drawing/2014/main" id="{19FD6025-CA6B-4D90-A79E-2C1F8AF86DA3}"/>
                </a:ext>
              </a:extLst>
            </p:cNvPr>
            <p:cNvCxnSpPr>
              <a:cxnSpLocks noChangeShapeType="1"/>
            </p:cNvCxnSpPr>
            <p:nvPr/>
          </p:nvCxnSpPr>
          <p:spPr bwMode="auto">
            <a:xfrm>
              <a:off x="7239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49" name="Straight Connector 151">
              <a:extLst>
                <a:ext uri="{FF2B5EF4-FFF2-40B4-BE49-F238E27FC236}">
                  <a16:creationId xmlns:a16="http://schemas.microsoft.com/office/drawing/2014/main" id="{3BADA7CF-C9E1-4877-8272-55294C158AA6}"/>
                </a:ext>
              </a:extLst>
            </p:cNvPr>
            <p:cNvCxnSpPr>
              <a:cxnSpLocks noChangeShapeType="1"/>
            </p:cNvCxnSpPr>
            <p:nvPr/>
          </p:nvCxnSpPr>
          <p:spPr bwMode="auto">
            <a:xfrm>
              <a:off x="7315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50" name="Straight Connector 152">
              <a:extLst>
                <a:ext uri="{FF2B5EF4-FFF2-40B4-BE49-F238E27FC236}">
                  <a16:creationId xmlns:a16="http://schemas.microsoft.com/office/drawing/2014/main" id="{80382EFA-CA84-4BB8-94B6-4FD3DA2F71C2}"/>
                </a:ext>
              </a:extLst>
            </p:cNvPr>
            <p:cNvCxnSpPr>
              <a:cxnSpLocks noChangeShapeType="1"/>
            </p:cNvCxnSpPr>
            <p:nvPr/>
          </p:nvCxnSpPr>
          <p:spPr bwMode="auto">
            <a:xfrm>
              <a:off x="7391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51" name="Straight Connector 153">
              <a:extLst>
                <a:ext uri="{FF2B5EF4-FFF2-40B4-BE49-F238E27FC236}">
                  <a16:creationId xmlns:a16="http://schemas.microsoft.com/office/drawing/2014/main" id="{F3178819-134A-47BC-880B-2B1D9B07DC43}"/>
                </a:ext>
              </a:extLst>
            </p:cNvPr>
            <p:cNvCxnSpPr>
              <a:cxnSpLocks noChangeShapeType="1"/>
            </p:cNvCxnSpPr>
            <p:nvPr/>
          </p:nvCxnSpPr>
          <p:spPr bwMode="auto">
            <a:xfrm>
              <a:off x="7467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52" name="Straight Connector 154">
              <a:extLst>
                <a:ext uri="{FF2B5EF4-FFF2-40B4-BE49-F238E27FC236}">
                  <a16:creationId xmlns:a16="http://schemas.microsoft.com/office/drawing/2014/main" id="{92D8EBAB-107A-4F06-B9A1-B4B2663277E0}"/>
                </a:ext>
              </a:extLst>
            </p:cNvPr>
            <p:cNvCxnSpPr>
              <a:cxnSpLocks noChangeShapeType="1"/>
            </p:cNvCxnSpPr>
            <p:nvPr/>
          </p:nvCxnSpPr>
          <p:spPr bwMode="auto">
            <a:xfrm>
              <a:off x="7620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53" name="Straight Connector 155">
              <a:extLst>
                <a:ext uri="{FF2B5EF4-FFF2-40B4-BE49-F238E27FC236}">
                  <a16:creationId xmlns:a16="http://schemas.microsoft.com/office/drawing/2014/main" id="{FF640E4C-5937-4595-A48D-0821DF4C5E14}"/>
                </a:ext>
              </a:extLst>
            </p:cNvPr>
            <p:cNvCxnSpPr>
              <a:cxnSpLocks noChangeShapeType="1"/>
            </p:cNvCxnSpPr>
            <p:nvPr/>
          </p:nvCxnSpPr>
          <p:spPr bwMode="auto">
            <a:xfrm>
              <a:off x="7696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54" name="Straight Connector 156">
              <a:extLst>
                <a:ext uri="{FF2B5EF4-FFF2-40B4-BE49-F238E27FC236}">
                  <a16:creationId xmlns:a16="http://schemas.microsoft.com/office/drawing/2014/main" id="{20CEAF1B-B9F8-43A9-817B-5FE2C9A0D7FE}"/>
                </a:ext>
              </a:extLst>
            </p:cNvPr>
            <p:cNvCxnSpPr>
              <a:cxnSpLocks noChangeShapeType="1"/>
            </p:cNvCxnSpPr>
            <p:nvPr/>
          </p:nvCxnSpPr>
          <p:spPr bwMode="auto">
            <a:xfrm>
              <a:off x="7772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55" name="Straight Connector 157">
              <a:extLst>
                <a:ext uri="{FF2B5EF4-FFF2-40B4-BE49-F238E27FC236}">
                  <a16:creationId xmlns:a16="http://schemas.microsoft.com/office/drawing/2014/main" id="{C0DBFC0D-25E3-4BE6-95AA-0D4B6D834A9C}"/>
                </a:ext>
              </a:extLst>
            </p:cNvPr>
            <p:cNvCxnSpPr>
              <a:cxnSpLocks noChangeShapeType="1"/>
            </p:cNvCxnSpPr>
            <p:nvPr/>
          </p:nvCxnSpPr>
          <p:spPr bwMode="auto">
            <a:xfrm>
              <a:off x="7848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56" name="Straight Connector 158">
              <a:extLst>
                <a:ext uri="{FF2B5EF4-FFF2-40B4-BE49-F238E27FC236}">
                  <a16:creationId xmlns:a16="http://schemas.microsoft.com/office/drawing/2014/main" id="{46B83C89-A1FD-46C3-BFE0-C287B57FE04B}"/>
                </a:ext>
              </a:extLst>
            </p:cNvPr>
            <p:cNvCxnSpPr>
              <a:cxnSpLocks noChangeShapeType="1"/>
            </p:cNvCxnSpPr>
            <p:nvPr/>
          </p:nvCxnSpPr>
          <p:spPr bwMode="auto">
            <a:xfrm>
              <a:off x="8001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57" name="Straight Connector 159">
              <a:extLst>
                <a:ext uri="{FF2B5EF4-FFF2-40B4-BE49-F238E27FC236}">
                  <a16:creationId xmlns:a16="http://schemas.microsoft.com/office/drawing/2014/main" id="{92154772-2371-42F0-84D6-B5A4EEA3E7AC}"/>
                </a:ext>
              </a:extLst>
            </p:cNvPr>
            <p:cNvCxnSpPr>
              <a:cxnSpLocks noChangeShapeType="1"/>
            </p:cNvCxnSpPr>
            <p:nvPr/>
          </p:nvCxnSpPr>
          <p:spPr bwMode="auto">
            <a:xfrm>
              <a:off x="8077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58" name="Straight Connector 160">
              <a:extLst>
                <a:ext uri="{FF2B5EF4-FFF2-40B4-BE49-F238E27FC236}">
                  <a16:creationId xmlns:a16="http://schemas.microsoft.com/office/drawing/2014/main" id="{DF244FCD-CC28-4627-97F9-511BDDCD7657}"/>
                </a:ext>
              </a:extLst>
            </p:cNvPr>
            <p:cNvCxnSpPr>
              <a:cxnSpLocks noChangeShapeType="1"/>
            </p:cNvCxnSpPr>
            <p:nvPr/>
          </p:nvCxnSpPr>
          <p:spPr bwMode="auto">
            <a:xfrm>
              <a:off x="8153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6859" name="Straight Connector 161">
              <a:extLst>
                <a:ext uri="{FF2B5EF4-FFF2-40B4-BE49-F238E27FC236}">
                  <a16:creationId xmlns:a16="http://schemas.microsoft.com/office/drawing/2014/main" id="{6C7E4F81-818B-4093-AE34-B603F1F0D838}"/>
                </a:ext>
              </a:extLst>
            </p:cNvPr>
            <p:cNvCxnSpPr>
              <a:cxnSpLocks noChangeShapeType="1"/>
            </p:cNvCxnSpPr>
            <p:nvPr/>
          </p:nvCxnSpPr>
          <p:spPr bwMode="auto">
            <a:xfrm>
              <a:off x="8229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76860" name="TextBox 170">
              <a:extLst>
                <a:ext uri="{FF2B5EF4-FFF2-40B4-BE49-F238E27FC236}">
                  <a16:creationId xmlns:a16="http://schemas.microsoft.com/office/drawing/2014/main" id="{BFFA0DA9-E47C-4A2C-802A-E61A0EFDC5A2}"/>
                </a:ext>
              </a:extLst>
            </p:cNvPr>
            <p:cNvSpPr txBox="1">
              <a:spLocks noChangeArrowheads="1"/>
            </p:cNvSpPr>
            <p:nvPr/>
          </p:nvSpPr>
          <p:spPr bwMode="auto">
            <a:xfrm>
              <a:off x="2819400" y="4038600"/>
              <a:ext cx="5715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0        5       10       15      20      25      30      35      40      45      50      55      60      65      70   </a:t>
              </a:r>
            </a:p>
          </p:txBody>
        </p:sp>
      </p:grpSp>
      <p:sp>
        <p:nvSpPr>
          <p:cNvPr id="76808" name="Rectangle 187">
            <a:extLst>
              <a:ext uri="{FF2B5EF4-FFF2-40B4-BE49-F238E27FC236}">
                <a16:creationId xmlns:a16="http://schemas.microsoft.com/office/drawing/2014/main" id="{EE74C2F5-B5DA-4005-8D97-2779766EEDE1}"/>
              </a:ext>
            </a:extLst>
          </p:cNvPr>
          <p:cNvSpPr>
            <a:spLocks noChangeArrowheads="1"/>
          </p:cNvSpPr>
          <p:nvPr/>
        </p:nvSpPr>
        <p:spPr bwMode="auto">
          <a:xfrm>
            <a:off x="2971800" y="3124200"/>
            <a:ext cx="5181600" cy="3048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6809" name="Rectangle 188">
            <a:extLst>
              <a:ext uri="{FF2B5EF4-FFF2-40B4-BE49-F238E27FC236}">
                <a16:creationId xmlns:a16="http://schemas.microsoft.com/office/drawing/2014/main" id="{3A1D2FC4-A3D0-4C6A-BF24-A3097DD06AB8}"/>
              </a:ext>
            </a:extLst>
          </p:cNvPr>
          <p:cNvSpPr>
            <a:spLocks noChangeArrowheads="1"/>
          </p:cNvSpPr>
          <p:nvPr/>
        </p:nvSpPr>
        <p:spPr bwMode="auto">
          <a:xfrm>
            <a:off x="2971800" y="2514600"/>
            <a:ext cx="5181600" cy="3048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6810" name="Rectangle 198">
            <a:extLst>
              <a:ext uri="{FF2B5EF4-FFF2-40B4-BE49-F238E27FC236}">
                <a16:creationId xmlns:a16="http://schemas.microsoft.com/office/drawing/2014/main" id="{57153C0F-6F1F-4DA7-99BA-BBF25A36DD8E}"/>
              </a:ext>
            </a:extLst>
          </p:cNvPr>
          <p:cNvSpPr>
            <a:spLocks noChangeArrowheads="1"/>
          </p:cNvSpPr>
          <p:nvPr/>
        </p:nvSpPr>
        <p:spPr bwMode="auto">
          <a:xfrm>
            <a:off x="3519488" y="5181600"/>
            <a:ext cx="4572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200" name="Rectangle 199">
            <a:extLst>
              <a:ext uri="{FF2B5EF4-FFF2-40B4-BE49-F238E27FC236}">
                <a16:creationId xmlns:a16="http://schemas.microsoft.com/office/drawing/2014/main" id="{D3632C63-53CF-44A1-85C2-229E0CED56C4}"/>
              </a:ext>
            </a:extLst>
          </p:cNvPr>
          <p:cNvSpPr/>
          <p:nvPr/>
        </p:nvSpPr>
        <p:spPr bwMode="auto">
          <a:xfrm>
            <a:off x="5119688" y="5181600"/>
            <a:ext cx="4572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76812" name="Rectangle 200">
            <a:extLst>
              <a:ext uri="{FF2B5EF4-FFF2-40B4-BE49-F238E27FC236}">
                <a16:creationId xmlns:a16="http://schemas.microsoft.com/office/drawing/2014/main" id="{343835AF-C2C9-45DF-962D-F7858E3A4AE3}"/>
              </a:ext>
            </a:extLst>
          </p:cNvPr>
          <p:cNvSpPr>
            <a:spLocks noChangeArrowheads="1"/>
          </p:cNvSpPr>
          <p:nvPr/>
        </p:nvSpPr>
        <p:spPr bwMode="auto">
          <a:xfrm>
            <a:off x="6643688" y="5181600"/>
            <a:ext cx="457200" cy="304800"/>
          </a:xfrm>
          <a:prstGeom prst="rect">
            <a:avLst/>
          </a:prstGeom>
          <a:pattFill prst="openDmnd">
            <a:fgClr>
              <a:schemeClr val="tx1"/>
            </a:fgClr>
            <a:bgClr>
              <a:srgbClr val="FFFFFF"/>
            </a:bgClr>
          </a:patt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6813" name="TextBox 201">
            <a:extLst>
              <a:ext uri="{FF2B5EF4-FFF2-40B4-BE49-F238E27FC236}">
                <a16:creationId xmlns:a16="http://schemas.microsoft.com/office/drawing/2014/main" id="{82B3910D-0327-4355-B79C-DA66D2F7A099}"/>
              </a:ext>
            </a:extLst>
          </p:cNvPr>
          <p:cNvSpPr txBox="1">
            <a:spLocks noChangeArrowheads="1"/>
          </p:cNvSpPr>
          <p:nvPr/>
        </p:nvSpPr>
        <p:spPr bwMode="auto">
          <a:xfrm>
            <a:off x="3975100" y="5181600"/>
            <a:ext cx="8397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 Running</a:t>
            </a:r>
          </a:p>
        </p:txBody>
      </p:sp>
      <p:sp>
        <p:nvSpPr>
          <p:cNvPr id="76814" name="TextBox 202">
            <a:extLst>
              <a:ext uri="{FF2B5EF4-FFF2-40B4-BE49-F238E27FC236}">
                <a16:creationId xmlns:a16="http://schemas.microsoft.com/office/drawing/2014/main" id="{F92199E3-DEB7-47DC-829B-09CE20E780CC}"/>
              </a:ext>
            </a:extLst>
          </p:cNvPr>
          <p:cNvSpPr txBox="1">
            <a:spLocks noChangeArrowheads="1"/>
          </p:cNvSpPr>
          <p:nvPr/>
        </p:nvSpPr>
        <p:spPr bwMode="auto">
          <a:xfrm>
            <a:off x="5575300" y="5181600"/>
            <a:ext cx="711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 Ready</a:t>
            </a:r>
          </a:p>
        </p:txBody>
      </p:sp>
      <p:sp>
        <p:nvSpPr>
          <p:cNvPr id="76815" name="TextBox 203">
            <a:extLst>
              <a:ext uri="{FF2B5EF4-FFF2-40B4-BE49-F238E27FC236}">
                <a16:creationId xmlns:a16="http://schemas.microsoft.com/office/drawing/2014/main" id="{094D37B3-1D99-4089-9765-1E1DABCD29DF}"/>
              </a:ext>
            </a:extLst>
          </p:cNvPr>
          <p:cNvSpPr txBox="1">
            <a:spLocks noChangeArrowheads="1"/>
          </p:cNvSpPr>
          <p:nvPr/>
        </p:nvSpPr>
        <p:spPr bwMode="auto">
          <a:xfrm>
            <a:off x="7099300" y="5181600"/>
            <a:ext cx="8255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 Blocked</a:t>
            </a:r>
          </a:p>
        </p:txBody>
      </p:sp>
      <p:sp>
        <p:nvSpPr>
          <p:cNvPr id="76816" name="TextBox 118">
            <a:extLst>
              <a:ext uri="{FF2B5EF4-FFF2-40B4-BE49-F238E27FC236}">
                <a16:creationId xmlns:a16="http://schemas.microsoft.com/office/drawing/2014/main" id="{5A47FA78-634C-4966-A691-AEB2A14D0261}"/>
              </a:ext>
            </a:extLst>
          </p:cNvPr>
          <p:cNvSpPr txBox="1">
            <a:spLocks noChangeArrowheads="1"/>
          </p:cNvSpPr>
          <p:nvPr/>
        </p:nvSpPr>
        <p:spPr bwMode="auto">
          <a:xfrm>
            <a:off x="1524000" y="4295775"/>
            <a:ext cx="13081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Instruction Cycles</a:t>
            </a:r>
          </a:p>
        </p:txBody>
      </p:sp>
      <p:sp>
        <p:nvSpPr>
          <p:cNvPr id="76817" name="TextBox 12">
            <a:extLst>
              <a:ext uri="{FF2B5EF4-FFF2-40B4-BE49-F238E27FC236}">
                <a16:creationId xmlns:a16="http://schemas.microsoft.com/office/drawing/2014/main" id="{6D890435-2FBA-4A04-A6F6-B73D3B80B0E8}"/>
              </a:ext>
            </a:extLst>
          </p:cNvPr>
          <p:cNvSpPr txBox="1">
            <a:spLocks noChangeArrowheads="1"/>
          </p:cNvSpPr>
          <p:nvPr/>
        </p:nvSpPr>
        <p:spPr bwMode="auto">
          <a:xfrm>
            <a:off x="1524000" y="3700463"/>
            <a:ext cx="1073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Dispatcher</a:t>
            </a:r>
          </a:p>
        </p:txBody>
      </p:sp>
      <p:sp>
        <p:nvSpPr>
          <p:cNvPr id="76818" name="Rectangle 126">
            <a:extLst>
              <a:ext uri="{FF2B5EF4-FFF2-40B4-BE49-F238E27FC236}">
                <a16:creationId xmlns:a16="http://schemas.microsoft.com/office/drawing/2014/main" id="{18D8E4F9-CCDC-4B30-A17E-AA334CE934ED}"/>
              </a:ext>
            </a:extLst>
          </p:cNvPr>
          <p:cNvSpPr>
            <a:spLocks noChangeArrowheads="1"/>
          </p:cNvSpPr>
          <p:nvPr/>
        </p:nvSpPr>
        <p:spPr bwMode="auto">
          <a:xfrm>
            <a:off x="2971800" y="3733800"/>
            <a:ext cx="5181600" cy="304800"/>
          </a:xfrm>
          <a:prstGeom prst="rect">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Tree>
    <p:extLst>
      <p:ext uri="{BB962C8B-B14F-4D97-AF65-F5344CB8AC3E}">
        <p14:creationId xmlns:p14="http://schemas.microsoft.com/office/powerpoint/2010/main" val="40407786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Rectangle 184">
            <a:extLst>
              <a:ext uri="{FF2B5EF4-FFF2-40B4-BE49-F238E27FC236}">
                <a16:creationId xmlns:a16="http://schemas.microsoft.com/office/drawing/2014/main" id="{42FE6C98-B65C-476D-9C33-35DDAED1C717}"/>
              </a:ext>
            </a:extLst>
          </p:cNvPr>
          <p:cNvSpPr/>
          <p:nvPr/>
        </p:nvSpPr>
        <p:spPr bwMode="auto">
          <a:xfrm>
            <a:off x="7315200" y="1981200"/>
            <a:ext cx="8382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176" name="Rectangle 175">
            <a:extLst>
              <a:ext uri="{FF2B5EF4-FFF2-40B4-BE49-F238E27FC236}">
                <a16:creationId xmlns:a16="http://schemas.microsoft.com/office/drawing/2014/main" id="{6CC4DDD0-0F97-4930-976F-7E8F38B01386}"/>
              </a:ext>
            </a:extLst>
          </p:cNvPr>
          <p:cNvSpPr/>
          <p:nvPr/>
        </p:nvSpPr>
        <p:spPr bwMode="auto">
          <a:xfrm>
            <a:off x="2971800" y="2514600"/>
            <a:ext cx="6858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77828" name="Slide Number Placeholder 2">
            <a:extLst>
              <a:ext uri="{FF2B5EF4-FFF2-40B4-BE49-F238E27FC236}">
                <a16:creationId xmlns:a16="http://schemas.microsoft.com/office/drawing/2014/main" id="{A586580D-B3C2-4F44-99B0-117424571EF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6774DD9-515F-449B-8DBD-C727FB0A2EC1}" type="slidenum">
              <a:rPr kumimoji="0" lang="en-US" altLang="en-US"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20</a:t>
            </a:fld>
            <a:endParaRPr kumimoji="0" lang="en-US" altLang="en-US"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Rectangle 3">
            <a:extLst>
              <a:ext uri="{FF2B5EF4-FFF2-40B4-BE49-F238E27FC236}">
                <a16:creationId xmlns:a16="http://schemas.microsoft.com/office/drawing/2014/main" id="{648C3A88-AFF9-4F7B-8EFC-D8D2D3A89A96}"/>
              </a:ext>
            </a:extLst>
          </p:cNvPr>
          <p:cNvSpPr/>
          <p:nvPr/>
        </p:nvSpPr>
        <p:spPr bwMode="auto">
          <a:xfrm>
            <a:off x="5562600" y="1981200"/>
            <a:ext cx="12954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5" name="Rectangle 4">
            <a:extLst>
              <a:ext uri="{FF2B5EF4-FFF2-40B4-BE49-F238E27FC236}">
                <a16:creationId xmlns:a16="http://schemas.microsoft.com/office/drawing/2014/main" id="{7A34BEF0-ACAA-4CA2-AB71-A6DBD0E12BC1}"/>
              </a:ext>
            </a:extLst>
          </p:cNvPr>
          <p:cNvSpPr/>
          <p:nvPr/>
        </p:nvSpPr>
        <p:spPr bwMode="auto">
          <a:xfrm>
            <a:off x="2971800" y="3124200"/>
            <a:ext cx="15240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6" name="Rectangle 5">
            <a:extLst>
              <a:ext uri="{FF2B5EF4-FFF2-40B4-BE49-F238E27FC236}">
                <a16:creationId xmlns:a16="http://schemas.microsoft.com/office/drawing/2014/main" id="{9EFA07C2-E888-4BB7-8BD9-AE696C69B0E3}"/>
              </a:ext>
            </a:extLst>
          </p:cNvPr>
          <p:cNvSpPr/>
          <p:nvPr/>
        </p:nvSpPr>
        <p:spPr bwMode="auto">
          <a:xfrm>
            <a:off x="4114800" y="2514600"/>
            <a:ext cx="12192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7" name="Rectangle 6">
            <a:extLst>
              <a:ext uri="{FF2B5EF4-FFF2-40B4-BE49-F238E27FC236}">
                <a16:creationId xmlns:a16="http://schemas.microsoft.com/office/drawing/2014/main" id="{4D9A8BF5-2FE9-48BD-8BB1-C2EECBBF2482}"/>
              </a:ext>
            </a:extLst>
          </p:cNvPr>
          <p:cNvSpPr/>
          <p:nvPr/>
        </p:nvSpPr>
        <p:spPr bwMode="auto">
          <a:xfrm>
            <a:off x="4953000" y="3124200"/>
            <a:ext cx="10668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77833" name="Rectangle 7">
            <a:extLst>
              <a:ext uri="{FF2B5EF4-FFF2-40B4-BE49-F238E27FC236}">
                <a16:creationId xmlns:a16="http://schemas.microsoft.com/office/drawing/2014/main" id="{9033226D-8DC0-457A-A8A9-A01A0E74FCC7}"/>
              </a:ext>
            </a:extLst>
          </p:cNvPr>
          <p:cNvSpPr>
            <a:spLocks noChangeArrowheads="1"/>
          </p:cNvSpPr>
          <p:nvPr/>
        </p:nvSpPr>
        <p:spPr bwMode="auto">
          <a:xfrm>
            <a:off x="2971800" y="1981200"/>
            <a:ext cx="3048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7834" name="Rectangle 8">
            <a:extLst>
              <a:ext uri="{FF2B5EF4-FFF2-40B4-BE49-F238E27FC236}">
                <a16:creationId xmlns:a16="http://schemas.microsoft.com/office/drawing/2014/main" id="{EA3681F8-4109-4CAD-9F11-0C67DD7D77B6}"/>
              </a:ext>
            </a:extLst>
          </p:cNvPr>
          <p:cNvSpPr>
            <a:spLocks noChangeArrowheads="1"/>
          </p:cNvSpPr>
          <p:nvPr/>
        </p:nvSpPr>
        <p:spPr bwMode="auto">
          <a:xfrm>
            <a:off x="3657600" y="2514600"/>
            <a:ext cx="4572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7835" name="Rectangle 9">
            <a:extLst>
              <a:ext uri="{FF2B5EF4-FFF2-40B4-BE49-F238E27FC236}">
                <a16:creationId xmlns:a16="http://schemas.microsoft.com/office/drawing/2014/main" id="{DD8FA94E-D6E1-405A-9287-ACC642A3D621}"/>
              </a:ext>
            </a:extLst>
          </p:cNvPr>
          <p:cNvSpPr>
            <a:spLocks noChangeArrowheads="1"/>
          </p:cNvSpPr>
          <p:nvPr/>
        </p:nvSpPr>
        <p:spPr bwMode="auto">
          <a:xfrm>
            <a:off x="5334000" y="2514600"/>
            <a:ext cx="3048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7836" name="Rectangle 10">
            <a:extLst>
              <a:ext uri="{FF2B5EF4-FFF2-40B4-BE49-F238E27FC236}">
                <a16:creationId xmlns:a16="http://schemas.microsoft.com/office/drawing/2014/main" id="{B26E8CA9-E5C3-4BEC-96DA-DC3B653E8864}"/>
              </a:ext>
            </a:extLst>
          </p:cNvPr>
          <p:cNvSpPr>
            <a:spLocks noChangeArrowheads="1"/>
          </p:cNvSpPr>
          <p:nvPr/>
        </p:nvSpPr>
        <p:spPr bwMode="auto">
          <a:xfrm>
            <a:off x="6019800" y="3124200"/>
            <a:ext cx="4572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7837" name="Rectangle 11">
            <a:extLst>
              <a:ext uri="{FF2B5EF4-FFF2-40B4-BE49-F238E27FC236}">
                <a16:creationId xmlns:a16="http://schemas.microsoft.com/office/drawing/2014/main" id="{1D9A5C9F-8A67-45E1-917F-FE53243ABC7C}"/>
              </a:ext>
            </a:extLst>
          </p:cNvPr>
          <p:cNvSpPr>
            <a:spLocks noChangeArrowheads="1"/>
          </p:cNvSpPr>
          <p:nvPr/>
        </p:nvSpPr>
        <p:spPr bwMode="auto">
          <a:xfrm>
            <a:off x="3276600" y="1981200"/>
            <a:ext cx="2286000" cy="304800"/>
          </a:xfrm>
          <a:prstGeom prst="rect">
            <a:avLst/>
          </a:prstGeom>
          <a:pattFill prst="openDmnd">
            <a:fgClr>
              <a:schemeClr val="tx1"/>
            </a:fgClr>
            <a:bgClr>
              <a:srgbClr val="FFFFFF"/>
            </a:bgClr>
          </a:patt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7838" name="TextBox 12">
            <a:extLst>
              <a:ext uri="{FF2B5EF4-FFF2-40B4-BE49-F238E27FC236}">
                <a16:creationId xmlns:a16="http://schemas.microsoft.com/office/drawing/2014/main" id="{632D3E14-F929-4722-A912-9023FC88F69B}"/>
              </a:ext>
            </a:extLst>
          </p:cNvPr>
          <p:cNvSpPr txBox="1">
            <a:spLocks noChangeArrowheads="1"/>
          </p:cNvSpPr>
          <p:nvPr/>
        </p:nvSpPr>
        <p:spPr bwMode="auto">
          <a:xfrm>
            <a:off x="1524000" y="1981200"/>
            <a:ext cx="9921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Process A</a:t>
            </a:r>
          </a:p>
        </p:txBody>
      </p:sp>
      <p:sp>
        <p:nvSpPr>
          <p:cNvPr id="77839" name="TextBox 13">
            <a:extLst>
              <a:ext uri="{FF2B5EF4-FFF2-40B4-BE49-F238E27FC236}">
                <a16:creationId xmlns:a16="http://schemas.microsoft.com/office/drawing/2014/main" id="{A4D13769-AE22-47B6-A11D-136FDFF6F803}"/>
              </a:ext>
            </a:extLst>
          </p:cNvPr>
          <p:cNvSpPr txBox="1">
            <a:spLocks noChangeArrowheads="1"/>
          </p:cNvSpPr>
          <p:nvPr/>
        </p:nvSpPr>
        <p:spPr bwMode="auto">
          <a:xfrm>
            <a:off x="1524000" y="2481263"/>
            <a:ext cx="10001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Process B</a:t>
            </a:r>
          </a:p>
        </p:txBody>
      </p:sp>
      <p:sp>
        <p:nvSpPr>
          <p:cNvPr id="77840" name="TextBox 14">
            <a:extLst>
              <a:ext uri="{FF2B5EF4-FFF2-40B4-BE49-F238E27FC236}">
                <a16:creationId xmlns:a16="http://schemas.microsoft.com/office/drawing/2014/main" id="{87D1EA00-9CFA-4191-81A3-E992B0B35685}"/>
              </a:ext>
            </a:extLst>
          </p:cNvPr>
          <p:cNvSpPr txBox="1">
            <a:spLocks noChangeArrowheads="1"/>
          </p:cNvSpPr>
          <p:nvPr/>
        </p:nvSpPr>
        <p:spPr bwMode="auto">
          <a:xfrm>
            <a:off x="1524000" y="2971800"/>
            <a:ext cx="10001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Process C</a:t>
            </a:r>
          </a:p>
        </p:txBody>
      </p:sp>
      <p:sp>
        <p:nvSpPr>
          <p:cNvPr id="77841" name="Rectangle 18">
            <a:extLst>
              <a:ext uri="{FF2B5EF4-FFF2-40B4-BE49-F238E27FC236}">
                <a16:creationId xmlns:a16="http://schemas.microsoft.com/office/drawing/2014/main" id="{7134EB3A-5D57-4A53-95FE-5EE266C7CA41}"/>
              </a:ext>
            </a:extLst>
          </p:cNvPr>
          <p:cNvSpPr>
            <a:spLocks noChangeArrowheads="1"/>
          </p:cNvSpPr>
          <p:nvPr/>
        </p:nvSpPr>
        <p:spPr bwMode="auto">
          <a:xfrm>
            <a:off x="4114800" y="3505200"/>
            <a:ext cx="381000" cy="304800"/>
          </a:xfrm>
          <a:prstGeom prst="rect">
            <a:avLst/>
          </a:prstGeom>
          <a:solidFill>
            <a:srgbClr val="FFFF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grpSp>
        <p:nvGrpSpPr>
          <p:cNvPr id="77842" name="Group 191">
            <a:extLst>
              <a:ext uri="{FF2B5EF4-FFF2-40B4-BE49-F238E27FC236}">
                <a16:creationId xmlns:a16="http://schemas.microsoft.com/office/drawing/2014/main" id="{AF117B4B-803A-4F09-8A94-F8EBA8631F37}"/>
              </a:ext>
            </a:extLst>
          </p:cNvPr>
          <p:cNvGrpSpPr>
            <a:grpSpLocks/>
          </p:cNvGrpSpPr>
          <p:nvPr/>
        </p:nvGrpSpPr>
        <p:grpSpPr bwMode="auto">
          <a:xfrm>
            <a:off x="2819400" y="3914775"/>
            <a:ext cx="5715000" cy="504825"/>
            <a:chOff x="2819400" y="3810000"/>
            <a:chExt cx="5715000" cy="505599"/>
          </a:xfrm>
        </p:grpSpPr>
        <p:cxnSp>
          <p:nvCxnSpPr>
            <p:cNvPr id="77869" name="Straight Connector 20">
              <a:extLst>
                <a:ext uri="{FF2B5EF4-FFF2-40B4-BE49-F238E27FC236}">
                  <a16:creationId xmlns:a16="http://schemas.microsoft.com/office/drawing/2014/main" id="{3085D72B-4E40-4563-B6E6-6AA8BC8BD1E4}"/>
                </a:ext>
              </a:extLst>
            </p:cNvPr>
            <p:cNvCxnSpPr>
              <a:cxnSpLocks noChangeShapeType="1"/>
            </p:cNvCxnSpPr>
            <p:nvPr/>
          </p:nvCxnSpPr>
          <p:spPr bwMode="auto">
            <a:xfrm>
              <a:off x="2971800" y="4038600"/>
              <a:ext cx="533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70" name="Straight Connector 22">
              <a:extLst>
                <a:ext uri="{FF2B5EF4-FFF2-40B4-BE49-F238E27FC236}">
                  <a16:creationId xmlns:a16="http://schemas.microsoft.com/office/drawing/2014/main" id="{11D8FB9D-13A7-4A60-9C0B-EF7D5ED36F89}"/>
                </a:ext>
              </a:extLst>
            </p:cNvPr>
            <p:cNvCxnSpPr>
              <a:cxnSpLocks noChangeShapeType="1"/>
            </p:cNvCxnSpPr>
            <p:nvPr/>
          </p:nvCxnSpPr>
          <p:spPr bwMode="auto">
            <a:xfrm>
              <a:off x="2971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71" name="Straight Connector 28">
              <a:extLst>
                <a:ext uri="{FF2B5EF4-FFF2-40B4-BE49-F238E27FC236}">
                  <a16:creationId xmlns:a16="http://schemas.microsoft.com/office/drawing/2014/main" id="{EBC04271-0A5E-4455-8E6B-E066D5322BCB}"/>
                </a:ext>
              </a:extLst>
            </p:cNvPr>
            <p:cNvCxnSpPr>
              <a:cxnSpLocks noChangeShapeType="1"/>
            </p:cNvCxnSpPr>
            <p:nvPr/>
          </p:nvCxnSpPr>
          <p:spPr bwMode="auto">
            <a:xfrm>
              <a:off x="3352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72" name="Straight Connector 33">
              <a:extLst>
                <a:ext uri="{FF2B5EF4-FFF2-40B4-BE49-F238E27FC236}">
                  <a16:creationId xmlns:a16="http://schemas.microsoft.com/office/drawing/2014/main" id="{B33C5190-79A6-4830-8F14-273FA220CB67}"/>
                </a:ext>
              </a:extLst>
            </p:cNvPr>
            <p:cNvCxnSpPr>
              <a:cxnSpLocks noChangeShapeType="1"/>
            </p:cNvCxnSpPr>
            <p:nvPr/>
          </p:nvCxnSpPr>
          <p:spPr bwMode="auto">
            <a:xfrm>
              <a:off x="3733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73" name="Straight Connector 38">
              <a:extLst>
                <a:ext uri="{FF2B5EF4-FFF2-40B4-BE49-F238E27FC236}">
                  <a16:creationId xmlns:a16="http://schemas.microsoft.com/office/drawing/2014/main" id="{7757ACF7-86B4-40DE-BE43-F09CCB2CC261}"/>
                </a:ext>
              </a:extLst>
            </p:cNvPr>
            <p:cNvCxnSpPr>
              <a:cxnSpLocks noChangeShapeType="1"/>
            </p:cNvCxnSpPr>
            <p:nvPr/>
          </p:nvCxnSpPr>
          <p:spPr bwMode="auto">
            <a:xfrm>
              <a:off x="4114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74" name="Straight Connector 43">
              <a:extLst>
                <a:ext uri="{FF2B5EF4-FFF2-40B4-BE49-F238E27FC236}">
                  <a16:creationId xmlns:a16="http://schemas.microsoft.com/office/drawing/2014/main" id="{ED28730C-A391-4FEC-84C3-94A09ABFE672}"/>
                </a:ext>
              </a:extLst>
            </p:cNvPr>
            <p:cNvCxnSpPr>
              <a:cxnSpLocks noChangeShapeType="1"/>
            </p:cNvCxnSpPr>
            <p:nvPr/>
          </p:nvCxnSpPr>
          <p:spPr bwMode="auto">
            <a:xfrm>
              <a:off x="4495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75" name="Straight Connector 48">
              <a:extLst>
                <a:ext uri="{FF2B5EF4-FFF2-40B4-BE49-F238E27FC236}">
                  <a16:creationId xmlns:a16="http://schemas.microsoft.com/office/drawing/2014/main" id="{D506E8F6-E844-4107-852F-784A88B5A37C}"/>
                </a:ext>
              </a:extLst>
            </p:cNvPr>
            <p:cNvCxnSpPr>
              <a:cxnSpLocks noChangeShapeType="1"/>
            </p:cNvCxnSpPr>
            <p:nvPr/>
          </p:nvCxnSpPr>
          <p:spPr bwMode="auto">
            <a:xfrm>
              <a:off x="4876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76" name="Straight Connector 53">
              <a:extLst>
                <a:ext uri="{FF2B5EF4-FFF2-40B4-BE49-F238E27FC236}">
                  <a16:creationId xmlns:a16="http://schemas.microsoft.com/office/drawing/2014/main" id="{42DC934F-577D-489C-8DA3-55DE6699ED63}"/>
                </a:ext>
              </a:extLst>
            </p:cNvPr>
            <p:cNvCxnSpPr>
              <a:cxnSpLocks noChangeShapeType="1"/>
            </p:cNvCxnSpPr>
            <p:nvPr/>
          </p:nvCxnSpPr>
          <p:spPr bwMode="auto">
            <a:xfrm>
              <a:off x="5257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77" name="Straight Connector 58">
              <a:extLst>
                <a:ext uri="{FF2B5EF4-FFF2-40B4-BE49-F238E27FC236}">
                  <a16:creationId xmlns:a16="http://schemas.microsoft.com/office/drawing/2014/main" id="{F652E616-361B-4D5B-935B-9F06932643D5}"/>
                </a:ext>
              </a:extLst>
            </p:cNvPr>
            <p:cNvCxnSpPr>
              <a:cxnSpLocks noChangeShapeType="1"/>
            </p:cNvCxnSpPr>
            <p:nvPr/>
          </p:nvCxnSpPr>
          <p:spPr bwMode="auto">
            <a:xfrm>
              <a:off x="5638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77878" name="Group 128">
              <a:extLst>
                <a:ext uri="{FF2B5EF4-FFF2-40B4-BE49-F238E27FC236}">
                  <a16:creationId xmlns:a16="http://schemas.microsoft.com/office/drawing/2014/main" id="{9AA4A7B5-004F-4B8D-80A4-3A02230B2C9D}"/>
                </a:ext>
              </a:extLst>
            </p:cNvPr>
            <p:cNvGrpSpPr>
              <a:grpSpLocks/>
            </p:cNvGrpSpPr>
            <p:nvPr/>
          </p:nvGrpSpPr>
          <p:grpSpPr bwMode="auto">
            <a:xfrm>
              <a:off x="3048000" y="3962400"/>
              <a:ext cx="2895600" cy="76200"/>
              <a:chOff x="3048000" y="1447800"/>
              <a:chExt cx="2895600" cy="152400"/>
            </a:xfrm>
          </p:grpSpPr>
          <p:cxnSp>
            <p:nvCxnSpPr>
              <p:cNvPr id="77911" name="Straight Connector 23">
                <a:extLst>
                  <a:ext uri="{FF2B5EF4-FFF2-40B4-BE49-F238E27FC236}">
                    <a16:creationId xmlns:a16="http://schemas.microsoft.com/office/drawing/2014/main" id="{A49D7EDE-05E0-4B4E-A830-3E7821426D1B}"/>
                  </a:ext>
                </a:extLst>
              </p:cNvPr>
              <p:cNvCxnSpPr>
                <a:cxnSpLocks noChangeShapeType="1"/>
              </p:cNvCxnSpPr>
              <p:nvPr/>
            </p:nvCxnSpPr>
            <p:spPr bwMode="auto">
              <a:xfrm>
                <a:off x="3048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12" name="Straight Connector 25">
                <a:extLst>
                  <a:ext uri="{FF2B5EF4-FFF2-40B4-BE49-F238E27FC236}">
                    <a16:creationId xmlns:a16="http://schemas.microsoft.com/office/drawing/2014/main" id="{084EF754-CB66-465C-95D8-110B0A04F6B1}"/>
                  </a:ext>
                </a:extLst>
              </p:cNvPr>
              <p:cNvCxnSpPr>
                <a:cxnSpLocks noChangeShapeType="1"/>
              </p:cNvCxnSpPr>
              <p:nvPr/>
            </p:nvCxnSpPr>
            <p:spPr bwMode="auto">
              <a:xfrm>
                <a:off x="3124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13" name="Straight Connector 26">
                <a:extLst>
                  <a:ext uri="{FF2B5EF4-FFF2-40B4-BE49-F238E27FC236}">
                    <a16:creationId xmlns:a16="http://schemas.microsoft.com/office/drawing/2014/main" id="{12677568-10B9-4AE4-8F78-07FFEF47E14A}"/>
                  </a:ext>
                </a:extLst>
              </p:cNvPr>
              <p:cNvCxnSpPr>
                <a:cxnSpLocks noChangeShapeType="1"/>
              </p:cNvCxnSpPr>
              <p:nvPr/>
            </p:nvCxnSpPr>
            <p:spPr bwMode="auto">
              <a:xfrm>
                <a:off x="3200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14" name="Straight Connector 27">
                <a:extLst>
                  <a:ext uri="{FF2B5EF4-FFF2-40B4-BE49-F238E27FC236}">
                    <a16:creationId xmlns:a16="http://schemas.microsoft.com/office/drawing/2014/main" id="{9988FB33-714E-4BBA-B420-C93A716683FE}"/>
                  </a:ext>
                </a:extLst>
              </p:cNvPr>
              <p:cNvCxnSpPr>
                <a:cxnSpLocks noChangeShapeType="1"/>
              </p:cNvCxnSpPr>
              <p:nvPr/>
            </p:nvCxnSpPr>
            <p:spPr bwMode="auto">
              <a:xfrm>
                <a:off x="3276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15" name="Straight Connector 29">
                <a:extLst>
                  <a:ext uri="{FF2B5EF4-FFF2-40B4-BE49-F238E27FC236}">
                    <a16:creationId xmlns:a16="http://schemas.microsoft.com/office/drawing/2014/main" id="{A438CA62-D0C8-45B2-BB1D-5CB4C2246421}"/>
                  </a:ext>
                </a:extLst>
              </p:cNvPr>
              <p:cNvCxnSpPr>
                <a:cxnSpLocks noChangeShapeType="1"/>
              </p:cNvCxnSpPr>
              <p:nvPr/>
            </p:nvCxnSpPr>
            <p:spPr bwMode="auto">
              <a:xfrm>
                <a:off x="3429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16" name="Straight Connector 30">
                <a:extLst>
                  <a:ext uri="{FF2B5EF4-FFF2-40B4-BE49-F238E27FC236}">
                    <a16:creationId xmlns:a16="http://schemas.microsoft.com/office/drawing/2014/main" id="{A0F83B8B-0D08-4A73-95AA-3FFA43993B8F}"/>
                  </a:ext>
                </a:extLst>
              </p:cNvPr>
              <p:cNvCxnSpPr>
                <a:cxnSpLocks noChangeShapeType="1"/>
              </p:cNvCxnSpPr>
              <p:nvPr/>
            </p:nvCxnSpPr>
            <p:spPr bwMode="auto">
              <a:xfrm>
                <a:off x="3505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17" name="Straight Connector 31">
                <a:extLst>
                  <a:ext uri="{FF2B5EF4-FFF2-40B4-BE49-F238E27FC236}">
                    <a16:creationId xmlns:a16="http://schemas.microsoft.com/office/drawing/2014/main" id="{3B4F16A5-BFF2-4784-859E-5A2D6A4004F9}"/>
                  </a:ext>
                </a:extLst>
              </p:cNvPr>
              <p:cNvCxnSpPr>
                <a:cxnSpLocks noChangeShapeType="1"/>
              </p:cNvCxnSpPr>
              <p:nvPr/>
            </p:nvCxnSpPr>
            <p:spPr bwMode="auto">
              <a:xfrm>
                <a:off x="3581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18" name="Straight Connector 32">
                <a:extLst>
                  <a:ext uri="{FF2B5EF4-FFF2-40B4-BE49-F238E27FC236}">
                    <a16:creationId xmlns:a16="http://schemas.microsoft.com/office/drawing/2014/main" id="{7947AEB9-B333-48CD-8E8D-B507E0E0189C}"/>
                  </a:ext>
                </a:extLst>
              </p:cNvPr>
              <p:cNvCxnSpPr>
                <a:cxnSpLocks noChangeShapeType="1"/>
              </p:cNvCxnSpPr>
              <p:nvPr/>
            </p:nvCxnSpPr>
            <p:spPr bwMode="auto">
              <a:xfrm>
                <a:off x="3657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19" name="Straight Connector 34">
                <a:extLst>
                  <a:ext uri="{FF2B5EF4-FFF2-40B4-BE49-F238E27FC236}">
                    <a16:creationId xmlns:a16="http://schemas.microsoft.com/office/drawing/2014/main" id="{F5BB5864-6C64-4406-B5D5-41ADEFA9DF2D}"/>
                  </a:ext>
                </a:extLst>
              </p:cNvPr>
              <p:cNvCxnSpPr>
                <a:cxnSpLocks noChangeShapeType="1"/>
              </p:cNvCxnSpPr>
              <p:nvPr/>
            </p:nvCxnSpPr>
            <p:spPr bwMode="auto">
              <a:xfrm>
                <a:off x="3810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20" name="Straight Connector 35">
                <a:extLst>
                  <a:ext uri="{FF2B5EF4-FFF2-40B4-BE49-F238E27FC236}">
                    <a16:creationId xmlns:a16="http://schemas.microsoft.com/office/drawing/2014/main" id="{437BC27C-9FD4-4A49-BC8A-3B67FE1C6927}"/>
                  </a:ext>
                </a:extLst>
              </p:cNvPr>
              <p:cNvCxnSpPr>
                <a:cxnSpLocks noChangeShapeType="1"/>
              </p:cNvCxnSpPr>
              <p:nvPr/>
            </p:nvCxnSpPr>
            <p:spPr bwMode="auto">
              <a:xfrm>
                <a:off x="3886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21" name="Straight Connector 36">
                <a:extLst>
                  <a:ext uri="{FF2B5EF4-FFF2-40B4-BE49-F238E27FC236}">
                    <a16:creationId xmlns:a16="http://schemas.microsoft.com/office/drawing/2014/main" id="{D95F5C86-0BDC-466B-9FD0-1F357ECEB9B5}"/>
                  </a:ext>
                </a:extLst>
              </p:cNvPr>
              <p:cNvCxnSpPr>
                <a:cxnSpLocks noChangeShapeType="1"/>
              </p:cNvCxnSpPr>
              <p:nvPr/>
            </p:nvCxnSpPr>
            <p:spPr bwMode="auto">
              <a:xfrm>
                <a:off x="3962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22" name="Straight Connector 37">
                <a:extLst>
                  <a:ext uri="{FF2B5EF4-FFF2-40B4-BE49-F238E27FC236}">
                    <a16:creationId xmlns:a16="http://schemas.microsoft.com/office/drawing/2014/main" id="{35A49F28-5C5A-4FA1-94A2-59FE47F65D84}"/>
                  </a:ext>
                </a:extLst>
              </p:cNvPr>
              <p:cNvCxnSpPr>
                <a:cxnSpLocks noChangeShapeType="1"/>
              </p:cNvCxnSpPr>
              <p:nvPr/>
            </p:nvCxnSpPr>
            <p:spPr bwMode="auto">
              <a:xfrm>
                <a:off x="4038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23" name="Straight Connector 39">
                <a:extLst>
                  <a:ext uri="{FF2B5EF4-FFF2-40B4-BE49-F238E27FC236}">
                    <a16:creationId xmlns:a16="http://schemas.microsoft.com/office/drawing/2014/main" id="{93DC9630-037E-40BA-8C2F-185BAD4AC896}"/>
                  </a:ext>
                </a:extLst>
              </p:cNvPr>
              <p:cNvCxnSpPr>
                <a:cxnSpLocks noChangeShapeType="1"/>
              </p:cNvCxnSpPr>
              <p:nvPr/>
            </p:nvCxnSpPr>
            <p:spPr bwMode="auto">
              <a:xfrm>
                <a:off x="4191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24" name="Straight Connector 40">
                <a:extLst>
                  <a:ext uri="{FF2B5EF4-FFF2-40B4-BE49-F238E27FC236}">
                    <a16:creationId xmlns:a16="http://schemas.microsoft.com/office/drawing/2014/main" id="{931BDB5C-CEE0-490D-AC50-0A24D322C25F}"/>
                  </a:ext>
                </a:extLst>
              </p:cNvPr>
              <p:cNvCxnSpPr>
                <a:cxnSpLocks noChangeShapeType="1"/>
              </p:cNvCxnSpPr>
              <p:nvPr/>
            </p:nvCxnSpPr>
            <p:spPr bwMode="auto">
              <a:xfrm>
                <a:off x="4267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25" name="Straight Connector 41">
                <a:extLst>
                  <a:ext uri="{FF2B5EF4-FFF2-40B4-BE49-F238E27FC236}">
                    <a16:creationId xmlns:a16="http://schemas.microsoft.com/office/drawing/2014/main" id="{81849DD9-246A-4A33-ADFB-AF9AF8FA34DD}"/>
                  </a:ext>
                </a:extLst>
              </p:cNvPr>
              <p:cNvCxnSpPr>
                <a:cxnSpLocks noChangeShapeType="1"/>
              </p:cNvCxnSpPr>
              <p:nvPr/>
            </p:nvCxnSpPr>
            <p:spPr bwMode="auto">
              <a:xfrm>
                <a:off x="4343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26" name="Straight Connector 42">
                <a:extLst>
                  <a:ext uri="{FF2B5EF4-FFF2-40B4-BE49-F238E27FC236}">
                    <a16:creationId xmlns:a16="http://schemas.microsoft.com/office/drawing/2014/main" id="{6AD22968-0553-4B85-8650-45BD3057DD19}"/>
                  </a:ext>
                </a:extLst>
              </p:cNvPr>
              <p:cNvCxnSpPr>
                <a:cxnSpLocks noChangeShapeType="1"/>
              </p:cNvCxnSpPr>
              <p:nvPr/>
            </p:nvCxnSpPr>
            <p:spPr bwMode="auto">
              <a:xfrm>
                <a:off x="4419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27" name="Straight Connector 44">
                <a:extLst>
                  <a:ext uri="{FF2B5EF4-FFF2-40B4-BE49-F238E27FC236}">
                    <a16:creationId xmlns:a16="http://schemas.microsoft.com/office/drawing/2014/main" id="{1D529112-CAD4-48CB-8761-B39B48B56B5B}"/>
                  </a:ext>
                </a:extLst>
              </p:cNvPr>
              <p:cNvCxnSpPr>
                <a:cxnSpLocks noChangeShapeType="1"/>
              </p:cNvCxnSpPr>
              <p:nvPr/>
            </p:nvCxnSpPr>
            <p:spPr bwMode="auto">
              <a:xfrm>
                <a:off x="4572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28" name="Straight Connector 45">
                <a:extLst>
                  <a:ext uri="{FF2B5EF4-FFF2-40B4-BE49-F238E27FC236}">
                    <a16:creationId xmlns:a16="http://schemas.microsoft.com/office/drawing/2014/main" id="{49C6E8B7-7A0B-4368-83F5-30F5EB57BCFD}"/>
                  </a:ext>
                </a:extLst>
              </p:cNvPr>
              <p:cNvCxnSpPr>
                <a:cxnSpLocks noChangeShapeType="1"/>
              </p:cNvCxnSpPr>
              <p:nvPr/>
            </p:nvCxnSpPr>
            <p:spPr bwMode="auto">
              <a:xfrm>
                <a:off x="4648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29" name="Straight Connector 46">
                <a:extLst>
                  <a:ext uri="{FF2B5EF4-FFF2-40B4-BE49-F238E27FC236}">
                    <a16:creationId xmlns:a16="http://schemas.microsoft.com/office/drawing/2014/main" id="{EDA2530B-A3B1-4221-8C91-7E37B3EB66A0}"/>
                  </a:ext>
                </a:extLst>
              </p:cNvPr>
              <p:cNvCxnSpPr>
                <a:cxnSpLocks noChangeShapeType="1"/>
              </p:cNvCxnSpPr>
              <p:nvPr/>
            </p:nvCxnSpPr>
            <p:spPr bwMode="auto">
              <a:xfrm>
                <a:off x="4724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30" name="Straight Connector 47">
                <a:extLst>
                  <a:ext uri="{FF2B5EF4-FFF2-40B4-BE49-F238E27FC236}">
                    <a16:creationId xmlns:a16="http://schemas.microsoft.com/office/drawing/2014/main" id="{4EFAF793-FC47-436F-83C7-2FAF100F82B3}"/>
                  </a:ext>
                </a:extLst>
              </p:cNvPr>
              <p:cNvCxnSpPr>
                <a:cxnSpLocks noChangeShapeType="1"/>
              </p:cNvCxnSpPr>
              <p:nvPr/>
            </p:nvCxnSpPr>
            <p:spPr bwMode="auto">
              <a:xfrm>
                <a:off x="4800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31" name="Straight Connector 49">
                <a:extLst>
                  <a:ext uri="{FF2B5EF4-FFF2-40B4-BE49-F238E27FC236}">
                    <a16:creationId xmlns:a16="http://schemas.microsoft.com/office/drawing/2014/main" id="{A57AD3E9-E019-4E79-94AE-282B46C3CC04}"/>
                  </a:ext>
                </a:extLst>
              </p:cNvPr>
              <p:cNvCxnSpPr>
                <a:cxnSpLocks noChangeShapeType="1"/>
              </p:cNvCxnSpPr>
              <p:nvPr/>
            </p:nvCxnSpPr>
            <p:spPr bwMode="auto">
              <a:xfrm>
                <a:off x="4953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32" name="Straight Connector 50">
                <a:extLst>
                  <a:ext uri="{FF2B5EF4-FFF2-40B4-BE49-F238E27FC236}">
                    <a16:creationId xmlns:a16="http://schemas.microsoft.com/office/drawing/2014/main" id="{6A300AF2-2512-42DB-B276-BA24646A6A69}"/>
                  </a:ext>
                </a:extLst>
              </p:cNvPr>
              <p:cNvCxnSpPr>
                <a:cxnSpLocks noChangeShapeType="1"/>
              </p:cNvCxnSpPr>
              <p:nvPr/>
            </p:nvCxnSpPr>
            <p:spPr bwMode="auto">
              <a:xfrm>
                <a:off x="5029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33" name="Straight Connector 51">
                <a:extLst>
                  <a:ext uri="{FF2B5EF4-FFF2-40B4-BE49-F238E27FC236}">
                    <a16:creationId xmlns:a16="http://schemas.microsoft.com/office/drawing/2014/main" id="{E792F1B6-C727-451E-BBAF-265CE54CEAC6}"/>
                  </a:ext>
                </a:extLst>
              </p:cNvPr>
              <p:cNvCxnSpPr>
                <a:cxnSpLocks noChangeShapeType="1"/>
              </p:cNvCxnSpPr>
              <p:nvPr/>
            </p:nvCxnSpPr>
            <p:spPr bwMode="auto">
              <a:xfrm>
                <a:off x="5105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34" name="Straight Connector 52">
                <a:extLst>
                  <a:ext uri="{FF2B5EF4-FFF2-40B4-BE49-F238E27FC236}">
                    <a16:creationId xmlns:a16="http://schemas.microsoft.com/office/drawing/2014/main" id="{B58D40C1-AC54-48B2-B89F-0FF74E87A18C}"/>
                  </a:ext>
                </a:extLst>
              </p:cNvPr>
              <p:cNvCxnSpPr>
                <a:cxnSpLocks noChangeShapeType="1"/>
              </p:cNvCxnSpPr>
              <p:nvPr/>
            </p:nvCxnSpPr>
            <p:spPr bwMode="auto">
              <a:xfrm>
                <a:off x="5181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35" name="Straight Connector 54">
                <a:extLst>
                  <a:ext uri="{FF2B5EF4-FFF2-40B4-BE49-F238E27FC236}">
                    <a16:creationId xmlns:a16="http://schemas.microsoft.com/office/drawing/2014/main" id="{A94E646D-7552-41B3-9225-BFA192ED4F29}"/>
                  </a:ext>
                </a:extLst>
              </p:cNvPr>
              <p:cNvCxnSpPr>
                <a:cxnSpLocks noChangeShapeType="1"/>
              </p:cNvCxnSpPr>
              <p:nvPr/>
            </p:nvCxnSpPr>
            <p:spPr bwMode="auto">
              <a:xfrm>
                <a:off x="5334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36" name="Straight Connector 55">
                <a:extLst>
                  <a:ext uri="{FF2B5EF4-FFF2-40B4-BE49-F238E27FC236}">
                    <a16:creationId xmlns:a16="http://schemas.microsoft.com/office/drawing/2014/main" id="{792FDB61-685F-4904-A1F7-AF5C08CE6CF8}"/>
                  </a:ext>
                </a:extLst>
              </p:cNvPr>
              <p:cNvCxnSpPr>
                <a:cxnSpLocks noChangeShapeType="1"/>
              </p:cNvCxnSpPr>
              <p:nvPr/>
            </p:nvCxnSpPr>
            <p:spPr bwMode="auto">
              <a:xfrm>
                <a:off x="5410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37" name="Straight Connector 56">
                <a:extLst>
                  <a:ext uri="{FF2B5EF4-FFF2-40B4-BE49-F238E27FC236}">
                    <a16:creationId xmlns:a16="http://schemas.microsoft.com/office/drawing/2014/main" id="{AF0B952C-25DD-45DC-98CF-CB0B52F8BF2C}"/>
                  </a:ext>
                </a:extLst>
              </p:cNvPr>
              <p:cNvCxnSpPr>
                <a:cxnSpLocks noChangeShapeType="1"/>
              </p:cNvCxnSpPr>
              <p:nvPr/>
            </p:nvCxnSpPr>
            <p:spPr bwMode="auto">
              <a:xfrm>
                <a:off x="5486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38" name="Straight Connector 57">
                <a:extLst>
                  <a:ext uri="{FF2B5EF4-FFF2-40B4-BE49-F238E27FC236}">
                    <a16:creationId xmlns:a16="http://schemas.microsoft.com/office/drawing/2014/main" id="{ABD3A4F7-F278-4459-93B0-1B1A6338AFAF}"/>
                  </a:ext>
                </a:extLst>
              </p:cNvPr>
              <p:cNvCxnSpPr>
                <a:cxnSpLocks noChangeShapeType="1"/>
              </p:cNvCxnSpPr>
              <p:nvPr/>
            </p:nvCxnSpPr>
            <p:spPr bwMode="auto">
              <a:xfrm>
                <a:off x="5562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39" name="Straight Connector 59">
                <a:extLst>
                  <a:ext uri="{FF2B5EF4-FFF2-40B4-BE49-F238E27FC236}">
                    <a16:creationId xmlns:a16="http://schemas.microsoft.com/office/drawing/2014/main" id="{60CF7D0B-41DC-47EE-83F6-437B0789DC6C}"/>
                  </a:ext>
                </a:extLst>
              </p:cNvPr>
              <p:cNvCxnSpPr>
                <a:cxnSpLocks noChangeShapeType="1"/>
              </p:cNvCxnSpPr>
              <p:nvPr/>
            </p:nvCxnSpPr>
            <p:spPr bwMode="auto">
              <a:xfrm>
                <a:off x="5715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40" name="Straight Connector 60">
                <a:extLst>
                  <a:ext uri="{FF2B5EF4-FFF2-40B4-BE49-F238E27FC236}">
                    <a16:creationId xmlns:a16="http://schemas.microsoft.com/office/drawing/2014/main" id="{8F1C68FB-658C-4A2D-8CA1-F5414358EFA6}"/>
                  </a:ext>
                </a:extLst>
              </p:cNvPr>
              <p:cNvCxnSpPr>
                <a:cxnSpLocks noChangeShapeType="1"/>
              </p:cNvCxnSpPr>
              <p:nvPr/>
            </p:nvCxnSpPr>
            <p:spPr bwMode="auto">
              <a:xfrm>
                <a:off x="5791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41" name="Straight Connector 61">
                <a:extLst>
                  <a:ext uri="{FF2B5EF4-FFF2-40B4-BE49-F238E27FC236}">
                    <a16:creationId xmlns:a16="http://schemas.microsoft.com/office/drawing/2014/main" id="{8B8B2AA8-2148-4E4B-B0DD-234F6A5E0604}"/>
                  </a:ext>
                </a:extLst>
              </p:cNvPr>
              <p:cNvCxnSpPr>
                <a:cxnSpLocks noChangeShapeType="1"/>
              </p:cNvCxnSpPr>
              <p:nvPr/>
            </p:nvCxnSpPr>
            <p:spPr bwMode="auto">
              <a:xfrm>
                <a:off x="5867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42" name="Straight Connector 62">
                <a:extLst>
                  <a:ext uri="{FF2B5EF4-FFF2-40B4-BE49-F238E27FC236}">
                    <a16:creationId xmlns:a16="http://schemas.microsoft.com/office/drawing/2014/main" id="{9E474A14-D97A-4F22-8B2D-E21A6D6CFD1E}"/>
                  </a:ext>
                </a:extLst>
              </p:cNvPr>
              <p:cNvCxnSpPr>
                <a:cxnSpLocks noChangeShapeType="1"/>
              </p:cNvCxnSpPr>
              <p:nvPr/>
            </p:nvCxnSpPr>
            <p:spPr bwMode="auto">
              <a:xfrm>
                <a:off x="5943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cxnSp>
          <p:nvCxnSpPr>
            <p:cNvPr id="77879" name="Straight Connector 129">
              <a:extLst>
                <a:ext uri="{FF2B5EF4-FFF2-40B4-BE49-F238E27FC236}">
                  <a16:creationId xmlns:a16="http://schemas.microsoft.com/office/drawing/2014/main" id="{25F85ABD-90AC-43E2-8D87-9541CC21765E}"/>
                </a:ext>
              </a:extLst>
            </p:cNvPr>
            <p:cNvCxnSpPr>
              <a:cxnSpLocks noChangeShapeType="1"/>
            </p:cNvCxnSpPr>
            <p:nvPr/>
          </p:nvCxnSpPr>
          <p:spPr bwMode="auto">
            <a:xfrm>
              <a:off x="6019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80" name="Straight Connector 130">
              <a:extLst>
                <a:ext uri="{FF2B5EF4-FFF2-40B4-BE49-F238E27FC236}">
                  <a16:creationId xmlns:a16="http://schemas.microsoft.com/office/drawing/2014/main" id="{99DB695E-7AFE-41D2-A757-FB5C9B11A048}"/>
                </a:ext>
              </a:extLst>
            </p:cNvPr>
            <p:cNvCxnSpPr>
              <a:cxnSpLocks noChangeShapeType="1"/>
            </p:cNvCxnSpPr>
            <p:nvPr/>
          </p:nvCxnSpPr>
          <p:spPr bwMode="auto">
            <a:xfrm>
              <a:off x="6400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81" name="Straight Connector 131">
              <a:extLst>
                <a:ext uri="{FF2B5EF4-FFF2-40B4-BE49-F238E27FC236}">
                  <a16:creationId xmlns:a16="http://schemas.microsoft.com/office/drawing/2014/main" id="{8D8C34C1-B567-4165-B551-C859426AC71E}"/>
                </a:ext>
              </a:extLst>
            </p:cNvPr>
            <p:cNvCxnSpPr>
              <a:cxnSpLocks noChangeShapeType="1"/>
            </p:cNvCxnSpPr>
            <p:nvPr/>
          </p:nvCxnSpPr>
          <p:spPr bwMode="auto">
            <a:xfrm>
              <a:off x="6781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82" name="Straight Connector 132">
              <a:extLst>
                <a:ext uri="{FF2B5EF4-FFF2-40B4-BE49-F238E27FC236}">
                  <a16:creationId xmlns:a16="http://schemas.microsoft.com/office/drawing/2014/main" id="{FBECFCD3-D1E2-461B-8437-B1C47286F537}"/>
                </a:ext>
              </a:extLst>
            </p:cNvPr>
            <p:cNvCxnSpPr>
              <a:cxnSpLocks noChangeShapeType="1"/>
            </p:cNvCxnSpPr>
            <p:nvPr/>
          </p:nvCxnSpPr>
          <p:spPr bwMode="auto">
            <a:xfrm>
              <a:off x="7162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83" name="Straight Connector 133">
              <a:extLst>
                <a:ext uri="{FF2B5EF4-FFF2-40B4-BE49-F238E27FC236}">
                  <a16:creationId xmlns:a16="http://schemas.microsoft.com/office/drawing/2014/main" id="{59CBE468-F4FB-44AA-82CF-E91E53725E6B}"/>
                </a:ext>
              </a:extLst>
            </p:cNvPr>
            <p:cNvCxnSpPr>
              <a:cxnSpLocks noChangeShapeType="1"/>
            </p:cNvCxnSpPr>
            <p:nvPr/>
          </p:nvCxnSpPr>
          <p:spPr bwMode="auto">
            <a:xfrm>
              <a:off x="7543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84" name="Straight Connector 134">
              <a:extLst>
                <a:ext uri="{FF2B5EF4-FFF2-40B4-BE49-F238E27FC236}">
                  <a16:creationId xmlns:a16="http://schemas.microsoft.com/office/drawing/2014/main" id="{07771294-915D-4871-835B-FAC5230ED56C}"/>
                </a:ext>
              </a:extLst>
            </p:cNvPr>
            <p:cNvCxnSpPr>
              <a:cxnSpLocks noChangeShapeType="1"/>
            </p:cNvCxnSpPr>
            <p:nvPr/>
          </p:nvCxnSpPr>
          <p:spPr bwMode="auto">
            <a:xfrm>
              <a:off x="7924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85" name="Straight Connector 135">
              <a:extLst>
                <a:ext uri="{FF2B5EF4-FFF2-40B4-BE49-F238E27FC236}">
                  <a16:creationId xmlns:a16="http://schemas.microsoft.com/office/drawing/2014/main" id="{E6A9436E-554C-4B53-ACC2-7B2FB224E8F8}"/>
                </a:ext>
              </a:extLst>
            </p:cNvPr>
            <p:cNvCxnSpPr>
              <a:cxnSpLocks noChangeShapeType="1"/>
            </p:cNvCxnSpPr>
            <p:nvPr/>
          </p:nvCxnSpPr>
          <p:spPr bwMode="auto">
            <a:xfrm>
              <a:off x="8305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86" name="Straight Connector 138">
              <a:extLst>
                <a:ext uri="{FF2B5EF4-FFF2-40B4-BE49-F238E27FC236}">
                  <a16:creationId xmlns:a16="http://schemas.microsoft.com/office/drawing/2014/main" id="{69CB8B0C-80F7-444B-80F6-5F94F440F12E}"/>
                </a:ext>
              </a:extLst>
            </p:cNvPr>
            <p:cNvCxnSpPr>
              <a:cxnSpLocks noChangeShapeType="1"/>
            </p:cNvCxnSpPr>
            <p:nvPr/>
          </p:nvCxnSpPr>
          <p:spPr bwMode="auto">
            <a:xfrm>
              <a:off x="6096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87" name="Straight Connector 139">
              <a:extLst>
                <a:ext uri="{FF2B5EF4-FFF2-40B4-BE49-F238E27FC236}">
                  <a16:creationId xmlns:a16="http://schemas.microsoft.com/office/drawing/2014/main" id="{6A08479C-8224-4F5E-80F6-6BA92F1C1D57}"/>
                </a:ext>
              </a:extLst>
            </p:cNvPr>
            <p:cNvCxnSpPr>
              <a:cxnSpLocks noChangeShapeType="1"/>
            </p:cNvCxnSpPr>
            <p:nvPr/>
          </p:nvCxnSpPr>
          <p:spPr bwMode="auto">
            <a:xfrm>
              <a:off x="6172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88" name="Straight Connector 140">
              <a:extLst>
                <a:ext uri="{FF2B5EF4-FFF2-40B4-BE49-F238E27FC236}">
                  <a16:creationId xmlns:a16="http://schemas.microsoft.com/office/drawing/2014/main" id="{D66801C7-D18C-4EAA-B6EA-E2890A86CFA7}"/>
                </a:ext>
              </a:extLst>
            </p:cNvPr>
            <p:cNvCxnSpPr>
              <a:cxnSpLocks noChangeShapeType="1"/>
            </p:cNvCxnSpPr>
            <p:nvPr/>
          </p:nvCxnSpPr>
          <p:spPr bwMode="auto">
            <a:xfrm>
              <a:off x="6248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89" name="Straight Connector 141">
              <a:extLst>
                <a:ext uri="{FF2B5EF4-FFF2-40B4-BE49-F238E27FC236}">
                  <a16:creationId xmlns:a16="http://schemas.microsoft.com/office/drawing/2014/main" id="{3FF37924-B1F2-48AB-9DCD-E69E25945152}"/>
                </a:ext>
              </a:extLst>
            </p:cNvPr>
            <p:cNvCxnSpPr>
              <a:cxnSpLocks noChangeShapeType="1"/>
            </p:cNvCxnSpPr>
            <p:nvPr/>
          </p:nvCxnSpPr>
          <p:spPr bwMode="auto">
            <a:xfrm>
              <a:off x="6324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90" name="Straight Connector 142">
              <a:extLst>
                <a:ext uri="{FF2B5EF4-FFF2-40B4-BE49-F238E27FC236}">
                  <a16:creationId xmlns:a16="http://schemas.microsoft.com/office/drawing/2014/main" id="{C86CB73E-C947-4E1C-B02D-B41B6349BF9E}"/>
                </a:ext>
              </a:extLst>
            </p:cNvPr>
            <p:cNvCxnSpPr>
              <a:cxnSpLocks noChangeShapeType="1"/>
            </p:cNvCxnSpPr>
            <p:nvPr/>
          </p:nvCxnSpPr>
          <p:spPr bwMode="auto">
            <a:xfrm>
              <a:off x="6477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91" name="Straight Connector 143">
              <a:extLst>
                <a:ext uri="{FF2B5EF4-FFF2-40B4-BE49-F238E27FC236}">
                  <a16:creationId xmlns:a16="http://schemas.microsoft.com/office/drawing/2014/main" id="{B0B8B175-BE7D-4208-9CA9-41D9BDC53DA5}"/>
                </a:ext>
              </a:extLst>
            </p:cNvPr>
            <p:cNvCxnSpPr>
              <a:cxnSpLocks noChangeShapeType="1"/>
            </p:cNvCxnSpPr>
            <p:nvPr/>
          </p:nvCxnSpPr>
          <p:spPr bwMode="auto">
            <a:xfrm>
              <a:off x="6553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92" name="Straight Connector 144">
              <a:extLst>
                <a:ext uri="{FF2B5EF4-FFF2-40B4-BE49-F238E27FC236}">
                  <a16:creationId xmlns:a16="http://schemas.microsoft.com/office/drawing/2014/main" id="{F1E7EDF1-1CC1-4102-BF75-9F87169BA3B4}"/>
                </a:ext>
              </a:extLst>
            </p:cNvPr>
            <p:cNvCxnSpPr>
              <a:cxnSpLocks noChangeShapeType="1"/>
            </p:cNvCxnSpPr>
            <p:nvPr/>
          </p:nvCxnSpPr>
          <p:spPr bwMode="auto">
            <a:xfrm>
              <a:off x="6629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93" name="Straight Connector 145">
              <a:extLst>
                <a:ext uri="{FF2B5EF4-FFF2-40B4-BE49-F238E27FC236}">
                  <a16:creationId xmlns:a16="http://schemas.microsoft.com/office/drawing/2014/main" id="{8D971DB6-C929-4C13-88EC-127D49E4C7FA}"/>
                </a:ext>
              </a:extLst>
            </p:cNvPr>
            <p:cNvCxnSpPr>
              <a:cxnSpLocks noChangeShapeType="1"/>
            </p:cNvCxnSpPr>
            <p:nvPr/>
          </p:nvCxnSpPr>
          <p:spPr bwMode="auto">
            <a:xfrm>
              <a:off x="6705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94" name="Straight Connector 146">
              <a:extLst>
                <a:ext uri="{FF2B5EF4-FFF2-40B4-BE49-F238E27FC236}">
                  <a16:creationId xmlns:a16="http://schemas.microsoft.com/office/drawing/2014/main" id="{ECFF27AF-AA2E-4832-B7DC-56C0F646D702}"/>
                </a:ext>
              </a:extLst>
            </p:cNvPr>
            <p:cNvCxnSpPr>
              <a:cxnSpLocks noChangeShapeType="1"/>
            </p:cNvCxnSpPr>
            <p:nvPr/>
          </p:nvCxnSpPr>
          <p:spPr bwMode="auto">
            <a:xfrm>
              <a:off x="6858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95" name="Straight Connector 147">
              <a:extLst>
                <a:ext uri="{FF2B5EF4-FFF2-40B4-BE49-F238E27FC236}">
                  <a16:creationId xmlns:a16="http://schemas.microsoft.com/office/drawing/2014/main" id="{1086041A-9485-48D5-93D8-1D7C1FCF06EE}"/>
                </a:ext>
              </a:extLst>
            </p:cNvPr>
            <p:cNvCxnSpPr>
              <a:cxnSpLocks noChangeShapeType="1"/>
            </p:cNvCxnSpPr>
            <p:nvPr/>
          </p:nvCxnSpPr>
          <p:spPr bwMode="auto">
            <a:xfrm>
              <a:off x="6934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96" name="Straight Connector 148">
              <a:extLst>
                <a:ext uri="{FF2B5EF4-FFF2-40B4-BE49-F238E27FC236}">
                  <a16:creationId xmlns:a16="http://schemas.microsoft.com/office/drawing/2014/main" id="{7278C196-463E-4856-8276-FE950D22B1BE}"/>
                </a:ext>
              </a:extLst>
            </p:cNvPr>
            <p:cNvCxnSpPr>
              <a:cxnSpLocks noChangeShapeType="1"/>
            </p:cNvCxnSpPr>
            <p:nvPr/>
          </p:nvCxnSpPr>
          <p:spPr bwMode="auto">
            <a:xfrm>
              <a:off x="7010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97" name="Straight Connector 149">
              <a:extLst>
                <a:ext uri="{FF2B5EF4-FFF2-40B4-BE49-F238E27FC236}">
                  <a16:creationId xmlns:a16="http://schemas.microsoft.com/office/drawing/2014/main" id="{ED1A1A11-C475-423E-91A7-3A9B6FB03F31}"/>
                </a:ext>
              </a:extLst>
            </p:cNvPr>
            <p:cNvCxnSpPr>
              <a:cxnSpLocks noChangeShapeType="1"/>
            </p:cNvCxnSpPr>
            <p:nvPr/>
          </p:nvCxnSpPr>
          <p:spPr bwMode="auto">
            <a:xfrm>
              <a:off x="7086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98" name="Straight Connector 150">
              <a:extLst>
                <a:ext uri="{FF2B5EF4-FFF2-40B4-BE49-F238E27FC236}">
                  <a16:creationId xmlns:a16="http://schemas.microsoft.com/office/drawing/2014/main" id="{7EFF6167-3981-4120-8D0E-1200453C4EAC}"/>
                </a:ext>
              </a:extLst>
            </p:cNvPr>
            <p:cNvCxnSpPr>
              <a:cxnSpLocks noChangeShapeType="1"/>
            </p:cNvCxnSpPr>
            <p:nvPr/>
          </p:nvCxnSpPr>
          <p:spPr bwMode="auto">
            <a:xfrm>
              <a:off x="7239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899" name="Straight Connector 151">
              <a:extLst>
                <a:ext uri="{FF2B5EF4-FFF2-40B4-BE49-F238E27FC236}">
                  <a16:creationId xmlns:a16="http://schemas.microsoft.com/office/drawing/2014/main" id="{5D4130ED-1718-4C09-90D7-BB6100EB3183}"/>
                </a:ext>
              </a:extLst>
            </p:cNvPr>
            <p:cNvCxnSpPr>
              <a:cxnSpLocks noChangeShapeType="1"/>
            </p:cNvCxnSpPr>
            <p:nvPr/>
          </p:nvCxnSpPr>
          <p:spPr bwMode="auto">
            <a:xfrm>
              <a:off x="7315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00" name="Straight Connector 152">
              <a:extLst>
                <a:ext uri="{FF2B5EF4-FFF2-40B4-BE49-F238E27FC236}">
                  <a16:creationId xmlns:a16="http://schemas.microsoft.com/office/drawing/2014/main" id="{DB2A571F-0256-4FF7-A609-D5023F3935C1}"/>
                </a:ext>
              </a:extLst>
            </p:cNvPr>
            <p:cNvCxnSpPr>
              <a:cxnSpLocks noChangeShapeType="1"/>
            </p:cNvCxnSpPr>
            <p:nvPr/>
          </p:nvCxnSpPr>
          <p:spPr bwMode="auto">
            <a:xfrm>
              <a:off x="7391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01" name="Straight Connector 153">
              <a:extLst>
                <a:ext uri="{FF2B5EF4-FFF2-40B4-BE49-F238E27FC236}">
                  <a16:creationId xmlns:a16="http://schemas.microsoft.com/office/drawing/2014/main" id="{2A6F8A8D-44BB-4858-B6C8-18F8389791B9}"/>
                </a:ext>
              </a:extLst>
            </p:cNvPr>
            <p:cNvCxnSpPr>
              <a:cxnSpLocks noChangeShapeType="1"/>
            </p:cNvCxnSpPr>
            <p:nvPr/>
          </p:nvCxnSpPr>
          <p:spPr bwMode="auto">
            <a:xfrm>
              <a:off x="7467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02" name="Straight Connector 154">
              <a:extLst>
                <a:ext uri="{FF2B5EF4-FFF2-40B4-BE49-F238E27FC236}">
                  <a16:creationId xmlns:a16="http://schemas.microsoft.com/office/drawing/2014/main" id="{3C92CC77-8129-49BB-B96E-9CF6524010E1}"/>
                </a:ext>
              </a:extLst>
            </p:cNvPr>
            <p:cNvCxnSpPr>
              <a:cxnSpLocks noChangeShapeType="1"/>
            </p:cNvCxnSpPr>
            <p:nvPr/>
          </p:nvCxnSpPr>
          <p:spPr bwMode="auto">
            <a:xfrm>
              <a:off x="7620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03" name="Straight Connector 155">
              <a:extLst>
                <a:ext uri="{FF2B5EF4-FFF2-40B4-BE49-F238E27FC236}">
                  <a16:creationId xmlns:a16="http://schemas.microsoft.com/office/drawing/2014/main" id="{D7A6851F-C212-4F83-B1D7-8A347FF191E1}"/>
                </a:ext>
              </a:extLst>
            </p:cNvPr>
            <p:cNvCxnSpPr>
              <a:cxnSpLocks noChangeShapeType="1"/>
            </p:cNvCxnSpPr>
            <p:nvPr/>
          </p:nvCxnSpPr>
          <p:spPr bwMode="auto">
            <a:xfrm>
              <a:off x="7696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04" name="Straight Connector 156">
              <a:extLst>
                <a:ext uri="{FF2B5EF4-FFF2-40B4-BE49-F238E27FC236}">
                  <a16:creationId xmlns:a16="http://schemas.microsoft.com/office/drawing/2014/main" id="{B3108908-7042-407F-9805-D158779D1C36}"/>
                </a:ext>
              </a:extLst>
            </p:cNvPr>
            <p:cNvCxnSpPr>
              <a:cxnSpLocks noChangeShapeType="1"/>
            </p:cNvCxnSpPr>
            <p:nvPr/>
          </p:nvCxnSpPr>
          <p:spPr bwMode="auto">
            <a:xfrm>
              <a:off x="7772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05" name="Straight Connector 157">
              <a:extLst>
                <a:ext uri="{FF2B5EF4-FFF2-40B4-BE49-F238E27FC236}">
                  <a16:creationId xmlns:a16="http://schemas.microsoft.com/office/drawing/2014/main" id="{5DA98170-FCEF-4000-ADF9-4C506BDD7C05}"/>
                </a:ext>
              </a:extLst>
            </p:cNvPr>
            <p:cNvCxnSpPr>
              <a:cxnSpLocks noChangeShapeType="1"/>
            </p:cNvCxnSpPr>
            <p:nvPr/>
          </p:nvCxnSpPr>
          <p:spPr bwMode="auto">
            <a:xfrm>
              <a:off x="7848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06" name="Straight Connector 158">
              <a:extLst>
                <a:ext uri="{FF2B5EF4-FFF2-40B4-BE49-F238E27FC236}">
                  <a16:creationId xmlns:a16="http://schemas.microsoft.com/office/drawing/2014/main" id="{0794AE93-8B4B-4119-9D46-E4DB94A4EF99}"/>
                </a:ext>
              </a:extLst>
            </p:cNvPr>
            <p:cNvCxnSpPr>
              <a:cxnSpLocks noChangeShapeType="1"/>
            </p:cNvCxnSpPr>
            <p:nvPr/>
          </p:nvCxnSpPr>
          <p:spPr bwMode="auto">
            <a:xfrm>
              <a:off x="8001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07" name="Straight Connector 159">
              <a:extLst>
                <a:ext uri="{FF2B5EF4-FFF2-40B4-BE49-F238E27FC236}">
                  <a16:creationId xmlns:a16="http://schemas.microsoft.com/office/drawing/2014/main" id="{A40C1C98-0472-4394-9C9A-034600A6B91A}"/>
                </a:ext>
              </a:extLst>
            </p:cNvPr>
            <p:cNvCxnSpPr>
              <a:cxnSpLocks noChangeShapeType="1"/>
            </p:cNvCxnSpPr>
            <p:nvPr/>
          </p:nvCxnSpPr>
          <p:spPr bwMode="auto">
            <a:xfrm>
              <a:off x="8077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08" name="Straight Connector 160">
              <a:extLst>
                <a:ext uri="{FF2B5EF4-FFF2-40B4-BE49-F238E27FC236}">
                  <a16:creationId xmlns:a16="http://schemas.microsoft.com/office/drawing/2014/main" id="{B5BE019F-B822-4A2A-8959-D16F774B58A9}"/>
                </a:ext>
              </a:extLst>
            </p:cNvPr>
            <p:cNvCxnSpPr>
              <a:cxnSpLocks noChangeShapeType="1"/>
            </p:cNvCxnSpPr>
            <p:nvPr/>
          </p:nvCxnSpPr>
          <p:spPr bwMode="auto">
            <a:xfrm>
              <a:off x="8153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7909" name="Straight Connector 161">
              <a:extLst>
                <a:ext uri="{FF2B5EF4-FFF2-40B4-BE49-F238E27FC236}">
                  <a16:creationId xmlns:a16="http://schemas.microsoft.com/office/drawing/2014/main" id="{10C98412-2444-44C8-A529-7DA20513D686}"/>
                </a:ext>
              </a:extLst>
            </p:cNvPr>
            <p:cNvCxnSpPr>
              <a:cxnSpLocks noChangeShapeType="1"/>
            </p:cNvCxnSpPr>
            <p:nvPr/>
          </p:nvCxnSpPr>
          <p:spPr bwMode="auto">
            <a:xfrm>
              <a:off x="8229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77910" name="TextBox 170">
              <a:extLst>
                <a:ext uri="{FF2B5EF4-FFF2-40B4-BE49-F238E27FC236}">
                  <a16:creationId xmlns:a16="http://schemas.microsoft.com/office/drawing/2014/main" id="{6409BDDA-54F9-4284-9621-FF1D37D69D85}"/>
                </a:ext>
              </a:extLst>
            </p:cNvPr>
            <p:cNvSpPr txBox="1">
              <a:spLocks noChangeArrowheads="1"/>
            </p:cNvSpPr>
            <p:nvPr/>
          </p:nvSpPr>
          <p:spPr bwMode="auto">
            <a:xfrm>
              <a:off x="2819400" y="4038600"/>
              <a:ext cx="5715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0        5       10       15      20      25      30      35      40      45      50      55      60      65      70   </a:t>
              </a:r>
            </a:p>
          </p:txBody>
        </p:sp>
      </p:grpSp>
      <p:sp>
        <p:nvSpPr>
          <p:cNvPr id="77843" name="Rectangle 172">
            <a:extLst>
              <a:ext uri="{FF2B5EF4-FFF2-40B4-BE49-F238E27FC236}">
                <a16:creationId xmlns:a16="http://schemas.microsoft.com/office/drawing/2014/main" id="{FC89316E-A941-4BEE-82CB-53A5F16AF8D5}"/>
              </a:ext>
            </a:extLst>
          </p:cNvPr>
          <p:cNvSpPr>
            <a:spLocks noChangeArrowheads="1"/>
          </p:cNvSpPr>
          <p:nvPr/>
        </p:nvSpPr>
        <p:spPr bwMode="auto">
          <a:xfrm>
            <a:off x="3276600" y="3505200"/>
            <a:ext cx="381000" cy="304800"/>
          </a:xfrm>
          <a:prstGeom prst="rect">
            <a:avLst/>
          </a:prstGeom>
          <a:solidFill>
            <a:srgbClr val="FFFF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7844" name="Rectangle 173">
            <a:extLst>
              <a:ext uri="{FF2B5EF4-FFF2-40B4-BE49-F238E27FC236}">
                <a16:creationId xmlns:a16="http://schemas.microsoft.com/office/drawing/2014/main" id="{44EACB17-2AA0-406A-BEE4-B063B181E097}"/>
              </a:ext>
            </a:extLst>
          </p:cNvPr>
          <p:cNvSpPr>
            <a:spLocks noChangeArrowheads="1"/>
          </p:cNvSpPr>
          <p:nvPr/>
        </p:nvSpPr>
        <p:spPr bwMode="auto">
          <a:xfrm>
            <a:off x="4953000" y="3505200"/>
            <a:ext cx="381000" cy="304800"/>
          </a:xfrm>
          <a:prstGeom prst="rect">
            <a:avLst/>
          </a:prstGeom>
          <a:solidFill>
            <a:srgbClr val="FFFF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7845" name="Rectangle 174">
            <a:extLst>
              <a:ext uri="{FF2B5EF4-FFF2-40B4-BE49-F238E27FC236}">
                <a16:creationId xmlns:a16="http://schemas.microsoft.com/office/drawing/2014/main" id="{87B3768D-19B2-4325-8B45-223FF67EC97C}"/>
              </a:ext>
            </a:extLst>
          </p:cNvPr>
          <p:cNvSpPr>
            <a:spLocks noChangeArrowheads="1"/>
          </p:cNvSpPr>
          <p:nvPr/>
        </p:nvSpPr>
        <p:spPr bwMode="auto">
          <a:xfrm>
            <a:off x="4495800" y="3124200"/>
            <a:ext cx="4572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7846" name="Rectangle 176">
            <a:extLst>
              <a:ext uri="{FF2B5EF4-FFF2-40B4-BE49-F238E27FC236}">
                <a16:creationId xmlns:a16="http://schemas.microsoft.com/office/drawing/2014/main" id="{088D68CB-4E3D-4277-8F49-3996F525837B}"/>
              </a:ext>
            </a:extLst>
          </p:cNvPr>
          <p:cNvSpPr>
            <a:spLocks noChangeArrowheads="1"/>
          </p:cNvSpPr>
          <p:nvPr/>
        </p:nvSpPr>
        <p:spPr bwMode="auto">
          <a:xfrm>
            <a:off x="5638800" y="3505200"/>
            <a:ext cx="381000" cy="304800"/>
          </a:xfrm>
          <a:prstGeom prst="rect">
            <a:avLst/>
          </a:prstGeom>
          <a:solidFill>
            <a:srgbClr val="FFFF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7847" name="Rectangle 178">
            <a:extLst>
              <a:ext uri="{FF2B5EF4-FFF2-40B4-BE49-F238E27FC236}">
                <a16:creationId xmlns:a16="http://schemas.microsoft.com/office/drawing/2014/main" id="{6A3F4DDA-48BD-431F-8A61-B1514FA82FEF}"/>
              </a:ext>
            </a:extLst>
          </p:cNvPr>
          <p:cNvSpPr>
            <a:spLocks noChangeArrowheads="1"/>
          </p:cNvSpPr>
          <p:nvPr/>
        </p:nvSpPr>
        <p:spPr bwMode="auto">
          <a:xfrm>
            <a:off x="6477000" y="3505200"/>
            <a:ext cx="381000" cy="304800"/>
          </a:xfrm>
          <a:prstGeom prst="rect">
            <a:avLst/>
          </a:prstGeom>
          <a:solidFill>
            <a:srgbClr val="FFFF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7848" name="TextBox 179">
            <a:extLst>
              <a:ext uri="{FF2B5EF4-FFF2-40B4-BE49-F238E27FC236}">
                <a16:creationId xmlns:a16="http://schemas.microsoft.com/office/drawing/2014/main" id="{E4C58451-EDA5-4F96-8A24-AD727B55D215}"/>
              </a:ext>
            </a:extLst>
          </p:cNvPr>
          <p:cNvSpPr txBox="1">
            <a:spLocks noChangeArrowheads="1"/>
          </p:cNvSpPr>
          <p:nvPr/>
        </p:nvSpPr>
        <p:spPr bwMode="auto">
          <a:xfrm>
            <a:off x="2971800" y="1676400"/>
            <a:ext cx="2873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4</a:t>
            </a:r>
          </a:p>
        </p:txBody>
      </p:sp>
      <p:sp>
        <p:nvSpPr>
          <p:cNvPr id="77849" name="TextBox 180">
            <a:extLst>
              <a:ext uri="{FF2B5EF4-FFF2-40B4-BE49-F238E27FC236}">
                <a16:creationId xmlns:a16="http://schemas.microsoft.com/office/drawing/2014/main" id="{8597A4A8-8E0D-4859-B291-40DBB435D650}"/>
              </a:ext>
            </a:extLst>
          </p:cNvPr>
          <p:cNvSpPr txBox="1">
            <a:spLocks noChangeArrowheads="1"/>
          </p:cNvSpPr>
          <p:nvPr/>
        </p:nvSpPr>
        <p:spPr bwMode="auto">
          <a:xfrm>
            <a:off x="3733800" y="2209800"/>
            <a:ext cx="2873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6</a:t>
            </a:r>
          </a:p>
        </p:txBody>
      </p:sp>
      <p:sp>
        <p:nvSpPr>
          <p:cNvPr id="77850" name="TextBox 181">
            <a:extLst>
              <a:ext uri="{FF2B5EF4-FFF2-40B4-BE49-F238E27FC236}">
                <a16:creationId xmlns:a16="http://schemas.microsoft.com/office/drawing/2014/main" id="{F9F149C6-5DE4-4043-8947-05D936E99D23}"/>
              </a:ext>
            </a:extLst>
          </p:cNvPr>
          <p:cNvSpPr txBox="1">
            <a:spLocks noChangeArrowheads="1"/>
          </p:cNvSpPr>
          <p:nvPr/>
        </p:nvSpPr>
        <p:spPr bwMode="auto">
          <a:xfrm>
            <a:off x="5334000" y="2209800"/>
            <a:ext cx="2873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4</a:t>
            </a:r>
          </a:p>
        </p:txBody>
      </p:sp>
      <p:sp>
        <p:nvSpPr>
          <p:cNvPr id="77851" name="Rectangle 182">
            <a:extLst>
              <a:ext uri="{FF2B5EF4-FFF2-40B4-BE49-F238E27FC236}">
                <a16:creationId xmlns:a16="http://schemas.microsoft.com/office/drawing/2014/main" id="{87FC72BF-5A05-46EB-BB93-503A945C0E93}"/>
              </a:ext>
            </a:extLst>
          </p:cNvPr>
          <p:cNvSpPr>
            <a:spLocks noChangeArrowheads="1"/>
          </p:cNvSpPr>
          <p:nvPr/>
        </p:nvSpPr>
        <p:spPr bwMode="auto">
          <a:xfrm>
            <a:off x="5638800" y="2514600"/>
            <a:ext cx="1524000" cy="304800"/>
          </a:xfrm>
          <a:prstGeom prst="rect">
            <a:avLst/>
          </a:prstGeom>
          <a:pattFill prst="openDmnd">
            <a:fgClr>
              <a:schemeClr val="tx1"/>
            </a:fgClr>
            <a:bgClr>
              <a:srgbClr val="FFFFFF"/>
            </a:bgClr>
          </a:patt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7852" name="Rectangle 183">
            <a:extLst>
              <a:ext uri="{FF2B5EF4-FFF2-40B4-BE49-F238E27FC236}">
                <a16:creationId xmlns:a16="http://schemas.microsoft.com/office/drawing/2014/main" id="{85749C6A-8AB2-440C-8249-A493BF399332}"/>
              </a:ext>
            </a:extLst>
          </p:cNvPr>
          <p:cNvSpPr>
            <a:spLocks noChangeArrowheads="1"/>
          </p:cNvSpPr>
          <p:nvPr/>
        </p:nvSpPr>
        <p:spPr bwMode="auto">
          <a:xfrm>
            <a:off x="6858000" y="1981200"/>
            <a:ext cx="4572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7853" name="Rectangle 185">
            <a:extLst>
              <a:ext uri="{FF2B5EF4-FFF2-40B4-BE49-F238E27FC236}">
                <a16:creationId xmlns:a16="http://schemas.microsoft.com/office/drawing/2014/main" id="{E08E244C-F8AB-4C89-B6C6-33167299F54F}"/>
              </a:ext>
            </a:extLst>
          </p:cNvPr>
          <p:cNvSpPr>
            <a:spLocks noChangeArrowheads="1"/>
          </p:cNvSpPr>
          <p:nvPr/>
        </p:nvSpPr>
        <p:spPr bwMode="auto">
          <a:xfrm>
            <a:off x="7315200" y="3505200"/>
            <a:ext cx="381000" cy="304800"/>
          </a:xfrm>
          <a:prstGeom prst="rect">
            <a:avLst/>
          </a:prstGeom>
          <a:solidFill>
            <a:srgbClr val="FFFF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7854" name="Rectangle 186">
            <a:extLst>
              <a:ext uri="{FF2B5EF4-FFF2-40B4-BE49-F238E27FC236}">
                <a16:creationId xmlns:a16="http://schemas.microsoft.com/office/drawing/2014/main" id="{F41C5A5B-E24A-42B9-BB5D-6F7A10266AC8}"/>
              </a:ext>
            </a:extLst>
          </p:cNvPr>
          <p:cNvSpPr>
            <a:spLocks noChangeArrowheads="1"/>
          </p:cNvSpPr>
          <p:nvPr/>
        </p:nvSpPr>
        <p:spPr bwMode="auto">
          <a:xfrm>
            <a:off x="7696200" y="3124200"/>
            <a:ext cx="3048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188" name="Rectangle 187">
            <a:extLst>
              <a:ext uri="{FF2B5EF4-FFF2-40B4-BE49-F238E27FC236}">
                <a16:creationId xmlns:a16="http://schemas.microsoft.com/office/drawing/2014/main" id="{C0393D70-5C67-462D-BAD2-73BB20A6EFDD}"/>
              </a:ext>
            </a:extLst>
          </p:cNvPr>
          <p:cNvSpPr/>
          <p:nvPr/>
        </p:nvSpPr>
        <p:spPr bwMode="auto">
          <a:xfrm>
            <a:off x="6477000" y="3124200"/>
            <a:ext cx="12192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189" name="Rectangle 188">
            <a:extLst>
              <a:ext uri="{FF2B5EF4-FFF2-40B4-BE49-F238E27FC236}">
                <a16:creationId xmlns:a16="http://schemas.microsoft.com/office/drawing/2014/main" id="{72415483-1D0B-4AC7-8B94-5294A6BC36B0}"/>
              </a:ext>
            </a:extLst>
          </p:cNvPr>
          <p:cNvSpPr/>
          <p:nvPr/>
        </p:nvSpPr>
        <p:spPr bwMode="auto">
          <a:xfrm>
            <a:off x="7162800" y="2514600"/>
            <a:ext cx="9906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77857" name="Rectangle 192">
            <a:extLst>
              <a:ext uri="{FF2B5EF4-FFF2-40B4-BE49-F238E27FC236}">
                <a16:creationId xmlns:a16="http://schemas.microsoft.com/office/drawing/2014/main" id="{BA44FCD9-B5E8-450E-8E63-90D53D26F7A0}"/>
              </a:ext>
            </a:extLst>
          </p:cNvPr>
          <p:cNvSpPr>
            <a:spLocks noChangeArrowheads="1"/>
          </p:cNvSpPr>
          <p:nvPr/>
        </p:nvSpPr>
        <p:spPr bwMode="auto">
          <a:xfrm>
            <a:off x="3048000" y="4876800"/>
            <a:ext cx="990600" cy="304800"/>
          </a:xfrm>
          <a:prstGeom prst="rect">
            <a:avLst/>
          </a:prstGeom>
          <a:solidFill>
            <a:srgbClr val="FFFF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Dispatcher</a:t>
            </a:r>
          </a:p>
        </p:txBody>
      </p:sp>
      <p:sp>
        <p:nvSpPr>
          <p:cNvPr id="77858" name="TextBox 193">
            <a:extLst>
              <a:ext uri="{FF2B5EF4-FFF2-40B4-BE49-F238E27FC236}">
                <a16:creationId xmlns:a16="http://schemas.microsoft.com/office/drawing/2014/main" id="{561F59C8-64B2-4C17-BD86-07DC69443A9E}"/>
              </a:ext>
            </a:extLst>
          </p:cNvPr>
          <p:cNvSpPr txBox="1">
            <a:spLocks noChangeArrowheads="1"/>
          </p:cNvSpPr>
          <p:nvPr/>
        </p:nvSpPr>
        <p:spPr bwMode="auto">
          <a:xfrm>
            <a:off x="7010400" y="1676400"/>
            <a:ext cx="2873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6</a:t>
            </a:r>
          </a:p>
        </p:txBody>
      </p:sp>
      <p:sp>
        <p:nvSpPr>
          <p:cNvPr id="77859" name="TextBox 194">
            <a:extLst>
              <a:ext uri="{FF2B5EF4-FFF2-40B4-BE49-F238E27FC236}">
                <a16:creationId xmlns:a16="http://schemas.microsoft.com/office/drawing/2014/main" id="{DFA6A7F5-A636-4664-9FBF-57B1D3C96D04}"/>
              </a:ext>
            </a:extLst>
          </p:cNvPr>
          <p:cNvSpPr txBox="1">
            <a:spLocks noChangeArrowheads="1"/>
          </p:cNvSpPr>
          <p:nvPr/>
        </p:nvSpPr>
        <p:spPr bwMode="auto">
          <a:xfrm>
            <a:off x="4572000" y="2743200"/>
            <a:ext cx="2873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6</a:t>
            </a:r>
          </a:p>
        </p:txBody>
      </p:sp>
      <p:sp>
        <p:nvSpPr>
          <p:cNvPr id="77860" name="TextBox 195">
            <a:extLst>
              <a:ext uri="{FF2B5EF4-FFF2-40B4-BE49-F238E27FC236}">
                <a16:creationId xmlns:a16="http://schemas.microsoft.com/office/drawing/2014/main" id="{284FC773-BB80-4C41-92C4-FAD9D1BD408F}"/>
              </a:ext>
            </a:extLst>
          </p:cNvPr>
          <p:cNvSpPr txBox="1">
            <a:spLocks noChangeArrowheads="1"/>
          </p:cNvSpPr>
          <p:nvPr/>
        </p:nvSpPr>
        <p:spPr bwMode="auto">
          <a:xfrm>
            <a:off x="6172200" y="2743200"/>
            <a:ext cx="2873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6</a:t>
            </a:r>
          </a:p>
        </p:txBody>
      </p:sp>
      <p:sp>
        <p:nvSpPr>
          <p:cNvPr id="77861" name="TextBox 196">
            <a:extLst>
              <a:ext uri="{FF2B5EF4-FFF2-40B4-BE49-F238E27FC236}">
                <a16:creationId xmlns:a16="http://schemas.microsoft.com/office/drawing/2014/main" id="{D62CC486-FBF0-4265-A362-58F284F0F4BB}"/>
              </a:ext>
            </a:extLst>
          </p:cNvPr>
          <p:cNvSpPr txBox="1">
            <a:spLocks noChangeArrowheads="1"/>
          </p:cNvSpPr>
          <p:nvPr/>
        </p:nvSpPr>
        <p:spPr bwMode="auto">
          <a:xfrm>
            <a:off x="7866063" y="2743200"/>
            <a:ext cx="2873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4</a:t>
            </a:r>
          </a:p>
        </p:txBody>
      </p:sp>
      <p:sp>
        <p:nvSpPr>
          <p:cNvPr id="77862" name="TextBox 197">
            <a:extLst>
              <a:ext uri="{FF2B5EF4-FFF2-40B4-BE49-F238E27FC236}">
                <a16:creationId xmlns:a16="http://schemas.microsoft.com/office/drawing/2014/main" id="{7E38B4D3-CEA7-44E0-96C2-39113F71AAF2}"/>
              </a:ext>
            </a:extLst>
          </p:cNvPr>
          <p:cNvSpPr txBox="1">
            <a:spLocks noChangeArrowheads="1"/>
          </p:cNvSpPr>
          <p:nvPr/>
        </p:nvSpPr>
        <p:spPr bwMode="auto">
          <a:xfrm>
            <a:off x="1447800" y="1219200"/>
            <a:ext cx="1054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Answer:</a:t>
            </a:r>
          </a:p>
        </p:txBody>
      </p:sp>
      <p:sp>
        <p:nvSpPr>
          <p:cNvPr id="77863" name="Rectangle 198">
            <a:extLst>
              <a:ext uri="{FF2B5EF4-FFF2-40B4-BE49-F238E27FC236}">
                <a16:creationId xmlns:a16="http://schemas.microsoft.com/office/drawing/2014/main" id="{F2D7D156-CBA8-491B-9BCC-EA592EF9C8DE}"/>
              </a:ext>
            </a:extLst>
          </p:cNvPr>
          <p:cNvSpPr>
            <a:spLocks noChangeArrowheads="1"/>
          </p:cNvSpPr>
          <p:nvPr/>
        </p:nvSpPr>
        <p:spPr bwMode="auto">
          <a:xfrm>
            <a:off x="2973388" y="5410200"/>
            <a:ext cx="4572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200" name="Rectangle 199">
            <a:extLst>
              <a:ext uri="{FF2B5EF4-FFF2-40B4-BE49-F238E27FC236}">
                <a16:creationId xmlns:a16="http://schemas.microsoft.com/office/drawing/2014/main" id="{60970E1F-FE0E-4D49-9D90-6BCFAD766735}"/>
              </a:ext>
            </a:extLst>
          </p:cNvPr>
          <p:cNvSpPr/>
          <p:nvPr/>
        </p:nvSpPr>
        <p:spPr bwMode="auto">
          <a:xfrm>
            <a:off x="4573588" y="5410200"/>
            <a:ext cx="4572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77865" name="Rectangle 200">
            <a:extLst>
              <a:ext uri="{FF2B5EF4-FFF2-40B4-BE49-F238E27FC236}">
                <a16:creationId xmlns:a16="http://schemas.microsoft.com/office/drawing/2014/main" id="{8E8D7D09-D025-4039-B963-35FCC41D453A}"/>
              </a:ext>
            </a:extLst>
          </p:cNvPr>
          <p:cNvSpPr>
            <a:spLocks noChangeArrowheads="1"/>
          </p:cNvSpPr>
          <p:nvPr/>
        </p:nvSpPr>
        <p:spPr bwMode="auto">
          <a:xfrm>
            <a:off x="6097588" y="5410200"/>
            <a:ext cx="457200" cy="304800"/>
          </a:xfrm>
          <a:prstGeom prst="rect">
            <a:avLst/>
          </a:prstGeom>
          <a:pattFill prst="openDmnd">
            <a:fgClr>
              <a:schemeClr val="tx1"/>
            </a:fgClr>
            <a:bgClr>
              <a:srgbClr val="FFFFFF"/>
            </a:bgClr>
          </a:patt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7866" name="TextBox 201">
            <a:extLst>
              <a:ext uri="{FF2B5EF4-FFF2-40B4-BE49-F238E27FC236}">
                <a16:creationId xmlns:a16="http://schemas.microsoft.com/office/drawing/2014/main" id="{461FCD8D-7BF4-44CF-ABD2-730EA67DE42C}"/>
              </a:ext>
            </a:extLst>
          </p:cNvPr>
          <p:cNvSpPr txBox="1">
            <a:spLocks noChangeArrowheads="1"/>
          </p:cNvSpPr>
          <p:nvPr/>
        </p:nvSpPr>
        <p:spPr bwMode="auto">
          <a:xfrm>
            <a:off x="3429000" y="5410200"/>
            <a:ext cx="8397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 Running</a:t>
            </a:r>
          </a:p>
        </p:txBody>
      </p:sp>
      <p:sp>
        <p:nvSpPr>
          <p:cNvPr id="77867" name="TextBox 202">
            <a:extLst>
              <a:ext uri="{FF2B5EF4-FFF2-40B4-BE49-F238E27FC236}">
                <a16:creationId xmlns:a16="http://schemas.microsoft.com/office/drawing/2014/main" id="{8BD5B969-1549-4FBF-BD1D-4EF958336DFA}"/>
              </a:ext>
            </a:extLst>
          </p:cNvPr>
          <p:cNvSpPr txBox="1">
            <a:spLocks noChangeArrowheads="1"/>
          </p:cNvSpPr>
          <p:nvPr/>
        </p:nvSpPr>
        <p:spPr bwMode="auto">
          <a:xfrm>
            <a:off x="5029200" y="5410200"/>
            <a:ext cx="711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 Ready</a:t>
            </a:r>
          </a:p>
        </p:txBody>
      </p:sp>
      <p:sp>
        <p:nvSpPr>
          <p:cNvPr id="77868" name="TextBox 203">
            <a:extLst>
              <a:ext uri="{FF2B5EF4-FFF2-40B4-BE49-F238E27FC236}">
                <a16:creationId xmlns:a16="http://schemas.microsoft.com/office/drawing/2014/main" id="{6F3D4BEC-97A8-4561-A67A-BC6556961E93}"/>
              </a:ext>
            </a:extLst>
          </p:cNvPr>
          <p:cNvSpPr txBox="1">
            <a:spLocks noChangeArrowheads="1"/>
          </p:cNvSpPr>
          <p:nvPr/>
        </p:nvSpPr>
        <p:spPr bwMode="auto">
          <a:xfrm>
            <a:off x="6553200" y="5410200"/>
            <a:ext cx="8255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 Blocked</a:t>
            </a:r>
          </a:p>
        </p:txBody>
      </p:sp>
    </p:spTree>
    <p:extLst>
      <p:ext uri="{BB962C8B-B14F-4D97-AF65-F5344CB8AC3E}">
        <p14:creationId xmlns:p14="http://schemas.microsoft.com/office/powerpoint/2010/main" val="491772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 name="Rectangle 184">
            <a:extLst>
              <a:ext uri="{FF2B5EF4-FFF2-40B4-BE49-F238E27FC236}">
                <a16:creationId xmlns:a16="http://schemas.microsoft.com/office/drawing/2014/main" id="{F7BB3B97-1D39-4E55-BBEC-5071E42EE191}"/>
              </a:ext>
            </a:extLst>
          </p:cNvPr>
          <p:cNvSpPr/>
          <p:nvPr/>
        </p:nvSpPr>
        <p:spPr bwMode="auto">
          <a:xfrm>
            <a:off x="7315200" y="1905000"/>
            <a:ext cx="8382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176" name="Rectangle 175">
            <a:extLst>
              <a:ext uri="{FF2B5EF4-FFF2-40B4-BE49-F238E27FC236}">
                <a16:creationId xmlns:a16="http://schemas.microsoft.com/office/drawing/2014/main" id="{E737F5A0-59E8-45C7-9F4F-BAA230C77D8C}"/>
              </a:ext>
            </a:extLst>
          </p:cNvPr>
          <p:cNvSpPr/>
          <p:nvPr/>
        </p:nvSpPr>
        <p:spPr bwMode="auto">
          <a:xfrm>
            <a:off x="2971800" y="2514600"/>
            <a:ext cx="6858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78852" name="Slide Number Placeholder 2">
            <a:extLst>
              <a:ext uri="{FF2B5EF4-FFF2-40B4-BE49-F238E27FC236}">
                <a16:creationId xmlns:a16="http://schemas.microsoft.com/office/drawing/2014/main" id="{7341497B-B019-4C4E-A321-76109EFDBD1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A0E9A8C-9740-436E-BB4C-C2BD65B64B26}" type="slidenum">
              <a:rPr kumimoji="0" lang="en-US" altLang="en-US"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0" lang="en-US" altLang="en-US"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Rectangle 3">
            <a:extLst>
              <a:ext uri="{FF2B5EF4-FFF2-40B4-BE49-F238E27FC236}">
                <a16:creationId xmlns:a16="http://schemas.microsoft.com/office/drawing/2014/main" id="{17301A5C-5F07-4F13-A954-A9352BCE7F79}"/>
              </a:ext>
            </a:extLst>
          </p:cNvPr>
          <p:cNvSpPr/>
          <p:nvPr/>
        </p:nvSpPr>
        <p:spPr bwMode="auto">
          <a:xfrm>
            <a:off x="5562600" y="1905000"/>
            <a:ext cx="12954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5" name="Rectangle 4">
            <a:extLst>
              <a:ext uri="{FF2B5EF4-FFF2-40B4-BE49-F238E27FC236}">
                <a16:creationId xmlns:a16="http://schemas.microsoft.com/office/drawing/2014/main" id="{94385A12-0797-442A-AB1E-27539ADB16EC}"/>
              </a:ext>
            </a:extLst>
          </p:cNvPr>
          <p:cNvSpPr/>
          <p:nvPr/>
        </p:nvSpPr>
        <p:spPr bwMode="auto">
          <a:xfrm>
            <a:off x="2971800" y="3124200"/>
            <a:ext cx="15240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6" name="Rectangle 5">
            <a:extLst>
              <a:ext uri="{FF2B5EF4-FFF2-40B4-BE49-F238E27FC236}">
                <a16:creationId xmlns:a16="http://schemas.microsoft.com/office/drawing/2014/main" id="{A8E61A88-E373-4A39-A8D6-72DCE934BB0A}"/>
              </a:ext>
            </a:extLst>
          </p:cNvPr>
          <p:cNvSpPr/>
          <p:nvPr/>
        </p:nvSpPr>
        <p:spPr bwMode="auto">
          <a:xfrm>
            <a:off x="4114800" y="2514600"/>
            <a:ext cx="12192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7" name="Rectangle 6">
            <a:extLst>
              <a:ext uri="{FF2B5EF4-FFF2-40B4-BE49-F238E27FC236}">
                <a16:creationId xmlns:a16="http://schemas.microsoft.com/office/drawing/2014/main" id="{1C1AC081-A337-411E-8C48-ADE661123D17}"/>
              </a:ext>
            </a:extLst>
          </p:cNvPr>
          <p:cNvSpPr/>
          <p:nvPr/>
        </p:nvSpPr>
        <p:spPr bwMode="auto">
          <a:xfrm>
            <a:off x="4953000" y="3124200"/>
            <a:ext cx="10668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78857" name="Rectangle 7">
            <a:extLst>
              <a:ext uri="{FF2B5EF4-FFF2-40B4-BE49-F238E27FC236}">
                <a16:creationId xmlns:a16="http://schemas.microsoft.com/office/drawing/2014/main" id="{154D3985-DDB7-40DF-857D-874E9F9BF86A}"/>
              </a:ext>
            </a:extLst>
          </p:cNvPr>
          <p:cNvSpPr>
            <a:spLocks noChangeArrowheads="1"/>
          </p:cNvSpPr>
          <p:nvPr/>
        </p:nvSpPr>
        <p:spPr bwMode="auto">
          <a:xfrm>
            <a:off x="2971800" y="1905000"/>
            <a:ext cx="3048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8858" name="Rectangle 8">
            <a:extLst>
              <a:ext uri="{FF2B5EF4-FFF2-40B4-BE49-F238E27FC236}">
                <a16:creationId xmlns:a16="http://schemas.microsoft.com/office/drawing/2014/main" id="{F3D73FC4-AB10-43A6-9058-9DA34DD5E414}"/>
              </a:ext>
            </a:extLst>
          </p:cNvPr>
          <p:cNvSpPr>
            <a:spLocks noChangeArrowheads="1"/>
          </p:cNvSpPr>
          <p:nvPr/>
        </p:nvSpPr>
        <p:spPr bwMode="auto">
          <a:xfrm>
            <a:off x="3657600" y="2514600"/>
            <a:ext cx="4572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8859" name="Rectangle 9">
            <a:extLst>
              <a:ext uri="{FF2B5EF4-FFF2-40B4-BE49-F238E27FC236}">
                <a16:creationId xmlns:a16="http://schemas.microsoft.com/office/drawing/2014/main" id="{B5A55EC0-5528-4E60-967F-3A8FE80F6CBD}"/>
              </a:ext>
            </a:extLst>
          </p:cNvPr>
          <p:cNvSpPr>
            <a:spLocks noChangeArrowheads="1"/>
          </p:cNvSpPr>
          <p:nvPr/>
        </p:nvSpPr>
        <p:spPr bwMode="auto">
          <a:xfrm>
            <a:off x="5334000" y="2514600"/>
            <a:ext cx="3048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8860" name="Rectangle 10">
            <a:extLst>
              <a:ext uri="{FF2B5EF4-FFF2-40B4-BE49-F238E27FC236}">
                <a16:creationId xmlns:a16="http://schemas.microsoft.com/office/drawing/2014/main" id="{EE86615E-9CB4-43F0-884C-F54413327F15}"/>
              </a:ext>
            </a:extLst>
          </p:cNvPr>
          <p:cNvSpPr>
            <a:spLocks noChangeArrowheads="1"/>
          </p:cNvSpPr>
          <p:nvPr/>
        </p:nvSpPr>
        <p:spPr bwMode="auto">
          <a:xfrm>
            <a:off x="6019800" y="3124200"/>
            <a:ext cx="4572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8861" name="Rectangle 11">
            <a:extLst>
              <a:ext uri="{FF2B5EF4-FFF2-40B4-BE49-F238E27FC236}">
                <a16:creationId xmlns:a16="http://schemas.microsoft.com/office/drawing/2014/main" id="{A072637F-792C-4DFD-96BB-E60DADE78222}"/>
              </a:ext>
            </a:extLst>
          </p:cNvPr>
          <p:cNvSpPr>
            <a:spLocks noChangeArrowheads="1"/>
          </p:cNvSpPr>
          <p:nvPr/>
        </p:nvSpPr>
        <p:spPr bwMode="auto">
          <a:xfrm>
            <a:off x="3276600" y="1905000"/>
            <a:ext cx="2286000" cy="304800"/>
          </a:xfrm>
          <a:prstGeom prst="rect">
            <a:avLst/>
          </a:prstGeom>
          <a:pattFill prst="openDmnd">
            <a:fgClr>
              <a:schemeClr val="tx1"/>
            </a:fgClr>
            <a:bgClr>
              <a:srgbClr val="FFFFFF"/>
            </a:bgClr>
          </a:patt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8862" name="TextBox 12">
            <a:extLst>
              <a:ext uri="{FF2B5EF4-FFF2-40B4-BE49-F238E27FC236}">
                <a16:creationId xmlns:a16="http://schemas.microsoft.com/office/drawing/2014/main" id="{80F40A67-B913-4EE6-B079-F215C058DADF}"/>
              </a:ext>
            </a:extLst>
          </p:cNvPr>
          <p:cNvSpPr txBox="1">
            <a:spLocks noChangeArrowheads="1"/>
          </p:cNvSpPr>
          <p:nvPr/>
        </p:nvSpPr>
        <p:spPr bwMode="auto">
          <a:xfrm>
            <a:off x="1524000" y="1828800"/>
            <a:ext cx="99218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Process A</a:t>
            </a:r>
          </a:p>
        </p:txBody>
      </p:sp>
      <p:sp>
        <p:nvSpPr>
          <p:cNvPr id="78863" name="TextBox 13">
            <a:extLst>
              <a:ext uri="{FF2B5EF4-FFF2-40B4-BE49-F238E27FC236}">
                <a16:creationId xmlns:a16="http://schemas.microsoft.com/office/drawing/2014/main" id="{ACC42C8F-5A23-4544-A445-CCC93F20B179}"/>
              </a:ext>
            </a:extLst>
          </p:cNvPr>
          <p:cNvSpPr txBox="1">
            <a:spLocks noChangeArrowheads="1"/>
          </p:cNvSpPr>
          <p:nvPr/>
        </p:nvSpPr>
        <p:spPr bwMode="auto">
          <a:xfrm>
            <a:off x="1524000" y="2481263"/>
            <a:ext cx="10001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Process B</a:t>
            </a:r>
          </a:p>
        </p:txBody>
      </p:sp>
      <p:sp>
        <p:nvSpPr>
          <p:cNvPr id="78864" name="TextBox 14">
            <a:extLst>
              <a:ext uri="{FF2B5EF4-FFF2-40B4-BE49-F238E27FC236}">
                <a16:creationId xmlns:a16="http://schemas.microsoft.com/office/drawing/2014/main" id="{17264173-FFF5-47E1-9005-895BA2219D24}"/>
              </a:ext>
            </a:extLst>
          </p:cNvPr>
          <p:cNvSpPr txBox="1">
            <a:spLocks noChangeArrowheads="1"/>
          </p:cNvSpPr>
          <p:nvPr/>
        </p:nvSpPr>
        <p:spPr bwMode="auto">
          <a:xfrm>
            <a:off x="1524000" y="3090863"/>
            <a:ext cx="10001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Process C</a:t>
            </a:r>
          </a:p>
        </p:txBody>
      </p:sp>
      <p:sp>
        <p:nvSpPr>
          <p:cNvPr id="78865" name="Rectangle 18">
            <a:extLst>
              <a:ext uri="{FF2B5EF4-FFF2-40B4-BE49-F238E27FC236}">
                <a16:creationId xmlns:a16="http://schemas.microsoft.com/office/drawing/2014/main" id="{F9177359-82DF-46A7-ADEC-0B19F6374347}"/>
              </a:ext>
            </a:extLst>
          </p:cNvPr>
          <p:cNvSpPr>
            <a:spLocks noChangeArrowheads="1"/>
          </p:cNvSpPr>
          <p:nvPr/>
        </p:nvSpPr>
        <p:spPr bwMode="auto">
          <a:xfrm>
            <a:off x="4114800" y="3733800"/>
            <a:ext cx="3810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grpSp>
        <p:nvGrpSpPr>
          <p:cNvPr id="78866" name="Group 191">
            <a:extLst>
              <a:ext uri="{FF2B5EF4-FFF2-40B4-BE49-F238E27FC236}">
                <a16:creationId xmlns:a16="http://schemas.microsoft.com/office/drawing/2014/main" id="{C19BD054-D204-4BFE-98B2-D76197C502F6}"/>
              </a:ext>
            </a:extLst>
          </p:cNvPr>
          <p:cNvGrpSpPr>
            <a:grpSpLocks/>
          </p:cNvGrpSpPr>
          <p:nvPr/>
        </p:nvGrpSpPr>
        <p:grpSpPr bwMode="auto">
          <a:xfrm>
            <a:off x="2819400" y="4295775"/>
            <a:ext cx="5715000" cy="504825"/>
            <a:chOff x="2819400" y="3810000"/>
            <a:chExt cx="5715000" cy="505599"/>
          </a:xfrm>
        </p:grpSpPr>
        <p:cxnSp>
          <p:nvCxnSpPr>
            <p:cNvPr id="78901" name="Straight Connector 20">
              <a:extLst>
                <a:ext uri="{FF2B5EF4-FFF2-40B4-BE49-F238E27FC236}">
                  <a16:creationId xmlns:a16="http://schemas.microsoft.com/office/drawing/2014/main" id="{4A735C27-48A0-40C1-B24B-E39917B5F9E7}"/>
                </a:ext>
              </a:extLst>
            </p:cNvPr>
            <p:cNvCxnSpPr>
              <a:cxnSpLocks noChangeShapeType="1"/>
            </p:cNvCxnSpPr>
            <p:nvPr/>
          </p:nvCxnSpPr>
          <p:spPr bwMode="auto">
            <a:xfrm>
              <a:off x="2971800" y="4038600"/>
              <a:ext cx="53340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02" name="Straight Connector 22">
              <a:extLst>
                <a:ext uri="{FF2B5EF4-FFF2-40B4-BE49-F238E27FC236}">
                  <a16:creationId xmlns:a16="http://schemas.microsoft.com/office/drawing/2014/main" id="{6D3C4D79-A815-48F9-B1C2-7D149A1E5F6F}"/>
                </a:ext>
              </a:extLst>
            </p:cNvPr>
            <p:cNvCxnSpPr>
              <a:cxnSpLocks noChangeShapeType="1"/>
            </p:cNvCxnSpPr>
            <p:nvPr/>
          </p:nvCxnSpPr>
          <p:spPr bwMode="auto">
            <a:xfrm>
              <a:off x="2971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03" name="Straight Connector 28">
              <a:extLst>
                <a:ext uri="{FF2B5EF4-FFF2-40B4-BE49-F238E27FC236}">
                  <a16:creationId xmlns:a16="http://schemas.microsoft.com/office/drawing/2014/main" id="{AC3534E1-8E7E-4F20-BCB4-616DADE8A163}"/>
                </a:ext>
              </a:extLst>
            </p:cNvPr>
            <p:cNvCxnSpPr>
              <a:cxnSpLocks noChangeShapeType="1"/>
            </p:cNvCxnSpPr>
            <p:nvPr/>
          </p:nvCxnSpPr>
          <p:spPr bwMode="auto">
            <a:xfrm>
              <a:off x="3352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04" name="Straight Connector 33">
              <a:extLst>
                <a:ext uri="{FF2B5EF4-FFF2-40B4-BE49-F238E27FC236}">
                  <a16:creationId xmlns:a16="http://schemas.microsoft.com/office/drawing/2014/main" id="{AFDF8089-8238-4205-B364-83C4A4B6AE89}"/>
                </a:ext>
              </a:extLst>
            </p:cNvPr>
            <p:cNvCxnSpPr>
              <a:cxnSpLocks noChangeShapeType="1"/>
            </p:cNvCxnSpPr>
            <p:nvPr/>
          </p:nvCxnSpPr>
          <p:spPr bwMode="auto">
            <a:xfrm>
              <a:off x="3733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05" name="Straight Connector 38">
              <a:extLst>
                <a:ext uri="{FF2B5EF4-FFF2-40B4-BE49-F238E27FC236}">
                  <a16:creationId xmlns:a16="http://schemas.microsoft.com/office/drawing/2014/main" id="{6CA47C6A-105E-42E1-BC55-45D282FCF9F2}"/>
                </a:ext>
              </a:extLst>
            </p:cNvPr>
            <p:cNvCxnSpPr>
              <a:cxnSpLocks noChangeShapeType="1"/>
            </p:cNvCxnSpPr>
            <p:nvPr/>
          </p:nvCxnSpPr>
          <p:spPr bwMode="auto">
            <a:xfrm>
              <a:off x="4114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06" name="Straight Connector 43">
              <a:extLst>
                <a:ext uri="{FF2B5EF4-FFF2-40B4-BE49-F238E27FC236}">
                  <a16:creationId xmlns:a16="http://schemas.microsoft.com/office/drawing/2014/main" id="{3A3AE345-50F0-4930-813A-E815A394EDB5}"/>
                </a:ext>
              </a:extLst>
            </p:cNvPr>
            <p:cNvCxnSpPr>
              <a:cxnSpLocks noChangeShapeType="1"/>
            </p:cNvCxnSpPr>
            <p:nvPr/>
          </p:nvCxnSpPr>
          <p:spPr bwMode="auto">
            <a:xfrm>
              <a:off x="4495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07" name="Straight Connector 48">
              <a:extLst>
                <a:ext uri="{FF2B5EF4-FFF2-40B4-BE49-F238E27FC236}">
                  <a16:creationId xmlns:a16="http://schemas.microsoft.com/office/drawing/2014/main" id="{8BDC8E7D-AAFC-4937-A866-9F9EF1E8FDEA}"/>
                </a:ext>
              </a:extLst>
            </p:cNvPr>
            <p:cNvCxnSpPr>
              <a:cxnSpLocks noChangeShapeType="1"/>
            </p:cNvCxnSpPr>
            <p:nvPr/>
          </p:nvCxnSpPr>
          <p:spPr bwMode="auto">
            <a:xfrm>
              <a:off x="4876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08" name="Straight Connector 53">
              <a:extLst>
                <a:ext uri="{FF2B5EF4-FFF2-40B4-BE49-F238E27FC236}">
                  <a16:creationId xmlns:a16="http://schemas.microsoft.com/office/drawing/2014/main" id="{41E72A15-039E-45A4-A9B6-8192E6C74E6E}"/>
                </a:ext>
              </a:extLst>
            </p:cNvPr>
            <p:cNvCxnSpPr>
              <a:cxnSpLocks noChangeShapeType="1"/>
            </p:cNvCxnSpPr>
            <p:nvPr/>
          </p:nvCxnSpPr>
          <p:spPr bwMode="auto">
            <a:xfrm>
              <a:off x="5257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09" name="Straight Connector 58">
              <a:extLst>
                <a:ext uri="{FF2B5EF4-FFF2-40B4-BE49-F238E27FC236}">
                  <a16:creationId xmlns:a16="http://schemas.microsoft.com/office/drawing/2014/main" id="{E71B328C-1459-46D5-AE7C-C189DAEFAAD4}"/>
                </a:ext>
              </a:extLst>
            </p:cNvPr>
            <p:cNvCxnSpPr>
              <a:cxnSpLocks noChangeShapeType="1"/>
            </p:cNvCxnSpPr>
            <p:nvPr/>
          </p:nvCxnSpPr>
          <p:spPr bwMode="auto">
            <a:xfrm>
              <a:off x="5638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nvGrpSpPr>
            <p:cNvPr id="78910" name="Group 128">
              <a:extLst>
                <a:ext uri="{FF2B5EF4-FFF2-40B4-BE49-F238E27FC236}">
                  <a16:creationId xmlns:a16="http://schemas.microsoft.com/office/drawing/2014/main" id="{27136E35-300B-43EA-9F3F-43957627E3DA}"/>
                </a:ext>
              </a:extLst>
            </p:cNvPr>
            <p:cNvGrpSpPr>
              <a:grpSpLocks/>
            </p:cNvGrpSpPr>
            <p:nvPr/>
          </p:nvGrpSpPr>
          <p:grpSpPr bwMode="auto">
            <a:xfrm>
              <a:off x="3048000" y="3962400"/>
              <a:ext cx="2895600" cy="76200"/>
              <a:chOff x="3048000" y="1447800"/>
              <a:chExt cx="2895600" cy="152400"/>
            </a:xfrm>
          </p:grpSpPr>
          <p:cxnSp>
            <p:nvCxnSpPr>
              <p:cNvPr id="78943" name="Straight Connector 23">
                <a:extLst>
                  <a:ext uri="{FF2B5EF4-FFF2-40B4-BE49-F238E27FC236}">
                    <a16:creationId xmlns:a16="http://schemas.microsoft.com/office/drawing/2014/main" id="{4F11F170-FF93-4079-A5BC-65C7FFD715BB}"/>
                  </a:ext>
                </a:extLst>
              </p:cNvPr>
              <p:cNvCxnSpPr>
                <a:cxnSpLocks noChangeShapeType="1"/>
              </p:cNvCxnSpPr>
              <p:nvPr/>
            </p:nvCxnSpPr>
            <p:spPr bwMode="auto">
              <a:xfrm>
                <a:off x="3048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44" name="Straight Connector 25">
                <a:extLst>
                  <a:ext uri="{FF2B5EF4-FFF2-40B4-BE49-F238E27FC236}">
                    <a16:creationId xmlns:a16="http://schemas.microsoft.com/office/drawing/2014/main" id="{D72D02D4-6CCB-4F61-9BAA-132AEB39AFD8}"/>
                  </a:ext>
                </a:extLst>
              </p:cNvPr>
              <p:cNvCxnSpPr>
                <a:cxnSpLocks noChangeShapeType="1"/>
              </p:cNvCxnSpPr>
              <p:nvPr/>
            </p:nvCxnSpPr>
            <p:spPr bwMode="auto">
              <a:xfrm>
                <a:off x="3124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45" name="Straight Connector 26">
                <a:extLst>
                  <a:ext uri="{FF2B5EF4-FFF2-40B4-BE49-F238E27FC236}">
                    <a16:creationId xmlns:a16="http://schemas.microsoft.com/office/drawing/2014/main" id="{B628DED5-3883-4FED-8701-738EA3743032}"/>
                  </a:ext>
                </a:extLst>
              </p:cNvPr>
              <p:cNvCxnSpPr>
                <a:cxnSpLocks noChangeShapeType="1"/>
              </p:cNvCxnSpPr>
              <p:nvPr/>
            </p:nvCxnSpPr>
            <p:spPr bwMode="auto">
              <a:xfrm>
                <a:off x="3200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46" name="Straight Connector 27">
                <a:extLst>
                  <a:ext uri="{FF2B5EF4-FFF2-40B4-BE49-F238E27FC236}">
                    <a16:creationId xmlns:a16="http://schemas.microsoft.com/office/drawing/2014/main" id="{D1E95C32-A38E-44D9-823A-6D33549F7627}"/>
                  </a:ext>
                </a:extLst>
              </p:cNvPr>
              <p:cNvCxnSpPr>
                <a:cxnSpLocks noChangeShapeType="1"/>
              </p:cNvCxnSpPr>
              <p:nvPr/>
            </p:nvCxnSpPr>
            <p:spPr bwMode="auto">
              <a:xfrm>
                <a:off x="3276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47" name="Straight Connector 29">
                <a:extLst>
                  <a:ext uri="{FF2B5EF4-FFF2-40B4-BE49-F238E27FC236}">
                    <a16:creationId xmlns:a16="http://schemas.microsoft.com/office/drawing/2014/main" id="{A2561DC6-3495-40D7-B8D8-12BB38488340}"/>
                  </a:ext>
                </a:extLst>
              </p:cNvPr>
              <p:cNvCxnSpPr>
                <a:cxnSpLocks noChangeShapeType="1"/>
              </p:cNvCxnSpPr>
              <p:nvPr/>
            </p:nvCxnSpPr>
            <p:spPr bwMode="auto">
              <a:xfrm>
                <a:off x="3429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48" name="Straight Connector 30">
                <a:extLst>
                  <a:ext uri="{FF2B5EF4-FFF2-40B4-BE49-F238E27FC236}">
                    <a16:creationId xmlns:a16="http://schemas.microsoft.com/office/drawing/2014/main" id="{B7931E92-A62A-4D5D-A5B4-833ED0E837A1}"/>
                  </a:ext>
                </a:extLst>
              </p:cNvPr>
              <p:cNvCxnSpPr>
                <a:cxnSpLocks noChangeShapeType="1"/>
              </p:cNvCxnSpPr>
              <p:nvPr/>
            </p:nvCxnSpPr>
            <p:spPr bwMode="auto">
              <a:xfrm>
                <a:off x="3505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49" name="Straight Connector 31">
                <a:extLst>
                  <a:ext uri="{FF2B5EF4-FFF2-40B4-BE49-F238E27FC236}">
                    <a16:creationId xmlns:a16="http://schemas.microsoft.com/office/drawing/2014/main" id="{AB2523CE-A0D6-42C6-85FE-1273DECE4BD4}"/>
                  </a:ext>
                </a:extLst>
              </p:cNvPr>
              <p:cNvCxnSpPr>
                <a:cxnSpLocks noChangeShapeType="1"/>
              </p:cNvCxnSpPr>
              <p:nvPr/>
            </p:nvCxnSpPr>
            <p:spPr bwMode="auto">
              <a:xfrm>
                <a:off x="3581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50" name="Straight Connector 32">
                <a:extLst>
                  <a:ext uri="{FF2B5EF4-FFF2-40B4-BE49-F238E27FC236}">
                    <a16:creationId xmlns:a16="http://schemas.microsoft.com/office/drawing/2014/main" id="{1245F75B-3739-4D2F-92A6-3DF303BC4120}"/>
                  </a:ext>
                </a:extLst>
              </p:cNvPr>
              <p:cNvCxnSpPr>
                <a:cxnSpLocks noChangeShapeType="1"/>
              </p:cNvCxnSpPr>
              <p:nvPr/>
            </p:nvCxnSpPr>
            <p:spPr bwMode="auto">
              <a:xfrm>
                <a:off x="3657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51" name="Straight Connector 34">
                <a:extLst>
                  <a:ext uri="{FF2B5EF4-FFF2-40B4-BE49-F238E27FC236}">
                    <a16:creationId xmlns:a16="http://schemas.microsoft.com/office/drawing/2014/main" id="{E930006C-6088-48D1-9396-3B472D2F4E96}"/>
                  </a:ext>
                </a:extLst>
              </p:cNvPr>
              <p:cNvCxnSpPr>
                <a:cxnSpLocks noChangeShapeType="1"/>
              </p:cNvCxnSpPr>
              <p:nvPr/>
            </p:nvCxnSpPr>
            <p:spPr bwMode="auto">
              <a:xfrm>
                <a:off x="3810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52" name="Straight Connector 35">
                <a:extLst>
                  <a:ext uri="{FF2B5EF4-FFF2-40B4-BE49-F238E27FC236}">
                    <a16:creationId xmlns:a16="http://schemas.microsoft.com/office/drawing/2014/main" id="{E8FB1969-DDD4-4F10-A720-75B8F904C6B5}"/>
                  </a:ext>
                </a:extLst>
              </p:cNvPr>
              <p:cNvCxnSpPr>
                <a:cxnSpLocks noChangeShapeType="1"/>
              </p:cNvCxnSpPr>
              <p:nvPr/>
            </p:nvCxnSpPr>
            <p:spPr bwMode="auto">
              <a:xfrm>
                <a:off x="3886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53" name="Straight Connector 36">
                <a:extLst>
                  <a:ext uri="{FF2B5EF4-FFF2-40B4-BE49-F238E27FC236}">
                    <a16:creationId xmlns:a16="http://schemas.microsoft.com/office/drawing/2014/main" id="{A9DCC90D-10A0-4183-8BA6-E73D8186C7C6}"/>
                  </a:ext>
                </a:extLst>
              </p:cNvPr>
              <p:cNvCxnSpPr>
                <a:cxnSpLocks noChangeShapeType="1"/>
              </p:cNvCxnSpPr>
              <p:nvPr/>
            </p:nvCxnSpPr>
            <p:spPr bwMode="auto">
              <a:xfrm>
                <a:off x="3962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54" name="Straight Connector 37">
                <a:extLst>
                  <a:ext uri="{FF2B5EF4-FFF2-40B4-BE49-F238E27FC236}">
                    <a16:creationId xmlns:a16="http://schemas.microsoft.com/office/drawing/2014/main" id="{3D980530-E276-4673-9874-135F6CB26A79}"/>
                  </a:ext>
                </a:extLst>
              </p:cNvPr>
              <p:cNvCxnSpPr>
                <a:cxnSpLocks noChangeShapeType="1"/>
              </p:cNvCxnSpPr>
              <p:nvPr/>
            </p:nvCxnSpPr>
            <p:spPr bwMode="auto">
              <a:xfrm>
                <a:off x="4038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55" name="Straight Connector 39">
                <a:extLst>
                  <a:ext uri="{FF2B5EF4-FFF2-40B4-BE49-F238E27FC236}">
                    <a16:creationId xmlns:a16="http://schemas.microsoft.com/office/drawing/2014/main" id="{F1D7CF01-7412-4F8B-9C47-605B8DE8D0C8}"/>
                  </a:ext>
                </a:extLst>
              </p:cNvPr>
              <p:cNvCxnSpPr>
                <a:cxnSpLocks noChangeShapeType="1"/>
              </p:cNvCxnSpPr>
              <p:nvPr/>
            </p:nvCxnSpPr>
            <p:spPr bwMode="auto">
              <a:xfrm>
                <a:off x="4191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56" name="Straight Connector 40">
                <a:extLst>
                  <a:ext uri="{FF2B5EF4-FFF2-40B4-BE49-F238E27FC236}">
                    <a16:creationId xmlns:a16="http://schemas.microsoft.com/office/drawing/2014/main" id="{13755EC7-7E04-47DC-A78E-F467DF3B73DF}"/>
                  </a:ext>
                </a:extLst>
              </p:cNvPr>
              <p:cNvCxnSpPr>
                <a:cxnSpLocks noChangeShapeType="1"/>
              </p:cNvCxnSpPr>
              <p:nvPr/>
            </p:nvCxnSpPr>
            <p:spPr bwMode="auto">
              <a:xfrm>
                <a:off x="4267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57" name="Straight Connector 41">
                <a:extLst>
                  <a:ext uri="{FF2B5EF4-FFF2-40B4-BE49-F238E27FC236}">
                    <a16:creationId xmlns:a16="http://schemas.microsoft.com/office/drawing/2014/main" id="{FA47022A-A521-417D-AD9F-82D571877AB6}"/>
                  </a:ext>
                </a:extLst>
              </p:cNvPr>
              <p:cNvCxnSpPr>
                <a:cxnSpLocks noChangeShapeType="1"/>
              </p:cNvCxnSpPr>
              <p:nvPr/>
            </p:nvCxnSpPr>
            <p:spPr bwMode="auto">
              <a:xfrm>
                <a:off x="4343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58" name="Straight Connector 42">
                <a:extLst>
                  <a:ext uri="{FF2B5EF4-FFF2-40B4-BE49-F238E27FC236}">
                    <a16:creationId xmlns:a16="http://schemas.microsoft.com/office/drawing/2014/main" id="{C6B4C534-6D11-4EE0-8072-50E21A58E9A7}"/>
                  </a:ext>
                </a:extLst>
              </p:cNvPr>
              <p:cNvCxnSpPr>
                <a:cxnSpLocks noChangeShapeType="1"/>
              </p:cNvCxnSpPr>
              <p:nvPr/>
            </p:nvCxnSpPr>
            <p:spPr bwMode="auto">
              <a:xfrm>
                <a:off x="4419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59" name="Straight Connector 44">
                <a:extLst>
                  <a:ext uri="{FF2B5EF4-FFF2-40B4-BE49-F238E27FC236}">
                    <a16:creationId xmlns:a16="http://schemas.microsoft.com/office/drawing/2014/main" id="{E4D1EEBF-BBD6-48A7-B024-7398CF581425}"/>
                  </a:ext>
                </a:extLst>
              </p:cNvPr>
              <p:cNvCxnSpPr>
                <a:cxnSpLocks noChangeShapeType="1"/>
              </p:cNvCxnSpPr>
              <p:nvPr/>
            </p:nvCxnSpPr>
            <p:spPr bwMode="auto">
              <a:xfrm>
                <a:off x="4572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60" name="Straight Connector 45">
                <a:extLst>
                  <a:ext uri="{FF2B5EF4-FFF2-40B4-BE49-F238E27FC236}">
                    <a16:creationId xmlns:a16="http://schemas.microsoft.com/office/drawing/2014/main" id="{126B7036-7899-4B75-BC9D-63CFF456BDC9}"/>
                  </a:ext>
                </a:extLst>
              </p:cNvPr>
              <p:cNvCxnSpPr>
                <a:cxnSpLocks noChangeShapeType="1"/>
              </p:cNvCxnSpPr>
              <p:nvPr/>
            </p:nvCxnSpPr>
            <p:spPr bwMode="auto">
              <a:xfrm>
                <a:off x="4648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61" name="Straight Connector 46">
                <a:extLst>
                  <a:ext uri="{FF2B5EF4-FFF2-40B4-BE49-F238E27FC236}">
                    <a16:creationId xmlns:a16="http://schemas.microsoft.com/office/drawing/2014/main" id="{E17BA9F3-F4DC-4F5E-83F1-6F3EBDFDA9FD}"/>
                  </a:ext>
                </a:extLst>
              </p:cNvPr>
              <p:cNvCxnSpPr>
                <a:cxnSpLocks noChangeShapeType="1"/>
              </p:cNvCxnSpPr>
              <p:nvPr/>
            </p:nvCxnSpPr>
            <p:spPr bwMode="auto">
              <a:xfrm>
                <a:off x="4724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62" name="Straight Connector 47">
                <a:extLst>
                  <a:ext uri="{FF2B5EF4-FFF2-40B4-BE49-F238E27FC236}">
                    <a16:creationId xmlns:a16="http://schemas.microsoft.com/office/drawing/2014/main" id="{AE6F09F8-93F5-4BF4-9780-13047711EEA8}"/>
                  </a:ext>
                </a:extLst>
              </p:cNvPr>
              <p:cNvCxnSpPr>
                <a:cxnSpLocks noChangeShapeType="1"/>
              </p:cNvCxnSpPr>
              <p:nvPr/>
            </p:nvCxnSpPr>
            <p:spPr bwMode="auto">
              <a:xfrm>
                <a:off x="4800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63" name="Straight Connector 49">
                <a:extLst>
                  <a:ext uri="{FF2B5EF4-FFF2-40B4-BE49-F238E27FC236}">
                    <a16:creationId xmlns:a16="http://schemas.microsoft.com/office/drawing/2014/main" id="{398F3765-76AE-463A-BD9A-066C563EDD99}"/>
                  </a:ext>
                </a:extLst>
              </p:cNvPr>
              <p:cNvCxnSpPr>
                <a:cxnSpLocks noChangeShapeType="1"/>
              </p:cNvCxnSpPr>
              <p:nvPr/>
            </p:nvCxnSpPr>
            <p:spPr bwMode="auto">
              <a:xfrm>
                <a:off x="4953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64" name="Straight Connector 50">
                <a:extLst>
                  <a:ext uri="{FF2B5EF4-FFF2-40B4-BE49-F238E27FC236}">
                    <a16:creationId xmlns:a16="http://schemas.microsoft.com/office/drawing/2014/main" id="{B4DBCE7C-C7FC-4118-9202-A16778B0017F}"/>
                  </a:ext>
                </a:extLst>
              </p:cNvPr>
              <p:cNvCxnSpPr>
                <a:cxnSpLocks noChangeShapeType="1"/>
              </p:cNvCxnSpPr>
              <p:nvPr/>
            </p:nvCxnSpPr>
            <p:spPr bwMode="auto">
              <a:xfrm>
                <a:off x="5029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65" name="Straight Connector 51">
                <a:extLst>
                  <a:ext uri="{FF2B5EF4-FFF2-40B4-BE49-F238E27FC236}">
                    <a16:creationId xmlns:a16="http://schemas.microsoft.com/office/drawing/2014/main" id="{53EDF948-927F-4C4D-980C-2F7258D70BD8}"/>
                  </a:ext>
                </a:extLst>
              </p:cNvPr>
              <p:cNvCxnSpPr>
                <a:cxnSpLocks noChangeShapeType="1"/>
              </p:cNvCxnSpPr>
              <p:nvPr/>
            </p:nvCxnSpPr>
            <p:spPr bwMode="auto">
              <a:xfrm>
                <a:off x="5105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66" name="Straight Connector 52">
                <a:extLst>
                  <a:ext uri="{FF2B5EF4-FFF2-40B4-BE49-F238E27FC236}">
                    <a16:creationId xmlns:a16="http://schemas.microsoft.com/office/drawing/2014/main" id="{E28F7ED1-5A62-41C3-BC77-F6B6BCAC931F}"/>
                  </a:ext>
                </a:extLst>
              </p:cNvPr>
              <p:cNvCxnSpPr>
                <a:cxnSpLocks noChangeShapeType="1"/>
              </p:cNvCxnSpPr>
              <p:nvPr/>
            </p:nvCxnSpPr>
            <p:spPr bwMode="auto">
              <a:xfrm>
                <a:off x="5181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67" name="Straight Connector 54">
                <a:extLst>
                  <a:ext uri="{FF2B5EF4-FFF2-40B4-BE49-F238E27FC236}">
                    <a16:creationId xmlns:a16="http://schemas.microsoft.com/office/drawing/2014/main" id="{E718D8E1-02E9-47AB-B50F-B4612FBF83D8}"/>
                  </a:ext>
                </a:extLst>
              </p:cNvPr>
              <p:cNvCxnSpPr>
                <a:cxnSpLocks noChangeShapeType="1"/>
              </p:cNvCxnSpPr>
              <p:nvPr/>
            </p:nvCxnSpPr>
            <p:spPr bwMode="auto">
              <a:xfrm>
                <a:off x="5334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68" name="Straight Connector 55">
                <a:extLst>
                  <a:ext uri="{FF2B5EF4-FFF2-40B4-BE49-F238E27FC236}">
                    <a16:creationId xmlns:a16="http://schemas.microsoft.com/office/drawing/2014/main" id="{061BBFB8-A801-40FB-9A33-90FAAD572297}"/>
                  </a:ext>
                </a:extLst>
              </p:cNvPr>
              <p:cNvCxnSpPr>
                <a:cxnSpLocks noChangeShapeType="1"/>
              </p:cNvCxnSpPr>
              <p:nvPr/>
            </p:nvCxnSpPr>
            <p:spPr bwMode="auto">
              <a:xfrm>
                <a:off x="5410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69" name="Straight Connector 56">
                <a:extLst>
                  <a:ext uri="{FF2B5EF4-FFF2-40B4-BE49-F238E27FC236}">
                    <a16:creationId xmlns:a16="http://schemas.microsoft.com/office/drawing/2014/main" id="{460255FD-5955-45CE-B675-6FCF4531F5A6}"/>
                  </a:ext>
                </a:extLst>
              </p:cNvPr>
              <p:cNvCxnSpPr>
                <a:cxnSpLocks noChangeShapeType="1"/>
              </p:cNvCxnSpPr>
              <p:nvPr/>
            </p:nvCxnSpPr>
            <p:spPr bwMode="auto">
              <a:xfrm>
                <a:off x="5486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70" name="Straight Connector 57">
                <a:extLst>
                  <a:ext uri="{FF2B5EF4-FFF2-40B4-BE49-F238E27FC236}">
                    <a16:creationId xmlns:a16="http://schemas.microsoft.com/office/drawing/2014/main" id="{A830B13A-679A-4C6B-9B99-087612EFFBA3}"/>
                  </a:ext>
                </a:extLst>
              </p:cNvPr>
              <p:cNvCxnSpPr>
                <a:cxnSpLocks noChangeShapeType="1"/>
              </p:cNvCxnSpPr>
              <p:nvPr/>
            </p:nvCxnSpPr>
            <p:spPr bwMode="auto">
              <a:xfrm>
                <a:off x="5562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71" name="Straight Connector 59">
                <a:extLst>
                  <a:ext uri="{FF2B5EF4-FFF2-40B4-BE49-F238E27FC236}">
                    <a16:creationId xmlns:a16="http://schemas.microsoft.com/office/drawing/2014/main" id="{B75BF07C-2B7A-4E87-A829-B2B8506265AF}"/>
                  </a:ext>
                </a:extLst>
              </p:cNvPr>
              <p:cNvCxnSpPr>
                <a:cxnSpLocks noChangeShapeType="1"/>
              </p:cNvCxnSpPr>
              <p:nvPr/>
            </p:nvCxnSpPr>
            <p:spPr bwMode="auto">
              <a:xfrm>
                <a:off x="57150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72" name="Straight Connector 60">
                <a:extLst>
                  <a:ext uri="{FF2B5EF4-FFF2-40B4-BE49-F238E27FC236}">
                    <a16:creationId xmlns:a16="http://schemas.microsoft.com/office/drawing/2014/main" id="{834CB4D7-20B3-47F9-87DA-11CAA04D25A2}"/>
                  </a:ext>
                </a:extLst>
              </p:cNvPr>
              <p:cNvCxnSpPr>
                <a:cxnSpLocks noChangeShapeType="1"/>
              </p:cNvCxnSpPr>
              <p:nvPr/>
            </p:nvCxnSpPr>
            <p:spPr bwMode="auto">
              <a:xfrm>
                <a:off x="57912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73" name="Straight Connector 61">
                <a:extLst>
                  <a:ext uri="{FF2B5EF4-FFF2-40B4-BE49-F238E27FC236}">
                    <a16:creationId xmlns:a16="http://schemas.microsoft.com/office/drawing/2014/main" id="{72B53CAE-E913-4E38-BB19-4F39292C6DCE}"/>
                  </a:ext>
                </a:extLst>
              </p:cNvPr>
              <p:cNvCxnSpPr>
                <a:cxnSpLocks noChangeShapeType="1"/>
              </p:cNvCxnSpPr>
              <p:nvPr/>
            </p:nvCxnSpPr>
            <p:spPr bwMode="auto">
              <a:xfrm>
                <a:off x="58674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74" name="Straight Connector 62">
                <a:extLst>
                  <a:ext uri="{FF2B5EF4-FFF2-40B4-BE49-F238E27FC236}">
                    <a16:creationId xmlns:a16="http://schemas.microsoft.com/office/drawing/2014/main" id="{E9326291-17B5-4F6A-9EAF-0DC11BEDDB80}"/>
                  </a:ext>
                </a:extLst>
              </p:cNvPr>
              <p:cNvCxnSpPr>
                <a:cxnSpLocks noChangeShapeType="1"/>
              </p:cNvCxnSpPr>
              <p:nvPr/>
            </p:nvCxnSpPr>
            <p:spPr bwMode="auto">
              <a:xfrm>
                <a:off x="5943600" y="1447800"/>
                <a:ext cx="0" cy="152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grpSp>
        <p:cxnSp>
          <p:nvCxnSpPr>
            <p:cNvPr id="78911" name="Straight Connector 129">
              <a:extLst>
                <a:ext uri="{FF2B5EF4-FFF2-40B4-BE49-F238E27FC236}">
                  <a16:creationId xmlns:a16="http://schemas.microsoft.com/office/drawing/2014/main" id="{6C918036-889E-42D3-BE77-8C67A23FD7C7}"/>
                </a:ext>
              </a:extLst>
            </p:cNvPr>
            <p:cNvCxnSpPr>
              <a:cxnSpLocks noChangeShapeType="1"/>
            </p:cNvCxnSpPr>
            <p:nvPr/>
          </p:nvCxnSpPr>
          <p:spPr bwMode="auto">
            <a:xfrm>
              <a:off x="6019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12" name="Straight Connector 130">
              <a:extLst>
                <a:ext uri="{FF2B5EF4-FFF2-40B4-BE49-F238E27FC236}">
                  <a16:creationId xmlns:a16="http://schemas.microsoft.com/office/drawing/2014/main" id="{F7FE78FC-CC6F-46F9-9BA6-4B4E26E873EB}"/>
                </a:ext>
              </a:extLst>
            </p:cNvPr>
            <p:cNvCxnSpPr>
              <a:cxnSpLocks noChangeShapeType="1"/>
            </p:cNvCxnSpPr>
            <p:nvPr/>
          </p:nvCxnSpPr>
          <p:spPr bwMode="auto">
            <a:xfrm>
              <a:off x="6400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13" name="Straight Connector 131">
              <a:extLst>
                <a:ext uri="{FF2B5EF4-FFF2-40B4-BE49-F238E27FC236}">
                  <a16:creationId xmlns:a16="http://schemas.microsoft.com/office/drawing/2014/main" id="{16F40AC6-5066-44E7-815A-025310694998}"/>
                </a:ext>
              </a:extLst>
            </p:cNvPr>
            <p:cNvCxnSpPr>
              <a:cxnSpLocks noChangeShapeType="1"/>
            </p:cNvCxnSpPr>
            <p:nvPr/>
          </p:nvCxnSpPr>
          <p:spPr bwMode="auto">
            <a:xfrm>
              <a:off x="6781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14" name="Straight Connector 132">
              <a:extLst>
                <a:ext uri="{FF2B5EF4-FFF2-40B4-BE49-F238E27FC236}">
                  <a16:creationId xmlns:a16="http://schemas.microsoft.com/office/drawing/2014/main" id="{E79E52A2-28FB-4D24-BB2A-6FC3F2352036}"/>
                </a:ext>
              </a:extLst>
            </p:cNvPr>
            <p:cNvCxnSpPr>
              <a:cxnSpLocks noChangeShapeType="1"/>
            </p:cNvCxnSpPr>
            <p:nvPr/>
          </p:nvCxnSpPr>
          <p:spPr bwMode="auto">
            <a:xfrm>
              <a:off x="7162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15" name="Straight Connector 133">
              <a:extLst>
                <a:ext uri="{FF2B5EF4-FFF2-40B4-BE49-F238E27FC236}">
                  <a16:creationId xmlns:a16="http://schemas.microsoft.com/office/drawing/2014/main" id="{A96931F8-DF27-4C4A-B3BF-C8126626B574}"/>
                </a:ext>
              </a:extLst>
            </p:cNvPr>
            <p:cNvCxnSpPr>
              <a:cxnSpLocks noChangeShapeType="1"/>
            </p:cNvCxnSpPr>
            <p:nvPr/>
          </p:nvCxnSpPr>
          <p:spPr bwMode="auto">
            <a:xfrm>
              <a:off x="7543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16" name="Straight Connector 134">
              <a:extLst>
                <a:ext uri="{FF2B5EF4-FFF2-40B4-BE49-F238E27FC236}">
                  <a16:creationId xmlns:a16="http://schemas.microsoft.com/office/drawing/2014/main" id="{8BD5484C-5CFF-4180-A1B3-916D365A141B}"/>
                </a:ext>
              </a:extLst>
            </p:cNvPr>
            <p:cNvCxnSpPr>
              <a:cxnSpLocks noChangeShapeType="1"/>
            </p:cNvCxnSpPr>
            <p:nvPr/>
          </p:nvCxnSpPr>
          <p:spPr bwMode="auto">
            <a:xfrm>
              <a:off x="7924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17" name="Straight Connector 135">
              <a:extLst>
                <a:ext uri="{FF2B5EF4-FFF2-40B4-BE49-F238E27FC236}">
                  <a16:creationId xmlns:a16="http://schemas.microsoft.com/office/drawing/2014/main" id="{A3A9C5D9-D9CA-46BC-BF9C-5AFA30D6EA1D}"/>
                </a:ext>
              </a:extLst>
            </p:cNvPr>
            <p:cNvCxnSpPr>
              <a:cxnSpLocks noChangeShapeType="1"/>
            </p:cNvCxnSpPr>
            <p:nvPr/>
          </p:nvCxnSpPr>
          <p:spPr bwMode="auto">
            <a:xfrm>
              <a:off x="8305800" y="3810000"/>
              <a:ext cx="0" cy="2286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18" name="Straight Connector 138">
              <a:extLst>
                <a:ext uri="{FF2B5EF4-FFF2-40B4-BE49-F238E27FC236}">
                  <a16:creationId xmlns:a16="http://schemas.microsoft.com/office/drawing/2014/main" id="{1CF80893-0FCC-4090-B272-3FB07C0EEFB0}"/>
                </a:ext>
              </a:extLst>
            </p:cNvPr>
            <p:cNvCxnSpPr>
              <a:cxnSpLocks noChangeShapeType="1"/>
            </p:cNvCxnSpPr>
            <p:nvPr/>
          </p:nvCxnSpPr>
          <p:spPr bwMode="auto">
            <a:xfrm>
              <a:off x="6096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19" name="Straight Connector 139">
              <a:extLst>
                <a:ext uri="{FF2B5EF4-FFF2-40B4-BE49-F238E27FC236}">
                  <a16:creationId xmlns:a16="http://schemas.microsoft.com/office/drawing/2014/main" id="{48864B78-010F-485C-82DB-439446D84661}"/>
                </a:ext>
              </a:extLst>
            </p:cNvPr>
            <p:cNvCxnSpPr>
              <a:cxnSpLocks noChangeShapeType="1"/>
            </p:cNvCxnSpPr>
            <p:nvPr/>
          </p:nvCxnSpPr>
          <p:spPr bwMode="auto">
            <a:xfrm>
              <a:off x="6172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20" name="Straight Connector 140">
              <a:extLst>
                <a:ext uri="{FF2B5EF4-FFF2-40B4-BE49-F238E27FC236}">
                  <a16:creationId xmlns:a16="http://schemas.microsoft.com/office/drawing/2014/main" id="{F2F11B96-20E7-4F75-A9BA-7A9ACCCCA318}"/>
                </a:ext>
              </a:extLst>
            </p:cNvPr>
            <p:cNvCxnSpPr>
              <a:cxnSpLocks noChangeShapeType="1"/>
            </p:cNvCxnSpPr>
            <p:nvPr/>
          </p:nvCxnSpPr>
          <p:spPr bwMode="auto">
            <a:xfrm>
              <a:off x="6248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21" name="Straight Connector 141">
              <a:extLst>
                <a:ext uri="{FF2B5EF4-FFF2-40B4-BE49-F238E27FC236}">
                  <a16:creationId xmlns:a16="http://schemas.microsoft.com/office/drawing/2014/main" id="{7CBC84C2-A36D-4851-A888-A11E01916059}"/>
                </a:ext>
              </a:extLst>
            </p:cNvPr>
            <p:cNvCxnSpPr>
              <a:cxnSpLocks noChangeShapeType="1"/>
            </p:cNvCxnSpPr>
            <p:nvPr/>
          </p:nvCxnSpPr>
          <p:spPr bwMode="auto">
            <a:xfrm>
              <a:off x="6324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22" name="Straight Connector 142">
              <a:extLst>
                <a:ext uri="{FF2B5EF4-FFF2-40B4-BE49-F238E27FC236}">
                  <a16:creationId xmlns:a16="http://schemas.microsoft.com/office/drawing/2014/main" id="{7D0169AF-60F6-45E3-8226-F686EEE334A0}"/>
                </a:ext>
              </a:extLst>
            </p:cNvPr>
            <p:cNvCxnSpPr>
              <a:cxnSpLocks noChangeShapeType="1"/>
            </p:cNvCxnSpPr>
            <p:nvPr/>
          </p:nvCxnSpPr>
          <p:spPr bwMode="auto">
            <a:xfrm>
              <a:off x="6477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23" name="Straight Connector 143">
              <a:extLst>
                <a:ext uri="{FF2B5EF4-FFF2-40B4-BE49-F238E27FC236}">
                  <a16:creationId xmlns:a16="http://schemas.microsoft.com/office/drawing/2014/main" id="{4645FA37-4D7D-4065-B469-60B4B12117BC}"/>
                </a:ext>
              </a:extLst>
            </p:cNvPr>
            <p:cNvCxnSpPr>
              <a:cxnSpLocks noChangeShapeType="1"/>
            </p:cNvCxnSpPr>
            <p:nvPr/>
          </p:nvCxnSpPr>
          <p:spPr bwMode="auto">
            <a:xfrm>
              <a:off x="6553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24" name="Straight Connector 144">
              <a:extLst>
                <a:ext uri="{FF2B5EF4-FFF2-40B4-BE49-F238E27FC236}">
                  <a16:creationId xmlns:a16="http://schemas.microsoft.com/office/drawing/2014/main" id="{73461BB5-AFDC-41AE-BB20-CDB4F61FE668}"/>
                </a:ext>
              </a:extLst>
            </p:cNvPr>
            <p:cNvCxnSpPr>
              <a:cxnSpLocks noChangeShapeType="1"/>
            </p:cNvCxnSpPr>
            <p:nvPr/>
          </p:nvCxnSpPr>
          <p:spPr bwMode="auto">
            <a:xfrm>
              <a:off x="6629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25" name="Straight Connector 145">
              <a:extLst>
                <a:ext uri="{FF2B5EF4-FFF2-40B4-BE49-F238E27FC236}">
                  <a16:creationId xmlns:a16="http://schemas.microsoft.com/office/drawing/2014/main" id="{D85FFFFD-087D-4046-AE57-68BDA0F31F36}"/>
                </a:ext>
              </a:extLst>
            </p:cNvPr>
            <p:cNvCxnSpPr>
              <a:cxnSpLocks noChangeShapeType="1"/>
            </p:cNvCxnSpPr>
            <p:nvPr/>
          </p:nvCxnSpPr>
          <p:spPr bwMode="auto">
            <a:xfrm>
              <a:off x="6705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26" name="Straight Connector 146">
              <a:extLst>
                <a:ext uri="{FF2B5EF4-FFF2-40B4-BE49-F238E27FC236}">
                  <a16:creationId xmlns:a16="http://schemas.microsoft.com/office/drawing/2014/main" id="{72B80434-2B26-4F45-AF4E-F8F1DC9C8AAD}"/>
                </a:ext>
              </a:extLst>
            </p:cNvPr>
            <p:cNvCxnSpPr>
              <a:cxnSpLocks noChangeShapeType="1"/>
            </p:cNvCxnSpPr>
            <p:nvPr/>
          </p:nvCxnSpPr>
          <p:spPr bwMode="auto">
            <a:xfrm>
              <a:off x="6858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27" name="Straight Connector 147">
              <a:extLst>
                <a:ext uri="{FF2B5EF4-FFF2-40B4-BE49-F238E27FC236}">
                  <a16:creationId xmlns:a16="http://schemas.microsoft.com/office/drawing/2014/main" id="{836A36A3-5403-4CBF-9FAF-AF955F1472C7}"/>
                </a:ext>
              </a:extLst>
            </p:cNvPr>
            <p:cNvCxnSpPr>
              <a:cxnSpLocks noChangeShapeType="1"/>
            </p:cNvCxnSpPr>
            <p:nvPr/>
          </p:nvCxnSpPr>
          <p:spPr bwMode="auto">
            <a:xfrm>
              <a:off x="6934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28" name="Straight Connector 148">
              <a:extLst>
                <a:ext uri="{FF2B5EF4-FFF2-40B4-BE49-F238E27FC236}">
                  <a16:creationId xmlns:a16="http://schemas.microsoft.com/office/drawing/2014/main" id="{BE569434-7028-49DA-B579-8A321AB0A04D}"/>
                </a:ext>
              </a:extLst>
            </p:cNvPr>
            <p:cNvCxnSpPr>
              <a:cxnSpLocks noChangeShapeType="1"/>
            </p:cNvCxnSpPr>
            <p:nvPr/>
          </p:nvCxnSpPr>
          <p:spPr bwMode="auto">
            <a:xfrm>
              <a:off x="7010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29" name="Straight Connector 149">
              <a:extLst>
                <a:ext uri="{FF2B5EF4-FFF2-40B4-BE49-F238E27FC236}">
                  <a16:creationId xmlns:a16="http://schemas.microsoft.com/office/drawing/2014/main" id="{289496F0-4424-4B98-BA6A-04B185252CFA}"/>
                </a:ext>
              </a:extLst>
            </p:cNvPr>
            <p:cNvCxnSpPr>
              <a:cxnSpLocks noChangeShapeType="1"/>
            </p:cNvCxnSpPr>
            <p:nvPr/>
          </p:nvCxnSpPr>
          <p:spPr bwMode="auto">
            <a:xfrm>
              <a:off x="7086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30" name="Straight Connector 150">
              <a:extLst>
                <a:ext uri="{FF2B5EF4-FFF2-40B4-BE49-F238E27FC236}">
                  <a16:creationId xmlns:a16="http://schemas.microsoft.com/office/drawing/2014/main" id="{6542D1B0-5680-47FF-894A-21FBF511977D}"/>
                </a:ext>
              </a:extLst>
            </p:cNvPr>
            <p:cNvCxnSpPr>
              <a:cxnSpLocks noChangeShapeType="1"/>
            </p:cNvCxnSpPr>
            <p:nvPr/>
          </p:nvCxnSpPr>
          <p:spPr bwMode="auto">
            <a:xfrm>
              <a:off x="7239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31" name="Straight Connector 151">
              <a:extLst>
                <a:ext uri="{FF2B5EF4-FFF2-40B4-BE49-F238E27FC236}">
                  <a16:creationId xmlns:a16="http://schemas.microsoft.com/office/drawing/2014/main" id="{26BACA8A-2D32-4A14-80BD-6861650DB468}"/>
                </a:ext>
              </a:extLst>
            </p:cNvPr>
            <p:cNvCxnSpPr>
              <a:cxnSpLocks noChangeShapeType="1"/>
            </p:cNvCxnSpPr>
            <p:nvPr/>
          </p:nvCxnSpPr>
          <p:spPr bwMode="auto">
            <a:xfrm>
              <a:off x="7315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32" name="Straight Connector 152">
              <a:extLst>
                <a:ext uri="{FF2B5EF4-FFF2-40B4-BE49-F238E27FC236}">
                  <a16:creationId xmlns:a16="http://schemas.microsoft.com/office/drawing/2014/main" id="{762AD209-3285-44B1-88F6-FAED8B984490}"/>
                </a:ext>
              </a:extLst>
            </p:cNvPr>
            <p:cNvCxnSpPr>
              <a:cxnSpLocks noChangeShapeType="1"/>
            </p:cNvCxnSpPr>
            <p:nvPr/>
          </p:nvCxnSpPr>
          <p:spPr bwMode="auto">
            <a:xfrm>
              <a:off x="7391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33" name="Straight Connector 153">
              <a:extLst>
                <a:ext uri="{FF2B5EF4-FFF2-40B4-BE49-F238E27FC236}">
                  <a16:creationId xmlns:a16="http://schemas.microsoft.com/office/drawing/2014/main" id="{53BB68C1-661A-4095-B32B-612C01A6BE07}"/>
                </a:ext>
              </a:extLst>
            </p:cNvPr>
            <p:cNvCxnSpPr>
              <a:cxnSpLocks noChangeShapeType="1"/>
            </p:cNvCxnSpPr>
            <p:nvPr/>
          </p:nvCxnSpPr>
          <p:spPr bwMode="auto">
            <a:xfrm>
              <a:off x="7467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34" name="Straight Connector 154">
              <a:extLst>
                <a:ext uri="{FF2B5EF4-FFF2-40B4-BE49-F238E27FC236}">
                  <a16:creationId xmlns:a16="http://schemas.microsoft.com/office/drawing/2014/main" id="{5FD9DFD2-B915-4756-A1BA-2AF1EDD26AED}"/>
                </a:ext>
              </a:extLst>
            </p:cNvPr>
            <p:cNvCxnSpPr>
              <a:cxnSpLocks noChangeShapeType="1"/>
            </p:cNvCxnSpPr>
            <p:nvPr/>
          </p:nvCxnSpPr>
          <p:spPr bwMode="auto">
            <a:xfrm>
              <a:off x="7620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35" name="Straight Connector 155">
              <a:extLst>
                <a:ext uri="{FF2B5EF4-FFF2-40B4-BE49-F238E27FC236}">
                  <a16:creationId xmlns:a16="http://schemas.microsoft.com/office/drawing/2014/main" id="{A737041D-798E-436F-BA0D-9E13F6DAACC9}"/>
                </a:ext>
              </a:extLst>
            </p:cNvPr>
            <p:cNvCxnSpPr>
              <a:cxnSpLocks noChangeShapeType="1"/>
            </p:cNvCxnSpPr>
            <p:nvPr/>
          </p:nvCxnSpPr>
          <p:spPr bwMode="auto">
            <a:xfrm>
              <a:off x="7696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36" name="Straight Connector 156">
              <a:extLst>
                <a:ext uri="{FF2B5EF4-FFF2-40B4-BE49-F238E27FC236}">
                  <a16:creationId xmlns:a16="http://schemas.microsoft.com/office/drawing/2014/main" id="{4384920C-6293-43AB-A78F-DA812A6F7D0B}"/>
                </a:ext>
              </a:extLst>
            </p:cNvPr>
            <p:cNvCxnSpPr>
              <a:cxnSpLocks noChangeShapeType="1"/>
            </p:cNvCxnSpPr>
            <p:nvPr/>
          </p:nvCxnSpPr>
          <p:spPr bwMode="auto">
            <a:xfrm>
              <a:off x="7772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37" name="Straight Connector 157">
              <a:extLst>
                <a:ext uri="{FF2B5EF4-FFF2-40B4-BE49-F238E27FC236}">
                  <a16:creationId xmlns:a16="http://schemas.microsoft.com/office/drawing/2014/main" id="{116B7F2F-B2BF-49CA-AFED-4E65EA6FEF18}"/>
                </a:ext>
              </a:extLst>
            </p:cNvPr>
            <p:cNvCxnSpPr>
              <a:cxnSpLocks noChangeShapeType="1"/>
            </p:cNvCxnSpPr>
            <p:nvPr/>
          </p:nvCxnSpPr>
          <p:spPr bwMode="auto">
            <a:xfrm>
              <a:off x="7848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38" name="Straight Connector 158">
              <a:extLst>
                <a:ext uri="{FF2B5EF4-FFF2-40B4-BE49-F238E27FC236}">
                  <a16:creationId xmlns:a16="http://schemas.microsoft.com/office/drawing/2014/main" id="{FC9B622D-E505-4A34-BCA8-11FB799F95A1}"/>
                </a:ext>
              </a:extLst>
            </p:cNvPr>
            <p:cNvCxnSpPr>
              <a:cxnSpLocks noChangeShapeType="1"/>
            </p:cNvCxnSpPr>
            <p:nvPr/>
          </p:nvCxnSpPr>
          <p:spPr bwMode="auto">
            <a:xfrm>
              <a:off x="80010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39" name="Straight Connector 159">
              <a:extLst>
                <a:ext uri="{FF2B5EF4-FFF2-40B4-BE49-F238E27FC236}">
                  <a16:creationId xmlns:a16="http://schemas.microsoft.com/office/drawing/2014/main" id="{85849B91-7461-4917-B003-A160792831A2}"/>
                </a:ext>
              </a:extLst>
            </p:cNvPr>
            <p:cNvCxnSpPr>
              <a:cxnSpLocks noChangeShapeType="1"/>
            </p:cNvCxnSpPr>
            <p:nvPr/>
          </p:nvCxnSpPr>
          <p:spPr bwMode="auto">
            <a:xfrm>
              <a:off x="80772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40" name="Straight Connector 160">
              <a:extLst>
                <a:ext uri="{FF2B5EF4-FFF2-40B4-BE49-F238E27FC236}">
                  <a16:creationId xmlns:a16="http://schemas.microsoft.com/office/drawing/2014/main" id="{34DF20D2-5D16-48C3-B067-7F82D5499874}"/>
                </a:ext>
              </a:extLst>
            </p:cNvPr>
            <p:cNvCxnSpPr>
              <a:cxnSpLocks noChangeShapeType="1"/>
            </p:cNvCxnSpPr>
            <p:nvPr/>
          </p:nvCxnSpPr>
          <p:spPr bwMode="auto">
            <a:xfrm>
              <a:off x="81534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8941" name="Straight Connector 161">
              <a:extLst>
                <a:ext uri="{FF2B5EF4-FFF2-40B4-BE49-F238E27FC236}">
                  <a16:creationId xmlns:a16="http://schemas.microsoft.com/office/drawing/2014/main" id="{992E08D3-E509-434D-A35E-F5B4154F75BC}"/>
                </a:ext>
              </a:extLst>
            </p:cNvPr>
            <p:cNvCxnSpPr>
              <a:cxnSpLocks noChangeShapeType="1"/>
            </p:cNvCxnSpPr>
            <p:nvPr/>
          </p:nvCxnSpPr>
          <p:spPr bwMode="auto">
            <a:xfrm>
              <a:off x="8229600" y="3962400"/>
              <a:ext cx="0" cy="762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cxnSp>
        <p:sp>
          <p:nvSpPr>
            <p:cNvPr id="78942" name="TextBox 170">
              <a:extLst>
                <a:ext uri="{FF2B5EF4-FFF2-40B4-BE49-F238E27FC236}">
                  <a16:creationId xmlns:a16="http://schemas.microsoft.com/office/drawing/2014/main" id="{2CEDFB74-BF7D-4D07-A599-8D1169DA6AA6}"/>
                </a:ext>
              </a:extLst>
            </p:cNvPr>
            <p:cNvSpPr txBox="1">
              <a:spLocks noChangeArrowheads="1"/>
            </p:cNvSpPr>
            <p:nvPr/>
          </p:nvSpPr>
          <p:spPr bwMode="auto">
            <a:xfrm>
              <a:off x="2819400" y="4038600"/>
              <a:ext cx="5715000"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0        5       10       15      20      25      30      35      40      45      50      55      60      65      70   </a:t>
              </a:r>
            </a:p>
          </p:txBody>
        </p:sp>
      </p:grpSp>
      <p:sp>
        <p:nvSpPr>
          <p:cNvPr id="78867" name="Rectangle 172">
            <a:extLst>
              <a:ext uri="{FF2B5EF4-FFF2-40B4-BE49-F238E27FC236}">
                <a16:creationId xmlns:a16="http://schemas.microsoft.com/office/drawing/2014/main" id="{0051EABE-4DC8-43FB-A67E-77AA989AFA7C}"/>
              </a:ext>
            </a:extLst>
          </p:cNvPr>
          <p:cNvSpPr>
            <a:spLocks noChangeArrowheads="1"/>
          </p:cNvSpPr>
          <p:nvPr/>
        </p:nvSpPr>
        <p:spPr bwMode="auto">
          <a:xfrm>
            <a:off x="3276600" y="3733800"/>
            <a:ext cx="3810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8868" name="Rectangle 173">
            <a:extLst>
              <a:ext uri="{FF2B5EF4-FFF2-40B4-BE49-F238E27FC236}">
                <a16:creationId xmlns:a16="http://schemas.microsoft.com/office/drawing/2014/main" id="{FD988CD1-777A-4960-9C73-CC90AE80BD58}"/>
              </a:ext>
            </a:extLst>
          </p:cNvPr>
          <p:cNvSpPr>
            <a:spLocks noChangeArrowheads="1"/>
          </p:cNvSpPr>
          <p:nvPr/>
        </p:nvSpPr>
        <p:spPr bwMode="auto">
          <a:xfrm>
            <a:off x="4953000" y="3733800"/>
            <a:ext cx="3810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8869" name="Rectangle 174">
            <a:extLst>
              <a:ext uri="{FF2B5EF4-FFF2-40B4-BE49-F238E27FC236}">
                <a16:creationId xmlns:a16="http://schemas.microsoft.com/office/drawing/2014/main" id="{2EFEAC14-FBC2-415E-B6D1-54B76898A8E1}"/>
              </a:ext>
            </a:extLst>
          </p:cNvPr>
          <p:cNvSpPr>
            <a:spLocks noChangeArrowheads="1"/>
          </p:cNvSpPr>
          <p:nvPr/>
        </p:nvSpPr>
        <p:spPr bwMode="auto">
          <a:xfrm>
            <a:off x="4495800" y="3124200"/>
            <a:ext cx="4572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8870" name="Rectangle 176">
            <a:extLst>
              <a:ext uri="{FF2B5EF4-FFF2-40B4-BE49-F238E27FC236}">
                <a16:creationId xmlns:a16="http://schemas.microsoft.com/office/drawing/2014/main" id="{D8E3DBE7-AF7E-42E0-8F2B-B5C0CA078F44}"/>
              </a:ext>
            </a:extLst>
          </p:cNvPr>
          <p:cNvSpPr>
            <a:spLocks noChangeArrowheads="1"/>
          </p:cNvSpPr>
          <p:nvPr/>
        </p:nvSpPr>
        <p:spPr bwMode="auto">
          <a:xfrm>
            <a:off x="5638800" y="3733800"/>
            <a:ext cx="3810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8871" name="Rectangle 178">
            <a:extLst>
              <a:ext uri="{FF2B5EF4-FFF2-40B4-BE49-F238E27FC236}">
                <a16:creationId xmlns:a16="http://schemas.microsoft.com/office/drawing/2014/main" id="{440C1A77-C935-44E9-A7E9-82DEEBAB2166}"/>
              </a:ext>
            </a:extLst>
          </p:cNvPr>
          <p:cNvSpPr>
            <a:spLocks noChangeArrowheads="1"/>
          </p:cNvSpPr>
          <p:nvPr/>
        </p:nvSpPr>
        <p:spPr bwMode="auto">
          <a:xfrm>
            <a:off x="6477000" y="3733800"/>
            <a:ext cx="3810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8872" name="TextBox 179">
            <a:extLst>
              <a:ext uri="{FF2B5EF4-FFF2-40B4-BE49-F238E27FC236}">
                <a16:creationId xmlns:a16="http://schemas.microsoft.com/office/drawing/2014/main" id="{ACAB15BB-CA3D-4D11-ABF6-BCE52DCCE00B}"/>
              </a:ext>
            </a:extLst>
          </p:cNvPr>
          <p:cNvSpPr txBox="1">
            <a:spLocks noChangeArrowheads="1"/>
          </p:cNvSpPr>
          <p:nvPr/>
        </p:nvSpPr>
        <p:spPr bwMode="auto">
          <a:xfrm>
            <a:off x="2971800" y="1600200"/>
            <a:ext cx="2873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4</a:t>
            </a:r>
          </a:p>
        </p:txBody>
      </p:sp>
      <p:sp>
        <p:nvSpPr>
          <p:cNvPr id="78873" name="TextBox 180">
            <a:extLst>
              <a:ext uri="{FF2B5EF4-FFF2-40B4-BE49-F238E27FC236}">
                <a16:creationId xmlns:a16="http://schemas.microsoft.com/office/drawing/2014/main" id="{B2B6EB1F-2FBB-4999-9B60-3105AB2EDFCD}"/>
              </a:ext>
            </a:extLst>
          </p:cNvPr>
          <p:cNvSpPr txBox="1">
            <a:spLocks noChangeArrowheads="1"/>
          </p:cNvSpPr>
          <p:nvPr/>
        </p:nvSpPr>
        <p:spPr bwMode="auto">
          <a:xfrm>
            <a:off x="3733800" y="2209800"/>
            <a:ext cx="2873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6</a:t>
            </a:r>
          </a:p>
        </p:txBody>
      </p:sp>
      <p:sp>
        <p:nvSpPr>
          <p:cNvPr id="78874" name="TextBox 181">
            <a:extLst>
              <a:ext uri="{FF2B5EF4-FFF2-40B4-BE49-F238E27FC236}">
                <a16:creationId xmlns:a16="http://schemas.microsoft.com/office/drawing/2014/main" id="{464CD613-E6D3-4394-8C24-7198BFA4333C}"/>
              </a:ext>
            </a:extLst>
          </p:cNvPr>
          <p:cNvSpPr txBox="1">
            <a:spLocks noChangeArrowheads="1"/>
          </p:cNvSpPr>
          <p:nvPr/>
        </p:nvSpPr>
        <p:spPr bwMode="auto">
          <a:xfrm>
            <a:off x="5334000" y="2209800"/>
            <a:ext cx="2873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4</a:t>
            </a:r>
          </a:p>
        </p:txBody>
      </p:sp>
      <p:sp>
        <p:nvSpPr>
          <p:cNvPr id="78875" name="Rectangle 182">
            <a:extLst>
              <a:ext uri="{FF2B5EF4-FFF2-40B4-BE49-F238E27FC236}">
                <a16:creationId xmlns:a16="http://schemas.microsoft.com/office/drawing/2014/main" id="{6507AEC0-8989-4195-B3F9-8BBECC3A7B68}"/>
              </a:ext>
            </a:extLst>
          </p:cNvPr>
          <p:cNvSpPr>
            <a:spLocks noChangeArrowheads="1"/>
          </p:cNvSpPr>
          <p:nvPr/>
        </p:nvSpPr>
        <p:spPr bwMode="auto">
          <a:xfrm>
            <a:off x="5638800" y="2514600"/>
            <a:ext cx="1524000" cy="304800"/>
          </a:xfrm>
          <a:prstGeom prst="rect">
            <a:avLst/>
          </a:prstGeom>
          <a:pattFill prst="openDmnd">
            <a:fgClr>
              <a:schemeClr val="tx1"/>
            </a:fgClr>
            <a:bgClr>
              <a:srgbClr val="FFFFFF"/>
            </a:bgClr>
          </a:patt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8876" name="Rectangle 183">
            <a:extLst>
              <a:ext uri="{FF2B5EF4-FFF2-40B4-BE49-F238E27FC236}">
                <a16:creationId xmlns:a16="http://schemas.microsoft.com/office/drawing/2014/main" id="{0912CAED-9734-4D3A-9FEB-E1E968F7AA7E}"/>
              </a:ext>
            </a:extLst>
          </p:cNvPr>
          <p:cNvSpPr>
            <a:spLocks noChangeArrowheads="1"/>
          </p:cNvSpPr>
          <p:nvPr/>
        </p:nvSpPr>
        <p:spPr bwMode="auto">
          <a:xfrm>
            <a:off x="6858000" y="1905000"/>
            <a:ext cx="4572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8877" name="Rectangle 185">
            <a:extLst>
              <a:ext uri="{FF2B5EF4-FFF2-40B4-BE49-F238E27FC236}">
                <a16:creationId xmlns:a16="http://schemas.microsoft.com/office/drawing/2014/main" id="{707F6B59-A86B-4CE4-A455-72DAE68ED567}"/>
              </a:ext>
            </a:extLst>
          </p:cNvPr>
          <p:cNvSpPr>
            <a:spLocks noChangeArrowheads="1"/>
          </p:cNvSpPr>
          <p:nvPr/>
        </p:nvSpPr>
        <p:spPr bwMode="auto">
          <a:xfrm>
            <a:off x="7315200" y="3733800"/>
            <a:ext cx="3810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8878" name="Rectangle 186">
            <a:extLst>
              <a:ext uri="{FF2B5EF4-FFF2-40B4-BE49-F238E27FC236}">
                <a16:creationId xmlns:a16="http://schemas.microsoft.com/office/drawing/2014/main" id="{3F67E3B2-85CD-40A1-B9BC-DBF158915475}"/>
              </a:ext>
            </a:extLst>
          </p:cNvPr>
          <p:cNvSpPr>
            <a:spLocks noChangeArrowheads="1"/>
          </p:cNvSpPr>
          <p:nvPr/>
        </p:nvSpPr>
        <p:spPr bwMode="auto">
          <a:xfrm>
            <a:off x="7696200" y="3124200"/>
            <a:ext cx="3048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188" name="Rectangle 187">
            <a:extLst>
              <a:ext uri="{FF2B5EF4-FFF2-40B4-BE49-F238E27FC236}">
                <a16:creationId xmlns:a16="http://schemas.microsoft.com/office/drawing/2014/main" id="{4BEA3803-B764-4882-A6F9-24DC55459F45}"/>
              </a:ext>
            </a:extLst>
          </p:cNvPr>
          <p:cNvSpPr/>
          <p:nvPr/>
        </p:nvSpPr>
        <p:spPr bwMode="auto">
          <a:xfrm>
            <a:off x="6477000" y="3124200"/>
            <a:ext cx="12192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189" name="Rectangle 188">
            <a:extLst>
              <a:ext uri="{FF2B5EF4-FFF2-40B4-BE49-F238E27FC236}">
                <a16:creationId xmlns:a16="http://schemas.microsoft.com/office/drawing/2014/main" id="{FBD3A46F-CA70-47BC-A17F-3C92C5E149AF}"/>
              </a:ext>
            </a:extLst>
          </p:cNvPr>
          <p:cNvSpPr/>
          <p:nvPr/>
        </p:nvSpPr>
        <p:spPr bwMode="auto">
          <a:xfrm>
            <a:off x="7162800" y="2514600"/>
            <a:ext cx="9906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78881" name="TextBox 193">
            <a:extLst>
              <a:ext uri="{FF2B5EF4-FFF2-40B4-BE49-F238E27FC236}">
                <a16:creationId xmlns:a16="http://schemas.microsoft.com/office/drawing/2014/main" id="{B542C7A9-F0B5-40F4-8FF6-2F52493027DB}"/>
              </a:ext>
            </a:extLst>
          </p:cNvPr>
          <p:cNvSpPr txBox="1">
            <a:spLocks noChangeArrowheads="1"/>
          </p:cNvSpPr>
          <p:nvPr/>
        </p:nvSpPr>
        <p:spPr bwMode="auto">
          <a:xfrm>
            <a:off x="7010400" y="1600200"/>
            <a:ext cx="2873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6</a:t>
            </a:r>
          </a:p>
        </p:txBody>
      </p:sp>
      <p:sp>
        <p:nvSpPr>
          <p:cNvPr id="78882" name="TextBox 194">
            <a:extLst>
              <a:ext uri="{FF2B5EF4-FFF2-40B4-BE49-F238E27FC236}">
                <a16:creationId xmlns:a16="http://schemas.microsoft.com/office/drawing/2014/main" id="{08EF9C71-97C4-45A7-9779-D23C3F140126}"/>
              </a:ext>
            </a:extLst>
          </p:cNvPr>
          <p:cNvSpPr txBox="1">
            <a:spLocks noChangeArrowheads="1"/>
          </p:cNvSpPr>
          <p:nvPr/>
        </p:nvSpPr>
        <p:spPr bwMode="auto">
          <a:xfrm>
            <a:off x="4572000" y="2743200"/>
            <a:ext cx="2873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6</a:t>
            </a:r>
          </a:p>
        </p:txBody>
      </p:sp>
      <p:sp>
        <p:nvSpPr>
          <p:cNvPr id="78883" name="TextBox 195">
            <a:extLst>
              <a:ext uri="{FF2B5EF4-FFF2-40B4-BE49-F238E27FC236}">
                <a16:creationId xmlns:a16="http://schemas.microsoft.com/office/drawing/2014/main" id="{50083AA0-B7A0-4992-A9FD-68E39F364DE7}"/>
              </a:ext>
            </a:extLst>
          </p:cNvPr>
          <p:cNvSpPr txBox="1">
            <a:spLocks noChangeArrowheads="1"/>
          </p:cNvSpPr>
          <p:nvPr/>
        </p:nvSpPr>
        <p:spPr bwMode="auto">
          <a:xfrm>
            <a:off x="6172200" y="2743200"/>
            <a:ext cx="2873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6</a:t>
            </a:r>
          </a:p>
        </p:txBody>
      </p:sp>
      <p:sp>
        <p:nvSpPr>
          <p:cNvPr id="78884" name="TextBox 196">
            <a:extLst>
              <a:ext uri="{FF2B5EF4-FFF2-40B4-BE49-F238E27FC236}">
                <a16:creationId xmlns:a16="http://schemas.microsoft.com/office/drawing/2014/main" id="{6633824D-37CC-45E0-9E4A-365D5A48DC72}"/>
              </a:ext>
            </a:extLst>
          </p:cNvPr>
          <p:cNvSpPr txBox="1">
            <a:spLocks noChangeArrowheads="1"/>
          </p:cNvSpPr>
          <p:nvPr/>
        </p:nvSpPr>
        <p:spPr bwMode="auto">
          <a:xfrm>
            <a:off x="7866063" y="2743200"/>
            <a:ext cx="28733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4</a:t>
            </a:r>
          </a:p>
        </p:txBody>
      </p:sp>
      <p:sp>
        <p:nvSpPr>
          <p:cNvPr id="78885" name="TextBox 197">
            <a:extLst>
              <a:ext uri="{FF2B5EF4-FFF2-40B4-BE49-F238E27FC236}">
                <a16:creationId xmlns:a16="http://schemas.microsoft.com/office/drawing/2014/main" id="{EB6CA5D7-FFFB-41E7-8122-A9F7A5BC700F}"/>
              </a:ext>
            </a:extLst>
          </p:cNvPr>
          <p:cNvSpPr txBox="1">
            <a:spLocks noChangeArrowheads="1"/>
          </p:cNvSpPr>
          <p:nvPr/>
        </p:nvSpPr>
        <p:spPr bwMode="auto">
          <a:xfrm>
            <a:off x="1447800" y="1219200"/>
            <a:ext cx="10541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mn-cs"/>
              </a:rPr>
              <a:t>Answer:</a:t>
            </a:r>
          </a:p>
        </p:txBody>
      </p:sp>
      <p:sp>
        <p:nvSpPr>
          <p:cNvPr id="78886" name="Rectangle 198">
            <a:extLst>
              <a:ext uri="{FF2B5EF4-FFF2-40B4-BE49-F238E27FC236}">
                <a16:creationId xmlns:a16="http://schemas.microsoft.com/office/drawing/2014/main" id="{C7B680BE-C0E2-4DFD-AE5F-3E5AD4F6873E}"/>
              </a:ext>
            </a:extLst>
          </p:cNvPr>
          <p:cNvSpPr>
            <a:spLocks noChangeArrowheads="1"/>
          </p:cNvSpPr>
          <p:nvPr/>
        </p:nvSpPr>
        <p:spPr bwMode="auto">
          <a:xfrm>
            <a:off x="3519488" y="5181600"/>
            <a:ext cx="457200" cy="304800"/>
          </a:xfrm>
          <a:prstGeom prst="rect">
            <a:avLst/>
          </a:prstGeom>
          <a:solidFill>
            <a:schemeClr val="tx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200" name="Rectangle 199">
            <a:extLst>
              <a:ext uri="{FF2B5EF4-FFF2-40B4-BE49-F238E27FC236}">
                <a16:creationId xmlns:a16="http://schemas.microsoft.com/office/drawing/2014/main" id="{7EF104AF-0082-42A4-912F-5866B087E43A}"/>
              </a:ext>
            </a:extLst>
          </p:cNvPr>
          <p:cNvSpPr/>
          <p:nvPr/>
        </p:nvSpPr>
        <p:spPr bwMode="auto">
          <a:xfrm>
            <a:off x="5119688" y="5181600"/>
            <a:ext cx="4572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78888" name="Rectangle 200">
            <a:extLst>
              <a:ext uri="{FF2B5EF4-FFF2-40B4-BE49-F238E27FC236}">
                <a16:creationId xmlns:a16="http://schemas.microsoft.com/office/drawing/2014/main" id="{910FE5DC-3809-45D9-9330-392C4F5D04DF}"/>
              </a:ext>
            </a:extLst>
          </p:cNvPr>
          <p:cNvSpPr>
            <a:spLocks noChangeArrowheads="1"/>
          </p:cNvSpPr>
          <p:nvPr/>
        </p:nvSpPr>
        <p:spPr bwMode="auto">
          <a:xfrm>
            <a:off x="6643688" y="5181600"/>
            <a:ext cx="457200" cy="304800"/>
          </a:xfrm>
          <a:prstGeom prst="rect">
            <a:avLst/>
          </a:prstGeom>
          <a:pattFill prst="openDmnd">
            <a:fgClr>
              <a:schemeClr val="tx1"/>
            </a:fgClr>
            <a:bgClr>
              <a:srgbClr val="FFFFFF"/>
            </a:bgClr>
          </a:patt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78889" name="TextBox 201">
            <a:extLst>
              <a:ext uri="{FF2B5EF4-FFF2-40B4-BE49-F238E27FC236}">
                <a16:creationId xmlns:a16="http://schemas.microsoft.com/office/drawing/2014/main" id="{4822EB93-E7F3-400C-B8C1-CD479D876C6B}"/>
              </a:ext>
            </a:extLst>
          </p:cNvPr>
          <p:cNvSpPr txBox="1">
            <a:spLocks noChangeArrowheads="1"/>
          </p:cNvSpPr>
          <p:nvPr/>
        </p:nvSpPr>
        <p:spPr bwMode="auto">
          <a:xfrm>
            <a:off x="3975100" y="5181600"/>
            <a:ext cx="83978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 Running</a:t>
            </a:r>
          </a:p>
        </p:txBody>
      </p:sp>
      <p:sp>
        <p:nvSpPr>
          <p:cNvPr id="78890" name="TextBox 202">
            <a:extLst>
              <a:ext uri="{FF2B5EF4-FFF2-40B4-BE49-F238E27FC236}">
                <a16:creationId xmlns:a16="http://schemas.microsoft.com/office/drawing/2014/main" id="{A6D70262-0D0A-41D3-BD27-30CF3133DF29}"/>
              </a:ext>
            </a:extLst>
          </p:cNvPr>
          <p:cNvSpPr txBox="1">
            <a:spLocks noChangeArrowheads="1"/>
          </p:cNvSpPr>
          <p:nvPr/>
        </p:nvSpPr>
        <p:spPr bwMode="auto">
          <a:xfrm>
            <a:off x="5575300" y="5181600"/>
            <a:ext cx="711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 Ready</a:t>
            </a:r>
          </a:p>
        </p:txBody>
      </p:sp>
      <p:sp>
        <p:nvSpPr>
          <p:cNvPr id="78891" name="TextBox 203">
            <a:extLst>
              <a:ext uri="{FF2B5EF4-FFF2-40B4-BE49-F238E27FC236}">
                <a16:creationId xmlns:a16="http://schemas.microsoft.com/office/drawing/2014/main" id="{F5FDD386-8928-4F74-8E94-EA8EB9739256}"/>
              </a:ext>
            </a:extLst>
          </p:cNvPr>
          <p:cNvSpPr txBox="1">
            <a:spLocks noChangeArrowheads="1"/>
          </p:cNvSpPr>
          <p:nvPr/>
        </p:nvSpPr>
        <p:spPr bwMode="auto">
          <a:xfrm>
            <a:off x="7099300" y="5181600"/>
            <a:ext cx="8255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 Blocked</a:t>
            </a:r>
          </a:p>
        </p:txBody>
      </p:sp>
      <p:sp>
        <p:nvSpPr>
          <p:cNvPr id="78892" name="TextBox 118">
            <a:extLst>
              <a:ext uri="{FF2B5EF4-FFF2-40B4-BE49-F238E27FC236}">
                <a16:creationId xmlns:a16="http://schemas.microsoft.com/office/drawing/2014/main" id="{471D76E2-72A0-4C01-ABFB-C797026E9B8B}"/>
              </a:ext>
            </a:extLst>
          </p:cNvPr>
          <p:cNvSpPr txBox="1">
            <a:spLocks noChangeArrowheads="1"/>
          </p:cNvSpPr>
          <p:nvPr/>
        </p:nvSpPr>
        <p:spPr bwMode="auto">
          <a:xfrm>
            <a:off x="1524000" y="4295775"/>
            <a:ext cx="13081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Instruction Cycles</a:t>
            </a:r>
          </a:p>
        </p:txBody>
      </p:sp>
      <p:sp>
        <p:nvSpPr>
          <p:cNvPr id="78893" name="TextBox 12">
            <a:extLst>
              <a:ext uri="{FF2B5EF4-FFF2-40B4-BE49-F238E27FC236}">
                <a16:creationId xmlns:a16="http://schemas.microsoft.com/office/drawing/2014/main" id="{93361317-CB84-495A-BEA8-2F2B3CC0334F}"/>
              </a:ext>
            </a:extLst>
          </p:cNvPr>
          <p:cNvSpPr txBox="1">
            <a:spLocks noChangeArrowheads="1"/>
          </p:cNvSpPr>
          <p:nvPr/>
        </p:nvSpPr>
        <p:spPr bwMode="auto">
          <a:xfrm>
            <a:off x="1524000" y="3700463"/>
            <a:ext cx="107315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6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mn-cs"/>
              </a:rPr>
              <a:t>Dispatcher</a:t>
            </a:r>
          </a:p>
        </p:txBody>
      </p:sp>
      <p:sp>
        <p:nvSpPr>
          <p:cNvPr id="121" name="Rectangle 120">
            <a:extLst>
              <a:ext uri="{FF2B5EF4-FFF2-40B4-BE49-F238E27FC236}">
                <a16:creationId xmlns:a16="http://schemas.microsoft.com/office/drawing/2014/main" id="{23AF50CE-18E8-4EF1-A2F9-4997796552F7}"/>
              </a:ext>
            </a:extLst>
          </p:cNvPr>
          <p:cNvSpPr/>
          <p:nvPr/>
        </p:nvSpPr>
        <p:spPr bwMode="auto">
          <a:xfrm>
            <a:off x="2971800" y="3733800"/>
            <a:ext cx="3048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122" name="Rectangle 121">
            <a:extLst>
              <a:ext uri="{FF2B5EF4-FFF2-40B4-BE49-F238E27FC236}">
                <a16:creationId xmlns:a16="http://schemas.microsoft.com/office/drawing/2014/main" id="{D25A33CF-9053-42BF-AF68-0A525B09B71E}"/>
              </a:ext>
            </a:extLst>
          </p:cNvPr>
          <p:cNvSpPr/>
          <p:nvPr/>
        </p:nvSpPr>
        <p:spPr bwMode="auto">
          <a:xfrm>
            <a:off x="3657600" y="3733800"/>
            <a:ext cx="4572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123" name="Rectangle 122">
            <a:extLst>
              <a:ext uri="{FF2B5EF4-FFF2-40B4-BE49-F238E27FC236}">
                <a16:creationId xmlns:a16="http://schemas.microsoft.com/office/drawing/2014/main" id="{79DAA2DC-A4FC-4536-832B-217C910F1856}"/>
              </a:ext>
            </a:extLst>
          </p:cNvPr>
          <p:cNvSpPr/>
          <p:nvPr/>
        </p:nvSpPr>
        <p:spPr bwMode="auto">
          <a:xfrm>
            <a:off x="4495800" y="3733800"/>
            <a:ext cx="4572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124" name="Rectangle 123">
            <a:extLst>
              <a:ext uri="{FF2B5EF4-FFF2-40B4-BE49-F238E27FC236}">
                <a16:creationId xmlns:a16="http://schemas.microsoft.com/office/drawing/2014/main" id="{547E1881-2D19-48AC-879A-8D88A7365FDC}"/>
              </a:ext>
            </a:extLst>
          </p:cNvPr>
          <p:cNvSpPr/>
          <p:nvPr/>
        </p:nvSpPr>
        <p:spPr bwMode="auto">
          <a:xfrm>
            <a:off x="5334000" y="3733800"/>
            <a:ext cx="3048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125" name="Rectangle 124">
            <a:extLst>
              <a:ext uri="{FF2B5EF4-FFF2-40B4-BE49-F238E27FC236}">
                <a16:creationId xmlns:a16="http://schemas.microsoft.com/office/drawing/2014/main" id="{AF420CE9-D6E5-4744-9E86-5D32B854CC55}"/>
              </a:ext>
            </a:extLst>
          </p:cNvPr>
          <p:cNvSpPr/>
          <p:nvPr/>
        </p:nvSpPr>
        <p:spPr bwMode="auto">
          <a:xfrm>
            <a:off x="6019800" y="3733800"/>
            <a:ext cx="4572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126" name="Rectangle 125">
            <a:extLst>
              <a:ext uri="{FF2B5EF4-FFF2-40B4-BE49-F238E27FC236}">
                <a16:creationId xmlns:a16="http://schemas.microsoft.com/office/drawing/2014/main" id="{944E68E2-5F8E-49D8-AD48-A76AC595489C}"/>
              </a:ext>
            </a:extLst>
          </p:cNvPr>
          <p:cNvSpPr/>
          <p:nvPr/>
        </p:nvSpPr>
        <p:spPr bwMode="auto">
          <a:xfrm>
            <a:off x="6858000" y="3733800"/>
            <a:ext cx="4572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127" name="Rectangle 126">
            <a:extLst>
              <a:ext uri="{FF2B5EF4-FFF2-40B4-BE49-F238E27FC236}">
                <a16:creationId xmlns:a16="http://schemas.microsoft.com/office/drawing/2014/main" id="{E2D760A6-C44A-4371-A257-213858AFE0AC}"/>
              </a:ext>
            </a:extLst>
          </p:cNvPr>
          <p:cNvSpPr/>
          <p:nvPr/>
        </p:nvSpPr>
        <p:spPr bwMode="auto">
          <a:xfrm>
            <a:off x="7696200" y="3733800"/>
            <a:ext cx="457200" cy="304800"/>
          </a:xfrm>
          <a:prstGeom prst="rect">
            <a:avLst/>
          </a:prstGeom>
          <a:solidFill>
            <a:schemeClr val="bg1">
              <a:lumMod val="85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Tree>
    <p:extLst>
      <p:ext uri="{BB962C8B-B14F-4D97-AF65-F5344CB8AC3E}">
        <p14:creationId xmlns:p14="http://schemas.microsoft.com/office/powerpoint/2010/main" val="3342102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bwMode="auto">
          <a:xfrm>
            <a:off x="279100" y="5806010"/>
            <a:ext cx="8864900" cy="1051990"/>
          </a:xfrm>
          <a:prstGeom prst="rect">
            <a:avLst/>
          </a:prstGeom>
          <a:solidFill>
            <a:schemeClr val="bg1"/>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Verdana" charset="0"/>
            </a:endParaRPr>
          </a:p>
        </p:txBody>
      </p:sp>
      <p:sp>
        <p:nvSpPr>
          <p:cNvPr id="82945" name="Rectangle 2"/>
          <p:cNvSpPr>
            <a:spLocks noGrp="1" noChangeArrowheads="1"/>
          </p:cNvSpPr>
          <p:nvPr>
            <p:ph type="title"/>
          </p:nvPr>
        </p:nvSpPr>
        <p:spPr>
          <a:xfrm>
            <a:off x="2274660" y="1060714"/>
            <a:ext cx="6461157" cy="811082"/>
          </a:xfrm>
        </p:spPr>
        <p:txBody>
          <a:bodyPr/>
          <a:lstStyle/>
          <a:p>
            <a:pPr algn="l" eaLnBrk="1" hangingPunct="1"/>
            <a:r>
              <a:rPr lang="en-US" sz="2200" b="0" dirty="0">
                <a:solidFill>
                  <a:schemeClr val="tx1"/>
                </a:solidFill>
                <a:latin typeface="+mn-lt"/>
                <a:ea typeface="MS PGothic" charset="0"/>
              </a:rPr>
              <a:t>What is the process state for each process at </a:t>
            </a:r>
            <a:r>
              <a:rPr lang="en-US" sz="2200" b="0" i="1" dirty="0">
                <a:solidFill>
                  <a:schemeClr val="tx1"/>
                </a:solidFill>
                <a:latin typeface="+mn-lt"/>
                <a:ea typeface="MS PGothic" charset="0"/>
              </a:rPr>
              <a:t>x</a:t>
            </a:r>
            <a:r>
              <a:rPr lang="en-US" sz="2200" b="0" dirty="0">
                <a:solidFill>
                  <a:schemeClr val="tx1"/>
                </a:solidFill>
                <a:latin typeface="+mn-lt"/>
                <a:ea typeface="MS PGothic" charset="0"/>
              </a:rPr>
              <a:t>, </a:t>
            </a:r>
            <a:r>
              <a:rPr lang="en-US" sz="2200" b="0" i="1" dirty="0">
                <a:solidFill>
                  <a:schemeClr val="tx1"/>
                </a:solidFill>
                <a:latin typeface="+mn-lt"/>
                <a:ea typeface="MS PGothic" charset="0"/>
              </a:rPr>
              <a:t>y</a:t>
            </a:r>
            <a:r>
              <a:rPr lang="en-US" sz="2200" b="0" dirty="0">
                <a:solidFill>
                  <a:schemeClr val="tx1"/>
                </a:solidFill>
                <a:latin typeface="+mn-lt"/>
                <a:ea typeface="MS PGothic" charset="0"/>
              </a:rPr>
              <a:t> and </a:t>
            </a:r>
            <a:r>
              <a:rPr lang="en-US" sz="2200" b="0" i="1" dirty="0">
                <a:solidFill>
                  <a:schemeClr val="tx1"/>
                </a:solidFill>
                <a:latin typeface="+mn-lt"/>
                <a:ea typeface="MS PGothic" charset="0"/>
              </a:rPr>
              <a:t>z </a:t>
            </a:r>
            <a:r>
              <a:rPr lang="en-US" sz="2200" b="0" dirty="0">
                <a:solidFill>
                  <a:schemeClr val="tx1"/>
                </a:solidFill>
                <a:latin typeface="+mn-lt"/>
                <a:ea typeface="MS PGothic" charset="0"/>
              </a:rPr>
              <a:t>? Justify your answer.</a:t>
            </a:r>
          </a:p>
        </p:txBody>
      </p:sp>
      <p:pic>
        <p:nvPicPr>
          <p:cNvPr id="82946" name="Picture 3" descr="3_6"/>
          <p:cNvPicPr>
            <a:picLocks noChangeAspect="1" noChangeArrowheads="1"/>
          </p:cNvPicPr>
          <p:nvPr/>
        </p:nvPicPr>
        <p:blipFill rotWithShape="1">
          <a:blip r:embed="rId3">
            <a:extLst>
              <a:ext uri="{28A0092B-C50C-407E-A947-70E740481C1C}">
                <a14:useLocalDpi xmlns:a14="http://schemas.microsoft.com/office/drawing/2010/main" val="0"/>
              </a:ext>
            </a:extLst>
          </a:blip>
          <a:srcRect b="18338"/>
          <a:stretch/>
        </p:blipFill>
        <p:spPr bwMode="auto">
          <a:xfrm>
            <a:off x="624660" y="2623223"/>
            <a:ext cx="8229600" cy="3727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cxnSp>
        <p:nvCxnSpPr>
          <p:cNvPr id="82949" name="Straight Connector 6"/>
          <p:cNvCxnSpPr>
            <a:cxnSpLocks noChangeShapeType="1"/>
          </p:cNvCxnSpPr>
          <p:nvPr/>
        </p:nvCxnSpPr>
        <p:spPr bwMode="auto">
          <a:xfrm>
            <a:off x="2037535" y="2470822"/>
            <a:ext cx="0" cy="2971800"/>
          </a:xfrm>
          <a:prstGeom prst="line">
            <a:avLst/>
          </a:prstGeom>
          <a:noFill/>
          <a:ln w="25400">
            <a:solidFill>
              <a:srgbClr val="FF0000"/>
            </a:solidFill>
            <a:prstDash val="dash"/>
            <a:round/>
            <a:headEnd/>
            <a:tailEnd/>
          </a:ln>
          <a:extLst>
            <a:ext uri="{909E8E84-426E-40dd-AFC4-6F175D3DCCD1}">
              <a14:hiddenFill xmlns:a14="http://schemas.microsoft.com/office/drawing/2010/main" xmlns="">
                <a:noFill/>
              </a14:hiddenFill>
            </a:ext>
          </a:extLst>
        </p:spPr>
      </p:cxnSp>
      <p:sp>
        <p:nvSpPr>
          <p:cNvPr id="9" name="TextBox 8"/>
          <p:cNvSpPr txBox="1"/>
          <p:nvPr/>
        </p:nvSpPr>
        <p:spPr>
          <a:xfrm>
            <a:off x="1843860" y="5442622"/>
            <a:ext cx="338138" cy="461963"/>
          </a:xfrm>
          <a:prstGeom prst="rect">
            <a:avLst/>
          </a:prstGeom>
          <a:noFill/>
        </p:spPr>
        <p:txBody>
          <a:bodyPr wrap="none">
            <a:spAutoFit/>
          </a:bodyPr>
          <a:lstStyle/>
          <a:p>
            <a:pPr>
              <a:defRPr/>
            </a:pPr>
            <a:r>
              <a:rPr lang="en-US" sz="2400" dirty="0">
                <a:solidFill>
                  <a:srgbClr val="FF0000"/>
                </a:solidFill>
                <a:latin typeface="+mn-lt"/>
                <a:ea typeface="MS PGothic" pitchFamily="34" charset="-128"/>
                <a:cs typeface="+mn-cs"/>
              </a:rPr>
              <a:t>x</a:t>
            </a:r>
          </a:p>
        </p:txBody>
      </p:sp>
      <p:cxnSp>
        <p:nvCxnSpPr>
          <p:cNvPr id="82951" name="Straight Connector 9"/>
          <p:cNvCxnSpPr>
            <a:cxnSpLocks noChangeShapeType="1"/>
          </p:cNvCxnSpPr>
          <p:nvPr/>
        </p:nvCxnSpPr>
        <p:spPr bwMode="auto">
          <a:xfrm>
            <a:off x="4171135" y="2470822"/>
            <a:ext cx="0" cy="2971800"/>
          </a:xfrm>
          <a:prstGeom prst="line">
            <a:avLst/>
          </a:prstGeom>
          <a:noFill/>
          <a:ln w="25400">
            <a:solidFill>
              <a:srgbClr val="FF0000"/>
            </a:solidFill>
            <a:prstDash val="dash"/>
            <a:round/>
            <a:headEnd/>
            <a:tailEnd/>
          </a:ln>
          <a:extLst>
            <a:ext uri="{909E8E84-426E-40dd-AFC4-6F175D3DCCD1}">
              <a14:hiddenFill xmlns:a14="http://schemas.microsoft.com/office/drawing/2010/main" xmlns="">
                <a:noFill/>
              </a14:hiddenFill>
            </a:ext>
          </a:extLst>
        </p:spPr>
      </p:cxnSp>
      <p:sp>
        <p:nvSpPr>
          <p:cNvPr id="11" name="TextBox 10"/>
          <p:cNvSpPr txBox="1"/>
          <p:nvPr/>
        </p:nvSpPr>
        <p:spPr>
          <a:xfrm>
            <a:off x="3977460" y="5442622"/>
            <a:ext cx="338138" cy="461963"/>
          </a:xfrm>
          <a:prstGeom prst="rect">
            <a:avLst/>
          </a:prstGeom>
          <a:noFill/>
        </p:spPr>
        <p:txBody>
          <a:bodyPr wrap="none">
            <a:spAutoFit/>
          </a:bodyPr>
          <a:lstStyle/>
          <a:p>
            <a:pPr>
              <a:defRPr/>
            </a:pPr>
            <a:r>
              <a:rPr lang="en-US" sz="2400" dirty="0">
                <a:solidFill>
                  <a:srgbClr val="FF0000"/>
                </a:solidFill>
                <a:latin typeface="+mn-lt"/>
                <a:ea typeface="MS PGothic" pitchFamily="34" charset="-128"/>
                <a:cs typeface="+mn-cs"/>
              </a:rPr>
              <a:t>y</a:t>
            </a:r>
          </a:p>
        </p:txBody>
      </p:sp>
      <p:cxnSp>
        <p:nvCxnSpPr>
          <p:cNvPr id="82953" name="Straight Connector 11"/>
          <p:cNvCxnSpPr>
            <a:cxnSpLocks noChangeShapeType="1"/>
          </p:cNvCxnSpPr>
          <p:nvPr/>
        </p:nvCxnSpPr>
        <p:spPr bwMode="auto">
          <a:xfrm>
            <a:off x="6880998" y="2470822"/>
            <a:ext cx="0" cy="2971800"/>
          </a:xfrm>
          <a:prstGeom prst="line">
            <a:avLst/>
          </a:prstGeom>
          <a:noFill/>
          <a:ln w="25400">
            <a:solidFill>
              <a:srgbClr val="FF0000"/>
            </a:solidFill>
            <a:prstDash val="dash"/>
            <a:round/>
            <a:headEnd/>
            <a:tailEnd/>
          </a:ln>
          <a:extLst>
            <a:ext uri="{909E8E84-426E-40dd-AFC4-6F175D3DCCD1}">
              <a14:hiddenFill xmlns:a14="http://schemas.microsoft.com/office/drawing/2010/main" xmlns="">
                <a:noFill/>
              </a14:hiddenFill>
            </a:ext>
          </a:extLst>
        </p:spPr>
      </p:cxnSp>
      <p:sp>
        <p:nvSpPr>
          <p:cNvPr id="13" name="TextBox 12"/>
          <p:cNvSpPr txBox="1"/>
          <p:nvPr/>
        </p:nvSpPr>
        <p:spPr>
          <a:xfrm>
            <a:off x="6687323" y="5442622"/>
            <a:ext cx="338137" cy="461963"/>
          </a:xfrm>
          <a:prstGeom prst="rect">
            <a:avLst/>
          </a:prstGeom>
          <a:noFill/>
        </p:spPr>
        <p:txBody>
          <a:bodyPr wrap="none">
            <a:spAutoFit/>
          </a:bodyPr>
          <a:lstStyle/>
          <a:p>
            <a:pPr>
              <a:defRPr/>
            </a:pPr>
            <a:r>
              <a:rPr lang="en-US" sz="2400" dirty="0">
                <a:solidFill>
                  <a:srgbClr val="FF0000"/>
                </a:solidFill>
                <a:latin typeface="+mn-lt"/>
                <a:ea typeface="MS PGothic" pitchFamily="34" charset="-128"/>
                <a:cs typeface="+mn-cs"/>
              </a:rPr>
              <a:t>z</a:t>
            </a:r>
          </a:p>
        </p:txBody>
      </p:sp>
      <p:sp>
        <p:nvSpPr>
          <p:cNvPr id="18" name="Rectangle 17"/>
          <p:cNvSpPr/>
          <p:nvPr/>
        </p:nvSpPr>
        <p:spPr bwMode="auto">
          <a:xfrm>
            <a:off x="213826" y="1002917"/>
            <a:ext cx="2042761" cy="618735"/>
          </a:xfrm>
          <a:prstGeom prst="rect">
            <a:avLst/>
          </a:prstGeom>
          <a:solidFill>
            <a:srgbClr val="32669A"/>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Verdana" charset="0"/>
            </a:endParaRPr>
          </a:p>
        </p:txBody>
      </p:sp>
      <p:sp>
        <p:nvSpPr>
          <p:cNvPr id="19" name="TextBox 1">
            <a:extLst>
              <a:ext uri="{FF2B5EF4-FFF2-40B4-BE49-F238E27FC236}">
                <a16:creationId xmlns:a16="http://schemas.microsoft.com/office/drawing/2014/main" id="{D0B269CB-CDC3-4361-AE6C-5EE7CA68B06C}"/>
              </a:ext>
            </a:extLst>
          </p:cNvPr>
          <p:cNvSpPr txBox="1">
            <a:spLocks noChangeArrowheads="1"/>
          </p:cNvSpPr>
          <p:nvPr/>
        </p:nvSpPr>
        <p:spPr bwMode="auto">
          <a:xfrm>
            <a:off x="445860" y="1100820"/>
            <a:ext cx="1345240" cy="430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200" i="0" u="none" strike="noStrike" kern="1200" cap="none" spc="0" normalizeH="0" baseline="0" noProof="0" dirty="0">
                <a:ln>
                  <a:noFill/>
                </a:ln>
                <a:solidFill>
                  <a:schemeClr val="bg1"/>
                </a:solidFill>
                <a:effectLst/>
                <a:uLnTx/>
                <a:uFillTx/>
                <a:latin typeface="Helvetica"/>
                <a:ea typeface="MS PGothic" panose="020B0600070205080204" pitchFamily="34" charset="-128"/>
                <a:cs typeface="Helvetica"/>
              </a:rPr>
              <a:t>Exercise </a:t>
            </a:r>
          </a:p>
        </p:txBody>
      </p:sp>
    </p:spTree>
    <p:extLst>
      <p:ext uri="{BB962C8B-B14F-4D97-AF65-F5344CB8AC3E}">
        <p14:creationId xmlns:p14="http://schemas.microsoft.com/office/powerpoint/2010/main" val="34123364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E11E59CF-201A-402B-8756-C9A827A1875B}"/>
              </a:ext>
            </a:extLst>
          </p:cNvPr>
          <p:cNvSpPr>
            <a:spLocks noGrp="1" noChangeArrowheads="1"/>
          </p:cNvSpPr>
          <p:nvPr>
            <p:ph type="title"/>
          </p:nvPr>
        </p:nvSpPr>
        <p:spPr>
          <a:xfrm>
            <a:off x="990600" y="139700"/>
            <a:ext cx="7696200" cy="576263"/>
          </a:xfrm>
        </p:spPr>
        <p:txBody>
          <a:bodyPr/>
          <a:lstStyle/>
          <a:p>
            <a:pPr eaLnBrk="1" hangingPunct="1"/>
            <a:r>
              <a:rPr lang="en-US" altLang="en-US" dirty="0"/>
              <a:t>5.2	Scheduling Criteria</a:t>
            </a:r>
          </a:p>
        </p:txBody>
      </p:sp>
      <p:sp>
        <p:nvSpPr>
          <p:cNvPr id="13315" name="Rectangle 3">
            <a:extLst>
              <a:ext uri="{FF2B5EF4-FFF2-40B4-BE49-F238E27FC236}">
                <a16:creationId xmlns:a16="http://schemas.microsoft.com/office/drawing/2014/main" id="{91DE0016-2316-4096-BC7D-0B0B7E703F2C}"/>
              </a:ext>
            </a:extLst>
          </p:cNvPr>
          <p:cNvSpPr>
            <a:spLocks noGrp="1" noChangeArrowheads="1"/>
          </p:cNvSpPr>
          <p:nvPr>
            <p:ph type="body" idx="1"/>
          </p:nvPr>
        </p:nvSpPr>
        <p:spPr>
          <a:xfrm>
            <a:off x="746450" y="1246188"/>
            <a:ext cx="7781730" cy="4959350"/>
          </a:xfrm>
        </p:spPr>
        <p:txBody>
          <a:bodyPr/>
          <a:lstStyle/>
          <a:p>
            <a:pPr algn="just"/>
            <a:r>
              <a:rPr lang="en-US" altLang="en-US" b="1" dirty="0"/>
              <a:t>CPU utilization </a:t>
            </a:r>
            <a:r>
              <a:rPr lang="en-US" altLang="en-US" dirty="0"/>
              <a:t>– keep the CPU as busy as possible</a:t>
            </a:r>
          </a:p>
          <a:p>
            <a:pPr algn="just"/>
            <a:endParaRPr lang="en-US" altLang="en-US" sz="800" dirty="0"/>
          </a:p>
          <a:p>
            <a:pPr algn="just"/>
            <a:r>
              <a:rPr lang="en-US" altLang="en-US" b="1" dirty="0"/>
              <a:t>Throughput</a:t>
            </a:r>
            <a:r>
              <a:rPr lang="en-US" altLang="en-US" dirty="0"/>
              <a:t> – number  of processes that complete their execution per time unit (e.g., 5 per second)</a:t>
            </a:r>
          </a:p>
          <a:p>
            <a:pPr algn="just"/>
            <a:endParaRPr lang="en-US" altLang="en-US" sz="800" dirty="0"/>
          </a:p>
          <a:p>
            <a:pPr algn="just"/>
            <a:r>
              <a:rPr lang="en-US" altLang="en-US" b="1" dirty="0"/>
              <a:t>Turnaround time </a:t>
            </a:r>
            <a:r>
              <a:rPr lang="en-US" altLang="en-US" dirty="0"/>
              <a:t>– amount of time to execute a particular process</a:t>
            </a:r>
          </a:p>
          <a:p>
            <a:pPr algn="just"/>
            <a:endParaRPr lang="en-US" altLang="en-US" sz="800" dirty="0"/>
          </a:p>
          <a:p>
            <a:pPr algn="just"/>
            <a:r>
              <a:rPr lang="en-US" altLang="en-US" b="1" dirty="0"/>
              <a:t>Waiting time </a:t>
            </a:r>
            <a:r>
              <a:rPr lang="en-US" altLang="en-US" dirty="0"/>
              <a:t>– total amount of time a process has been waiting in the ready queue</a:t>
            </a:r>
          </a:p>
          <a:p>
            <a:pPr algn="just"/>
            <a:endParaRPr lang="en-US" altLang="en-US" sz="800" dirty="0"/>
          </a:p>
          <a:p>
            <a:pPr algn="just"/>
            <a:r>
              <a:rPr lang="en-US" altLang="en-US" b="1" dirty="0"/>
              <a:t>Response time </a:t>
            </a:r>
            <a:r>
              <a:rPr lang="en-US" altLang="en-US" dirty="0"/>
              <a:t>– amount of time it takes from when a request was submitted until the first response is produced, not output  (for time-sharing environment)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01924" y="234681"/>
            <a:ext cx="8229600" cy="576262"/>
          </a:xfrm>
          <a:prstGeom prst="rect">
            <a:avLst/>
          </a:prstGeom>
          <a:noFill/>
          <a:ln>
            <a:noFill/>
          </a:ln>
        </p:spPr>
        <p:txBody>
          <a:bodyPr spcFirstLastPara="1" wrap="square" lIns="91425" tIns="45700" rIns="91425" bIns="45700"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3200" b="1" i="0" u="none" strike="noStrike" cap="none">
                <a:solidFill>
                  <a:srgbClr val="006699"/>
                </a:solidFill>
                <a:latin typeface="Arial"/>
                <a:ea typeface="Arial"/>
                <a:cs typeface="Arial"/>
                <a:sym typeface="Arial"/>
              </a:defRPr>
            </a:lvl1pPr>
            <a:lvl2pPr marR="0" lvl="1" algn="ctr" rtl="0">
              <a:lnSpc>
                <a:spcPct val="100000"/>
              </a:lnSpc>
              <a:spcBef>
                <a:spcPts val="0"/>
              </a:spcBef>
              <a:spcAft>
                <a:spcPts val="0"/>
              </a:spcAft>
              <a:buClr>
                <a:srgbClr val="000000"/>
              </a:buClr>
              <a:buSzPts val="1400"/>
              <a:buFont typeface="Arial"/>
              <a:buNone/>
              <a:defRPr sz="3200" b="1" i="0" u="none" strike="noStrike" cap="none">
                <a:solidFill>
                  <a:srgbClr val="006699"/>
                </a:solidFill>
                <a:latin typeface="Arial"/>
                <a:ea typeface="Arial"/>
                <a:cs typeface="Arial"/>
                <a:sym typeface="Arial"/>
              </a:defRPr>
            </a:lvl2pPr>
            <a:lvl3pPr marR="0" lvl="2" algn="ctr" rtl="0">
              <a:lnSpc>
                <a:spcPct val="100000"/>
              </a:lnSpc>
              <a:spcBef>
                <a:spcPts val="0"/>
              </a:spcBef>
              <a:spcAft>
                <a:spcPts val="0"/>
              </a:spcAft>
              <a:buClr>
                <a:srgbClr val="000000"/>
              </a:buClr>
              <a:buSzPts val="1400"/>
              <a:buFont typeface="Arial"/>
              <a:buNone/>
              <a:defRPr sz="3200" b="1" i="0" u="none" strike="noStrike" cap="none">
                <a:solidFill>
                  <a:srgbClr val="006699"/>
                </a:solidFill>
                <a:latin typeface="Arial"/>
                <a:ea typeface="Arial"/>
                <a:cs typeface="Arial"/>
                <a:sym typeface="Arial"/>
              </a:defRPr>
            </a:lvl3pPr>
            <a:lvl4pPr marR="0" lvl="3" algn="ctr" rtl="0">
              <a:lnSpc>
                <a:spcPct val="100000"/>
              </a:lnSpc>
              <a:spcBef>
                <a:spcPts val="0"/>
              </a:spcBef>
              <a:spcAft>
                <a:spcPts val="0"/>
              </a:spcAft>
              <a:buClr>
                <a:srgbClr val="000000"/>
              </a:buClr>
              <a:buSzPts val="1400"/>
              <a:buFont typeface="Arial"/>
              <a:buNone/>
              <a:defRPr sz="3200" b="1" i="0" u="none" strike="noStrike" cap="none">
                <a:solidFill>
                  <a:srgbClr val="006699"/>
                </a:solidFill>
                <a:latin typeface="Arial"/>
                <a:ea typeface="Arial"/>
                <a:cs typeface="Arial"/>
                <a:sym typeface="Arial"/>
              </a:defRPr>
            </a:lvl4pPr>
            <a:lvl5pPr marR="0" lvl="4" algn="ctr" rtl="0">
              <a:lnSpc>
                <a:spcPct val="100000"/>
              </a:lnSpc>
              <a:spcBef>
                <a:spcPts val="0"/>
              </a:spcBef>
              <a:spcAft>
                <a:spcPts val="0"/>
              </a:spcAft>
              <a:buClr>
                <a:srgbClr val="000000"/>
              </a:buClr>
              <a:buSzPts val="1400"/>
              <a:buFont typeface="Arial"/>
              <a:buNone/>
              <a:defRPr sz="3200" b="1" i="0" u="none" strike="noStrike" cap="none">
                <a:solidFill>
                  <a:srgbClr val="006699"/>
                </a:solidFill>
                <a:latin typeface="Arial"/>
                <a:ea typeface="Arial"/>
                <a:cs typeface="Arial"/>
                <a:sym typeface="Arial"/>
              </a:defRPr>
            </a:lvl5pPr>
            <a:lvl6pPr marR="0" lvl="5" algn="ctr" rtl="0">
              <a:lnSpc>
                <a:spcPct val="100000"/>
              </a:lnSpc>
              <a:spcBef>
                <a:spcPts val="0"/>
              </a:spcBef>
              <a:spcAft>
                <a:spcPts val="0"/>
              </a:spcAft>
              <a:buClr>
                <a:srgbClr val="000000"/>
              </a:buClr>
              <a:buSzPts val="1400"/>
              <a:buFont typeface="Arial"/>
              <a:buNone/>
              <a:defRPr sz="3200" b="1" i="0" u="none" strike="noStrike" cap="none">
                <a:solidFill>
                  <a:srgbClr val="006699"/>
                </a:solidFill>
                <a:latin typeface="Arial"/>
                <a:ea typeface="Arial"/>
                <a:cs typeface="Arial"/>
                <a:sym typeface="Arial"/>
              </a:defRPr>
            </a:lvl6pPr>
            <a:lvl7pPr marR="0" lvl="6" algn="ctr" rtl="0">
              <a:lnSpc>
                <a:spcPct val="100000"/>
              </a:lnSpc>
              <a:spcBef>
                <a:spcPts val="0"/>
              </a:spcBef>
              <a:spcAft>
                <a:spcPts val="0"/>
              </a:spcAft>
              <a:buClr>
                <a:srgbClr val="000000"/>
              </a:buClr>
              <a:buSzPts val="1400"/>
              <a:buFont typeface="Arial"/>
              <a:buNone/>
              <a:defRPr sz="3200" b="1" i="0" u="none" strike="noStrike" cap="none">
                <a:solidFill>
                  <a:srgbClr val="006699"/>
                </a:solidFill>
                <a:latin typeface="Arial"/>
                <a:ea typeface="Arial"/>
                <a:cs typeface="Arial"/>
                <a:sym typeface="Arial"/>
              </a:defRPr>
            </a:lvl7pPr>
            <a:lvl8pPr marR="0" lvl="7" algn="ctr" rtl="0">
              <a:lnSpc>
                <a:spcPct val="100000"/>
              </a:lnSpc>
              <a:spcBef>
                <a:spcPts val="0"/>
              </a:spcBef>
              <a:spcAft>
                <a:spcPts val="0"/>
              </a:spcAft>
              <a:buClr>
                <a:srgbClr val="000000"/>
              </a:buClr>
              <a:buSzPts val="1400"/>
              <a:buFont typeface="Arial"/>
              <a:buNone/>
              <a:defRPr sz="3200" b="1" i="0" u="none" strike="noStrike" cap="none">
                <a:solidFill>
                  <a:srgbClr val="006699"/>
                </a:solidFill>
                <a:latin typeface="Arial"/>
                <a:ea typeface="Arial"/>
                <a:cs typeface="Arial"/>
                <a:sym typeface="Arial"/>
              </a:defRPr>
            </a:lvl8pPr>
            <a:lvl9pPr marR="0" lvl="8" algn="ctr" rtl="0">
              <a:lnSpc>
                <a:spcPct val="100000"/>
              </a:lnSpc>
              <a:spcBef>
                <a:spcPts val="0"/>
              </a:spcBef>
              <a:spcAft>
                <a:spcPts val="0"/>
              </a:spcAft>
              <a:buClr>
                <a:srgbClr val="000000"/>
              </a:buClr>
              <a:buSzPts val="1400"/>
              <a:buFont typeface="Arial"/>
              <a:buNone/>
              <a:defRPr sz="3200" b="1" i="0" u="none" strike="noStrike" cap="none">
                <a:solidFill>
                  <a:srgbClr val="006699"/>
                </a:solidFill>
                <a:latin typeface="Arial"/>
                <a:ea typeface="Arial"/>
                <a:cs typeface="Arial"/>
                <a:sym typeface="Arial"/>
              </a:defRPr>
            </a:lvl9pPr>
          </a:lstStyle>
          <a:p>
            <a:r>
              <a:rPr lang="en-US" dirty="0"/>
              <a:t>EXERCISE (DIY!!)</a:t>
            </a:r>
            <a:endParaRPr lang="en-MY" dirty="0"/>
          </a:p>
        </p:txBody>
      </p:sp>
      <p:sp>
        <p:nvSpPr>
          <p:cNvPr id="5" name="Rectangle 4"/>
          <p:cNvSpPr/>
          <p:nvPr/>
        </p:nvSpPr>
        <p:spPr>
          <a:xfrm>
            <a:off x="370935" y="875213"/>
            <a:ext cx="8238228" cy="1815882"/>
          </a:xfrm>
          <a:prstGeom prst="rect">
            <a:avLst/>
          </a:prstGeom>
        </p:spPr>
        <p:txBody>
          <a:bodyPr wrap="square">
            <a:spAutoFit/>
          </a:bodyPr>
          <a:lstStyle/>
          <a:p>
            <a:pPr algn="just"/>
            <a:r>
              <a:rPr lang="en-US" sz="1600" dirty="0">
                <a:latin typeface="+mj-lt"/>
                <a:ea typeface="Calibri" panose="020F0502020204030204" pitchFamily="34" charset="0"/>
                <a:cs typeface="Times New Roman" panose="02020603050405020304" pitchFamily="18" charset="0"/>
              </a:rPr>
              <a:t>The table below shows the process’s location at memory for processes P, Q, R and Dispatcher. A single processor is used to run all processes. Process P request for I/O at instruction cycle 4 and wait up to 25 instruction cycles. Then, process R request for I/O at instruction cycle 23 and wait up to 24 instruction cycles. All processes run from 0 to 100 instruction cycles</a:t>
            </a:r>
            <a:r>
              <a:rPr lang="en-US" sz="1600" dirty="0">
                <a:latin typeface="+mj-lt"/>
                <a:ea typeface="Arial" panose="020B0604020202020204" pitchFamily="34" charset="0"/>
                <a:cs typeface="Times New Roman" panose="02020603050405020304" pitchFamily="18" charset="0"/>
              </a:rPr>
              <a:t> </a:t>
            </a:r>
            <a:r>
              <a:rPr lang="en-US" sz="1600" dirty="0">
                <a:latin typeface="+mj-lt"/>
                <a:ea typeface="Calibri" panose="020F0502020204030204" pitchFamily="34" charset="0"/>
                <a:cs typeface="Times New Roman" panose="02020603050405020304" pitchFamily="18" charset="0"/>
              </a:rPr>
              <a:t>with three different indicators for running, ready and blocked state (unit in milliseconds). Assume that the maximum CPU burst for each process is </a:t>
            </a:r>
            <a:r>
              <a:rPr lang="en-US" sz="1600" b="1" dirty="0">
                <a:latin typeface="+mj-lt"/>
                <a:ea typeface="Calibri" panose="020F0502020204030204" pitchFamily="34" charset="0"/>
                <a:cs typeface="Times New Roman" panose="02020603050405020304" pitchFamily="18" charset="0"/>
              </a:rPr>
              <a:t>6 instruction cycles</a:t>
            </a:r>
            <a:r>
              <a:rPr lang="en-US" sz="1600" dirty="0">
                <a:latin typeface="+mj-lt"/>
                <a:ea typeface="Calibri" panose="020F0502020204030204" pitchFamily="34" charset="0"/>
                <a:cs typeface="Times New Roman" panose="02020603050405020304" pitchFamily="18" charset="0"/>
              </a:rPr>
              <a:t>. Calculate the following questions [8m]:</a:t>
            </a:r>
            <a:endParaRPr lang="en-MY" sz="1600" dirty="0">
              <a:effectLst/>
              <a:latin typeface="+mj-lt"/>
              <a:ea typeface="Calibri" panose="020F0502020204030204" pitchFamily="34" charset="0"/>
              <a:cs typeface="Times New Roman" panose="020206030504050203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3931314946"/>
              </p:ext>
            </p:extLst>
          </p:nvPr>
        </p:nvGraphicFramePr>
        <p:xfrm>
          <a:off x="2639683" y="2843674"/>
          <a:ext cx="3852964" cy="1402080"/>
        </p:xfrm>
        <a:graphic>
          <a:graphicData uri="http://schemas.openxmlformats.org/drawingml/2006/table">
            <a:tbl>
              <a:tblPr firstRow="1" firstCol="1" bandRow="1"/>
              <a:tblGrid>
                <a:gridCol w="1620907">
                  <a:extLst>
                    <a:ext uri="{9D8B030D-6E8A-4147-A177-3AD203B41FA5}">
                      <a16:colId xmlns:a16="http://schemas.microsoft.com/office/drawing/2014/main" val="692524461"/>
                    </a:ext>
                  </a:extLst>
                </a:gridCol>
                <a:gridCol w="2232057">
                  <a:extLst>
                    <a:ext uri="{9D8B030D-6E8A-4147-A177-3AD203B41FA5}">
                      <a16:colId xmlns:a16="http://schemas.microsoft.com/office/drawing/2014/main" val="2201905879"/>
                    </a:ext>
                  </a:extLst>
                </a:gridCol>
              </a:tblGrid>
              <a:tr h="0">
                <a:tc>
                  <a:txBody>
                    <a:bodyPr/>
                    <a:lstStyle/>
                    <a:p>
                      <a:pPr marL="266700" indent="0" algn="ctr">
                        <a:lnSpc>
                          <a:spcPct val="115000"/>
                        </a:lnSpc>
                        <a:spcAft>
                          <a:spcPts val="0"/>
                        </a:spcAft>
                      </a:pPr>
                      <a:r>
                        <a:rPr lang="en-US" sz="1600" dirty="0">
                          <a:effectLst/>
                        </a:rPr>
                        <a:t>Process</a:t>
                      </a:r>
                      <a:endParaRPr lang="en-MY"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Addresses</a:t>
                      </a:r>
                      <a:endParaRPr lang="en-MY"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03489453"/>
                  </a:ext>
                </a:extLst>
              </a:tr>
              <a:tr h="0">
                <a:tc>
                  <a:txBody>
                    <a:bodyPr/>
                    <a:lstStyle/>
                    <a:p>
                      <a:pPr marL="457200" algn="ctr">
                        <a:lnSpc>
                          <a:spcPct val="115000"/>
                        </a:lnSpc>
                        <a:spcAft>
                          <a:spcPts val="0"/>
                        </a:spcAft>
                      </a:pPr>
                      <a:r>
                        <a:rPr lang="en-US" sz="1600">
                          <a:effectLst/>
                        </a:rPr>
                        <a:t>P</a:t>
                      </a:r>
                      <a:endParaRPr lang="en-MY"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3000-3050</a:t>
                      </a:r>
                      <a:endParaRPr lang="en-MY"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68970470"/>
                  </a:ext>
                </a:extLst>
              </a:tr>
              <a:tr h="0">
                <a:tc>
                  <a:txBody>
                    <a:bodyPr/>
                    <a:lstStyle/>
                    <a:p>
                      <a:pPr marL="457200" algn="ctr">
                        <a:lnSpc>
                          <a:spcPct val="115000"/>
                        </a:lnSpc>
                        <a:spcAft>
                          <a:spcPts val="0"/>
                        </a:spcAft>
                      </a:pPr>
                      <a:r>
                        <a:rPr lang="en-US" sz="1600">
                          <a:effectLst/>
                        </a:rPr>
                        <a:t>Q</a:t>
                      </a:r>
                      <a:endParaRPr lang="en-MY"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5000-5014</a:t>
                      </a:r>
                      <a:endParaRPr lang="en-MY"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78267738"/>
                  </a:ext>
                </a:extLst>
              </a:tr>
              <a:tr h="0">
                <a:tc>
                  <a:txBody>
                    <a:bodyPr/>
                    <a:lstStyle/>
                    <a:p>
                      <a:pPr marL="457200" algn="ctr">
                        <a:lnSpc>
                          <a:spcPct val="115000"/>
                        </a:lnSpc>
                        <a:spcAft>
                          <a:spcPts val="0"/>
                        </a:spcAft>
                      </a:pPr>
                      <a:r>
                        <a:rPr lang="en-US" sz="1600">
                          <a:effectLst/>
                        </a:rPr>
                        <a:t>R</a:t>
                      </a:r>
                      <a:endParaRPr lang="en-MY"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a:effectLst/>
                        </a:rPr>
                        <a:t>2000-2020</a:t>
                      </a:r>
                      <a:endParaRPr lang="en-MY" sz="16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11664382"/>
                  </a:ext>
                </a:extLst>
              </a:tr>
              <a:tr h="0">
                <a:tc>
                  <a:txBody>
                    <a:bodyPr/>
                    <a:lstStyle/>
                    <a:p>
                      <a:pPr marL="180975" indent="0" algn="ctr">
                        <a:lnSpc>
                          <a:spcPct val="115000"/>
                        </a:lnSpc>
                        <a:spcAft>
                          <a:spcPts val="0"/>
                        </a:spcAft>
                      </a:pPr>
                      <a:r>
                        <a:rPr lang="en-US" sz="1600" dirty="0">
                          <a:effectLst/>
                        </a:rPr>
                        <a:t>Dispatcher</a:t>
                      </a:r>
                      <a:endParaRPr lang="en-MY"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600" dirty="0">
                          <a:effectLst/>
                        </a:rPr>
                        <a:t>200-205</a:t>
                      </a:r>
                      <a:endParaRPr lang="en-MY"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04013999"/>
                  </a:ext>
                </a:extLst>
              </a:tr>
            </a:tbl>
          </a:graphicData>
        </a:graphic>
      </p:graphicFrame>
      <p:sp>
        <p:nvSpPr>
          <p:cNvPr id="7" name="Rectangle 6"/>
          <p:cNvSpPr/>
          <p:nvPr/>
        </p:nvSpPr>
        <p:spPr>
          <a:xfrm>
            <a:off x="655195" y="4523839"/>
            <a:ext cx="6798656" cy="1938992"/>
          </a:xfrm>
          <a:prstGeom prst="rect">
            <a:avLst/>
          </a:prstGeom>
        </p:spPr>
        <p:txBody>
          <a:bodyPr wrap="none">
            <a:spAutoFit/>
          </a:bodyPr>
          <a:lstStyle/>
          <a:p>
            <a:pPr marL="342900" lvl="0" indent="-342900">
              <a:lnSpc>
                <a:spcPct val="150000"/>
              </a:lnSpc>
              <a:buFont typeface="+mj-lt"/>
              <a:buAutoNum type="romanLcPeriod"/>
            </a:pPr>
            <a:r>
              <a:rPr lang="en-US" sz="1600" dirty="0">
                <a:latin typeface="+mj-lt"/>
                <a:ea typeface="Calibri" panose="020F0502020204030204" pitchFamily="34" charset="0"/>
                <a:cs typeface="Times New Roman" panose="02020603050405020304" pitchFamily="18" charset="0"/>
              </a:rPr>
              <a:t>What is the Turnaround Time of process Q? [2]</a:t>
            </a:r>
          </a:p>
          <a:p>
            <a:pPr marL="342900" indent="-342900">
              <a:lnSpc>
                <a:spcPct val="150000"/>
              </a:lnSpc>
              <a:buFont typeface="+mj-lt"/>
              <a:buAutoNum type="romanLcPeriod"/>
            </a:pPr>
            <a:r>
              <a:rPr lang="en-US" sz="1600" dirty="0">
                <a:latin typeface="+mj-lt"/>
              </a:rPr>
              <a:t>At time 26, what are the states for P, Q, and R? [2]</a:t>
            </a:r>
            <a:endParaRPr lang="en-MY" sz="1600" dirty="0">
              <a:latin typeface="+mj-lt"/>
            </a:endParaRPr>
          </a:p>
          <a:p>
            <a:pPr marL="342900" indent="-342900">
              <a:lnSpc>
                <a:spcPct val="150000"/>
              </a:lnSpc>
              <a:buFont typeface="+mj-lt"/>
              <a:buAutoNum type="romanLcPeriod"/>
            </a:pPr>
            <a:r>
              <a:rPr lang="en-US" sz="1600" dirty="0">
                <a:latin typeface="+mj-lt"/>
              </a:rPr>
              <a:t>At time 43, what are the states for P, Q, and R? [2]</a:t>
            </a:r>
            <a:endParaRPr lang="en-MY" sz="1600" dirty="0">
              <a:latin typeface="+mj-lt"/>
            </a:endParaRPr>
          </a:p>
          <a:p>
            <a:pPr marL="342900" indent="-342900">
              <a:lnSpc>
                <a:spcPct val="150000"/>
              </a:lnSpc>
              <a:buFont typeface="+mj-lt"/>
              <a:buAutoNum type="romanLcPeriod"/>
            </a:pPr>
            <a:r>
              <a:rPr lang="en-US" sz="1600" dirty="0">
                <a:latin typeface="+mj-lt"/>
              </a:rPr>
              <a:t>At what time does process R get the CPU after the blocked state? [2]</a:t>
            </a:r>
            <a:endParaRPr lang="en-MY" sz="1600" dirty="0">
              <a:latin typeface="+mj-lt"/>
            </a:endParaRPr>
          </a:p>
          <a:p>
            <a:pPr marL="342900" indent="-342900">
              <a:lnSpc>
                <a:spcPct val="150000"/>
              </a:lnSpc>
              <a:buFont typeface="+mj-lt"/>
              <a:buAutoNum type="romanLcPeriod"/>
            </a:pPr>
            <a:r>
              <a:rPr lang="en-US" sz="1600" dirty="0">
                <a:latin typeface="+mj-lt"/>
              </a:rPr>
              <a:t>What is the Waiting Time of Process P? [2]</a:t>
            </a:r>
            <a:endParaRPr lang="en-MY" sz="1600" dirty="0">
              <a:latin typeface="+mj-lt"/>
            </a:endParaRPr>
          </a:p>
        </p:txBody>
      </p:sp>
    </p:spTree>
    <p:extLst>
      <p:ext uri="{BB962C8B-B14F-4D97-AF65-F5344CB8AC3E}">
        <p14:creationId xmlns:p14="http://schemas.microsoft.com/office/powerpoint/2010/main" val="35247516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FC095641-D632-4D9C-9060-B2931654B3B7}"/>
              </a:ext>
            </a:extLst>
          </p:cNvPr>
          <p:cNvSpPr>
            <a:spLocks noGrp="1" noChangeArrowheads="1"/>
          </p:cNvSpPr>
          <p:nvPr>
            <p:ph type="title"/>
          </p:nvPr>
        </p:nvSpPr>
        <p:spPr>
          <a:xfrm>
            <a:off x="1554163" y="138113"/>
            <a:ext cx="7513637" cy="576262"/>
          </a:xfrm>
        </p:spPr>
        <p:txBody>
          <a:bodyPr/>
          <a:lstStyle/>
          <a:p>
            <a:pPr eaLnBrk="1" hangingPunct="1"/>
            <a:r>
              <a:rPr lang="en-US" altLang="en-US" sz="2800" dirty="0"/>
              <a:t>Optimization Criteria for Scheduling</a:t>
            </a:r>
          </a:p>
        </p:txBody>
      </p:sp>
      <p:sp>
        <p:nvSpPr>
          <p:cNvPr id="14339" name="Rectangle 3">
            <a:extLst>
              <a:ext uri="{FF2B5EF4-FFF2-40B4-BE49-F238E27FC236}">
                <a16:creationId xmlns:a16="http://schemas.microsoft.com/office/drawing/2014/main" id="{25AA8298-A908-4376-9E32-789FF5A60EFB}"/>
              </a:ext>
            </a:extLst>
          </p:cNvPr>
          <p:cNvSpPr>
            <a:spLocks noGrp="1" noChangeArrowheads="1"/>
          </p:cNvSpPr>
          <p:nvPr>
            <p:ph type="body" idx="1"/>
          </p:nvPr>
        </p:nvSpPr>
        <p:spPr>
          <a:xfrm>
            <a:off x="653144" y="1174750"/>
            <a:ext cx="7912358" cy="4483100"/>
          </a:xfrm>
        </p:spPr>
        <p:txBody>
          <a:bodyPr/>
          <a:lstStyle/>
          <a:p>
            <a:r>
              <a:rPr lang="en-US" altLang="en-US" dirty="0"/>
              <a:t>Max CPU utilization</a:t>
            </a:r>
          </a:p>
          <a:p>
            <a:pPr lvl="1"/>
            <a:r>
              <a:rPr lang="en-US" altLang="en-US" dirty="0"/>
              <a:t>Keep CPU busy 100% of time.</a:t>
            </a:r>
          </a:p>
          <a:p>
            <a:r>
              <a:rPr lang="en-US" altLang="en-US" dirty="0"/>
              <a:t>Max throughput</a:t>
            </a:r>
          </a:p>
          <a:p>
            <a:pPr lvl="1"/>
            <a:r>
              <a:rPr lang="en-US" altLang="en-US" dirty="0"/>
              <a:t>Run as many jobs as possible in given amount of time.</a:t>
            </a:r>
          </a:p>
          <a:p>
            <a:r>
              <a:rPr lang="en-US" altLang="en-US" dirty="0"/>
              <a:t>Min turnaround time</a:t>
            </a:r>
          </a:p>
          <a:p>
            <a:pPr lvl="1"/>
            <a:r>
              <a:rPr lang="en-US" altLang="en-US" dirty="0"/>
              <a:t>Move entire job in and out of system quickly.</a:t>
            </a:r>
          </a:p>
          <a:p>
            <a:r>
              <a:rPr lang="en-US" altLang="en-US" dirty="0"/>
              <a:t>Min waiting time </a:t>
            </a:r>
          </a:p>
          <a:p>
            <a:pPr lvl="1"/>
            <a:r>
              <a:rPr lang="en-US" altLang="en-US" dirty="0"/>
              <a:t>Move job out of READY queue quickly.</a:t>
            </a:r>
          </a:p>
          <a:p>
            <a:r>
              <a:rPr lang="en-US" altLang="en-US" dirty="0"/>
              <a:t>Min response time</a:t>
            </a:r>
          </a:p>
          <a:p>
            <a:pPr lvl="1"/>
            <a:r>
              <a:rPr lang="en-US" altLang="en-US" dirty="0"/>
              <a:t>Quickly turn around interactive requests.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9DCCE882-E7F2-4864-8FDF-2F72F0310E5E}"/>
              </a:ext>
            </a:extLst>
          </p:cNvPr>
          <p:cNvSpPr>
            <a:spLocks noGrp="1" noChangeArrowheads="1"/>
          </p:cNvSpPr>
          <p:nvPr>
            <p:ph type="title"/>
          </p:nvPr>
        </p:nvSpPr>
        <p:spPr>
          <a:xfrm>
            <a:off x="1554163" y="76200"/>
            <a:ext cx="7513637" cy="576263"/>
          </a:xfrm>
        </p:spPr>
        <p:txBody>
          <a:bodyPr/>
          <a:lstStyle/>
          <a:p>
            <a:pPr eaLnBrk="1" hangingPunct="1"/>
            <a:r>
              <a:rPr lang="en-US" altLang="en-US" sz="2800" dirty="0"/>
              <a:t>5.3	Scheduling Algorithm</a:t>
            </a:r>
          </a:p>
        </p:txBody>
      </p:sp>
      <p:sp>
        <p:nvSpPr>
          <p:cNvPr id="15363" name="Rectangle 3">
            <a:extLst>
              <a:ext uri="{FF2B5EF4-FFF2-40B4-BE49-F238E27FC236}">
                <a16:creationId xmlns:a16="http://schemas.microsoft.com/office/drawing/2014/main" id="{C0B57EA0-5A77-4630-A444-CECF0328FA84}"/>
              </a:ext>
            </a:extLst>
          </p:cNvPr>
          <p:cNvSpPr>
            <a:spLocks noGrp="1" noChangeArrowheads="1"/>
          </p:cNvSpPr>
          <p:nvPr>
            <p:ph type="body" idx="1"/>
          </p:nvPr>
        </p:nvSpPr>
        <p:spPr>
          <a:xfrm>
            <a:off x="1235075" y="1174750"/>
            <a:ext cx="6115050" cy="4483100"/>
          </a:xfrm>
        </p:spPr>
        <p:txBody>
          <a:bodyPr/>
          <a:lstStyle/>
          <a:p>
            <a:pPr marL="0" indent="0">
              <a:buNone/>
            </a:pPr>
            <a:r>
              <a:rPr lang="en-US" altLang="en-US" dirty="0"/>
              <a:t>Based on specific policy</a:t>
            </a:r>
          </a:p>
          <a:p>
            <a:r>
              <a:rPr lang="en-US" altLang="en-US" dirty="0"/>
              <a:t>Allocate CPU and move job through system</a:t>
            </a:r>
          </a:p>
          <a:p>
            <a:pPr marL="0" indent="0">
              <a:buNone/>
            </a:pPr>
            <a:endParaRPr lang="en-US" altLang="en-US" dirty="0"/>
          </a:p>
          <a:p>
            <a:pPr marL="0" indent="0">
              <a:buNone/>
            </a:pPr>
            <a:r>
              <a:rPr lang="en-US" altLang="en-US" dirty="0"/>
              <a:t>Algorithm types</a:t>
            </a:r>
          </a:p>
          <a:p>
            <a:r>
              <a:rPr lang="en-US" altLang="en-US" dirty="0"/>
              <a:t>First –come, First-serve (FCFS)</a:t>
            </a:r>
          </a:p>
          <a:p>
            <a:r>
              <a:rPr lang="en-US" altLang="en-US" dirty="0"/>
              <a:t>Shortest-Job-First Scheduling (SJF)</a:t>
            </a:r>
          </a:p>
          <a:p>
            <a:r>
              <a:rPr lang="en-US" altLang="en-US" dirty="0"/>
              <a:t>Round-Robin Scheduling (RR)</a:t>
            </a:r>
          </a:p>
          <a:p>
            <a:r>
              <a:rPr lang="en-US" altLang="en-US" dirty="0"/>
              <a:t>Priority Scheduling</a:t>
            </a:r>
          </a:p>
          <a:p>
            <a:r>
              <a:rPr lang="en-US" altLang="en-US" dirty="0"/>
              <a:t>Multilevel Queue Scheduling</a:t>
            </a:r>
          </a:p>
          <a:p>
            <a:endParaRPr lang="en-US" altLang="en-US" dirty="0"/>
          </a:p>
          <a:p>
            <a:pPr marL="0" indent="0">
              <a:buNone/>
            </a:pPr>
            <a:r>
              <a:rPr lang="en-US" altLang="en-US" dirty="0"/>
              <a:t>Current systems emphasize interactive use and response time (use preemptive policies)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FA64C629-C1CC-4B53-BBE0-291B40CC71F3}"/>
              </a:ext>
            </a:extLst>
          </p:cNvPr>
          <p:cNvSpPr>
            <a:spLocks noGrp="1" noChangeArrowheads="1"/>
          </p:cNvSpPr>
          <p:nvPr>
            <p:ph type="title"/>
          </p:nvPr>
        </p:nvSpPr>
        <p:spPr>
          <a:xfrm>
            <a:off x="1150938" y="268288"/>
            <a:ext cx="7997825" cy="457200"/>
          </a:xfrm>
        </p:spPr>
        <p:txBody>
          <a:bodyPr/>
          <a:lstStyle/>
          <a:p>
            <a:pPr eaLnBrk="1" hangingPunct="1"/>
            <a:r>
              <a:rPr lang="en-US" altLang="en-US" sz="2400" dirty="0"/>
              <a:t>First- Come, First-Served (FCFS) Scheduling</a:t>
            </a:r>
          </a:p>
        </p:txBody>
      </p:sp>
      <p:sp>
        <p:nvSpPr>
          <p:cNvPr id="16387" name="Rectangle 3">
            <a:extLst>
              <a:ext uri="{FF2B5EF4-FFF2-40B4-BE49-F238E27FC236}">
                <a16:creationId xmlns:a16="http://schemas.microsoft.com/office/drawing/2014/main" id="{84F5DBA1-8024-47DB-AC1C-148A65A820F3}"/>
              </a:ext>
            </a:extLst>
          </p:cNvPr>
          <p:cNvSpPr>
            <a:spLocks noGrp="1" noChangeArrowheads="1"/>
          </p:cNvSpPr>
          <p:nvPr>
            <p:ph type="body" idx="1"/>
          </p:nvPr>
        </p:nvSpPr>
        <p:spPr>
          <a:xfrm>
            <a:off x="700802" y="926381"/>
            <a:ext cx="8443198" cy="5234133"/>
          </a:xfrm>
        </p:spPr>
        <p:txBody>
          <a:bodyPr/>
          <a:lstStyle/>
          <a:p>
            <a:pPr>
              <a:lnSpc>
                <a:spcPct val="90000"/>
              </a:lnSpc>
              <a:tabLst>
                <a:tab pos="3028950" algn="ctr"/>
                <a:tab pos="4633913" algn="ctr"/>
              </a:tabLst>
            </a:pPr>
            <a:r>
              <a:rPr lang="en-US" altLang="en-US" sz="2000" dirty="0"/>
              <a:t>Non-preemptive</a:t>
            </a:r>
          </a:p>
          <a:p>
            <a:pPr>
              <a:lnSpc>
                <a:spcPct val="90000"/>
              </a:lnSpc>
              <a:tabLst>
                <a:tab pos="3028950" algn="ctr"/>
                <a:tab pos="4633913" algn="ctr"/>
              </a:tabLst>
            </a:pPr>
            <a:r>
              <a:rPr lang="en-US" altLang="en-US" sz="2000" dirty="0"/>
              <a:t>Job handled based on arrival time. Earlier job arrives, earlier served.</a:t>
            </a:r>
          </a:p>
          <a:p>
            <a:pPr>
              <a:lnSpc>
                <a:spcPct val="90000"/>
              </a:lnSpc>
              <a:tabLst>
                <a:tab pos="3028950" algn="ctr"/>
                <a:tab pos="4633913" algn="ctr"/>
              </a:tabLst>
            </a:pPr>
            <a:r>
              <a:rPr lang="en-US" altLang="en-US" sz="2000" dirty="0"/>
              <a:t>Consider the following three processes and their burst time.</a:t>
            </a:r>
          </a:p>
          <a:p>
            <a:pPr>
              <a:lnSpc>
                <a:spcPct val="90000"/>
              </a:lnSpc>
              <a:tabLst>
                <a:tab pos="3028950" algn="ctr"/>
                <a:tab pos="4633913" algn="ctr"/>
              </a:tabLst>
            </a:pPr>
            <a:endParaRPr lang="en-US" altLang="en-US" sz="2000" dirty="0"/>
          </a:p>
          <a:p>
            <a:pPr>
              <a:lnSpc>
                <a:spcPct val="90000"/>
              </a:lnSpc>
              <a:tabLst>
                <a:tab pos="3028950" algn="ctr"/>
                <a:tab pos="4633913" algn="ctr"/>
              </a:tabLst>
            </a:pPr>
            <a:endParaRPr lang="en-US" altLang="en-US" sz="2000" dirty="0"/>
          </a:p>
          <a:p>
            <a:pPr>
              <a:lnSpc>
                <a:spcPct val="90000"/>
              </a:lnSpc>
              <a:tabLst>
                <a:tab pos="3028950" algn="ctr"/>
                <a:tab pos="4633913" algn="ctr"/>
              </a:tabLst>
            </a:pPr>
            <a:endParaRPr lang="en-US" altLang="en-US" sz="2000" dirty="0"/>
          </a:p>
          <a:p>
            <a:pPr>
              <a:lnSpc>
                <a:spcPct val="90000"/>
              </a:lnSpc>
              <a:tabLst>
                <a:tab pos="3028950" algn="ctr"/>
                <a:tab pos="4633913" algn="ctr"/>
              </a:tabLst>
            </a:pPr>
            <a:endParaRPr lang="en-US" altLang="en-US" sz="2000" dirty="0"/>
          </a:p>
          <a:p>
            <a:pPr>
              <a:lnSpc>
                <a:spcPct val="90000"/>
              </a:lnSpc>
              <a:tabLst>
                <a:tab pos="3028950" algn="ctr"/>
                <a:tab pos="4633913" algn="ctr"/>
              </a:tabLst>
            </a:pPr>
            <a:r>
              <a:rPr lang="en-US" altLang="en-US" sz="2000" dirty="0"/>
              <a:t>Suppose that the processes arrive in the order: </a:t>
            </a:r>
            <a:r>
              <a:rPr lang="en-US" altLang="en-US" sz="2000" i="1" dirty="0"/>
              <a:t>P</a:t>
            </a:r>
            <a:r>
              <a:rPr lang="en-US" altLang="en-US" sz="2000" i="1" baseline="-25000" dirty="0"/>
              <a:t>1</a:t>
            </a:r>
            <a:r>
              <a:rPr lang="en-US" altLang="en-US" sz="2000" dirty="0"/>
              <a:t> , </a:t>
            </a:r>
            <a:r>
              <a:rPr lang="en-US" altLang="en-US" sz="2000" i="1" dirty="0"/>
              <a:t>P</a:t>
            </a:r>
            <a:r>
              <a:rPr lang="en-US" altLang="en-US" sz="2000" i="1" baseline="-25000" dirty="0"/>
              <a:t>2</a:t>
            </a:r>
            <a:r>
              <a:rPr lang="en-US" altLang="en-US" sz="2000" dirty="0"/>
              <a:t> , </a:t>
            </a:r>
            <a:r>
              <a:rPr lang="en-US" altLang="en-US" sz="2000" i="1" dirty="0"/>
              <a:t>P</a:t>
            </a:r>
            <a:r>
              <a:rPr lang="en-US" altLang="en-US" sz="2000" i="1" baseline="-25000" dirty="0"/>
              <a:t>3  </a:t>
            </a:r>
          </a:p>
          <a:p>
            <a:pPr>
              <a:lnSpc>
                <a:spcPct val="90000"/>
              </a:lnSpc>
              <a:tabLst>
                <a:tab pos="3028950" algn="ctr"/>
                <a:tab pos="4633913" algn="ctr"/>
              </a:tabLst>
            </a:pPr>
            <a:r>
              <a:rPr lang="en-US" altLang="en-US" sz="2000" dirty="0"/>
              <a:t>We use  </a:t>
            </a:r>
            <a:r>
              <a:rPr lang="en-US" altLang="en-US" sz="2000" dirty="0">
                <a:solidFill>
                  <a:srgbClr val="0070C0"/>
                </a:solidFill>
              </a:rPr>
              <a:t>Gantt Chart </a:t>
            </a:r>
            <a:r>
              <a:rPr lang="en-US" altLang="en-US" sz="2000" dirty="0"/>
              <a:t>to</a:t>
            </a:r>
            <a:r>
              <a:rPr lang="en-US" altLang="en-US" sz="2000" dirty="0">
                <a:solidFill>
                  <a:srgbClr val="0070C0"/>
                </a:solidFill>
              </a:rPr>
              <a:t> </a:t>
            </a:r>
            <a:r>
              <a:rPr lang="en-US" altLang="en-US" sz="2000" dirty="0"/>
              <a:t>illustrate a particular schedule</a:t>
            </a:r>
          </a:p>
          <a:p>
            <a:pPr>
              <a:lnSpc>
                <a:spcPct val="90000"/>
              </a:lnSpc>
              <a:buFont typeface="Monotype Sorts" pitchFamily="-84" charset="2"/>
              <a:buNone/>
              <a:tabLst>
                <a:tab pos="3028950" algn="ctr"/>
                <a:tab pos="4633913" algn="ctr"/>
              </a:tabLst>
            </a:pPr>
            <a:endParaRPr lang="en-US" altLang="en-US" sz="2000" dirty="0"/>
          </a:p>
          <a:p>
            <a:pPr>
              <a:lnSpc>
                <a:spcPct val="90000"/>
              </a:lnSpc>
              <a:tabLst>
                <a:tab pos="3028950" algn="ctr"/>
                <a:tab pos="4633913" algn="ctr"/>
              </a:tabLst>
            </a:pPr>
            <a:endParaRPr lang="en-US" altLang="en-US" sz="2000" dirty="0"/>
          </a:p>
          <a:p>
            <a:pPr>
              <a:lnSpc>
                <a:spcPct val="90000"/>
              </a:lnSpc>
              <a:tabLst>
                <a:tab pos="3028950" algn="ctr"/>
                <a:tab pos="4633913" algn="ctr"/>
              </a:tabLst>
            </a:pPr>
            <a:endParaRPr lang="en-US" altLang="en-US" sz="2000" dirty="0"/>
          </a:p>
          <a:p>
            <a:pPr>
              <a:lnSpc>
                <a:spcPct val="90000"/>
              </a:lnSpc>
              <a:tabLst>
                <a:tab pos="3028950" algn="ctr"/>
                <a:tab pos="4633913" algn="ctr"/>
              </a:tabLst>
            </a:pPr>
            <a:r>
              <a:rPr lang="en-US" altLang="en-US" sz="2000" dirty="0"/>
              <a:t>Waiting time for </a:t>
            </a:r>
            <a:r>
              <a:rPr lang="en-US" altLang="en-US" sz="2000" i="1" dirty="0"/>
              <a:t>P</a:t>
            </a:r>
            <a:r>
              <a:rPr lang="en-US" altLang="en-US" sz="2000" i="1" baseline="-25000" dirty="0"/>
              <a:t>1</a:t>
            </a:r>
            <a:r>
              <a:rPr lang="en-US" altLang="en-US" sz="2000" dirty="0"/>
              <a:t>  = 0; </a:t>
            </a:r>
            <a:r>
              <a:rPr lang="en-US" altLang="en-US" sz="2000" i="1" dirty="0"/>
              <a:t>P</a:t>
            </a:r>
            <a:r>
              <a:rPr lang="en-US" altLang="en-US" sz="2000" i="1" baseline="-25000" dirty="0"/>
              <a:t>2</a:t>
            </a:r>
            <a:r>
              <a:rPr lang="en-US" altLang="en-US" sz="2000" dirty="0"/>
              <a:t>  = 24; </a:t>
            </a:r>
            <a:r>
              <a:rPr lang="en-US" altLang="en-US" sz="2000" i="1" dirty="0"/>
              <a:t>P</a:t>
            </a:r>
            <a:r>
              <a:rPr lang="en-US" altLang="en-US" sz="2000" i="1" baseline="-25000" dirty="0"/>
              <a:t>3 </a:t>
            </a:r>
            <a:r>
              <a:rPr lang="en-US" altLang="en-US" sz="2000" dirty="0"/>
              <a:t>= 27</a:t>
            </a:r>
          </a:p>
          <a:p>
            <a:pPr>
              <a:lnSpc>
                <a:spcPct val="90000"/>
              </a:lnSpc>
              <a:tabLst>
                <a:tab pos="3028950" algn="ctr"/>
                <a:tab pos="4633913" algn="ctr"/>
              </a:tabLst>
            </a:pPr>
            <a:r>
              <a:rPr lang="en-US" altLang="en-US" sz="2000" dirty="0"/>
              <a:t>Average waiting time:  (0 + 24 + 27)/3 = 17</a:t>
            </a:r>
          </a:p>
        </p:txBody>
      </p:sp>
      <p:graphicFrame>
        <p:nvGraphicFramePr>
          <p:cNvPr id="5" name="Table 4"/>
          <p:cNvGraphicFramePr>
            <a:graphicFrameLocks noGrp="1"/>
          </p:cNvGraphicFramePr>
          <p:nvPr>
            <p:extLst>
              <p:ext uri="{D42A27DB-BD31-4B8C-83A1-F6EECF244321}">
                <p14:modId xmlns:p14="http://schemas.microsoft.com/office/powerpoint/2010/main" val="719574614"/>
              </p:ext>
            </p:extLst>
          </p:nvPr>
        </p:nvGraphicFramePr>
        <p:xfrm>
          <a:off x="2645111" y="2179262"/>
          <a:ext cx="3308808" cy="1463040"/>
        </p:xfrm>
        <a:graphic>
          <a:graphicData uri="http://schemas.openxmlformats.org/drawingml/2006/table">
            <a:tbl>
              <a:tblPr firstRow="1" bandRow="1"/>
              <a:tblGrid>
                <a:gridCol w="1283787">
                  <a:extLst>
                    <a:ext uri="{9D8B030D-6E8A-4147-A177-3AD203B41FA5}">
                      <a16:colId xmlns:a16="http://schemas.microsoft.com/office/drawing/2014/main" val="966916031"/>
                    </a:ext>
                  </a:extLst>
                </a:gridCol>
                <a:gridCol w="2025021">
                  <a:extLst>
                    <a:ext uri="{9D8B030D-6E8A-4147-A177-3AD203B41FA5}">
                      <a16:colId xmlns:a16="http://schemas.microsoft.com/office/drawing/2014/main" val="1043207973"/>
                    </a:ext>
                  </a:extLst>
                </a:gridCol>
              </a:tblGrid>
              <a:tr h="234231">
                <a:tc>
                  <a:txBody>
                    <a:bodyPr/>
                    <a:lstStyle/>
                    <a:p>
                      <a:pPr algn="ctr"/>
                      <a:r>
                        <a:rPr lang="en-US" b="1" dirty="0"/>
                        <a:t>Process</a:t>
                      </a:r>
                      <a:endParaRPr lang="en-MY" b="1" dirty="0"/>
                    </a:p>
                  </a:txBody>
                  <a:tcPr/>
                </a:tc>
                <a:tc>
                  <a:txBody>
                    <a:bodyPr/>
                    <a:lstStyle/>
                    <a:p>
                      <a:pPr algn="ctr"/>
                      <a:r>
                        <a:rPr lang="en-US" b="1" dirty="0"/>
                        <a:t>Burst Time (</a:t>
                      </a:r>
                      <a:r>
                        <a:rPr lang="en-US" b="1" dirty="0" err="1"/>
                        <a:t>ms</a:t>
                      </a:r>
                      <a:r>
                        <a:rPr lang="en-US" b="1" dirty="0"/>
                        <a:t>)</a:t>
                      </a:r>
                      <a:endParaRPr lang="en-MY" b="1" dirty="0"/>
                    </a:p>
                  </a:txBody>
                  <a:tcPr/>
                </a:tc>
                <a:extLst>
                  <a:ext uri="{0D108BD9-81ED-4DB2-BD59-A6C34878D82A}">
                    <a16:rowId xmlns:a16="http://schemas.microsoft.com/office/drawing/2014/main" val="4237087548"/>
                  </a:ext>
                </a:extLst>
              </a:tr>
              <a:tr h="296585">
                <a:tc>
                  <a:txBody>
                    <a:bodyPr/>
                    <a:lstStyle/>
                    <a:p>
                      <a:pPr algn="ctr"/>
                      <a:r>
                        <a:rPr lang="en-US" dirty="0"/>
                        <a:t>P1</a:t>
                      </a:r>
                      <a:endParaRPr lang="en-MY" dirty="0"/>
                    </a:p>
                  </a:txBody>
                  <a:tcPr/>
                </a:tc>
                <a:tc>
                  <a:txBody>
                    <a:bodyPr/>
                    <a:lstStyle/>
                    <a:p>
                      <a:pPr algn="ctr"/>
                      <a:r>
                        <a:rPr lang="en-US" dirty="0"/>
                        <a:t>24</a:t>
                      </a:r>
                      <a:endParaRPr lang="en-MY" dirty="0"/>
                    </a:p>
                  </a:txBody>
                  <a:tcPr/>
                </a:tc>
                <a:extLst>
                  <a:ext uri="{0D108BD9-81ED-4DB2-BD59-A6C34878D82A}">
                    <a16:rowId xmlns:a16="http://schemas.microsoft.com/office/drawing/2014/main" val="1432723036"/>
                  </a:ext>
                </a:extLst>
              </a:tr>
              <a:tr h="296585">
                <a:tc>
                  <a:txBody>
                    <a:bodyPr/>
                    <a:lstStyle/>
                    <a:p>
                      <a:pPr algn="ctr"/>
                      <a:r>
                        <a:rPr lang="en-US" dirty="0"/>
                        <a:t>P2</a:t>
                      </a:r>
                      <a:endParaRPr lang="en-MY" dirty="0"/>
                    </a:p>
                  </a:txBody>
                  <a:tcPr/>
                </a:tc>
                <a:tc>
                  <a:txBody>
                    <a:bodyPr/>
                    <a:lstStyle/>
                    <a:p>
                      <a:pPr algn="ctr"/>
                      <a:r>
                        <a:rPr lang="en-US" dirty="0"/>
                        <a:t>3</a:t>
                      </a:r>
                      <a:endParaRPr lang="en-MY" dirty="0"/>
                    </a:p>
                  </a:txBody>
                  <a:tcPr/>
                </a:tc>
                <a:extLst>
                  <a:ext uri="{0D108BD9-81ED-4DB2-BD59-A6C34878D82A}">
                    <a16:rowId xmlns:a16="http://schemas.microsoft.com/office/drawing/2014/main" val="4140254119"/>
                  </a:ext>
                </a:extLst>
              </a:tr>
              <a:tr h="296585">
                <a:tc>
                  <a:txBody>
                    <a:bodyPr/>
                    <a:lstStyle/>
                    <a:p>
                      <a:pPr algn="ctr"/>
                      <a:r>
                        <a:rPr lang="en-US" dirty="0"/>
                        <a:t>P3</a:t>
                      </a:r>
                      <a:endParaRPr lang="en-MY" dirty="0"/>
                    </a:p>
                  </a:txBody>
                  <a:tcPr/>
                </a:tc>
                <a:tc>
                  <a:txBody>
                    <a:bodyPr/>
                    <a:lstStyle/>
                    <a:p>
                      <a:pPr algn="ctr"/>
                      <a:r>
                        <a:rPr lang="en-US" dirty="0"/>
                        <a:t>3</a:t>
                      </a:r>
                      <a:endParaRPr lang="en-MY" dirty="0"/>
                    </a:p>
                  </a:txBody>
                  <a:tcPr/>
                </a:tc>
                <a:extLst>
                  <a:ext uri="{0D108BD9-81ED-4DB2-BD59-A6C34878D82A}">
                    <a16:rowId xmlns:a16="http://schemas.microsoft.com/office/drawing/2014/main" val="2653983028"/>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2196777183"/>
              </p:ext>
            </p:extLst>
          </p:nvPr>
        </p:nvGraphicFramePr>
        <p:xfrm>
          <a:off x="1326036" y="4581988"/>
          <a:ext cx="6096000" cy="370840"/>
        </p:xfrm>
        <a:graphic>
          <a:graphicData uri="http://schemas.openxmlformats.org/drawingml/2006/table">
            <a:tbl>
              <a:tblPr firstRow="1" bandRow="1"/>
              <a:tblGrid>
                <a:gridCol w="4018962">
                  <a:extLst>
                    <a:ext uri="{9D8B030D-6E8A-4147-A177-3AD203B41FA5}">
                      <a16:colId xmlns:a16="http://schemas.microsoft.com/office/drawing/2014/main" val="461549219"/>
                    </a:ext>
                  </a:extLst>
                </a:gridCol>
                <a:gridCol w="970960">
                  <a:extLst>
                    <a:ext uri="{9D8B030D-6E8A-4147-A177-3AD203B41FA5}">
                      <a16:colId xmlns:a16="http://schemas.microsoft.com/office/drawing/2014/main" val="1018821937"/>
                    </a:ext>
                  </a:extLst>
                </a:gridCol>
                <a:gridCol w="1106078">
                  <a:extLst>
                    <a:ext uri="{9D8B030D-6E8A-4147-A177-3AD203B41FA5}">
                      <a16:colId xmlns:a16="http://schemas.microsoft.com/office/drawing/2014/main" val="2595008933"/>
                    </a:ext>
                  </a:extLst>
                </a:gridCol>
              </a:tblGrid>
              <a:tr h="370840">
                <a:tc>
                  <a:txBody>
                    <a:bodyPr/>
                    <a:lstStyle/>
                    <a:p>
                      <a:pPr algn="ctr"/>
                      <a:r>
                        <a:rPr lang="en-US" dirty="0"/>
                        <a:t>P1</a:t>
                      </a:r>
                      <a:endParaRPr lang="en-MY" dirty="0"/>
                    </a:p>
                  </a:txBody>
                  <a:tcPr/>
                </a:tc>
                <a:tc>
                  <a:txBody>
                    <a:bodyPr/>
                    <a:lstStyle/>
                    <a:p>
                      <a:pPr algn="ctr"/>
                      <a:r>
                        <a:rPr lang="en-US" dirty="0"/>
                        <a:t>P2</a:t>
                      </a:r>
                      <a:endParaRPr lang="en-MY" dirty="0"/>
                    </a:p>
                  </a:txBody>
                  <a:tcPr/>
                </a:tc>
                <a:tc>
                  <a:txBody>
                    <a:bodyPr/>
                    <a:lstStyle/>
                    <a:p>
                      <a:pPr algn="ctr"/>
                      <a:r>
                        <a:rPr lang="en-US" dirty="0"/>
                        <a:t>P3</a:t>
                      </a:r>
                      <a:endParaRPr lang="en-MY" dirty="0"/>
                    </a:p>
                  </a:txBody>
                  <a:tcPr/>
                </a:tc>
                <a:extLst>
                  <a:ext uri="{0D108BD9-81ED-4DB2-BD59-A6C34878D82A}">
                    <a16:rowId xmlns:a16="http://schemas.microsoft.com/office/drawing/2014/main" val="1224130853"/>
                  </a:ext>
                </a:extLst>
              </a:tr>
            </a:tbl>
          </a:graphicData>
        </a:graphic>
      </p:graphicFrame>
      <p:sp>
        <p:nvSpPr>
          <p:cNvPr id="7" name="TextBox 6"/>
          <p:cNvSpPr txBox="1"/>
          <p:nvPr/>
        </p:nvSpPr>
        <p:spPr>
          <a:xfrm>
            <a:off x="1259361" y="4952828"/>
            <a:ext cx="298480" cy="307777"/>
          </a:xfrm>
          <a:prstGeom prst="rect">
            <a:avLst/>
          </a:prstGeom>
          <a:noFill/>
        </p:spPr>
        <p:txBody>
          <a:bodyPr wrap="none" rtlCol="0">
            <a:spAutoFit/>
          </a:bodyPr>
          <a:lstStyle/>
          <a:p>
            <a:r>
              <a:rPr lang="en-US" sz="1400" dirty="0"/>
              <a:t>0</a:t>
            </a:r>
            <a:endParaRPr lang="en-MY" sz="1400" dirty="0"/>
          </a:p>
        </p:txBody>
      </p:sp>
      <p:sp>
        <p:nvSpPr>
          <p:cNvPr id="8" name="TextBox 7"/>
          <p:cNvSpPr txBox="1"/>
          <p:nvPr/>
        </p:nvSpPr>
        <p:spPr>
          <a:xfrm>
            <a:off x="5183661" y="4952827"/>
            <a:ext cx="412292" cy="307777"/>
          </a:xfrm>
          <a:prstGeom prst="rect">
            <a:avLst/>
          </a:prstGeom>
          <a:noFill/>
        </p:spPr>
        <p:txBody>
          <a:bodyPr wrap="none" rtlCol="0">
            <a:spAutoFit/>
          </a:bodyPr>
          <a:lstStyle/>
          <a:p>
            <a:r>
              <a:rPr lang="en-US" sz="1400" dirty="0"/>
              <a:t>24</a:t>
            </a:r>
            <a:endParaRPr lang="en-MY" sz="1400" dirty="0"/>
          </a:p>
        </p:txBody>
      </p:sp>
      <p:sp>
        <p:nvSpPr>
          <p:cNvPr id="9" name="TextBox 8"/>
          <p:cNvSpPr txBox="1"/>
          <p:nvPr/>
        </p:nvSpPr>
        <p:spPr>
          <a:xfrm>
            <a:off x="6111129" y="4952827"/>
            <a:ext cx="412292" cy="307777"/>
          </a:xfrm>
          <a:prstGeom prst="rect">
            <a:avLst/>
          </a:prstGeom>
          <a:noFill/>
        </p:spPr>
        <p:txBody>
          <a:bodyPr wrap="none" rtlCol="0">
            <a:spAutoFit/>
          </a:bodyPr>
          <a:lstStyle/>
          <a:p>
            <a:r>
              <a:rPr lang="en-US" sz="1400" dirty="0"/>
              <a:t>27</a:t>
            </a:r>
            <a:endParaRPr lang="en-MY" sz="1400" dirty="0"/>
          </a:p>
        </p:txBody>
      </p:sp>
      <p:sp>
        <p:nvSpPr>
          <p:cNvPr id="10" name="TextBox 9"/>
          <p:cNvSpPr txBox="1"/>
          <p:nvPr/>
        </p:nvSpPr>
        <p:spPr>
          <a:xfrm>
            <a:off x="7105273" y="4952826"/>
            <a:ext cx="412292" cy="307777"/>
          </a:xfrm>
          <a:prstGeom prst="rect">
            <a:avLst/>
          </a:prstGeom>
          <a:noFill/>
        </p:spPr>
        <p:txBody>
          <a:bodyPr wrap="none" rtlCol="0">
            <a:spAutoFit/>
          </a:bodyPr>
          <a:lstStyle/>
          <a:p>
            <a:r>
              <a:rPr lang="en-US" sz="1400" dirty="0"/>
              <a:t>30</a:t>
            </a:r>
            <a:endParaRPr lang="en-MY"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B7C9D2BB-DC1E-4752-AF95-79709B4B20D2}"/>
              </a:ext>
            </a:extLst>
          </p:cNvPr>
          <p:cNvSpPr>
            <a:spLocks noGrp="1" noChangeArrowheads="1"/>
          </p:cNvSpPr>
          <p:nvPr>
            <p:ph type="title"/>
          </p:nvPr>
        </p:nvSpPr>
        <p:spPr>
          <a:xfrm>
            <a:off x="982663" y="179388"/>
            <a:ext cx="7704137" cy="576262"/>
          </a:xfrm>
        </p:spPr>
        <p:txBody>
          <a:bodyPr/>
          <a:lstStyle/>
          <a:p>
            <a:pPr eaLnBrk="1" hangingPunct="1"/>
            <a:r>
              <a:rPr lang="en-US" altLang="en-US"/>
              <a:t>FCFS Scheduling (Cont.)</a:t>
            </a:r>
          </a:p>
        </p:txBody>
      </p:sp>
      <p:sp>
        <p:nvSpPr>
          <p:cNvPr id="13315" name="Rectangle 3">
            <a:extLst>
              <a:ext uri="{FF2B5EF4-FFF2-40B4-BE49-F238E27FC236}">
                <a16:creationId xmlns:a16="http://schemas.microsoft.com/office/drawing/2014/main" id="{E94C83D5-C338-452C-AA1F-552D71135A7F}"/>
              </a:ext>
            </a:extLst>
          </p:cNvPr>
          <p:cNvSpPr>
            <a:spLocks noGrp="1" noChangeArrowheads="1"/>
          </p:cNvSpPr>
          <p:nvPr>
            <p:ph type="body" idx="1"/>
          </p:nvPr>
        </p:nvSpPr>
        <p:spPr>
          <a:xfrm>
            <a:off x="774551" y="1233488"/>
            <a:ext cx="8118624" cy="4530725"/>
          </a:xfrm>
        </p:spPr>
        <p:txBody>
          <a:bodyPr/>
          <a:lstStyle/>
          <a:p>
            <a:pPr>
              <a:tabLst>
                <a:tab pos="3649345" algn="ctr"/>
              </a:tabLst>
              <a:defRPr/>
            </a:pPr>
            <a:r>
              <a:rPr lang="en-US" altLang="en-US" dirty="0"/>
              <a:t>Suppose that the processes arrive in the order:</a:t>
            </a:r>
          </a:p>
          <a:p>
            <a:pPr>
              <a:buFont typeface="Monotype Sorts" pitchFamily="-84" charset="2"/>
              <a:buNone/>
              <a:tabLst>
                <a:tab pos="3649345" algn="ctr"/>
              </a:tabLst>
              <a:defRPr/>
            </a:pPr>
            <a:r>
              <a:rPr lang="en-US" altLang="en-US" dirty="0"/>
              <a:t>		 </a:t>
            </a:r>
            <a:r>
              <a:rPr lang="en-US" altLang="en-US" i="1" dirty="0"/>
              <a:t>P</a:t>
            </a:r>
            <a:r>
              <a:rPr lang="en-US" altLang="en-US" i="1" baseline="-25000" dirty="0"/>
              <a:t>2</a:t>
            </a:r>
            <a:r>
              <a:rPr lang="en-US" altLang="en-US" dirty="0"/>
              <a:t> , </a:t>
            </a:r>
            <a:r>
              <a:rPr lang="en-US" altLang="en-US" i="1" dirty="0"/>
              <a:t>P</a:t>
            </a:r>
            <a:r>
              <a:rPr lang="en-US" altLang="en-US" i="1" baseline="-25000" dirty="0"/>
              <a:t>3</a:t>
            </a:r>
            <a:r>
              <a:rPr lang="en-US" altLang="en-US" dirty="0"/>
              <a:t> , </a:t>
            </a:r>
            <a:r>
              <a:rPr lang="en-US" altLang="en-US" i="1" dirty="0"/>
              <a:t>P</a:t>
            </a:r>
            <a:r>
              <a:rPr lang="en-US" altLang="en-US" i="1" baseline="-25000" dirty="0"/>
              <a:t>1</a:t>
            </a:r>
            <a:r>
              <a:rPr lang="en-US" altLang="en-US" dirty="0"/>
              <a:t> </a:t>
            </a:r>
          </a:p>
          <a:p>
            <a:pPr>
              <a:tabLst>
                <a:tab pos="3649345" algn="ctr"/>
              </a:tabLst>
              <a:defRPr/>
            </a:pPr>
            <a:r>
              <a:rPr lang="en-US" altLang="en-US" dirty="0"/>
              <a:t>The Gantt chart for the schedule is:</a:t>
            </a:r>
            <a:br>
              <a:rPr lang="en-US" altLang="en-US" dirty="0"/>
            </a:br>
            <a:endParaRPr lang="en-US" altLang="en-US" dirty="0"/>
          </a:p>
          <a:p>
            <a:pPr>
              <a:tabLst>
                <a:tab pos="3649345" algn="ctr"/>
              </a:tabLst>
              <a:defRPr/>
            </a:pPr>
            <a:endParaRPr lang="en-US" altLang="en-US" dirty="0"/>
          </a:p>
          <a:p>
            <a:pPr marL="0" indent="0">
              <a:buFont typeface="Monotype Sorts" pitchFamily="-84" charset="2"/>
              <a:buNone/>
              <a:tabLst>
                <a:tab pos="3649345" algn="ctr"/>
              </a:tabLst>
              <a:defRPr/>
            </a:pPr>
            <a:endParaRPr lang="en-US" altLang="en-US" dirty="0"/>
          </a:p>
          <a:p>
            <a:pPr>
              <a:tabLst>
                <a:tab pos="3649345" algn="ctr"/>
              </a:tabLst>
              <a:defRPr/>
            </a:pPr>
            <a:r>
              <a:rPr lang="en-US" altLang="en-US" dirty="0"/>
              <a:t>Waiting time for </a:t>
            </a:r>
            <a:r>
              <a:rPr lang="en-US" altLang="en-US" i="1" dirty="0"/>
              <a:t>P</a:t>
            </a:r>
            <a:r>
              <a:rPr lang="en-US" altLang="en-US" i="1" baseline="-25000" dirty="0"/>
              <a:t>1 </a:t>
            </a:r>
            <a:r>
              <a:rPr lang="en-US" altLang="en-US" i="1" dirty="0"/>
              <a:t>=</a:t>
            </a:r>
            <a:r>
              <a:rPr lang="en-US" altLang="en-US" dirty="0"/>
              <a:t> 6</a:t>
            </a:r>
            <a:r>
              <a:rPr lang="en-US" altLang="en-US" i="1" dirty="0"/>
              <a:t>;</a:t>
            </a:r>
            <a:r>
              <a:rPr lang="en-US" altLang="en-US" i="1" baseline="-25000" dirty="0"/>
              <a:t> </a:t>
            </a:r>
            <a:r>
              <a:rPr lang="en-US" altLang="en-US" i="1" dirty="0"/>
              <a:t>P</a:t>
            </a:r>
            <a:r>
              <a:rPr lang="en-US" altLang="en-US" i="1" baseline="-25000" dirty="0"/>
              <a:t>2</a:t>
            </a:r>
            <a:r>
              <a:rPr lang="en-US" altLang="en-US" dirty="0"/>
              <a:t> = 0</a:t>
            </a:r>
            <a:r>
              <a:rPr lang="en-US" altLang="en-US" i="1" baseline="-25000" dirty="0"/>
              <a:t>; </a:t>
            </a:r>
            <a:r>
              <a:rPr lang="en-US" altLang="en-US" i="1" dirty="0"/>
              <a:t>P</a:t>
            </a:r>
            <a:r>
              <a:rPr lang="en-US" altLang="en-US" i="1" baseline="-25000" dirty="0"/>
              <a:t>3 </a:t>
            </a:r>
            <a:r>
              <a:rPr lang="en-US" altLang="en-US" i="1" dirty="0"/>
              <a:t>= </a:t>
            </a:r>
            <a:r>
              <a:rPr lang="en-US" altLang="en-US" dirty="0"/>
              <a:t>3</a:t>
            </a:r>
            <a:endParaRPr lang="en-US" altLang="en-US" i="1" dirty="0"/>
          </a:p>
          <a:p>
            <a:pPr>
              <a:tabLst>
                <a:tab pos="3649345" algn="ctr"/>
              </a:tabLst>
              <a:defRPr/>
            </a:pPr>
            <a:r>
              <a:rPr lang="en-US" altLang="en-US" dirty="0"/>
              <a:t>Average waiting time:   (6 + 0 + 3)/3 = 3</a:t>
            </a:r>
          </a:p>
          <a:p>
            <a:pPr>
              <a:tabLst>
                <a:tab pos="3649345" algn="ctr"/>
              </a:tabLst>
              <a:defRPr/>
            </a:pPr>
            <a:r>
              <a:rPr lang="en-US" altLang="en-US" dirty="0"/>
              <a:t>Much better than previous case</a:t>
            </a:r>
          </a:p>
          <a:p>
            <a:pPr>
              <a:tabLst>
                <a:tab pos="3649345" algn="ctr"/>
              </a:tabLst>
              <a:defRPr/>
            </a:pPr>
            <a:r>
              <a:rPr lang="en-US" altLang="en-US" b="1" dirty="0">
                <a:solidFill>
                  <a:srgbClr val="3366FF"/>
                </a:solidFill>
              </a:rPr>
              <a:t>Convoy effect </a:t>
            </a:r>
            <a:r>
              <a:rPr lang="en-US" altLang="en-US" dirty="0"/>
              <a:t>- short process behind long process</a:t>
            </a:r>
          </a:p>
          <a:p>
            <a:pPr lvl="1">
              <a:tabLst>
                <a:tab pos="3649345" algn="ctr"/>
              </a:tabLst>
              <a:defRPr/>
            </a:pPr>
            <a:r>
              <a:rPr lang="en-US" altLang="en-US" dirty="0"/>
              <a:t>Consider one CPU-bound and many I/O-bound processes</a:t>
            </a:r>
          </a:p>
        </p:txBody>
      </p:sp>
      <p:graphicFrame>
        <p:nvGraphicFramePr>
          <p:cNvPr id="5" name="Table 4"/>
          <p:cNvGraphicFramePr>
            <a:graphicFrameLocks noGrp="1"/>
          </p:cNvGraphicFramePr>
          <p:nvPr>
            <p:extLst>
              <p:ext uri="{D42A27DB-BD31-4B8C-83A1-F6EECF244321}">
                <p14:modId xmlns:p14="http://schemas.microsoft.com/office/powerpoint/2010/main" val="2852585307"/>
              </p:ext>
            </p:extLst>
          </p:nvPr>
        </p:nvGraphicFramePr>
        <p:xfrm>
          <a:off x="1261348" y="2824559"/>
          <a:ext cx="6096000" cy="370840"/>
        </p:xfrm>
        <a:graphic>
          <a:graphicData uri="http://schemas.openxmlformats.org/drawingml/2006/table">
            <a:tbl>
              <a:tblPr firstRow="1" bandRow="1"/>
              <a:tblGrid>
                <a:gridCol w="1192556">
                  <a:extLst>
                    <a:ext uri="{9D8B030D-6E8A-4147-A177-3AD203B41FA5}">
                      <a16:colId xmlns:a16="http://schemas.microsoft.com/office/drawing/2014/main" val="461549219"/>
                    </a:ext>
                  </a:extLst>
                </a:gridCol>
                <a:gridCol w="1247775">
                  <a:extLst>
                    <a:ext uri="{9D8B030D-6E8A-4147-A177-3AD203B41FA5}">
                      <a16:colId xmlns:a16="http://schemas.microsoft.com/office/drawing/2014/main" val="1018821937"/>
                    </a:ext>
                  </a:extLst>
                </a:gridCol>
                <a:gridCol w="3655669">
                  <a:extLst>
                    <a:ext uri="{9D8B030D-6E8A-4147-A177-3AD203B41FA5}">
                      <a16:colId xmlns:a16="http://schemas.microsoft.com/office/drawing/2014/main" val="2595008933"/>
                    </a:ext>
                  </a:extLst>
                </a:gridCol>
              </a:tblGrid>
              <a:tr h="370840">
                <a:tc>
                  <a:txBody>
                    <a:bodyPr/>
                    <a:lstStyle/>
                    <a:p>
                      <a:pPr algn="ctr"/>
                      <a:r>
                        <a:rPr lang="en-US" dirty="0"/>
                        <a:t>P2</a:t>
                      </a:r>
                      <a:endParaRPr lang="en-MY" dirty="0"/>
                    </a:p>
                  </a:txBody>
                  <a:tcPr/>
                </a:tc>
                <a:tc>
                  <a:txBody>
                    <a:bodyPr/>
                    <a:lstStyle/>
                    <a:p>
                      <a:pPr algn="ctr"/>
                      <a:r>
                        <a:rPr lang="en-US" dirty="0"/>
                        <a:t>P3</a:t>
                      </a:r>
                      <a:endParaRPr lang="en-MY" dirty="0"/>
                    </a:p>
                  </a:txBody>
                  <a:tcPr/>
                </a:tc>
                <a:tc>
                  <a:txBody>
                    <a:bodyPr/>
                    <a:lstStyle/>
                    <a:p>
                      <a:pPr algn="ctr"/>
                      <a:r>
                        <a:rPr lang="en-US" dirty="0"/>
                        <a:t>P1</a:t>
                      </a:r>
                      <a:endParaRPr lang="en-MY" dirty="0"/>
                    </a:p>
                  </a:txBody>
                  <a:tcPr/>
                </a:tc>
                <a:extLst>
                  <a:ext uri="{0D108BD9-81ED-4DB2-BD59-A6C34878D82A}">
                    <a16:rowId xmlns:a16="http://schemas.microsoft.com/office/drawing/2014/main" val="1224130853"/>
                  </a:ext>
                </a:extLst>
              </a:tr>
            </a:tbl>
          </a:graphicData>
        </a:graphic>
      </p:graphicFrame>
      <p:sp>
        <p:nvSpPr>
          <p:cNvPr id="6" name="TextBox 5"/>
          <p:cNvSpPr txBox="1"/>
          <p:nvPr/>
        </p:nvSpPr>
        <p:spPr>
          <a:xfrm>
            <a:off x="1171164" y="3167113"/>
            <a:ext cx="298480" cy="307777"/>
          </a:xfrm>
          <a:prstGeom prst="rect">
            <a:avLst/>
          </a:prstGeom>
          <a:noFill/>
        </p:spPr>
        <p:txBody>
          <a:bodyPr wrap="none" rtlCol="0">
            <a:spAutoFit/>
          </a:bodyPr>
          <a:lstStyle/>
          <a:p>
            <a:r>
              <a:rPr lang="en-US" sz="1400" dirty="0"/>
              <a:t>0</a:t>
            </a:r>
            <a:endParaRPr lang="en-MY" sz="1400" dirty="0"/>
          </a:p>
        </p:txBody>
      </p:sp>
      <p:sp>
        <p:nvSpPr>
          <p:cNvPr id="7" name="TextBox 6"/>
          <p:cNvSpPr txBox="1"/>
          <p:nvPr/>
        </p:nvSpPr>
        <p:spPr>
          <a:xfrm>
            <a:off x="2209389" y="3167111"/>
            <a:ext cx="298480" cy="307777"/>
          </a:xfrm>
          <a:prstGeom prst="rect">
            <a:avLst/>
          </a:prstGeom>
          <a:noFill/>
        </p:spPr>
        <p:txBody>
          <a:bodyPr wrap="none" rtlCol="0">
            <a:spAutoFit/>
          </a:bodyPr>
          <a:lstStyle/>
          <a:p>
            <a:r>
              <a:rPr lang="en-US" sz="1400" dirty="0"/>
              <a:t>3</a:t>
            </a:r>
            <a:endParaRPr lang="en-MY" sz="1400" dirty="0"/>
          </a:p>
        </p:txBody>
      </p:sp>
      <p:sp>
        <p:nvSpPr>
          <p:cNvPr id="8" name="TextBox 7"/>
          <p:cNvSpPr txBox="1"/>
          <p:nvPr/>
        </p:nvSpPr>
        <p:spPr>
          <a:xfrm>
            <a:off x="7017076" y="3167111"/>
            <a:ext cx="412292" cy="307777"/>
          </a:xfrm>
          <a:prstGeom prst="rect">
            <a:avLst/>
          </a:prstGeom>
          <a:noFill/>
        </p:spPr>
        <p:txBody>
          <a:bodyPr wrap="none" rtlCol="0">
            <a:spAutoFit/>
          </a:bodyPr>
          <a:lstStyle/>
          <a:p>
            <a:r>
              <a:rPr lang="en-US" sz="1400" dirty="0"/>
              <a:t>30</a:t>
            </a:r>
            <a:endParaRPr lang="en-MY"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Number Placeholder 4">
            <a:extLst>
              <a:ext uri="{FF2B5EF4-FFF2-40B4-BE49-F238E27FC236}">
                <a16:creationId xmlns:a16="http://schemas.microsoft.com/office/drawing/2014/main" id="{3B03D6C2-C7E4-4C75-8194-36C386CE707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F15A860-0842-4A70-9FC9-4F3674D2D688}"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9" name="Rectangle 9">
            <a:extLst>
              <a:ext uri="{FF2B5EF4-FFF2-40B4-BE49-F238E27FC236}">
                <a16:creationId xmlns:a16="http://schemas.microsoft.com/office/drawing/2014/main" id="{396ED7CD-BE54-42A8-B974-B0C352E00D33}"/>
              </a:ext>
            </a:extLst>
          </p:cNvPr>
          <p:cNvSpPr txBox="1">
            <a:spLocks noChangeArrowheads="1"/>
          </p:cNvSpPr>
          <p:nvPr/>
        </p:nvSpPr>
        <p:spPr>
          <a:xfrm>
            <a:off x="473336" y="914400"/>
            <a:ext cx="8137264" cy="1828800"/>
          </a:xfrm>
          <a:prstGeom prst="rect">
            <a:avLst/>
          </a:prstGeom>
        </p:spPr>
        <p:txBody>
          <a:body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0" lang="en-US" sz="2200" b="1"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FCFS: Example 1</a:t>
            </a:r>
            <a:endParaRPr kumimoji="0" lang="en-US" sz="22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0" marR="0" lvl="0" indent="0" algn="l" defTabSz="914400" rtl="0" eaLnBrk="1" fontAlgn="base" latinLnBrk="0" hangingPunct="1">
              <a:lnSpc>
                <a:spcPct val="90000"/>
              </a:lnSpc>
              <a:spcBef>
                <a:spcPct val="20000"/>
              </a:spcBef>
              <a:spcAft>
                <a:spcPct val="0"/>
              </a:spcAft>
              <a:buClrTx/>
              <a:buSzTx/>
              <a:buFontTx/>
              <a:buNone/>
              <a:tabLst/>
              <a:defRPr/>
            </a:pPr>
            <a:r>
              <a:rPr kumimoji="0" lang="en-US" sz="22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Three processes arrived in order Job A, Job B, Job C at time </a:t>
            </a:r>
            <a:r>
              <a:rPr kumimoji="0" lang="en-US" sz="2200" b="0" i="1"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t</a:t>
            </a:r>
            <a:r>
              <a:rPr kumimoji="0" lang="en-US" sz="2200" b="0" i="1" u="none" strike="noStrike" kern="0" cap="none" spc="0" normalizeH="0" baseline="-25000" noProof="0" dirty="0">
                <a:ln>
                  <a:noFill/>
                </a:ln>
                <a:solidFill>
                  <a:srgbClr val="000000"/>
                </a:solidFill>
                <a:effectLst/>
                <a:uLnTx/>
                <a:uFillTx/>
                <a:latin typeface="Arial"/>
                <a:ea typeface="MS PGothic" panose="020B0600070205080204" pitchFamily="34" charset="-128"/>
                <a:cs typeface="+mn-cs"/>
              </a:rPr>
              <a:t>0</a:t>
            </a:r>
            <a:r>
              <a:rPr kumimoji="0" lang="en-US" sz="22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 with different CPU burst. Calculate the average waiting time and average turn around time. Assume that FCFS algorithm applied.</a:t>
            </a:r>
          </a:p>
        </p:txBody>
      </p:sp>
      <p:graphicFrame>
        <p:nvGraphicFramePr>
          <p:cNvPr id="30" name="Table 29">
            <a:extLst>
              <a:ext uri="{FF2B5EF4-FFF2-40B4-BE49-F238E27FC236}">
                <a16:creationId xmlns:a16="http://schemas.microsoft.com/office/drawing/2014/main" id="{395D51A3-0F2B-432D-9524-ADE2822B731F}"/>
              </a:ext>
            </a:extLst>
          </p:cNvPr>
          <p:cNvGraphicFramePr>
            <a:graphicFrameLocks noGrp="1"/>
          </p:cNvGraphicFramePr>
          <p:nvPr>
            <p:extLst>
              <p:ext uri="{D42A27DB-BD31-4B8C-83A1-F6EECF244321}">
                <p14:modId xmlns:p14="http://schemas.microsoft.com/office/powerpoint/2010/main" val="2761549086"/>
              </p:ext>
            </p:extLst>
          </p:nvPr>
        </p:nvGraphicFramePr>
        <p:xfrm>
          <a:off x="2634727" y="2632077"/>
          <a:ext cx="3581400" cy="1482724"/>
        </p:xfrm>
        <a:graphic>
          <a:graphicData uri="http://schemas.openxmlformats.org/drawingml/2006/table">
            <a:tbl>
              <a:tblPr firstRow="1" bandRow="1">
                <a:tableStyleId>{74C1A8A3-306A-4EB7-A6B1-4F7E0EB9C5D6}</a:tableStyleId>
              </a:tblPr>
              <a:tblGrid>
                <a:gridCol w="2079522">
                  <a:extLst>
                    <a:ext uri="{9D8B030D-6E8A-4147-A177-3AD203B41FA5}">
                      <a16:colId xmlns:a16="http://schemas.microsoft.com/office/drawing/2014/main" val="20000"/>
                    </a:ext>
                  </a:extLst>
                </a:gridCol>
                <a:gridCol w="1501878">
                  <a:extLst>
                    <a:ext uri="{9D8B030D-6E8A-4147-A177-3AD203B41FA5}">
                      <a16:colId xmlns:a16="http://schemas.microsoft.com/office/drawing/2014/main" val="20001"/>
                    </a:ext>
                  </a:extLst>
                </a:gridCol>
              </a:tblGrid>
              <a:tr h="370681">
                <a:tc>
                  <a:txBody>
                    <a:bodyPr/>
                    <a:lstStyle/>
                    <a:p>
                      <a:pPr algn="ctr"/>
                      <a:r>
                        <a:rPr lang="en-US" sz="1800" dirty="0">
                          <a:solidFill>
                            <a:schemeClr val="tx1"/>
                          </a:solidFill>
                        </a:rPr>
                        <a:t>Process</a:t>
                      </a:r>
                    </a:p>
                  </a:txBody>
                  <a:tcPr marT="45700" marB="45700"/>
                </a:tc>
                <a:tc>
                  <a:txBody>
                    <a:bodyPr/>
                    <a:lstStyle/>
                    <a:p>
                      <a:pPr algn="ctr"/>
                      <a:r>
                        <a:rPr lang="en-US" sz="1800" dirty="0">
                          <a:solidFill>
                            <a:schemeClr val="tx1"/>
                          </a:solidFill>
                        </a:rPr>
                        <a:t>Burst Time</a:t>
                      </a:r>
                    </a:p>
                  </a:txBody>
                  <a:tcPr marT="45700" marB="45700"/>
                </a:tc>
                <a:extLst>
                  <a:ext uri="{0D108BD9-81ED-4DB2-BD59-A6C34878D82A}">
                    <a16:rowId xmlns:a16="http://schemas.microsoft.com/office/drawing/2014/main" val="10000"/>
                  </a:ext>
                </a:extLst>
              </a:tr>
              <a:tr h="370681">
                <a:tc>
                  <a:txBody>
                    <a:bodyPr/>
                    <a:lstStyle/>
                    <a:p>
                      <a:pPr algn="ctr"/>
                      <a:r>
                        <a:rPr lang="en-US" sz="1800" dirty="0"/>
                        <a:t>Job A</a:t>
                      </a:r>
                    </a:p>
                  </a:txBody>
                  <a:tcPr marT="45700" marB="45700"/>
                </a:tc>
                <a:tc>
                  <a:txBody>
                    <a:bodyPr/>
                    <a:lstStyle/>
                    <a:p>
                      <a:pPr algn="ctr"/>
                      <a:r>
                        <a:rPr lang="en-US" sz="1800" dirty="0"/>
                        <a:t>15</a:t>
                      </a:r>
                    </a:p>
                  </a:txBody>
                  <a:tcPr marT="45700" marB="45700"/>
                </a:tc>
                <a:extLst>
                  <a:ext uri="{0D108BD9-81ED-4DB2-BD59-A6C34878D82A}">
                    <a16:rowId xmlns:a16="http://schemas.microsoft.com/office/drawing/2014/main" val="10001"/>
                  </a:ext>
                </a:extLst>
              </a:tr>
              <a:tr h="370681">
                <a:tc>
                  <a:txBody>
                    <a:bodyPr/>
                    <a:lstStyle/>
                    <a:p>
                      <a:pPr algn="ctr"/>
                      <a:r>
                        <a:rPr lang="en-US" sz="1800" dirty="0"/>
                        <a:t>Job B</a:t>
                      </a:r>
                    </a:p>
                  </a:txBody>
                  <a:tcPr marT="45700" marB="45700"/>
                </a:tc>
                <a:tc>
                  <a:txBody>
                    <a:bodyPr/>
                    <a:lstStyle/>
                    <a:p>
                      <a:pPr algn="ctr"/>
                      <a:r>
                        <a:rPr lang="en-US" sz="1800" dirty="0"/>
                        <a:t>2</a:t>
                      </a:r>
                    </a:p>
                  </a:txBody>
                  <a:tcPr marT="45700" marB="45700"/>
                </a:tc>
                <a:extLst>
                  <a:ext uri="{0D108BD9-81ED-4DB2-BD59-A6C34878D82A}">
                    <a16:rowId xmlns:a16="http://schemas.microsoft.com/office/drawing/2014/main" val="10002"/>
                  </a:ext>
                </a:extLst>
              </a:tr>
              <a:tr h="370681">
                <a:tc>
                  <a:txBody>
                    <a:bodyPr/>
                    <a:lstStyle/>
                    <a:p>
                      <a:pPr algn="ctr"/>
                      <a:r>
                        <a:rPr lang="en-US" sz="1800" dirty="0"/>
                        <a:t>Job C</a:t>
                      </a:r>
                    </a:p>
                  </a:txBody>
                  <a:tcPr marT="45700" marB="45700"/>
                </a:tc>
                <a:tc>
                  <a:txBody>
                    <a:bodyPr/>
                    <a:lstStyle/>
                    <a:p>
                      <a:pPr algn="ctr"/>
                      <a:r>
                        <a:rPr lang="en-US" sz="1800" dirty="0"/>
                        <a:t>1</a:t>
                      </a:r>
                    </a:p>
                  </a:txBody>
                  <a:tcPr marT="45700" marB="45700"/>
                </a:tc>
                <a:extLst>
                  <a:ext uri="{0D108BD9-81ED-4DB2-BD59-A6C34878D82A}">
                    <a16:rowId xmlns:a16="http://schemas.microsoft.com/office/drawing/2014/main" val="10003"/>
                  </a:ext>
                </a:extLst>
              </a:tr>
            </a:tbl>
          </a:graphicData>
        </a:graphic>
      </p:graphicFrame>
      <p:sp>
        <p:nvSpPr>
          <p:cNvPr id="31" name="TextBox 30">
            <a:extLst>
              <a:ext uri="{FF2B5EF4-FFF2-40B4-BE49-F238E27FC236}">
                <a16:creationId xmlns:a16="http://schemas.microsoft.com/office/drawing/2014/main" id="{BE954218-80F7-4F6A-9001-450AD5075595}"/>
              </a:ext>
            </a:extLst>
          </p:cNvPr>
          <p:cNvSpPr txBox="1"/>
          <p:nvPr/>
        </p:nvSpPr>
        <p:spPr>
          <a:xfrm>
            <a:off x="6400800" y="6321425"/>
            <a:ext cx="1538288" cy="307975"/>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panose="020B0604020202020204" pitchFamily="34" charset="0"/>
              </a:rPr>
              <a:t>(Continued Next)</a:t>
            </a:r>
          </a:p>
        </p:txBody>
      </p:sp>
      <p:grpSp>
        <p:nvGrpSpPr>
          <p:cNvPr id="19474" name="Group 23">
            <a:extLst>
              <a:ext uri="{FF2B5EF4-FFF2-40B4-BE49-F238E27FC236}">
                <a16:creationId xmlns:a16="http://schemas.microsoft.com/office/drawing/2014/main" id="{0F35E00A-DCF0-4F9B-BCB9-6D1BC1006E5B}"/>
              </a:ext>
            </a:extLst>
          </p:cNvPr>
          <p:cNvGrpSpPr>
            <a:grpSpLocks/>
          </p:cNvGrpSpPr>
          <p:nvPr/>
        </p:nvGrpSpPr>
        <p:grpSpPr bwMode="auto">
          <a:xfrm>
            <a:off x="990600" y="4800600"/>
            <a:ext cx="7467600" cy="1023938"/>
            <a:chOff x="685800" y="1828800"/>
            <a:chExt cx="7467600" cy="1024354"/>
          </a:xfrm>
        </p:grpSpPr>
        <p:sp>
          <p:nvSpPr>
            <p:cNvPr id="15" name="Rectangle 14">
              <a:extLst>
                <a:ext uri="{FF2B5EF4-FFF2-40B4-BE49-F238E27FC236}">
                  <a16:creationId xmlns:a16="http://schemas.microsoft.com/office/drawing/2014/main" id="{FBE8A364-22E8-45FF-858B-3D56B7E7FBF2}"/>
                </a:ext>
              </a:extLst>
            </p:cNvPr>
            <p:cNvSpPr>
              <a:spLocks noChangeArrowheads="1"/>
            </p:cNvSpPr>
            <p:nvPr/>
          </p:nvSpPr>
          <p:spPr bwMode="auto">
            <a:xfrm>
              <a:off x="838200" y="1828800"/>
              <a:ext cx="5257800" cy="686079"/>
            </a:xfrm>
            <a:prstGeom prst="rect">
              <a:avLst/>
            </a:prstGeom>
            <a:solidFill>
              <a:schemeClr val="accent1"/>
            </a:solidFill>
            <a:ln w="9525">
              <a:solidFill>
                <a:schemeClr val="tx1"/>
              </a:solidFill>
              <a:round/>
              <a:headEnd/>
              <a:tailEnd/>
            </a:ln>
            <a:effectLst>
              <a:outerShdw blurRad="63500" dist="38100" dir="2700000" algn="tl" rotWithShape="0">
                <a:srgbClr val="000000">
                  <a:alpha val="39998"/>
                </a:srgbClr>
              </a:outerShdw>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   A</a:t>
              </a:r>
            </a:p>
          </p:txBody>
        </p:sp>
        <p:sp>
          <p:nvSpPr>
            <p:cNvPr id="16" name="Rectangle 15">
              <a:extLst>
                <a:ext uri="{FF2B5EF4-FFF2-40B4-BE49-F238E27FC236}">
                  <a16:creationId xmlns:a16="http://schemas.microsoft.com/office/drawing/2014/main" id="{B729A301-8F6B-41D2-94E2-0B32DFC04E5E}"/>
                </a:ext>
              </a:extLst>
            </p:cNvPr>
            <p:cNvSpPr>
              <a:spLocks noChangeArrowheads="1"/>
            </p:cNvSpPr>
            <p:nvPr/>
          </p:nvSpPr>
          <p:spPr bwMode="auto">
            <a:xfrm>
              <a:off x="6096000" y="1828800"/>
              <a:ext cx="1066800" cy="686079"/>
            </a:xfrm>
            <a:prstGeom prst="rect">
              <a:avLst/>
            </a:prstGeom>
            <a:solidFill>
              <a:schemeClr val="accent1"/>
            </a:solidFill>
            <a:ln w="9525">
              <a:solidFill>
                <a:schemeClr val="tx1"/>
              </a:solidFill>
              <a:round/>
              <a:headEnd/>
              <a:tailEnd/>
            </a:ln>
            <a:effectLst>
              <a:outerShdw blurRad="63500" dist="38100" dir="2700000" algn="tl" rotWithShape="0">
                <a:srgbClr val="000000">
                  <a:alpha val="39998"/>
                </a:srgbClr>
              </a:outerShdw>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B</a:t>
              </a:r>
            </a:p>
          </p:txBody>
        </p:sp>
        <p:sp>
          <p:nvSpPr>
            <p:cNvPr id="17" name="Rectangle 16">
              <a:extLst>
                <a:ext uri="{FF2B5EF4-FFF2-40B4-BE49-F238E27FC236}">
                  <a16:creationId xmlns:a16="http://schemas.microsoft.com/office/drawing/2014/main" id="{E398E930-BC0C-4FC5-A9D8-7AEA8518613A}"/>
                </a:ext>
              </a:extLst>
            </p:cNvPr>
            <p:cNvSpPr>
              <a:spLocks noChangeArrowheads="1"/>
            </p:cNvSpPr>
            <p:nvPr/>
          </p:nvSpPr>
          <p:spPr bwMode="auto">
            <a:xfrm>
              <a:off x="7162800" y="1828800"/>
              <a:ext cx="762000" cy="686079"/>
            </a:xfrm>
            <a:prstGeom prst="rect">
              <a:avLst/>
            </a:prstGeom>
            <a:solidFill>
              <a:schemeClr val="accent1"/>
            </a:solidFill>
            <a:ln w="9525">
              <a:solidFill>
                <a:schemeClr val="tx1"/>
              </a:solidFill>
              <a:round/>
              <a:headEnd/>
              <a:tailEnd/>
            </a:ln>
            <a:effectLst>
              <a:outerShdw blurRad="63500" dist="38100" dir="2700000" algn="tl" rotWithShape="0">
                <a:srgbClr val="000000">
                  <a:alpha val="39998"/>
                </a:srgbClr>
              </a:outerShdw>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C</a:t>
              </a:r>
            </a:p>
          </p:txBody>
        </p:sp>
        <p:sp>
          <p:nvSpPr>
            <p:cNvPr id="19479" name="TextBox 13">
              <a:extLst>
                <a:ext uri="{FF2B5EF4-FFF2-40B4-BE49-F238E27FC236}">
                  <a16:creationId xmlns:a16="http://schemas.microsoft.com/office/drawing/2014/main" id="{D46488B1-FF75-4F65-9C4C-91B1E8A4DE74}"/>
                </a:ext>
              </a:extLst>
            </p:cNvPr>
            <p:cNvSpPr txBox="1">
              <a:spLocks noChangeArrowheads="1"/>
            </p:cNvSpPr>
            <p:nvPr/>
          </p:nvSpPr>
          <p:spPr bwMode="auto">
            <a:xfrm>
              <a:off x="685800" y="2514600"/>
              <a:ext cx="7467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1600" b="0" i="0" u="none" strike="noStrike" kern="1200" cap="none" spc="0" normalizeH="0" baseline="0" noProof="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0					     15       17    18</a:t>
              </a:r>
            </a:p>
          </p:txBody>
        </p:sp>
      </p:grpSp>
    </p:spTree>
    <p:extLst>
      <p:ext uri="{BB962C8B-B14F-4D97-AF65-F5344CB8AC3E}">
        <p14:creationId xmlns:p14="http://schemas.microsoft.com/office/powerpoint/2010/main" val="18694326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4">
            <a:extLst>
              <a:ext uri="{FF2B5EF4-FFF2-40B4-BE49-F238E27FC236}">
                <a16:creationId xmlns:a16="http://schemas.microsoft.com/office/drawing/2014/main" id="{B3FC6893-D340-4D97-8A4F-42F1E557DD0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BD44BE5-BA8C-4007-B1A3-C994121C49C1}"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9" name="Rectangle 9">
            <a:extLst>
              <a:ext uri="{FF2B5EF4-FFF2-40B4-BE49-F238E27FC236}">
                <a16:creationId xmlns:a16="http://schemas.microsoft.com/office/drawing/2014/main" id="{990B5A70-ED2B-4161-8A65-392AA83D3F7C}"/>
              </a:ext>
            </a:extLst>
          </p:cNvPr>
          <p:cNvSpPr txBox="1">
            <a:spLocks noChangeArrowheads="1"/>
          </p:cNvSpPr>
          <p:nvPr/>
        </p:nvSpPr>
        <p:spPr>
          <a:xfrm>
            <a:off x="1066800" y="1447800"/>
            <a:ext cx="7543800" cy="533400"/>
          </a:xfrm>
          <a:prstGeom prst="rect">
            <a:avLst/>
          </a:prstGeom>
        </p:spPr>
        <p:txBody>
          <a:body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Solution</a:t>
            </a:r>
            <a:r>
              <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 </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Arial" panose="020B0604020202020204" pitchFamily="34" charset="0"/>
            </a:endParaRPr>
          </a:p>
        </p:txBody>
      </p:sp>
      <p:graphicFrame>
        <p:nvGraphicFramePr>
          <p:cNvPr id="30" name="Table 29">
            <a:extLst>
              <a:ext uri="{FF2B5EF4-FFF2-40B4-BE49-F238E27FC236}">
                <a16:creationId xmlns:a16="http://schemas.microsoft.com/office/drawing/2014/main" id="{69393193-A46C-47CD-8C2F-801370E7BB46}"/>
              </a:ext>
            </a:extLst>
          </p:cNvPr>
          <p:cNvGraphicFramePr>
            <a:graphicFrameLocks noGrp="1"/>
          </p:cNvGraphicFramePr>
          <p:nvPr>
            <p:extLst>
              <p:ext uri="{D42A27DB-BD31-4B8C-83A1-F6EECF244321}">
                <p14:modId xmlns:p14="http://schemas.microsoft.com/office/powerpoint/2010/main" val="3870357070"/>
              </p:ext>
            </p:extLst>
          </p:nvPr>
        </p:nvGraphicFramePr>
        <p:xfrm>
          <a:off x="1143000" y="2133600"/>
          <a:ext cx="3352800" cy="1482724"/>
        </p:xfrm>
        <a:graphic>
          <a:graphicData uri="http://schemas.openxmlformats.org/drawingml/2006/table">
            <a:tbl>
              <a:tblPr firstRow="1" bandRow="1">
                <a:tableStyleId>{74C1A8A3-306A-4EB7-A6B1-4F7E0EB9C5D6}</a:tableStyleId>
              </a:tblPr>
              <a:tblGrid>
                <a:gridCol w="1712068">
                  <a:extLst>
                    <a:ext uri="{9D8B030D-6E8A-4147-A177-3AD203B41FA5}">
                      <a16:colId xmlns:a16="http://schemas.microsoft.com/office/drawing/2014/main" val="20000"/>
                    </a:ext>
                  </a:extLst>
                </a:gridCol>
                <a:gridCol w="1640732">
                  <a:extLst>
                    <a:ext uri="{9D8B030D-6E8A-4147-A177-3AD203B41FA5}">
                      <a16:colId xmlns:a16="http://schemas.microsoft.com/office/drawing/2014/main" val="20001"/>
                    </a:ext>
                  </a:extLst>
                </a:gridCol>
              </a:tblGrid>
              <a:tr h="370681">
                <a:tc>
                  <a:txBody>
                    <a:bodyPr/>
                    <a:lstStyle/>
                    <a:p>
                      <a:pPr algn="ctr"/>
                      <a:r>
                        <a:rPr lang="en-US" sz="1800" dirty="0">
                          <a:solidFill>
                            <a:schemeClr val="tx1"/>
                          </a:solidFill>
                        </a:rPr>
                        <a:t>Process</a:t>
                      </a:r>
                    </a:p>
                  </a:txBody>
                  <a:tcPr marT="45700" marB="45700"/>
                </a:tc>
                <a:tc>
                  <a:txBody>
                    <a:bodyPr/>
                    <a:lstStyle/>
                    <a:p>
                      <a:pPr algn="ctr"/>
                      <a:r>
                        <a:rPr lang="en-US" sz="1800" dirty="0">
                          <a:solidFill>
                            <a:schemeClr val="tx1"/>
                          </a:solidFill>
                        </a:rPr>
                        <a:t>Burst Time</a:t>
                      </a:r>
                    </a:p>
                  </a:txBody>
                  <a:tcPr marT="45700" marB="45700"/>
                </a:tc>
                <a:extLst>
                  <a:ext uri="{0D108BD9-81ED-4DB2-BD59-A6C34878D82A}">
                    <a16:rowId xmlns:a16="http://schemas.microsoft.com/office/drawing/2014/main" val="10000"/>
                  </a:ext>
                </a:extLst>
              </a:tr>
              <a:tr h="370681">
                <a:tc>
                  <a:txBody>
                    <a:bodyPr/>
                    <a:lstStyle/>
                    <a:p>
                      <a:pPr algn="ctr"/>
                      <a:r>
                        <a:rPr lang="en-US" sz="1800" dirty="0"/>
                        <a:t>Job A</a:t>
                      </a:r>
                    </a:p>
                  </a:txBody>
                  <a:tcPr marT="45700" marB="45700"/>
                </a:tc>
                <a:tc>
                  <a:txBody>
                    <a:bodyPr/>
                    <a:lstStyle/>
                    <a:p>
                      <a:pPr algn="ctr"/>
                      <a:r>
                        <a:rPr lang="en-US" sz="1800" dirty="0"/>
                        <a:t>15</a:t>
                      </a:r>
                    </a:p>
                  </a:txBody>
                  <a:tcPr marT="45700" marB="45700"/>
                </a:tc>
                <a:extLst>
                  <a:ext uri="{0D108BD9-81ED-4DB2-BD59-A6C34878D82A}">
                    <a16:rowId xmlns:a16="http://schemas.microsoft.com/office/drawing/2014/main" val="10001"/>
                  </a:ext>
                </a:extLst>
              </a:tr>
              <a:tr h="370681">
                <a:tc>
                  <a:txBody>
                    <a:bodyPr/>
                    <a:lstStyle/>
                    <a:p>
                      <a:pPr algn="ctr"/>
                      <a:r>
                        <a:rPr lang="en-US" sz="1800" dirty="0"/>
                        <a:t>Job B</a:t>
                      </a:r>
                    </a:p>
                  </a:txBody>
                  <a:tcPr marT="45700" marB="45700"/>
                </a:tc>
                <a:tc>
                  <a:txBody>
                    <a:bodyPr/>
                    <a:lstStyle/>
                    <a:p>
                      <a:pPr algn="ctr"/>
                      <a:r>
                        <a:rPr lang="en-US" sz="1800" dirty="0"/>
                        <a:t>2</a:t>
                      </a:r>
                    </a:p>
                  </a:txBody>
                  <a:tcPr marT="45700" marB="45700"/>
                </a:tc>
                <a:extLst>
                  <a:ext uri="{0D108BD9-81ED-4DB2-BD59-A6C34878D82A}">
                    <a16:rowId xmlns:a16="http://schemas.microsoft.com/office/drawing/2014/main" val="10002"/>
                  </a:ext>
                </a:extLst>
              </a:tr>
              <a:tr h="370681">
                <a:tc>
                  <a:txBody>
                    <a:bodyPr/>
                    <a:lstStyle/>
                    <a:p>
                      <a:pPr algn="ctr"/>
                      <a:r>
                        <a:rPr lang="en-US" sz="1800" dirty="0"/>
                        <a:t>Job C</a:t>
                      </a:r>
                    </a:p>
                  </a:txBody>
                  <a:tcPr marT="45700" marB="45700"/>
                </a:tc>
                <a:tc>
                  <a:txBody>
                    <a:bodyPr/>
                    <a:lstStyle/>
                    <a:p>
                      <a:pPr algn="ctr"/>
                      <a:r>
                        <a:rPr lang="en-US" sz="1800" dirty="0"/>
                        <a:t>1</a:t>
                      </a:r>
                    </a:p>
                  </a:txBody>
                  <a:tcPr marT="45700" marB="45700"/>
                </a:tc>
                <a:extLst>
                  <a:ext uri="{0D108BD9-81ED-4DB2-BD59-A6C34878D82A}">
                    <a16:rowId xmlns:a16="http://schemas.microsoft.com/office/drawing/2014/main" val="10003"/>
                  </a:ext>
                </a:extLst>
              </a:tr>
            </a:tbl>
          </a:graphicData>
        </a:graphic>
      </p:graphicFrame>
      <p:graphicFrame>
        <p:nvGraphicFramePr>
          <p:cNvPr id="20" name="Table 19">
            <a:extLst>
              <a:ext uri="{FF2B5EF4-FFF2-40B4-BE49-F238E27FC236}">
                <a16:creationId xmlns:a16="http://schemas.microsoft.com/office/drawing/2014/main" id="{59A41F2D-AEA3-47AB-9487-2F0BB4B86686}"/>
              </a:ext>
            </a:extLst>
          </p:cNvPr>
          <p:cNvGraphicFramePr>
            <a:graphicFrameLocks noGrp="1"/>
          </p:cNvGraphicFramePr>
          <p:nvPr/>
        </p:nvGraphicFramePr>
        <p:xfrm>
          <a:off x="4724400" y="2133600"/>
          <a:ext cx="1752600" cy="1482724"/>
        </p:xfrm>
        <a:graphic>
          <a:graphicData uri="http://schemas.openxmlformats.org/drawingml/2006/table">
            <a:tbl>
              <a:tblPr firstRow="1" bandRow="1">
                <a:tableStyleId>{74C1A8A3-306A-4EB7-A6B1-4F7E0EB9C5D6}</a:tableStyleId>
              </a:tblPr>
              <a:tblGrid>
                <a:gridCol w="1752600">
                  <a:extLst>
                    <a:ext uri="{9D8B030D-6E8A-4147-A177-3AD203B41FA5}">
                      <a16:colId xmlns:a16="http://schemas.microsoft.com/office/drawing/2014/main" val="20000"/>
                    </a:ext>
                  </a:extLst>
                </a:gridCol>
              </a:tblGrid>
              <a:tr h="370681">
                <a:tc>
                  <a:txBody>
                    <a:bodyPr/>
                    <a:lstStyle/>
                    <a:p>
                      <a:pPr algn="ctr"/>
                      <a:r>
                        <a:rPr lang="en-US" sz="1800" dirty="0">
                          <a:solidFill>
                            <a:schemeClr val="tx1"/>
                          </a:solidFill>
                        </a:rPr>
                        <a:t>Waiting Time</a:t>
                      </a:r>
                    </a:p>
                  </a:txBody>
                  <a:tcPr marT="45700" marB="45700"/>
                </a:tc>
                <a:extLst>
                  <a:ext uri="{0D108BD9-81ED-4DB2-BD59-A6C34878D82A}">
                    <a16:rowId xmlns:a16="http://schemas.microsoft.com/office/drawing/2014/main" val="10000"/>
                  </a:ext>
                </a:extLst>
              </a:tr>
              <a:tr h="370681">
                <a:tc>
                  <a:txBody>
                    <a:bodyPr/>
                    <a:lstStyle/>
                    <a:p>
                      <a:pPr algn="ctr"/>
                      <a:r>
                        <a:rPr lang="en-US" sz="1800" dirty="0">
                          <a:solidFill>
                            <a:srgbClr val="FF0000"/>
                          </a:solidFill>
                        </a:rPr>
                        <a:t>0</a:t>
                      </a:r>
                    </a:p>
                  </a:txBody>
                  <a:tcPr marT="45700" marB="45700"/>
                </a:tc>
                <a:extLst>
                  <a:ext uri="{0D108BD9-81ED-4DB2-BD59-A6C34878D82A}">
                    <a16:rowId xmlns:a16="http://schemas.microsoft.com/office/drawing/2014/main" val="10001"/>
                  </a:ext>
                </a:extLst>
              </a:tr>
              <a:tr h="370681">
                <a:tc>
                  <a:txBody>
                    <a:bodyPr/>
                    <a:lstStyle/>
                    <a:p>
                      <a:pPr algn="ctr"/>
                      <a:r>
                        <a:rPr lang="en-US" sz="1800" dirty="0">
                          <a:solidFill>
                            <a:srgbClr val="FF0000"/>
                          </a:solidFill>
                        </a:rPr>
                        <a:t>15</a:t>
                      </a:r>
                    </a:p>
                  </a:txBody>
                  <a:tcPr marT="45700" marB="45700"/>
                </a:tc>
                <a:extLst>
                  <a:ext uri="{0D108BD9-81ED-4DB2-BD59-A6C34878D82A}">
                    <a16:rowId xmlns:a16="http://schemas.microsoft.com/office/drawing/2014/main" val="10002"/>
                  </a:ext>
                </a:extLst>
              </a:tr>
              <a:tr h="370681">
                <a:tc>
                  <a:txBody>
                    <a:bodyPr/>
                    <a:lstStyle/>
                    <a:p>
                      <a:pPr algn="ctr"/>
                      <a:r>
                        <a:rPr lang="en-US" sz="1800" dirty="0">
                          <a:solidFill>
                            <a:srgbClr val="FF0000"/>
                          </a:solidFill>
                        </a:rPr>
                        <a:t>17</a:t>
                      </a:r>
                    </a:p>
                  </a:txBody>
                  <a:tcPr marT="45700" marB="45700"/>
                </a:tc>
                <a:extLst>
                  <a:ext uri="{0D108BD9-81ED-4DB2-BD59-A6C34878D82A}">
                    <a16:rowId xmlns:a16="http://schemas.microsoft.com/office/drawing/2014/main" val="10003"/>
                  </a:ext>
                </a:extLst>
              </a:tr>
            </a:tbl>
          </a:graphicData>
        </a:graphic>
      </p:graphicFrame>
      <p:graphicFrame>
        <p:nvGraphicFramePr>
          <p:cNvPr id="28" name="Table 27">
            <a:extLst>
              <a:ext uri="{FF2B5EF4-FFF2-40B4-BE49-F238E27FC236}">
                <a16:creationId xmlns:a16="http://schemas.microsoft.com/office/drawing/2014/main" id="{01EFE744-732C-4730-810B-C513ADC713C9}"/>
              </a:ext>
            </a:extLst>
          </p:cNvPr>
          <p:cNvGraphicFramePr>
            <a:graphicFrameLocks noGrp="1"/>
          </p:cNvGraphicFramePr>
          <p:nvPr/>
        </p:nvGraphicFramePr>
        <p:xfrm>
          <a:off x="6654800" y="2133600"/>
          <a:ext cx="2108200" cy="1479552"/>
        </p:xfrm>
        <a:graphic>
          <a:graphicData uri="http://schemas.openxmlformats.org/drawingml/2006/table">
            <a:tbl>
              <a:tblPr/>
              <a:tblGrid>
                <a:gridCol w="2108200">
                  <a:extLst>
                    <a:ext uri="{9D8B030D-6E8A-4147-A177-3AD203B41FA5}">
                      <a16:colId xmlns:a16="http://schemas.microsoft.com/office/drawing/2014/main" val="20000"/>
                    </a:ext>
                  </a:extLst>
                </a:gridCol>
              </a:tblGrid>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rial" pitchFamily="34" charset="0"/>
                          <a:ea typeface="MS PGothic" pitchFamily="34" charset="-128"/>
                        </a:rPr>
                        <a:t>Turnaround Time</a:t>
                      </a:r>
                    </a:p>
                  </a:txBody>
                  <a:tcPr marT="45700" marB="45700"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0000"/>
                          </a:solidFill>
                          <a:effectLst/>
                          <a:latin typeface="Arial" pitchFamily="34" charset="0"/>
                          <a:ea typeface="MS PGothic" pitchFamily="34" charset="-128"/>
                        </a:rPr>
                        <a:t>15 – 0 = 15</a:t>
                      </a:r>
                    </a:p>
                  </a:txBody>
                  <a:tcPr marT="45700" marB="45700"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0000"/>
                          </a:solidFill>
                          <a:effectLst/>
                          <a:latin typeface="Arial" pitchFamily="34" charset="0"/>
                          <a:ea typeface="MS PGothic" pitchFamily="34" charset="-128"/>
                        </a:rPr>
                        <a:t>17 – 0 = 17</a:t>
                      </a:r>
                    </a:p>
                  </a:txBody>
                  <a:tcPr marT="45700" marB="45700"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0000"/>
                          </a:solidFill>
                          <a:effectLst/>
                          <a:latin typeface="Arial" pitchFamily="34" charset="0"/>
                          <a:ea typeface="MS PGothic" pitchFamily="34" charset="-128"/>
                        </a:rPr>
                        <a:t>18 – 0 = 18</a:t>
                      </a:r>
                    </a:p>
                  </a:txBody>
                  <a:tcPr marT="45700" marB="45700"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3"/>
                  </a:ext>
                </a:extLst>
              </a:tr>
            </a:tbl>
          </a:graphicData>
        </a:graphic>
      </p:graphicFrame>
      <p:sp>
        <p:nvSpPr>
          <p:cNvPr id="32" name="Rectangle 9">
            <a:extLst>
              <a:ext uri="{FF2B5EF4-FFF2-40B4-BE49-F238E27FC236}">
                <a16:creationId xmlns:a16="http://schemas.microsoft.com/office/drawing/2014/main" id="{66802B65-B96C-49FB-9C61-40E42244FF75}"/>
              </a:ext>
            </a:extLst>
          </p:cNvPr>
          <p:cNvSpPr txBox="1">
            <a:spLocks noChangeArrowheads="1"/>
          </p:cNvSpPr>
          <p:nvPr/>
        </p:nvSpPr>
        <p:spPr>
          <a:xfrm>
            <a:off x="838200" y="4495800"/>
            <a:ext cx="4419600" cy="609600"/>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4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Average Waiting Time =</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222222"/>
              </a:solidFill>
              <a:effectLst/>
              <a:uLnTx/>
              <a:uFillTx/>
              <a:latin typeface="Arial"/>
              <a:ea typeface="MS PGothic" panose="020B0600070205080204" pitchFamily="34" charset="-128"/>
              <a:cs typeface="Arial" panose="020B0604020202020204" pitchFamily="34" charset="0"/>
            </a:endParaRPr>
          </a:p>
        </p:txBody>
      </p:sp>
      <p:sp>
        <p:nvSpPr>
          <p:cNvPr id="33" name="Rectangle 9">
            <a:extLst>
              <a:ext uri="{FF2B5EF4-FFF2-40B4-BE49-F238E27FC236}">
                <a16:creationId xmlns:a16="http://schemas.microsoft.com/office/drawing/2014/main" id="{A7E3CD06-0E7A-4F16-8600-69206D2B6955}"/>
              </a:ext>
            </a:extLst>
          </p:cNvPr>
          <p:cNvSpPr txBox="1">
            <a:spLocks noChangeArrowheads="1"/>
          </p:cNvSpPr>
          <p:nvPr/>
        </p:nvSpPr>
        <p:spPr>
          <a:xfrm>
            <a:off x="838200" y="5562600"/>
            <a:ext cx="4953000" cy="914400"/>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4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Average Turnaround Time =</a:t>
            </a:r>
            <a:endParaRPr kumimoji="0" lang="en-US" sz="2400" b="0" i="0" u="none" strike="noStrike" kern="0" cap="none" spc="0" normalizeH="0" baseline="0" noProof="0" dirty="0">
              <a:ln>
                <a:noFill/>
              </a:ln>
              <a:solidFill>
                <a:srgbClr val="222222"/>
              </a:solidFill>
              <a:effectLst/>
              <a:uLnTx/>
              <a:uFillTx/>
              <a:latin typeface="Arial"/>
              <a:ea typeface="MS PGothic" panose="020B0600070205080204" pitchFamily="34" charset="-128"/>
              <a:cs typeface="Arial" panose="020B0604020202020204" pitchFamily="34" charset="0"/>
            </a:endParaRPr>
          </a:p>
        </p:txBody>
      </p:sp>
      <p:grpSp>
        <p:nvGrpSpPr>
          <p:cNvPr id="20514" name="Group 23">
            <a:extLst>
              <a:ext uri="{FF2B5EF4-FFF2-40B4-BE49-F238E27FC236}">
                <a16:creationId xmlns:a16="http://schemas.microsoft.com/office/drawing/2014/main" id="{309FA56B-1C9F-4831-B4E5-D504043191AC}"/>
              </a:ext>
            </a:extLst>
          </p:cNvPr>
          <p:cNvGrpSpPr>
            <a:grpSpLocks/>
          </p:cNvGrpSpPr>
          <p:nvPr/>
        </p:nvGrpSpPr>
        <p:grpSpPr bwMode="auto">
          <a:xfrm>
            <a:off x="3733800" y="685800"/>
            <a:ext cx="5257800" cy="642938"/>
            <a:chOff x="2743200" y="1828804"/>
            <a:chExt cx="5257800" cy="642873"/>
          </a:xfrm>
        </p:grpSpPr>
        <p:sp>
          <p:nvSpPr>
            <p:cNvPr id="35" name="Rectangle 34">
              <a:extLst>
                <a:ext uri="{FF2B5EF4-FFF2-40B4-BE49-F238E27FC236}">
                  <a16:creationId xmlns:a16="http://schemas.microsoft.com/office/drawing/2014/main" id="{9D23EE34-796D-4732-936C-DFD39A64068C}"/>
                </a:ext>
              </a:extLst>
            </p:cNvPr>
            <p:cNvSpPr>
              <a:spLocks noChangeArrowheads="1"/>
            </p:cNvSpPr>
            <p:nvPr/>
          </p:nvSpPr>
          <p:spPr bwMode="auto">
            <a:xfrm>
              <a:off x="2895600" y="1828804"/>
              <a:ext cx="3124200" cy="380961"/>
            </a:xfrm>
            <a:prstGeom prst="rect">
              <a:avLst/>
            </a:prstGeom>
            <a:solidFill>
              <a:schemeClr val="accent1"/>
            </a:solidFill>
            <a:ln w="9525">
              <a:solidFill>
                <a:schemeClr val="tx1"/>
              </a:solidFill>
              <a:round/>
              <a:headEnd/>
              <a:tailEnd/>
            </a:ln>
            <a:effectLst>
              <a:outerShdw blurRad="63500" dist="38100" dir="2700000" algn="tl" rotWithShape="0">
                <a:srgbClr val="000000">
                  <a:alpha val="39998"/>
                </a:srgbClr>
              </a:outerShdw>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a:t>
              </a:r>
            </a:p>
          </p:txBody>
        </p:sp>
        <p:sp>
          <p:nvSpPr>
            <p:cNvPr id="36" name="Rectangle 35">
              <a:extLst>
                <a:ext uri="{FF2B5EF4-FFF2-40B4-BE49-F238E27FC236}">
                  <a16:creationId xmlns:a16="http://schemas.microsoft.com/office/drawing/2014/main" id="{C509518F-9A58-48A0-BCD1-48B739DE36DB}"/>
                </a:ext>
              </a:extLst>
            </p:cNvPr>
            <p:cNvSpPr>
              <a:spLocks noChangeArrowheads="1"/>
            </p:cNvSpPr>
            <p:nvPr/>
          </p:nvSpPr>
          <p:spPr bwMode="auto">
            <a:xfrm>
              <a:off x="6019800" y="1828804"/>
              <a:ext cx="838200" cy="380961"/>
            </a:xfrm>
            <a:prstGeom prst="rect">
              <a:avLst/>
            </a:prstGeom>
            <a:solidFill>
              <a:schemeClr val="accent1"/>
            </a:solidFill>
            <a:ln w="9525">
              <a:solidFill>
                <a:schemeClr val="tx1"/>
              </a:solidFill>
              <a:round/>
              <a:headEnd/>
              <a:tailEnd/>
            </a:ln>
            <a:effectLst>
              <a:outerShdw blurRad="63500" dist="38100" dir="2700000" algn="tl" rotWithShape="0">
                <a:srgbClr val="000000">
                  <a:alpha val="39998"/>
                </a:srgbClr>
              </a:outerShdw>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B</a:t>
              </a:r>
            </a:p>
          </p:txBody>
        </p:sp>
        <p:sp>
          <p:nvSpPr>
            <p:cNvPr id="37" name="Rectangle 36">
              <a:extLst>
                <a:ext uri="{FF2B5EF4-FFF2-40B4-BE49-F238E27FC236}">
                  <a16:creationId xmlns:a16="http://schemas.microsoft.com/office/drawing/2014/main" id="{FA87DEE6-594F-4335-AC06-B1831E912B05}"/>
                </a:ext>
              </a:extLst>
            </p:cNvPr>
            <p:cNvSpPr>
              <a:spLocks noChangeArrowheads="1"/>
            </p:cNvSpPr>
            <p:nvPr/>
          </p:nvSpPr>
          <p:spPr bwMode="auto">
            <a:xfrm>
              <a:off x="6858000" y="1828804"/>
              <a:ext cx="914400" cy="380961"/>
            </a:xfrm>
            <a:prstGeom prst="rect">
              <a:avLst/>
            </a:prstGeom>
            <a:solidFill>
              <a:schemeClr val="accent1"/>
            </a:solidFill>
            <a:ln w="9525">
              <a:solidFill>
                <a:schemeClr val="tx1"/>
              </a:solidFill>
              <a:round/>
              <a:headEnd/>
              <a:tailEnd/>
            </a:ln>
            <a:effectLst>
              <a:outerShdw blurRad="63500" dist="38100" dir="2700000" algn="tl" rotWithShape="0">
                <a:srgbClr val="000000">
                  <a:alpha val="39998"/>
                </a:srgbClr>
              </a:outerShdw>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C</a:t>
              </a:r>
            </a:p>
          </p:txBody>
        </p:sp>
        <p:sp>
          <p:nvSpPr>
            <p:cNvPr id="20520" name="TextBox 13">
              <a:extLst>
                <a:ext uri="{FF2B5EF4-FFF2-40B4-BE49-F238E27FC236}">
                  <a16:creationId xmlns:a16="http://schemas.microsoft.com/office/drawing/2014/main" id="{D478ADD6-D783-4D2B-8958-DB8F080D97C7}"/>
                </a:ext>
              </a:extLst>
            </p:cNvPr>
            <p:cNvSpPr txBox="1">
              <a:spLocks noChangeArrowheads="1"/>
            </p:cNvSpPr>
            <p:nvPr/>
          </p:nvSpPr>
          <p:spPr bwMode="auto">
            <a:xfrm>
              <a:off x="2743200" y="2209960"/>
              <a:ext cx="5257800" cy="261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1100" b="0" i="0" u="none" strike="noStrike" kern="1200" cap="none" spc="0" normalizeH="0" baseline="0" noProof="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0			     15       17         18</a:t>
              </a:r>
            </a:p>
          </p:txBody>
        </p:sp>
      </p:grpSp>
      <p:graphicFrame>
        <p:nvGraphicFramePr>
          <p:cNvPr id="3" name="Object 2">
            <a:extLst>
              <a:ext uri="{FF2B5EF4-FFF2-40B4-BE49-F238E27FC236}">
                <a16:creationId xmlns:a16="http://schemas.microsoft.com/office/drawing/2014/main" id="{1525AA32-BF13-4D4D-B973-726E6257AE5B}"/>
              </a:ext>
            </a:extLst>
          </p:cNvPr>
          <p:cNvGraphicFramePr>
            <a:graphicFrameLocks noChangeAspect="1"/>
          </p:cNvGraphicFramePr>
          <p:nvPr/>
        </p:nvGraphicFramePr>
        <p:xfrm>
          <a:off x="5181600" y="4495800"/>
          <a:ext cx="2212975" cy="762000"/>
        </p:xfrm>
        <a:graphic>
          <a:graphicData uri="http://schemas.openxmlformats.org/presentationml/2006/ole">
            <mc:AlternateContent xmlns:mc="http://schemas.openxmlformats.org/markup-compatibility/2006">
              <mc:Choice xmlns:v="urn:schemas-microsoft-com:vml" Requires="v">
                <p:oleObj name="Equation" r:id="rId2" imgW="1133640" imgH="383760" progId="Equation.3">
                  <p:embed/>
                </p:oleObj>
              </mc:Choice>
              <mc:Fallback>
                <p:oleObj name="Equation" r:id="rId2" imgW="1133640" imgH="383760" progId="Equation.3">
                  <p:embed/>
                  <p:pic>
                    <p:nvPicPr>
                      <p:cNvPr id="3" name="Object 2">
                        <a:extLst>
                          <a:ext uri="{FF2B5EF4-FFF2-40B4-BE49-F238E27FC236}">
                            <a16:creationId xmlns:a16="http://schemas.microsoft.com/office/drawing/2014/main" id="{1525AA32-BF13-4D4D-B973-726E6257AE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81600" y="4495800"/>
                        <a:ext cx="221297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 name="Object 3">
            <a:extLst>
              <a:ext uri="{FF2B5EF4-FFF2-40B4-BE49-F238E27FC236}">
                <a16:creationId xmlns:a16="http://schemas.microsoft.com/office/drawing/2014/main" id="{D9678A0F-28A6-4F1F-9387-08EB6962290E}"/>
              </a:ext>
            </a:extLst>
          </p:cNvPr>
          <p:cNvGraphicFramePr>
            <a:graphicFrameLocks noChangeAspect="1"/>
          </p:cNvGraphicFramePr>
          <p:nvPr>
            <p:extLst>
              <p:ext uri="{D42A27DB-BD31-4B8C-83A1-F6EECF244321}">
                <p14:modId xmlns:p14="http://schemas.microsoft.com/office/powerpoint/2010/main" val="2343923810"/>
              </p:ext>
            </p:extLst>
          </p:nvPr>
        </p:nvGraphicFramePr>
        <p:xfrm>
          <a:off x="5195094" y="5453062"/>
          <a:ext cx="2335213" cy="762000"/>
        </p:xfrm>
        <a:graphic>
          <a:graphicData uri="http://schemas.openxmlformats.org/presentationml/2006/ole">
            <mc:AlternateContent xmlns:mc="http://schemas.openxmlformats.org/markup-compatibility/2006">
              <mc:Choice xmlns:v="urn:schemas-microsoft-com:vml" Requires="v">
                <p:oleObj name="Equation" r:id="rId4" imgW="1197360" imgH="383760" progId="Equation.3">
                  <p:embed/>
                </p:oleObj>
              </mc:Choice>
              <mc:Fallback>
                <p:oleObj name="Equation" r:id="rId4" imgW="1197360" imgH="383760" progId="Equation.3">
                  <p:embed/>
                  <p:pic>
                    <p:nvPicPr>
                      <p:cNvPr id="4" name="Object 3">
                        <a:extLst>
                          <a:ext uri="{FF2B5EF4-FFF2-40B4-BE49-F238E27FC236}">
                            <a16:creationId xmlns:a16="http://schemas.microsoft.com/office/drawing/2014/main" id="{D9678A0F-28A6-4F1F-9387-08EB696229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95094" y="5453062"/>
                        <a:ext cx="2335213"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 name="Rectangle 15"/>
          <p:cNvSpPr/>
          <p:nvPr/>
        </p:nvSpPr>
        <p:spPr>
          <a:xfrm>
            <a:off x="371197" y="6183581"/>
            <a:ext cx="4769062" cy="307777"/>
          </a:xfrm>
          <a:prstGeom prst="rect">
            <a:avLst/>
          </a:prstGeom>
          <a:solidFill>
            <a:srgbClr val="00B0F0"/>
          </a:solidFill>
        </p:spPr>
        <p:txBody>
          <a:bodyPr wrap="none">
            <a:spAutoFit/>
          </a:bodyPr>
          <a:lstStyle/>
          <a:p>
            <a:pPr lvl="0"/>
            <a:r>
              <a:rPr lang="en-US" sz="1400" dirty="0">
                <a:solidFill>
                  <a:schemeClr val="dk1"/>
                </a:solidFill>
              </a:rPr>
              <a:t>Turnaround Time = Completion time – Arrival time</a:t>
            </a:r>
            <a:endParaRPr lang="en-US" sz="1400" dirty="0"/>
          </a:p>
        </p:txBody>
      </p:sp>
      <p:sp>
        <p:nvSpPr>
          <p:cNvPr id="17" name="Rectangle 16"/>
          <p:cNvSpPr/>
          <p:nvPr/>
        </p:nvSpPr>
        <p:spPr>
          <a:xfrm>
            <a:off x="371196" y="6550223"/>
            <a:ext cx="4776629" cy="307777"/>
          </a:xfrm>
          <a:prstGeom prst="rect">
            <a:avLst/>
          </a:prstGeom>
          <a:solidFill>
            <a:srgbClr val="00B0F0"/>
          </a:solidFill>
        </p:spPr>
        <p:txBody>
          <a:bodyPr wrap="none">
            <a:spAutoFit/>
          </a:bodyPr>
          <a:lstStyle/>
          <a:p>
            <a:pPr lvl="0"/>
            <a:r>
              <a:rPr lang="en-US" sz="1400" dirty="0">
                <a:solidFill>
                  <a:schemeClr val="dk1"/>
                </a:solidFill>
              </a:rPr>
              <a:t>Waiting Time = Turnaround time time – Burst time</a:t>
            </a:r>
            <a:endParaRPr lang="en-US" sz="1400" dirty="0"/>
          </a:p>
        </p:txBody>
      </p:sp>
    </p:spTree>
    <p:extLst>
      <p:ext uri="{BB962C8B-B14F-4D97-AF65-F5344CB8AC3E}">
        <p14:creationId xmlns:p14="http://schemas.microsoft.com/office/powerpoint/2010/main" val="41187521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2" presetClass="entr" presetSubtype="8"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p:tgtEl>
                                          <p:spTgt spid="20"/>
                                        </p:tgtEl>
                                        <p:attrNameLst>
                                          <p:attrName>ppt_x</p:attrName>
                                        </p:attrNameLst>
                                      </p:cBhvr>
                                      <p:tavLst>
                                        <p:tav tm="0">
                                          <p:val>
                                            <p:strVal val="#ppt_x-#ppt_w*1.125000"/>
                                          </p:val>
                                        </p:tav>
                                        <p:tav tm="100000">
                                          <p:val>
                                            <p:strVal val="#ppt_x"/>
                                          </p:val>
                                        </p:tav>
                                      </p:tavLst>
                                    </p:anim>
                                    <p:animEffect transition="in" filter="wipe(right)">
                                      <p:cBhvr>
                                        <p:cTn id="12" dur="500"/>
                                        <p:tgtEl>
                                          <p:spTgt spid="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additive="base">
                                        <p:cTn id="17" dur="500"/>
                                        <p:tgtEl>
                                          <p:spTgt spid="28"/>
                                        </p:tgtEl>
                                        <p:attrNameLst>
                                          <p:attrName>ppt_x</p:attrName>
                                        </p:attrNameLst>
                                      </p:cBhvr>
                                      <p:tavLst>
                                        <p:tav tm="0">
                                          <p:val>
                                            <p:strVal val="#ppt_x-#ppt_w*1.125000"/>
                                          </p:val>
                                        </p:tav>
                                        <p:tav tm="100000">
                                          <p:val>
                                            <p:strVal val="#ppt_x"/>
                                          </p:val>
                                        </p:tav>
                                      </p:tavLst>
                                    </p:anim>
                                    <p:animEffect transition="in" filter="wipe(right)">
                                      <p:cBhvr>
                                        <p:cTn id="18" dur="500"/>
                                        <p:tgtEl>
                                          <p:spTgt spid="2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checkerboard(across)">
                                      <p:cBhvr>
                                        <p:cTn id="27" dur="500"/>
                                        <p:tgtEl>
                                          <p:spTgt spid="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33"/>
                                        </p:tgtEl>
                                        <p:attrNameLst>
                                          <p:attrName>style.visibility</p:attrName>
                                        </p:attrNameLst>
                                      </p:cBhvr>
                                      <p:to>
                                        <p:strVal val="visible"/>
                                      </p:to>
                                    </p:set>
                                  </p:childTnLst>
                                </p:cTn>
                              </p:par>
                            </p:childTnLst>
                          </p:cTn>
                        </p:par>
                      </p:childTnLst>
                    </p:cTn>
                  </p:par>
                  <p:par>
                    <p:cTn id="32" fill="hold" nodeType="clickPar">
                      <p:stCondLst>
                        <p:cond delay="indefinite"/>
                      </p:stCondLst>
                      <p:childTnLst>
                        <p:par>
                          <p:cTn id="33" fill="hold" nodeType="withGroup">
                            <p:stCondLst>
                              <p:cond delay="0"/>
                            </p:stCondLst>
                            <p:childTnLst>
                              <p:par>
                                <p:cTn id="34" presetID="5" presetClass="entr" presetSubtype="10"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checkerboard(across)">
                                      <p:cBhvr>
                                        <p:cTn id="3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4">
            <a:extLst>
              <a:ext uri="{FF2B5EF4-FFF2-40B4-BE49-F238E27FC236}">
                <a16:creationId xmlns:a16="http://schemas.microsoft.com/office/drawing/2014/main" id="{E1A0D88E-7D14-4155-8AB6-1F77D65637B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2D98805-8EBD-48BC-8372-B81579F3C346}"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31</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9" name="Rectangle 9">
            <a:extLst>
              <a:ext uri="{FF2B5EF4-FFF2-40B4-BE49-F238E27FC236}">
                <a16:creationId xmlns:a16="http://schemas.microsoft.com/office/drawing/2014/main" id="{0CD9EAC4-D2C7-4EB4-AA38-F7F86568CCE3}"/>
              </a:ext>
            </a:extLst>
          </p:cNvPr>
          <p:cNvSpPr txBox="1">
            <a:spLocks noChangeArrowheads="1"/>
          </p:cNvSpPr>
          <p:nvPr/>
        </p:nvSpPr>
        <p:spPr>
          <a:xfrm>
            <a:off x="473336" y="914400"/>
            <a:ext cx="8137264" cy="1981200"/>
          </a:xfrm>
          <a:prstGeom prst="rect">
            <a:avLst/>
          </a:prstGeom>
        </p:spPr>
        <p:txBody>
          <a:bodyPr/>
          <a:lstStyle/>
          <a:p>
            <a:pPr marL="0" marR="0" lvl="0" indent="0" algn="just" defTabSz="914400" rtl="0" eaLnBrk="1" fontAlgn="base" latinLnBrk="0" hangingPunct="1">
              <a:lnSpc>
                <a:spcPct val="90000"/>
              </a:lnSpc>
              <a:spcBef>
                <a:spcPct val="20000"/>
              </a:spcBef>
              <a:spcAft>
                <a:spcPct val="0"/>
              </a:spcAft>
              <a:buClrTx/>
              <a:buSzTx/>
              <a:buFontTx/>
              <a:buNone/>
              <a:tabLst/>
              <a:defRPr/>
            </a:pPr>
            <a:r>
              <a:rPr kumimoji="0" lang="en-US" sz="2200" b="1"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FCFS: Example</a:t>
            </a:r>
            <a:r>
              <a:rPr kumimoji="0" lang="en-US" sz="22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 2</a:t>
            </a:r>
          </a:p>
          <a:p>
            <a:pPr marL="0" marR="0" lvl="0" indent="0" algn="just" defTabSz="914400" rtl="0" eaLnBrk="1" fontAlgn="base" latinLnBrk="0" hangingPunct="1">
              <a:lnSpc>
                <a:spcPct val="90000"/>
              </a:lnSpc>
              <a:spcBef>
                <a:spcPct val="20000"/>
              </a:spcBef>
              <a:spcAft>
                <a:spcPct val="0"/>
              </a:spcAft>
              <a:buClrTx/>
              <a:buSzTx/>
              <a:buFontTx/>
              <a:buNone/>
              <a:tabLst/>
              <a:defRPr/>
            </a:pPr>
            <a:r>
              <a:rPr kumimoji="0" lang="en-US" sz="22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Three processes arrived in order Job C, Job B, Job A at time </a:t>
            </a:r>
            <a:r>
              <a:rPr kumimoji="0" lang="en-US" sz="2200" b="0" i="1"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t</a:t>
            </a:r>
            <a:r>
              <a:rPr kumimoji="0" lang="en-US" sz="2200" b="0" i="1" u="none" strike="noStrike" kern="0" cap="none" spc="0" normalizeH="0" baseline="-25000" noProof="0" dirty="0">
                <a:ln>
                  <a:noFill/>
                </a:ln>
                <a:solidFill>
                  <a:srgbClr val="000000"/>
                </a:solidFill>
                <a:effectLst/>
                <a:uLnTx/>
                <a:uFillTx/>
                <a:latin typeface="Arial"/>
                <a:ea typeface="MS PGothic" panose="020B0600070205080204" pitchFamily="34" charset="-128"/>
                <a:cs typeface="+mn-cs"/>
              </a:rPr>
              <a:t>0</a:t>
            </a:r>
            <a:r>
              <a:rPr kumimoji="0" lang="en-US" sz="22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 with different CPU burst time. Calculate the average waiting time and average turn around time. Assume that FCFS algorithm applied.</a:t>
            </a:r>
          </a:p>
        </p:txBody>
      </p:sp>
      <p:graphicFrame>
        <p:nvGraphicFramePr>
          <p:cNvPr id="30" name="Table 29">
            <a:extLst>
              <a:ext uri="{FF2B5EF4-FFF2-40B4-BE49-F238E27FC236}">
                <a16:creationId xmlns:a16="http://schemas.microsoft.com/office/drawing/2014/main" id="{A17CAADE-0559-448A-B611-E09EC4E2F8BD}"/>
              </a:ext>
            </a:extLst>
          </p:cNvPr>
          <p:cNvGraphicFramePr>
            <a:graphicFrameLocks noGrp="1"/>
          </p:cNvGraphicFramePr>
          <p:nvPr>
            <p:extLst>
              <p:ext uri="{D42A27DB-BD31-4B8C-83A1-F6EECF244321}">
                <p14:modId xmlns:p14="http://schemas.microsoft.com/office/powerpoint/2010/main" val="1066938409"/>
              </p:ext>
            </p:extLst>
          </p:nvPr>
        </p:nvGraphicFramePr>
        <p:xfrm>
          <a:off x="3247747" y="2404387"/>
          <a:ext cx="3886200" cy="1482724"/>
        </p:xfrm>
        <a:graphic>
          <a:graphicData uri="http://schemas.openxmlformats.org/drawingml/2006/table">
            <a:tbl>
              <a:tblPr firstRow="1" bandRow="1">
                <a:tableStyleId>{74C1A8A3-306A-4EB7-A6B1-4F7E0EB9C5D6}</a:tableStyleId>
              </a:tblPr>
              <a:tblGrid>
                <a:gridCol w="1673290">
                  <a:extLst>
                    <a:ext uri="{9D8B030D-6E8A-4147-A177-3AD203B41FA5}">
                      <a16:colId xmlns:a16="http://schemas.microsoft.com/office/drawing/2014/main" val="20000"/>
                    </a:ext>
                  </a:extLst>
                </a:gridCol>
                <a:gridCol w="2212910">
                  <a:extLst>
                    <a:ext uri="{9D8B030D-6E8A-4147-A177-3AD203B41FA5}">
                      <a16:colId xmlns:a16="http://schemas.microsoft.com/office/drawing/2014/main" val="20001"/>
                    </a:ext>
                  </a:extLst>
                </a:gridCol>
              </a:tblGrid>
              <a:tr h="370681">
                <a:tc>
                  <a:txBody>
                    <a:bodyPr/>
                    <a:lstStyle/>
                    <a:p>
                      <a:pPr algn="ctr"/>
                      <a:r>
                        <a:rPr lang="en-US" sz="1800" dirty="0">
                          <a:solidFill>
                            <a:schemeClr val="tx1"/>
                          </a:solidFill>
                        </a:rPr>
                        <a:t>Process</a:t>
                      </a:r>
                    </a:p>
                  </a:txBody>
                  <a:tcPr marT="45700" marB="45700"/>
                </a:tc>
                <a:tc>
                  <a:txBody>
                    <a:bodyPr/>
                    <a:lstStyle/>
                    <a:p>
                      <a:pPr algn="ctr"/>
                      <a:r>
                        <a:rPr lang="en-US" sz="1800" dirty="0">
                          <a:solidFill>
                            <a:schemeClr val="tx1"/>
                          </a:solidFill>
                        </a:rPr>
                        <a:t>CPU Burst Time</a:t>
                      </a:r>
                    </a:p>
                  </a:txBody>
                  <a:tcPr marT="45700" marB="45700"/>
                </a:tc>
                <a:extLst>
                  <a:ext uri="{0D108BD9-81ED-4DB2-BD59-A6C34878D82A}">
                    <a16:rowId xmlns:a16="http://schemas.microsoft.com/office/drawing/2014/main" val="10000"/>
                  </a:ext>
                </a:extLst>
              </a:tr>
              <a:tr h="370681">
                <a:tc>
                  <a:txBody>
                    <a:bodyPr/>
                    <a:lstStyle/>
                    <a:p>
                      <a:pPr algn="ctr"/>
                      <a:r>
                        <a:rPr lang="en-US" sz="1800" dirty="0"/>
                        <a:t>Job C</a:t>
                      </a:r>
                    </a:p>
                  </a:txBody>
                  <a:tcPr marT="45700" marB="45700"/>
                </a:tc>
                <a:tc>
                  <a:txBody>
                    <a:bodyPr/>
                    <a:lstStyle/>
                    <a:p>
                      <a:pPr algn="ctr"/>
                      <a:r>
                        <a:rPr lang="en-US" sz="1800" dirty="0"/>
                        <a:t>1</a:t>
                      </a:r>
                    </a:p>
                  </a:txBody>
                  <a:tcPr marT="45700" marB="45700"/>
                </a:tc>
                <a:extLst>
                  <a:ext uri="{0D108BD9-81ED-4DB2-BD59-A6C34878D82A}">
                    <a16:rowId xmlns:a16="http://schemas.microsoft.com/office/drawing/2014/main" val="10001"/>
                  </a:ext>
                </a:extLst>
              </a:tr>
              <a:tr h="370681">
                <a:tc>
                  <a:txBody>
                    <a:bodyPr/>
                    <a:lstStyle/>
                    <a:p>
                      <a:pPr algn="ctr"/>
                      <a:r>
                        <a:rPr lang="en-US" sz="1800" dirty="0"/>
                        <a:t>Job B</a:t>
                      </a:r>
                    </a:p>
                  </a:txBody>
                  <a:tcPr marT="45700" marB="45700"/>
                </a:tc>
                <a:tc>
                  <a:txBody>
                    <a:bodyPr/>
                    <a:lstStyle/>
                    <a:p>
                      <a:pPr algn="ctr"/>
                      <a:r>
                        <a:rPr lang="en-US" sz="1800" dirty="0"/>
                        <a:t>2</a:t>
                      </a:r>
                    </a:p>
                  </a:txBody>
                  <a:tcPr marT="45700" marB="45700"/>
                </a:tc>
                <a:extLst>
                  <a:ext uri="{0D108BD9-81ED-4DB2-BD59-A6C34878D82A}">
                    <a16:rowId xmlns:a16="http://schemas.microsoft.com/office/drawing/2014/main" val="10002"/>
                  </a:ext>
                </a:extLst>
              </a:tr>
              <a:tr h="370681">
                <a:tc>
                  <a:txBody>
                    <a:bodyPr/>
                    <a:lstStyle/>
                    <a:p>
                      <a:pPr algn="ctr"/>
                      <a:r>
                        <a:rPr lang="en-US" sz="1800" dirty="0"/>
                        <a:t>Job A</a:t>
                      </a:r>
                    </a:p>
                  </a:txBody>
                  <a:tcPr marT="45700" marB="45700"/>
                </a:tc>
                <a:tc>
                  <a:txBody>
                    <a:bodyPr/>
                    <a:lstStyle/>
                    <a:p>
                      <a:pPr algn="ctr"/>
                      <a:r>
                        <a:rPr lang="en-US" sz="1800" dirty="0"/>
                        <a:t>15</a:t>
                      </a:r>
                    </a:p>
                  </a:txBody>
                  <a:tcPr marT="45700" marB="45700"/>
                </a:tc>
                <a:extLst>
                  <a:ext uri="{0D108BD9-81ED-4DB2-BD59-A6C34878D82A}">
                    <a16:rowId xmlns:a16="http://schemas.microsoft.com/office/drawing/2014/main" val="10003"/>
                  </a:ext>
                </a:extLst>
              </a:tr>
            </a:tbl>
          </a:graphicData>
        </a:graphic>
      </p:graphicFrame>
      <p:grpSp>
        <p:nvGrpSpPr>
          <p:cNvPr id="2" name="Group 2">
            <a:extLst>
              <a:ext uri="{FF2B5EF4-FFF2-40B4-BE49-F238E27FC236}">
                <a16:creationId xmlns:a16="http://schemas.microsoft.com/office/drawing/2014/main" id="{8BF7C70C-A3E7-4FBD-A383-9A8AFB7A3883}"/>
              </a:ext>
            </a:extLst>
          </p:cNvPr>
          <p:cNvGrpSpPr>
            <a:grpSpLocks/>
          </p:cNvGrpSpPr>
          <p:nvPr/>
        </p:nvGrpSpPr>
        <p:grpSpPr bwMode="auto">
          <a:xfrm>
            <a:off x="1037947" y="4094842"/>
            <a:ext cx="7467600" cy="1024166"/>
            <a:chOff x="990600" y="4807901"/>
            <a:chExt cx="7467600" cy="1024574"/>
          </a:xfrm>
        </p:grpSpPr>
        <p:grpSp>
          <p:nvGrpSpPr>
            <p:cNvPr id="3" name="Group 26">
              <a:extLst>
                <a:ext uri="{FF2B5EF4-FFF2-40B4-BE49-F238E27FC236}">
                  <a16:creationId xmlns:a16="http://schemas.microsoft.com/office/drawing/2014/main" id="{89165818-E63C-4D0C-BB02-1100B6B62B98}"/>
                </a:ext>
              </a:extLst>
            </p:cNvPr>
            <p:cNvGrpSpPr/>
            <p:nvPr/>
          </p:nvGrpSpPr>
          <p:grpSpPr>
            <a:xfrm>
              <a:off x="1143000" y="4807901"/>
              <a:ext cx="7086600" cy="685801"/>
              <a:chOff x="1143000" y="4114799"/>
              <a:chExt cx="7086600" cy="685801"/>
            </a:xfrm>
            <a:effectLst>
              <a:outerShdw blurRad="50800" dist="38100" dir="2700000" algn="tl" rotWithShape="0">
                <a:prstClr val="black">
                  <a:alpha val="40000"/>
                </a:prstClr>
              </a:outerShdw>
            </a:effectLst>
          </p:grpSpPr>
          <p:sp>
            <p:nvSpPr>
              <p:cNvPr id="20" name="Rectangle 19">
                <a:extLst>
                  <a:ext uri="{FF2B5EF4-FFF2-40B4-BE49-F238E27FC236}">
                    <a16:creationId xmlns:a16="http://schemas.microsoft.com/office/drawing/2014/main" id="{09545D94-F4B7-4A94-A91C-F993E3DAACEE}"/>
                  </a:ext>
                </a:extLst>
              </p:cNvPr>
              <p:cNvSpPr/>
              <p:nvPr/>
            </p:nvSpPr>
            <p:spPr bwMode="auto">
              <a:xfrm>
                <a:off x="2971800" y="4114800"/>
                <a:ext cx="52578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   A</a:t>
                </a:r>
              </a:p>
            </p:txBody>
          </p:sp>
          <p:sp>
            <p:nvSpPr>
              <p:cNvPr id="21" name="Rectangle 20">
                <a:extLst>
                  <a:ext uri="{FF2B5EF4-FFF2-40B4-BE49-F238E27FC236}">
                    <a16:creationId xmlns:a16="http://schemas.microsoft.com/office/drawing/2014/main" id="{3193E6BB-72AF-4C7E-B1A5-EED5ED7ADA3B}"/>
                  </a:ext>
                </a:extLst>
              </p:cNvPr>
              <p:cNvSpPr/>
              <p:nvPr/>
            </p:nvSpPr>
            <p:spPr bwMode="auto">
              <a:xfrm>
                <a:off x="1905000" y="4114799"/>
                <a:ext cx="10668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B</a:t>
                </a:r>
              </a:p>
            </p:txBody>
          </p:sp>
          <p:sp>
            <p:nvSpPr>
              <p:cNvPr id="22" name="Rectangle 21">
                <a:extLst>
                  <a:ext uri="{FF2B5EF4-FFF2-40B4-BE49-F238E27FC236}">
                    <a16:creationId xmlns:a16="http://schemas.microsoft.com/office/drawing/2014/main" id="{EE83A57D-219C-4657-970A-988F5896CF5E}"/>
                  </a:ext>
                </a:extLst>
              </p:cNvPr>
              <p:cNvSpPr/>
              <p:nvPr/>
            </p:nvSpPr>
            <p:spPr bwMode="auto">
              <a:xfrm>
                <a:off x="1143000" y="4114800"/>
                <a:ext cx="7620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C</a:t>
                </a:r>
              </a:p>
            </p:txBody>
          </p:sp>
        </p:grpSp>
        <p:sp>
          <p:nvSpPr>
            <p:cNvPr id="21523" name="TextBox 21">
              <a:extLst>
                <a:ext uri="{FF2B5EF4-FFF2-40B4-BE49-F238E27FC236}">
                  <a16:creationId xmlns:a16="http://schemas.microsoft.com/office/drawing/2014/main" id="{B1064413-00F6-4E70-BDFA-8D7E1047160E}"/>
                </a:ext>
              </a:extLst>
            </p:cNvPr>
            <p:cNvSpPr txBox="1">
              <a:spLocks noChangeArrowheads="1"/>
            </p:cNvSpPr>
            <p:nvPr/>
          </p:nvSpPr>
          <p:spPr bwMode="auto">
            <a:xfrm>
              <a:off x="990600" y="5494337"/>
              <a:ext cx="7467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1600" b="0" i="0" u="none" strike="noStrike" kern="1200" cap="none" spc="0" normalizeH="0" baseline="0" noProof="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0     1        3     					     18</a:t>
              </a:r>
            </a:p>
          </p:txBody>
        </p:sp>
      </p:grpSp>
      <p:sp>
        <p:nvSpPr>
          <p:cNvPr id="13" name="Rectangle 9">
            <a:extLst>
              <a:ext uri="{FF2B5EF4-FFF2-40B4-BE49-F238E27FC236}">
                <a16:creationId xmlns:a16="http://schemas.microsoft.com/office/drawing/2014/main" id="{89F8CA5F-B057-4C25-BB77-265D064B1FAE}"/>
              </a:ext>
            </a:extLst>
          </p:cNvPr>
          <p:cNvSpPr txBox="1">
            <a:spLocks noChangeArrowheads="1"/>
          </p:cNvSpPr>
          <p:nvPr/>
        </p:nvSpPr>
        <p:spPr>
          <a:xfrm>
            <a:off x="1037947" y="5267457"/>
            <a:ext cx="4419600" cy="609600"/>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b="0" i="0" u="none" strike="noStrike" kern="0" cap="none" spc="0" normalizeH="0" baseline="0" noProof="0" dirty="0">
                <a:ln>
                  <a:noFill/>
                </a:ln>
                <a:solidFill>
                  <a:srgbClr val="222222"/>
                </a:solidFill>
                <a:effectLst/>
                <a:uLnTx/>
                <a:uFillTx/>
                <a:latin typeface="Arial"/>
                <a:ea typeface="MS PGothic" panose="020B0600070205080204" pitchFamily="34" charset="-128"/>
              </a:rPr>
              <a:t>Average Waiting Time =</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b="0" i="0" u="none" strike="noStrike" kern="0" cap="none" spc="0" normalizeH="0" baseline="0" noProof="0" dirty="0">
              <a:ln>
                <a:noFill/>
              </a:ln>
              <a:solidFill>
                <a:srgbClr val="222222"/>
              </a:solidFill>
              <a:effectLst/>
              <a:uLnTx/>
              <a:uFillTx/>
              <a:latin typeface="Arial"/>
              <a:ea typeface="MS PGothic" panose="020B0600070205080204" pitchFamily="34" charset="-128"/>
              <a:cs typeface="Arial" panose="020B0604020202020204" pitchFamily="34" charset="0"/>
            </a:endParaRPr>
          </a:p>
        </p:txBody>
      </p:sp>
      <p:sp>
        <p:nvSpPr>
          <p:cNvPr id="14" name="Rectangle 9">
            <a:extLst>
              <a:ext uri="{FF2B5EF4-FFF2-40B4-BE49-F238E27FC236}">
                <a16:creationId xmlns:a16="http://schemas.microsoft.com/office/drawing/2014/main" id="{7F8D5B62-7687-492E-8F53-A822C2383985}"/>
              </a:ext>
            </a:extLst>
          </p:cNvPr>
          <p:cNvSpPr txBox="1">
            <a:spLocks noChangeArrowheads="1"/>
          </p:cNvSpPr>
          <p:nvPr/>
        </p:nvSpPr>
        <p:spPr>
          <a:xfrm>
            <a:off x="1037947" y="5830109"/>
            <a:ext cx="4953000" cy="914400"/>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b="0" i="0" u="none" strike="noStrike" kern="0" cap="none" spc="0" normalizeH="0" baseline="0" noProof="0" dirty="0">
                <a:ln>
                  <a:noFill/>
                </a:ln>
                <a:solidFill>
                  <a:srgbClr val="222222"/>
                </a:solidFill>
                <a:effectLst/>
                <a:uLnTx/>
                <a:uFillTx/>
                <a:latin typeface="Arial"/>
                <a:ea typeface="MS PGothic" panose="020B0600070205080204" pitchFamily="34" charset="-128"/>
              </a:rPr>
              <a:t>Average Turnaround Time =</a:t>
            </a:r>
            <a:endParaRPr kumimoji="0" lang="en-US" b="0" i="0" u="none" strike="noStrike" kern="0" cap="none" spc="0" normalizeH="0" baseline="0" noProof="0" dirty="0">
              <a:ln>
                <a:noFill/>
              </a:ln>
              <a:solidFill>
                <a:srgbClr val="222222"/>
              </a:solidFill>
              <a:effectLst/>
              <a:uLnTx/>
              <a:uFillTx/>
              <a:latin typeface="Arial"/>
              <a:ea typeface="MS PGothic" panose="020B0600070205080204" pitchFamily="34" charset="-128"/>
              <a:cs typeface="Arial" panose="020B0604020202020204" pitchFamily="34" charset="0"/>
            </a:endParaRPr>
          </a:p>
        </p:txBody>
      </p:sp>
      <p:graphicFrame>
        <p:nvGraphicFramePr>
          <p:cNvPr id="15" name="Object 14">
            <a:extLst>
              <a:ext uri="{FF2B5EF4-FFF2-40B4-BE49-F238E27FC236}">
                <a16:creationId xmlns:a16="http://schemas.microsoft.com/office/drawing/2014/main" id="{3595719B-ACC5-4F26-8772-76DDB7E9C2C6}"/>
              </a:ext>
            </a:extLst>
          </p:cNvPr>
          <p:cNvGraphicFramePr>
            <a:graphicFrameLocks noChangeAspect="1"/>
          </p:cNvGraphicFramePr>
          <p:nvPr>
            <p:extLst>
              <p:ext uri="{D42A27DB-BD31-4B8C-83A1-F6EECF244321}">
                <p14:modId xmlns:p14="http://schemas.microsoft.com/office/powerpoint/2010/main" val="3654766289"/>
              </p:ext>
            </p:extLst>
          </p:nvPr>
        </p:nvGraphicFramePr>
        <p:xfrm>
          <a:off x="4711422" y="5051495"/>
          <a:ext cx="1946275" cy="838200"/>
        </p:xfrm>
        <a:graphic>
          <a:graphicData uri="http://schemas.openxmlformats.org/presentationml/2006/ole">
            <mc:AlternateContent xmlns:mc="http://schemas.openxmlformats.org/markup-compatibility/2006">
              <mc:Choice xmlns:v="urn:schemas-microsoft-com:vml" Requires="v">
                <p:oleObj name="Equation" r:id="rId2" imgW="905040" imgH="383760" progId="Equation.3">
                  <p:embed/>
                </p:oleObj>
              </mc:Choice>
              <mc:Fallback>
                <p:oleObj name="Equation" r:id="rId2" imgW="905040" imgH="383760" progId="Equation.3">
                  <p:embed/>
                  <p:pic>
                    <p:nvPicPr>
                      <p:cNvPr id="2" name="Object 1">
                        <a:extLst>
                          <a:ext uri="{FF2B5EF4-FFF2-40B4-BE49-F238E27FC236}">
                            <a16:creationId xmlns:a16="http://schemas.microsoft.com/office/drawing/2014/main" id="{79DB9EBF-5634-4213-A0DF-21DD713824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11422" y="5051495"/>
                        <a:ext cx="1946275" cy="83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6" name="Object 15">
            <a:extLst>
              <a:ext uri="{FF2B5EF4-FFF2-40B4-BE49-F238E27FC236}">
                <a16:creationId xmlns:a16="http://schemas.microsoft.com/office/drawing/2014/main" id="{21472683-8F6F-4E44-A740-35E35DF3861A}"/>
              </a:ext>
            </a:extLst>
          </p:cNvPr>
          <p:cNvGraphicFramePr>
            <a:graphicFrameLocks noChangeAspect="1"/>
          </p:cNvGraphicFramePr>
          <p:nvPr>
            <p:extLst>
              <p:ext uri="{D42A27DB-BD31-4B8C-83A1-F6EECF244321}">
                <p14:modId xmlns:p14="http://schemas.microsoft.com/office/powerpoint/2010/main" val="919930286"/>
              </p:ext>
            </p:extLst>
          </p:nvPr>
        </p:nvGraphicFramePr>
        <p:xfrm>
          <a:off x="4711422" y="5848713"/>
          <a:ext cx="1873250" cy="806450"/>
        </p:xfrm>
        <a:graphic>
          <a:graphicData uri="http://schemas.openxmlformats.org/presentationml/2006/ole">
            <mc:AlternateContent xmlns:mc="http://schemas.openxmlformats.org/markup-compatibility/2006">
              <mc:Choice xmlns:v="urn:schemas-microsoft-com:vml" Requires="v">
                <p:oleObj name="Equation" r:id="rId4" imgW="905040" imgH="383760" progId="Equation.3">
                  <p:embed/>
                </p:oleObj>
              </mc:Choice>
              <mc:Fallback>
                <p:oleObj name="Equation" r:id="rId4" imgW="905040" imgH="383760" progId="Equation.3">
                  <p:embed/>
                  <p:pic>
                    <p:nvPicPr>
                      <p:cNvPr id="5" name="Object 4">
                        <a:extLst>
                          <a:ext uri="{FF2B5EF4-FFF2-40B4-BE49-F238E27FC236}">
                            <a16:creationId xmlns:a16="http://schemas.microsoft.com/office/drawing/2014/main" id="{84F3A094-476D-42AC-AFE2-1E724AEE617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1422" y="5848713"/>
                        <a:ext cx="1873250"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17723407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8-Point Star 10">
            <a:extLst>
              <a:ext uri="{FF2B5EF4-FFF2-40B4-BE49-F238E27FC236}">
                <a16:creationId xmlns:a16="http://schemas.microsoft.com/office/drawing/2014/main" id="{A7D3FA89-B1A4-4EA4-9CA1-8241AFCE2BED}"/>
              </a:ext>
            </a:extLst>
          </p:cNvPr>
          <p:cNvSpPr>
            <a:spLocks noChangeArrowheads="1"/>
          </p:cNvSpPr>
          <p:nvPr/>
        </p:nvSpPr>
        <p:spPr bwMode="auto">
          <a:xfrm rot="2245177">
            <a:off x="7339013" y="331788"/>
            <a:ext cx="1676400" cy="990600"/>
          </a:xfrm>
          <a:prstGeom prst="star8">
            <a:avLst>
              <a:gd name="adj" fmla="val 37500"/>
            </a:avLst>
          </a:prstGeom>
          <a:solidFill>
            <a:srgbClr val="FFFF00"/>
          </a:solidFill>
          <a:ln>
            <a:noFill/>
          </a:ln>
          <a:effectLst>
            <a:outerShdw dist="139700" dir="2700000" algn="tl" rotWithShape="0">
              <a:srgbClr val="808080">
                <a:alpha val="42998"/>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FFFFFF"/>
                </a:solidFill>
                <a:latin typeface="Times New Roman" panose="02020603050405020304" pitchFamily="18" charset="0"/>
                <a:ea typeface="MS PGothic" panose="020B0600070205080204" pitchFamily="34" charset="-128"/>
              </a:defRPr>
            </a:lvl1pPr>
            <a:lvl2pPr marL="742950" indent="-285750">
              <a:defRPr sz="2000">
                <a:solidFill>
                  <a:srgbClr val="FFFFFF"/>
                </a:solidFill>
                <a:latin typeface="Times New Roman" panose="02020603050405020304" pitchFamily="18" charset="0"/>
                <a:ea typeface="MS PGothic" panose="020B0600070205080204" pitchFamily="34" charset="-128"/>
              </a:defRPr>
            </a:lvl2pPr>
            <a:lvl3pPr marL="1143000" indent="-228600">
              <a:defRPr sz="2000">
                <a:solidFill>
                  <a:srgbClr val="FFFFFF"/>
                </a:solidFill>
                <a:latin typeface="Times New Roman" panose="02020603050405020304" pitchFamily="18" charset="0"/>
                <a:ea typeface="MS PGothic" panose="020B0600070205080204" pitchFamily="34" charset="-128"/>
              </a:defRPr>
            </a:lvl3pPr>
            <a:lvl4pPr marL="1600200" indent="-228600">
              <a:defRPr sz="2000">
                <a:solidFill>
                  <a:srgbClr val="FFFFFF"/>
                </a:solidFill>
                <a:latin typeface="Times New Roman" panose="02020603050405020304" pitchFamily="18" charset="0"/>
                <a:ea typeface="MS PGothic" panose="020B0600070205080204" pitchFamily="34" charset="-128"/>
              </a:defRPr>
            </a:lvl4pPr>
            <a:lvl5pPr marL="2057400" indent="-22860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FF0000"/>
                </a:solidFill>
                <a:effectLst/>
                <a:uLnTx/>
                <a:uFillTx/>
                <a:latin typeface="Chalkduster"/>
                <a:ea typeface="MS PGothic" panose="020B0600070205080204" pitchFamily="34" charset="-128"/>
                <a:cs typeface="+mn-cs"/>
              </a:rPr>
              <a:t>Extra</a:t>
            </a:r>
          </a:p>
        </p:txBody>
      </p:sp>
      <p:sp>
        <p:nvSpPr>
          <p:cNvPr id="12" name="Rectangle 9">
            <a:extLst>
              <a:ext uri="{FF2B5EF4-FFF2-40B4-BE49-F238E27FC236}">
                <a16:creationId xmlns:a16="http://schemas.microsoft.com/office/drawing/2014/main" id="{CAE7229C-17CB-484A-900F-594DC25A6C47}"/>
              </a:ext>
            </a:extLst>
          </p:cNvPr>
          <p:cNvSpPr txBox="1">
            <a:spLocks noChangeArrowheads="1"/>
          </p:cNvSpPr>
          <p:nvPr/>
        </p:nvSpPr>
        <p:spPr>
          <a:xfrm>
            <a:off x="484094" y="914400"/>
            <a:ext cx="8126506" cy="2667000"/>
          </a:xfrm>
          <a:prstGeom prst="rect">
            <a:avLst/>
          </a:prstGeom>
        </p:spPr>
        <p:txBody>
          <a:body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0" lang="en-US" sz="2200" b="1"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rPr>
              <a:t>Exercise 1</a:t>
            </a:r>
            <a:r>
              <a:rPr kumimoji="0" lang="en-US" sz="22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rPr>
              <a:t>: </a:t>
            </a:r>
          </a:p>
          <a:p>
            <a:pPr marL="0" marR="0" lvl="0" indent="0" algn="l" defTabSz="914400" rtl="0" eaLnBrk="1" fontAlgn="base" latinLnBrk="0" hangingPunct="1">
              <a:lnSpc>
                <a:spcPct val="90000"/>
              </a:lnSpc>
              <a:spcBef>
                <a:spcPct val="20000"/>
              </a:spcBef>
              <a:spcAft>
                <a:spcPct val="0"/>
              </a:spcAft>
              <a:buClrTx/>
              <a:buSzTx/>
              <a:buFontTx/>
              <a:buNone/>
              <a:tabLst/>
              <a:defRPr/>
            </a:pPr>
            <a:endParaRPr kumimoji="0" lang="en-US" sz="22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0" marR="0" lvl="0" indent="0" algn="just" defTabSz="914400" rtl="0" eaLnBrk="1" fontAlgn="base" latinLnBrk="0" hangingPunct="1">
              <a:lnSpc>
                <a:spcPct val="90000"/>
              </a:lnSpc>
              <a:spcBef>
                <a:spcPct val="20000"/>
              </a:spcBef>
              <a:spcAft>
                <a:spcPct val="0"/>
              </a:spcAft>
              <a:buClrTx/>
              <a:buSzTx/>
              <a:buFontTx/>
              <a:buNone/>
              <a:tabLst/>
              <a:defRPr/>
            </a:pPr>
            <a:r>
              <a:rPr kumimoji="0" lang="en-US" sz="22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Three processes Job A, Job B, Job C arrived at different time with the length of CPU burst given in milliseconds (</a:t>
            </a:r>
            <a:r>
              <a:rPr kumimoji="0" lang="en-US" sz="2200" b="0" i="1" u="none" strike="noStrike" kern="0" cap="none" spc="0" normalizeH="0" baseline="0" noProof="0" dirty="0" err="1">
                <a:ln>
                  <a:noFill/>
                </a:ln>
                <a:solidFill>
                  <a:srgbClr val="000000"/>
                </a:solidFill>
                <a:effectLst/>
                <a:uLnTx/>
                <a:uFillTx/>
                <a:latin typeface="Arial"/>
                <a:ea typeface="MS PGothic" panose="020B0600070205080204" pitchFamily="34" charset="-128"/>
                <a:cs typeface="+mn-cs"/>
              </a:rPr>
              <a:t>ms</a:t>
            </a:r>
            <a:r>
              <a:rPr kumimoji="0" lang="en-US" sz="22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 Calculate the average waiting time and average turn around time. Assume that FCFS algorithm applied.</a:t>
            </a:r>
          </a:p>
        </p:txBody>
      </p:sp>
      <p:graphicFrame>
        <p:nvGraphicFramePr>
          <p:cNvPr id="13" name="Table 12">
            <a:extLst>
              <a:ext uri="{FF2B5EF4-FFF2-40B4-BE49-F238E27FC236}">
                <a16:creationId xmlns:a16="http://schemas.microsoft.com/office/drawing/2014/main" id="{52DA3197-48BF-46EB-8C07-7934DF2CEA0E}"/>
              </a:ext>
            </a:extLst>
          </p:cNvPr>
          <p:cNvGraphicFramePr>
            <a:graphicFrameLocks noGrp="1"/>
          </p:cNvGraphicFramePr>
          <p:nvPr/>
        </p:nvGraphicFramePr>
        <p:xfrm>
          <a:off x="2743200" y="3851275"/>
          <a:ext cx="4259263" cy="1482724"/>
        </p:xfrm>
        <a:graphic>
          <a:graphicData uri="http://schemas.openxmlformats.org/drawingml/2006/table">
            <a:tbl>
              <a:tblPr firstRow="1" bandRow="1">
                <a:tableStyleId>{74C1A8A3-306A-4EB7-A6B1-4F7E0EB9C5D6}</a:tableStyleId>
              </a:tblPr>
              <a:tblGrid>
                <a:gridCol w="1503473">
                  <a:extLst>
                    <a:ext uri="{9D8B030D-6E8A-4147-A177-3AD203B41FA5}">
                      <a16:colId xmlns:a16="http://schemas.microsoft.com/office/drawing/2014/main" val="20000"/>
                    </a:ext>
                  </a:extLst>
                </a:gridCol>
                <a:gridCol w="1377895">
                  <a:extLst>
                    <a:ext uri="{9D8B030D-6E8A-4147-A177-3AD203B41FA5}">
                      <a16:colId xmlns:a16="http://schemas.microsoft.com/office/drawing/2014/main" val="20001"/>
                    </a:ext>
                  </a:extLst>
                </a:gridCol>
                <a:gridCol w="1377895">
                  <a:extLst>
                    <a:ext uri="{9D8B030D-6E8A-4147-A177-3AD203B41FA5}">
                      <a16:colId xmlns:a16="http://schemas.microsoft.com/office/drawing/2014/main" val="20002"/>
                    </a:ext>
                  </a:extLst>
                </a:gridCol>
              </a:tblGrid>
              <a:tr h="370681">
                <a:tc>
                  <a:txBody>
                    <a:bodyPr/>
                    <a:lstStyle/>
                    <a:p>
                      <a:pPr algn="ctr"/>
                      <a:r>
                        <a:rPr lang="en-US" sz="1800" dirty="0">
                          <a:solidFill>
                            <a:schemeClr val="tx1"/>
                          </a:solidFill>
                        </a:rPr>
                        <a:t>Arrival Time</a:t>
                      </a:r>
                    </a:p>
                  </a:txBody>
                  <a:tcPr marL="91427" marR="91427" marT="45700" marB="45700">
                    <a:lnR w="12700" cap="flat" cmpd="sng" algn="ctr">
                      <a:solidFill>
                        <a:scrgbClr r="0" g="0" b="0"/>
                      </a:solidFill>
                      <a:prstDash val="solid"/>
                      <a:round/>
                      <a:headEnd type="none" w="med" len="med"/>
                      <a:tailEnd type="none" w="med" len="med"/>
                    </a:lnR>
                  </a:tcPr>
                </a:tc>
                <a:tc>
                  <a:txBody>
                    <a:bodyPr/>
                    <a:lstStyle/>
                    <a:p>
                      <a:pPr algn="ctr"/>
                      <a:r>
                        <a:rPr lang="en-US" sz="1800" dirty="0">
                          <a:solidFill>
                            <a:schemeClr val="tx1"/>
                          </a:solidFill>
                        </a:rPr>
                        <a:t>Process</a:t>
                      </a:r>
                    </a:p>
                  </a:txBody>
                  <a:tcPr marL="91427" marR="91427" marT="45700" marB="45700">
                    <a:lnL w="12700" cap="flat" cmpd="sng" algn="ctr">
                      <a:solidFill>
                        <a:scrgbClr r="0" g="0" b="0"/>
                      </a:solidFill>
                      <a:prstDash val="solid"/>
                      <a:round/>
                      <a:headEnd type="none" w="med" len="med"/>
                      <a:tailEnd type="none" w="med" len="med"/>
                    </a:lnL>
                  </a:tcPr>
                </a:tc>
                <a:tc>
                  <a:txBody>
                    <a:bodyPr/>
                    <a:lstStyle/>
                    <a:p>
                      <a:pPr algn="ctr"/>
                      <a:r>
                        <a:rPr lang="en-US" sz="1800" dirty="0">
                          <a:solidFill>
                            <a:schemeClr val="tx1"/>
                          </a:solidFill>
                        </a:rPr>
                        <a:t>CPU Burst</a:t>
                      </a:r>
                    </a:p>
                  </a:txBody>
                  <a:tcPr marL="91427" marR="91427" marT="45700" marB="45700"/>
                </a:tc>
                <a:extLst>
                  <a:ext uri="{0D108BD9-81ED-4DB2-BD59-A6C34878D82A}">
                    <a16:rowId xmlns:a16="http://schemas.microsoft.com/office/drawing/2014/main" val="10000"/>
                  </a:ext>
                </a:extLst>
              </a:tr>
              <a:tr h="370681">
                <a:tc>
                  <a:txBody>
                    <a:bodyPr/>
                    <a:lstStyle/>
                    <a:p>
                      <a:pPr algn="ctr"/>
                      <a:r>
                        <a:rPr lang="en-US" sz="1800" i="1" kern="0" dirty="0">
                          <a:solidFill>
                            <a:schemeClr val="tx1"/>
                          </a:solidFill>
                          <a:latin typeface="+mn-lt"/>
                          <a:ea typeface="+mn-ea"/>
                          <a:cs typeface="+mn-cs"/>
                        </a:rPr>
                        <a:t>t</a:t>
                      </a:r>
                      <a:r>
                        <a:rPr lang="en-US" sz="1800" i="1" kern="0" baseline="-25000" dirty="0">
                          <a:solidFill>
                            <a:schemeClr val="tx1"/>
                          </a:solidFill>
                          <a:latin typeface="+mn-lt"/>
                          <a:ea typeface="+mn-ea"/>
                          <a:cs typeface="+mn-cs"/>
                        </a:rPr>
                        <a:t>0</a:t>
                      </a:r>
                      <a:endParaRPr lang="en-US" sz="1800" i="1" dirty="0"/>
                    </a:p>
                  </a:txBody>
                  <a:tcPr marL="91427" marR="91427" marT="45700" marB="45700">
                    <a:lnR w="12700" cap="flat" cmpd="sng" algn="ctr">
                      <a:solidFill>
                        <a:scrgbClr r="0" g="0" b="0"/>
                      </a:solidFill>
                      <a:prstDash val="solid"/>
                      <a:round/>
                      <a:headEnd type="none" w="med" len="med"/>
                      <a:tailEnd type="none" w="med" len="med"/>
                    </a:lnR>
                  </a:tcPr>
                </a:tc>
                <a:tc>
                  <a:txBody>
                    <a:bodyPr/>
                    <a:lstStyle/>
                    <a:p>
                      <a:pPr algn="ctr"/>
                      <a:r>
                        <a:rPr lang="en-US" sz="1800" dirty="0"/>
                        <a:t>Job A</a:t>
                      </a:r>
                    </a:p>
                  </a:txBody>
                  <a:tcPr marL="91427" marR="91427" marT="45700" marB="45700">
                    <a:lnL w="12700" cap="flat" cmpd="sng" algn="ctr">
                      <a:solidFill>
                        <a:scrgbClr r="0" g="0" b="0"/>
                      </a:solidFill>
                      <a:prstDash val="solid"/>
                      <a:round/>
                      <a:headEnd type="none" w="med" len="med"/>
                      <a:tailEnd type="none" w="med" len="med"/>
                    </a:lnL>
                  </a:tcPr>
                </a:tc>
                <a:tc>
                  <a:txBody>
                    <a:bodyPr/>
                    <a:lstStyle/>
                    <a:p>
                      <a:pPr algn="ctr"/>
                      <a:r>
                        <a:rPr lang="en-US" sz="1800" dirty="0"/>
                        <a:t>15</a:t>
                      </a:r>
                    </a:p>
                  </a:txBody>
                  <a:tcPr marL="91427" marR="91427" marT="45700" marB="45700"/>
                </a:tc>
                <a:extLst>
                  <a:ext uri="{0D108BD9-81ED-4DB2-BD59-A6C34878D82A}">
                    <a16:rowId xmlns:a16="http://schemas.microsoft.com/office/drawing/2014/main" val="10001"/>
                  </a:ext>
                </a:extLst>
              </a:tr>
              <a:tr h="37068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i="1" kern="0" dirty="0">
                          <a:solidFill>
                            <a:schemeClr val="tx1"/>
                          </a:solidFill>
                          <a:latin typeface="+mn-lt"/>
                          <a:ea typeface="+mn-ea"/>
                          <a:cs typeface="+mn-cs"/>
                        </a:rPr>
                        <a:t>t</a:t>
                      </a:r>
                      <a:r>
                        <a:rPr lang="en-US" sz="1800" i="1" kern="0" baseline="-25000" dirty="0">
                          <a:solidFill>
                            <a:schemeClr val="tx1"/>
                          </a:solidFill>
                          <a:latin typeface="+mn-lt"/>
                          <a:ea typeface="+mn-ea"/>
                          <a:cs typeface="+mn-cs"/>
                        </a:rPr>
                        <a:t>1</a:t>
                      </a:r>
                      <a:endParaRPr lang="en-US" sz="1800" i="1" dirty="0"/>
                    </a:p>
                  </a:txBody>
                  <a:tcPr marL="91427" marR="91427" marT="45700" marB="45700">
                    <a:lnR w="12700" cap="flat" cmpd="sng" algn="ctr">
                      <a:solidFill>
                        <a:scrgbClr r="0" g="0" b="0"/>
                      </a:solidFill>
                      <a:prstDash val="solid"/>
                      <a:round/>
                      <a:headEnd type="none" w="med" len="med"/>
                      <a:tailEnd type="none" w="med" len="med"/>
                    </a:lnR>
                  </a:tcPr>
                </a:tc>
                <a:tc>
                  <a:txBody>
                    <a:bodyPr/>
                    <a:lstStyle/>
                    <a:p>
                      <a:pPr algn="ctr"/>
                      <a:r>
                        <a:rPr lang="en-US" sz="1800" dirty="0"/>
                        <a:t>Job B</a:t>
                      </a:r>
                    </a:p>
                  </a:txBody>
                  <a:tcPr marL="91427" marR="91427" marT="45700" marB="45700">
                    <a:lnL w="12700" cap="flat" cmpd="sng" algn="ctr">
                      <a:solidFill>
                        <a:scrgbClr r="0" g="0" b="0"/>
                      </a:solidFill>
                      <a:prstDash val="solid"/>
                      <a:round/>
                      <a:headEnd type="none" w="med" len="med"/>
                      <a:tailEnd type="none" w="med" len="med"/>
                    </a:lnL>
                  </a:tcPr>
                </a:tc>
                <a:tc>
                  <a:txBody>
                    <a:bodyPr/>
                    <a:lstStyle/>
                    <a:p>
                      <a:pPr algn="ctr"/>
                      <a:r>
                        <a:rPr lang="en-US" sz="1800" dirty="0"/>
                        <a:t>2</a:t>
                      </a:r>
                    </a:p>
                  </a:txBody>
                  <a:tcPr marL="91427" marR="91427" marT="45700" marB="45700"/>
                </a:tc>
                <a:extLst>
                  <a:ext uri="{0D108BD9-81ED-4DB2-BD59-A6C34878D82A}">
                    <a16:rowId xmlns:a16="http://schemas.microsoft.com/office/drawing/2014/main" val="10002"/>
                  </a:ext>
                </a:extLst>
              </a:tr>
              <a:tr h="37068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i="1" kern="0" dirty="0">
                          <a:solidFill>
                            <a:schemeClr val="tx1"/>
                          </a:solidFill>
                          <a:latin typeface="+mn-lt"/>
                          <a:ea typeface="+mn-ea"/>
                          <a:cs typeface="+mn-cs"/>
                        </a:rPr>
                        <a:t>t</a:t>
                      </a:r>
                      <a:r>
                        <a:rPr lang="en-US" sz="1800" i="1" kern="0" baseline="-25000" dirty="0">
                          <a:solidFill>
                            <a:schemeClr val="tx1"/>
                          </a:solidFill>
                          <a:latin typeface="+mn-lt"/>
                          <a:ea typeface="+mn-ea"/>
                          <a:cs typeface="+mn-cs"/>
                        </a:rPr>
                        <a:t>2</a:t>
                      </a:r>
                      <a:endParaRPr lang="en-US" sz="1800" i="1" dirty="0"/>
                    </a:p>
                  </a:txBody>
                  <a:tcPr marL="91427" marR="91427" marT="45700" marB="45700">
                    <a:lnR w="12700" cap="flat" cmpd="sng" algn="ctr">
                      <a:solidFill>
                        <a:scrgbClr r="0" g="0" b="0"/>
                      </a:solidFill>
                      <a:prstDash val="solid"/>
                      <a:round/>
                      <a:headEnd type="none" w="med" len="med"/>
                      <a:tailEnd type="none" w="med" len="med"/>
                    </a:lnR>
                  </a:tcPr>
                </a:tc>
                <a:tc>
                  <a:txBody>
                    <a:bodyPr/>
                    <a:lstStyle/>
                    <a:p>
                      <a:pPr algn="ctr"/>
                      <a:r>
                        <a:rPr lang="en-US" sz="1800" dirty="0"/>
                        <a:t>Job C</a:t>
                      </a:r>
                    </a:p>
                  </a:txBody>
                  <a:tcPr marL="91427" marR="91427" marT="45700" marB="45700">
                    <a:lnL w="12700" cap="flat" cmpd="sng" algn="ctr">
                      <a:solidFill>
                        <a:scrgbClr r="0" g="0" b="0"/>
                      </a:solidFill>
                      <a:prstDash val="solid"/>
                      <a:round/>
                      <a:headEnd type="none" w="med" len="med"/>
                      <a:tailEnd type="none" w="med" len="med"/>
                    </a:lnL>
                  </a:tcPr>
                </a:tc>
                <a:tc>
                  <a:txBody>
                    <a:bodyPr/>
                    <a:lstStyle/>
                    <a:p>
                      <a:pPr algn="ctr"/>
                      <a:r>
                        <a:rPr lang="en-US" sz="1800" dirty="0"/>
                        <a:t>1</a:t>
                      </a:r>
                    </a:p>
                  </a:txBody>
                  <a:tcPr marL="91427" marR="91427" marT="45700" marB="45700"/>
                </a:tc>
                <a:extLst>
                  <a:ext uri="{0D108BD9-81ED-4DB2-BD59-A6C34878D82A}">
                    <a16:rowId xmlns:a16="http://schemas.microsoft.com/office/drawing/2014/main" val="10003"/>
                  </a:ext>
                </a:extLst>
              </a:tr>
            </a:tbl>
          </a:graphicData>
        </a:graphic>
      </p:graphicFrame>
      <p:sp>
        <p:nvSpPr>
          <p:cNvPr id="24597" name="Slide Number Placeholder 1">
            <a:extLst>
              <a:ext uri="{FF2B5EF4-FFF2-40B4-BE49-F238E27FC236}">
                <a16:creationId xmlns:a16="http://schemas.microsoft.com/office/drawing/2014/main" id="{7A73BB99-51CD-491E-A8CE-6CB02FB2F3A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A9173D2-70B9-4DC9-9ACC-49F2A748414F}"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6" name="Rectangle 5"/>
          <p:cNvSpPr/>
          <p:nvPr/>
        </p:nvSpPr>
        <p:spPr>
          <a:xfrm>
            <a:off x="371197" y="6183581"/>
            <a:ext cx="4769062" cy="307777"/>
          </a:xfrm>
          <a:prstGeom prst="rect">
            <a:avLst/>
          </a:prstGeom>
          <a:solidFill>
            <a:srgbClr val="00B0F0"/>
          </a:solidFill>
        </p:spPr>
        <p:txBody>
          <a:bodyPr wrap="none">
            <a:spAutoFit/>
          </a:bodyPr>
          <a:lstStyle/>
          <a:p>
            <a:pPr lvl="0"/>
            <a:r>
              <a:rPr lang="en-US" sz="1400" dirty="0">
                <a:solidFill>
                  <a:schemeClr val="dk1"/>
                </a:solidFill>
              </a:rPr>
              <a:t>Turnaround Time = Completion time – Arrival time</a:t>
            </a:r>
            <a:endParaRPr lang="en-US" sz="1400" dirty="0"/>
          </a:p>
        </p:txBody>
      </p:sp>
      <p:sp>
        <p:nvSpPr>
          <p:cNvPr id="7" name="Rectangle 6"/>
          <p:cNvSpPr/>
          <p:nvPr/>
        </p:nvSpPr>
        <p:spPr>
          <a:xfrm>
            <a:off x="371196" y="6550223"/>
            <a:ext cx="4776629" cy="307777"/>
          </a:xfrm>
          <a:prstGeom prst="rect">
            <a:avLst/>
          </a:prstGeom>
          <a:solidFill>
            <a:srgbClr val="00B0F0"/>
          </a:solidFill>
        </p:spPr>
        <p:txBody>
          <a:bodyPr wrap="none">
            <a:spAutoFit/>
          </a:bodyPr>
          <a:lstStyle/>
          <a:p>
            <a:pPr lvl="0"/>
            <a:r>
              <a:rPr lang="en-US" sz="1400" dirty="0">
                <a:solidFill>
                  <a:schemeClr val="dk1"/>
                </a:solidFill>
              </a:rPr>
              <a:t>Waiting Time = Turnaround time time – Burst time</a:t>
            </a:r>
            <a:endParaRPr lang="en-US" sz="1400" dirty="0"/>
          </a:p>
        </p:txBody>
      </p:sp>
    </p:spTree>
    <p:extLst>
      <p:ext uri="{BB962C8B-B14F-4D97-AF65-F5344CB8AC3E}">
        <p14:creationId xmlns:p14="http://schemas.microsoft.com/office/powerpoint/2010/main" val="28372111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4">
            <a:extLst>
              <a:ext uri="{FF2B5EF4-FFF2-40B4-BE49-F238E27FC236}">
                <a16:creationId xmlns:a16="http://schemas.microsoft.com/office/drawing/2014/main" id="{C7B2B1E8-5D53-4B0E-96B7-981F2BBD265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E28F0C8-D427-4419-AE63-22605C756415}"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9" name="Rectangle 9">
            <a:extLst>
              <a:ext uri="{FF2B5EF4-FFF2-40B4-BE49-F238E27FC236}">
                <a16:creationId xmlns:a16="http://schemas.microsoft.com/office/drawing/2014/main" id="{6B6A311F-55B7-4D1E-96C0-C83FAC1C6AF9}"/>
              </a:ext>
            </a:extLst>
          </p:cNvPr>
          <p:cNvSpPr txBox="1">
            <a:spLocks noChangeArrowheads="1"/>
          </p:cNvSpPr>
          <p:nvPr/>
        </p:nvSpPr>
        <p:spPr>
          <a:xfrm>
            <a:off x="609600" y="838200"/>
            <a:ext cx="7543800" cy="533400"/>
          </a:xfrm>
          <a:prstGeom prst="rect">
            <a:avLst/>
          </a:prstGeom>
        </p:spPr>
        <p:txBody>
          <a:body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0" lang="en-US" sz="2400" b="1"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rPr>
              <a:t>Solution 1 </a:t>
            </a:r>
            <a:r>
              <a:rPr kumimoji="0" lang="en-US" sz="24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rPr>
              <a:t>: </a:t>
            </a:r>
          </a:p>
          <a:p>
            <a:pPr marR="0" lvl="0" algn="l" defTabSz="914400" rtl="0" eaLnBrk="1" fontAlgn="base" latinLnBrk="0" hangingPunct="1">
              <a:lnSpc>
                <a:spcPct val="90000"/>
              </a:lnSpc>
              <a:spcBef>
                <a:spcPct val="20000"/>
              </a:spcBef>
              <a:spcAft>
                <a:spcPct val="0"/>
              </a:spcAft>
              <a:buClrTx/>
              <a:buSzTx/>
              <a:tabLst/>
              <a:defRPr/>
            </a:pPr>
            <a:endParaRPr kumimoji="0" lang="en-US" sz="24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FF0000"/>
              </a:solidFill>
              <a:effectLst/>
              <a:uLnTx/>
              <a:uFillTx/>
              <a:latin typeface="Arial"/>
              <a:ea typeface="MS PGothic" panose="020B0600070205080204" pitchFamily="34" charset="-128"/>
              <a:cs typeface="Arial" panose="020B0604020202020204" pitchFamily="34" charset="0"/>
            </a:endParaRPr>
          </a:p>
        </p:txBody>
      </p:sp>
      <p:graphicFrame>
        <p:nvGraphicFramePr>
          <p:cNvPr id="20" name="Table 19">
            <a:extLst>
              <a:ext uri="{FF2B5EF4-FFF2-40B4-BE49-F238E27FC236}">
                <a16:creationId xmlns:a16="http://schemas.microsoft.com/office/drawing/2014/main" id="{C4E6BBDF-8B5D-481F-BB63-8114B497E421}"/>
              </a:ext>
            </a:extLst>
          </p:cNvPr>
          <p:cNvGraphicFramePr>
            <a:graphicFrameLocks noGrp="1"/>
          </p:cNvGraphicFramePr>
          <p:nvPr/>
        </p:nvGraphicFramePr>
        <p:xfrm>
          <a:off x="4724400" y="2133600"/>
          <a:ext cx="1752600" cy="1479552"/>
        </p:xfrm>
        <a:graphic>
          <a:graphicData uri="http://schemas.openxmlformats.org/drawingml/2006/table">
            <a:tbl>
              <a:tblPr/>
              <a:tblGrid>
                <a:gridCol w="1752600">
                  <a:extLst>
                    <a:ext uri="{9D8B030D-6E8A-4147-A177-3AD203B41FA5}">
                      <a16:colId xmlns:a16="http://schemas.microsoft.com/office/drawing/2014/main" val="20000"/>
                    </a:ext>
                  </a:extLst>
                </a:gridCol>
              </a:tblGrid>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rial" pitchFamily="34" charset="0"/>
                          <a:ea typeface="MS PGothic" pitchFamily="34" charset="-128"/>
                        </a:rPr>
                        <a:t>Waiting Time</a:t>
                      </a:r>
                    </a:p>
                  </a:txBody>
                  <a:tcPr marT="45700" marB="45700"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0000"/>
                          </a:solidFill>
                          <a:effectLst/>
                          <a:latin typeface="Arial" pitchFamily="34" charset="0"/>
                          <a:ea typeface="MS PGothic" pitchFamily="34" charset="-128"/>
                        </a:rPr>
                        <a:t>0</a:t>
                      </a:r>
                    </a:p>
                  </a:txBody>
                  <a:tcPr marT="45700" marB="45700"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0000"/>
                          </a:solidFill>
                          <a:effectLst/>
                          <a:latin typeface="Arial" pitchFamily="34" charset="0"/>
                          <a:ea typeface="MS PGothic" pitchFamily="34" charset="-128"/>
                        </a:rPr>
                        <a:t>15 – 1 = 14</a:t>
                      </a:r>
                    </a:p>
                  </a:txBody>
                  <a:tcPr marT="45700" marB="45700"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0000"/>
                          </a:solidFill>
                          <a:effectLst/>
                          <a:latin typeface="Arial" pitchFamily="34" charset="0"/>
                          <a:ea typeface="MS PGothic" pitchFamily="34" charset="-128"/>
                        </a:rPr>
                        <a:t>17 – 2 = 15</a:t>
                      </a:r>
                    </a:p>
                  </a:txBody>
                  <a:tcPr marT="45700" marB="45700"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3"/>
                  </a:ext>
                </a:extLst>
              </a:tr>
            </a:tbl>
          </a:graphicData>
        </a:graphic>
      </p:graphicFrame>
      <p:graphicFrame>
        <p:nvGraphicFramePr>
          <p:cNvPr id="28" name="Table 27">
            <a:extLst>
              <a:ext uri="{FF2B5EF4-FFF2-40B4-BE49-F238E27FC236}">
                <a16:creationId xmlns:a16="http://schemas.microsoft.com/office/drawing/2014/main" id="{2B895BAD-0C8A-42D1-AEA9-98BF43B39B94}"/>
              </a:ext>
            </a:extLst>
          </p:cNvPr>
          <p:cNvGraphicFramePr>
            <a:graphicFrameLocks noGrp="1"/>
          </p:cNvGraphicFramePr>
          <p:nvPr/>
        </p:nvGraphicFramePr>
        <p:xfrm>
          <a:off x="6654800" y="2133600"/>
          <a:ext cx="2108200" cy="1479552"/>
        </p:xfrm>
        <a:graphic>
          <a:graphicData uri="http://schemas.openxmlformats.org/drawingml/2006/table">
            <a:tbl>
              <a:tblPr/>
              <a:tblGrid>
                <a:gridCol w="2108200">
                  <a:extLst>
                    <a:ext uri="{9D8B030D-6E8A-4147-A177-3AD203B41FA5}">
                      <a16:colId xmlns:a16="http://schemas.microsoft.com/office/drawing/2014/main" val="20000"/>
                    </a:ext>
                  </a:extLst>
                </a:gridCol>
              </a:tblGrid>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rial" pitchFamily="34" charset="0"/>
                          <a:ea typeface="MS PGothic" pitchFamily="34" charset="-128"/>
                        </a:rPr>
                        <a:t>Turnaround Time</a:t>
                      </a:r>
                    </a:p>
                  </a:txBody>
                  <a:tcPr marT="45700" marB="45700"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0000"/>
                          </a:solidFill>
                          <a:effectLst/>
                          <a:latin typeface="Arial" pitchFamily="34" charset="0"/>
                          <a:ea typeface="MS PGothic" pitchFamily="34" charset="-128"/>
                        </a:rPr>
                        <a:t>15 – 0 = 15</a:t>
                      </a:r>
                    </a:p>
                  </a:txBody>
                  <a:tcPr marT="45700" marB="45700"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0000"/>
                          </a:solidFill>
                          <a:effectLst/>
                          <a:latin typeface="Arial" pitchFamily="34" charset="0"/>
                          <a:ea typeface="MS PGothic" pitchFamily="34" charset="-128"/>
                        </a:rPr>
                        <a:t>17 – 1 = 16</a:t>
                      </a:r>
                    </a:p>
                  </a:txBody>
                  <a:tcPr marT="45700" marB="45700"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6988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0000"/>
                          </a:solidFill>
                          <a:effectLst/>
                          <a:latin typeface="Arial" pitchFamily="34" charset="0"/>
                          <a:ea typeface="MS PGothic" pitchFamily="34" charset="-128"/>
                        </a:rPr>
                        <a:t>18 – 2 = 16</a:t>
                      </a:r>
                    </a:p>
                  </a:txBody>
                  <a:tcPr marT="45700" marB="45700"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rgbClr val="E7E7E7"/>
                    </a:solidFill>
                  </a:tcPr>
                </a:tc>
                <a:extLst>
                  <a:ext uri="{0D108BD9-81ED-4DB2-BD59-A6C34878D82A}">
                    <a16:rowId xmlns:a16="http://schemas.microsoft.com/office/drawing/2014/main" val="10003"/>
                  </a:ext>
                </a:extLst>
              </a:tr>
            </a:tbl>
          </a:graphicData>
        </a:graphic>
      </p:graphicFrame>
      <p:sp>
        <p:nvSpPr>
          <p:cNvPr id="32" name="Rectangle 9">
            <a:extLst>
              <a:ext uri="{FF2B5EF4-FFF2-40B4-BE49-F238E27FC236}">
                <a16:creationId xmlns:a16="http://schemas.microsoft.com/office/drawing/2014/main" id="{3631D714-ACE0-4742-B543-F819B5D8D5AB}"/>
              </a:ext>
            </a:extLst>
          </p:cNvPr>
          <p:cNvSpPr txBox="1">
            <a:spLocks noChangeArrowheads="1"/>
          </p:cNvSpPr>
          <p:nvPr/>
        </p:nvSpPr>
        <p:spPr>
          <a:xfrm>
            <a:off x="838200" y="4495800"/>
            <a:ext cx="4419600" cy="609600"/>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4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Average Waiting Time =                            </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222222"/>
              </a:solidFill>
              <a:effectLst/>
              <a:uLnTx/>
              <a:uFillTx/>
              <a:latin typeface="Arial"/>
              <a:ea typeface="MS PGothic" panose="020B0600070205080204" pitchFamily="34" charset="-128"/>
              <a:cs typeface="Arial" panose="020B0604020202020204" pitchFamily="34" charset="0"/>
            </a:endParaRPr>
          </a:p>
        </p:txBody>
      </p:sp>
      <p:sp>
        <p:nvSpPr>
          <p:cNvPr id="33" name="Rectangle 9">
            <a:extLst>
              <a:ext uri="{FF2B5EF4-FFF2-40B4-BE49-F238E27FC236}">
                <a16:creationId xmlns:a16="http://schemas.microsoft.com/office/drawing/2014/main" id="{1824EDDF-E803-4459-A660-D3B6E4ED371F}"/>
              </a:ext>
            </a:extLst>
          </p:cNvPr>
          <p:cNvSpPr txBox="1">
            <a:spLocks noChangeArrowheads="1"/>
          </p:cNvSpPr>
          <p:nvPr/>
        </p:nvSpPr>
        <p:spPr>
          <a:xfrm>
            <a:off x="838200" y="5562600"/>
            <a:ext cx="4953000" cy="914400"/>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4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Average Turnaround Time =</a:t>
            </a:r>
            <a:endParaRPr kumimoji="0" lang="en-US" sz="2400" b="0" i="0" u="none" strike="noStrike" kern="0" cap="none" spc="0" normalizeH="0" baseline="0" noProof="0" dirty="0">
              <a:ln>
                <a:noFill/>
              </a:ln>
              <a:solidFill>
                <a:srgbClr val="222222"/>
              </a:solidFill>
              <a:effectLst/>
              <a:uLnTx/>
              <a:uFillTx/>
              <a:latin typeface="Arial"/>
              <a:ea typeface="MS PGothic" panose="020B0600070205080204" pitchFamily="34" charset="-128"/>
              <a:cs typeface="Arial" panose="020B0604020202020204" pitchFamily="34" charset="0"/>
            </a:endParaRPr>
          </a:p>
        </p:txBody>
      </p:sp>
      <p:graphicFrame>
        <p:nvGraphicFramePr>
          <p:cNvPr id="11" name="Table 10">
            <a:extLst>
              <a:ext uri="{FF2B5EF4-FFF2-40B4-BE49-F238E27FC236}">
                <a16:creationId xmlns:a16="http://schemas.microsoft.com/office/drawing/2014/main" id="{FE85F4B9-4D27-43BE-8927-790F3FF9DD53}"/>
              </a:ext>
            </a:extLst>
          </p:cNvPr>
          <p:cNvGraphicFramePr>
            <a:graphicFrameLocks noGrp="1"/>
          </p:cNvGraphicFramePr>
          <p:nvPr/>
        </p:nvGraphicFramePr>
        <p:xfrm>
          <a:off x="593725" y="2133600"/>
          <a:ext cx="3902075" cy="1482724"/>
        </p:xfrm>
        <a:graphic>
          <a:graphicData uri="http://schemas.openxmlformats.org/drawingml/2006/table">
            <a:tbl>
              <a:tblPr firstRow="1" bandRow="1">
                <a:tableStyleId>{74C1A8A3-306A-4EB7-A6B1-4F7E0EB9C5D6}</a:tableStyleId>
              </a:tblPr>
              <a:tblGrid>
                <a:gridCol w="1503643">
                  <a:extLst>
                    <a:ext uri="{9D8B030D-6E8A-4147-A177-3AD203B41FA5}">
                      <a16:colId xmlns:a16="http://schemas.microsoft.com/office/drawing/2014/main" val="20000"/>
                    </a:ext>
                  </a:extLst>
                </a:gridCol>
                <a:gridCol w="1072473">
                  <a:extLst>
                    <a:ext uri="{9D8B030D-6E8A-4147-A177-3AD203B41FA5}">
                      <a16:colId xmlns:a16="http://schemas.microsoft.com/office/drawing/2014/main" val="20001"/>
                    </a:ext>
                  </a:extLst>
                </a:gridCol>
                <a:gridCol w="1325959">
                  <a:extLst>
                    <a:ext uri="{9D8B030D-6E8A-4147-A177-3AD203B41FA5}">
                      <a16:colId xmlns:a16="http://schemas.microsoft.com/office/drawing/2014/main" val="20002"/>
                    </a:ext>
                  </a:extLst>
                </a:gridCol>
              </a:tblGrid>
              <a:tr h="370681">
                <a:tc>
                  <a:txBody>
                    <a:bodyPr/>
                    <a:lstStyle/>
                    <a:p>
                      <a:pPr algn="ctr"/>
                      <a:r>
                        <a:rPr lang="en-US" sz="1800" dirty="0">
                          <a:solidFill>
                            <a:schemeClr val="tx1"/>
                          </a:solidFill>
                        </a:rPr>
                        <a:t>Arrival Time</a:t>
                      </a:r>
                    </a:p>
                  </a:txBody>
                  <a:tcPr marL="91438" marR="91438" marT="45700" marB="45700">
                    <a:lnR w="12700" cap="flat" cmpd="sng" algn="ctr">
                      <a:solidFill>
                        <a:scrgbClr r="0" g="0" b="0"/>
                      </a:solidFill>
                      <a:prstDash val="solid"/>
                      <a:round/>
                      <a:headEnd type="none" w="med" len="med"/>
                      <a:tailEnd type="none" w="med" len="med"/>
                    </a:lnR>
                  </a:tcPr>
                </a:tc>
                <a:tc>
                  <a:txBody>
                    <a:bodyPr/>
                    <a:lstStyle/>
                    <a:p>
                      <a:pPr algn="ctr"/>
                      <a:r>
                        <a:rPr lang="en-US" sz="1800" dirty="0">
                          <a:solidFill>
                            <a:schemeClr val="tx1"/>
                          </a:solidFill>
                        </a:rPr>
                        <a:t>Process</a:t>
                      </a:r>
                    </a:p>
                  </a:txBody>
                  <a:tcPr marL="91438" marR="91438" marT="45700" marB="45700">
                    <a:lnL w="12700" cap="flat" cmpd="sng" algn="ctr">
                      <a:solidFill>
                        <a:scrgbClr r="0" g="0" b="0"/>
                      </a:solidFill>
                      <a:prstDash val="solid"/>
                      <a:round/>
                      <a:headEnd type="none" w="med" len="med"/>
                      <a:tailEnd type="none" w="med" len="med"/>
                    </a:lnL>
                  </a:tcPr>
                </a:tc>
                <a:tc>
                  <a:txBody>
                    <a:bodyPr/>
                    <a:lstStyle/>
                    <a:p>
                      <a:pPr algn="ctr"/>
                      <a:r>
                        <a:rPr lang="en-US" sz="1800" dirty="0">
                          <a:solidFill>
                            <a:schemeClr val="tx1"/>
                          </a:solidFill>
                        </a:rPr>
                        <a:t>CPU Burst</a:t>
                      </a:r>
                    </a:p>
                  </a:txBody>
                  <a:tcPr marL="91438" marR="91438" marT="45700" marB="45700"/>
                </a:tc>
                <a:extLst>
                  <a:ext uri="{0D108BD9-81ED-4DB2-BD59-A6C34878D82A}">
                    <a16:rowId xmlns:a16="http://schemas.microsoft.com/office/drawing/2014/main" val="10000"/>
                  </a:ext>
                </a:extLst>
              </a:tr>
              <a:tr h="370681">
                <a:tc>
                  <a:txBody>
                    <a:bodyPr/>
                    <a:lstStyle/>
                    <a:p>
                      <a:pPr algn="ctr"/>
                      <a:r>
                        <a:rPr lang="en-US" sz="1800" i="1" kern="0" dirty="0">
                          <a:solidFill>
                            <a:schemeClr val="tx1"/>
                          </a:solidFill>
                          <a:latin typeface="+mn-lt"/>
                          <a:ea typeface="+mn-ea"/>
                          <a:cs typeface="+mn-cs"/>
                        </a:rPr>
                        <a:t>t</a:t>
                      </a:r>
                      <a:r>
                        <a:rPr lang="en-US" sz="1800" i="1" kern="0" baseline="-25000" dirty="0">
                          <a:solidFill>
                            <a:schemeClr val="tx1"/>
                          </a:solidFill>
                          <a:latin typeface="+mn-lt"/>
                          <a:ea typeface="+mn-ea"/>
                          <a:cs typeface="+mn-cs"/>
                        </a:rPr>
                        <a:t>0</a:t>
                      </a:r>
                      <a:endParaRPr lang="en-US" sz="1800" i="1" dirty="0"/>
                    </a:p>
                  </a:txBody>
                  <a:tcPr marL="91438" marR="91438" marT="45700" marB="45700">
                    <a:lnR w="12700" cap="flat" cmpd="sng" algn="ctr">
                      <a:solidFill>
                        <a:scrgbClr r="0" g="0" b="0"/>
                      </a:solidFill>
                      <a:prstDash val="solid"/>
                      <a:round/>
                      <a:headEnd type="none" w="med" len="med"/>
                      <a:tailEnd type="none" w="med" len="med"/>
                    </a:lnR>
                  </a:tcPr>
                </a:tc>
                <a:tc>
                  <a:txBody>
                    <a:bodyPr/>
                    <a:lstStyle/>
                    <a:p>
                      <a:pPr algn="ctr"/>
                      <a:r>
                        <a:rPr lang="en-US" sz="1800" dirty="0"/>
                        <a:t>Job A</a:t>
                      </a:r>
                    </a:p>
                  </a:txBody>
                  <a:tcPr marL="91438" marR="91438" marT="45700" marB="45700">
                    <a:lnL w="12700" cap="flat" cmpd="sng" algn="ctr">
                      <a:solidFill>
                        <a:scrgbClr r="0" g="0" b="0"/>
                      </a:solidFill>
                      <a:prstDash val="solid"/>
                      <a:round/>
                      <a:headEnd type="none" w="med" len="med"/>
                      <a:tailEnd type="none" w="med" len="med"/>
                    </a:lnL>
                  </a:tcPr>
                </a:tc>
                <a:tc>
                  <a:txBody>
                    <a:bodyPr/>
                    <a:lstStyle/>
                    <a:p>
                      <a:pPr algn="ctr"/>
                      <a:r>
                        <a:rPr lang="en-US" sz="1800" dirty="0"/>
                        <a:t>15</a:t>
                      </a:r>
                    </a:p>
                  </a:txBody>
                  <a:tcPr marL="91438" marR="91438" marT="45700" marB="45700"/>
                </a:tc>
                <a:extLst>
                  <a:ext uri="{0D108BD9-81ED-4DB2-BD59-A6C34878D82A}">
                    <a16:rowId xmlns:a16="http://schemas.microsoft.com/office/drawing/2014/main" val="10001"/>
                  </a:ext>
                </a:extLst>
              </a:tr>
              <a:tr h="37068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i="1" kern="0" dirty="0">
                          <a:solidFill>
                            <a:schemeClr val="tx1"/>
                          </a:solidFill>
                          <a:latin typeface="+mn-lt"/>
                          <a:ea typeface="+mn-ea"/>
                          <a:cs typeface="+mn-cs"/>
                        </a:rPr>
                        <a:t>t</a:t>
                      </a:r>
                      <a:r>
                        <a:rPr lang="en-US" sz="1800" i="1" kern="0" baseline="-25000" dirty="0">
                          <a:solidFill>
                            <a:schemeClr val="tx1"/>
                          </a:solidFill>
                          <a:latin typeface="+mn-lt"/>
                          <a:ea typeface="+mn-ea"/>
                          <a:cs typeface="+mn-cs"/>
                        </a:rPr>
                        <a:t>1</a:t>
                      </a:r>
                      <a:endParaRPr lang="en-US" sz="1800" i="1" dirty="0"/>
                    </a:p>
                  </a:txBody>
                  <a:tcPr marL="91438" marR="91438" marT="45700" marB="45700">
                    <a:lnR w="12700" cap="flat" cmpd="sng" algn="ctr">
                      <a:solidFill>
                        <a:scrgbClr r="0" g="0" b="0"/>
                      </a:solidFill>
                      <a:prstDash val="solid"/>
                      <a:round/>
                      <a:headEnd type="none" w="med" len="med"/>
                      <a:tailEnd type="none" w="med" len="med"/>
                    </a:lnR>
                  </a:tcPr>
                </a:tc>
                <a:tc>
                  <a:txBody>
                    <a:bodyPr/>
                    <a:lstStyle/>
                    <a:p>
                      <a:pPr algn="ctr"/>
                      <a:r>
                        <a:rPr lang="en-US" sz="1800" dirty="0"/>
                        <a:t>Job B</a:t>
                      </a:r>
                    </a:p>
                  </a:txBody>
                  <a:tcPr marL="91438" marR="91438" marT="45700" marB="45700">
                    <a:lnL w="12700" cap="flat" cmpd="sng" algn="ctr">
                      <a:solidFill>
                        <a:scrgbClr r="0" g="0" b="0"/>
                      </a:solidFill>
                      <a:prstDash val="solid"/>
                      <a:round/>
                      <a:headEnd type="none" w="med" len="med"/>
                      <a:tailEnd type="none" w="med" len="med"/>
                    </a:lnL>
                  </a:tcPr>
                </a:tc>
                <a:tc>
                  <a:txBody>
                    <a:bodyPr/>
                    <a:lstStyle/>
                    <a:p>
                      <a:pPr algn="ctr"/>
                      <a:r>
                        <a:rPr lang="en-US" sz="1800" dirty="0"/>
                        <a:t>2</a:t>
                      </a:r>
                    </a:p>
                  </a:txBody>
                  <a:tcPr marL="91438" marR="91438" marT="45700" marB="45700"/>
                </a:tc>
                <a:extLst>
                  <a:ext uri="{0D108BD9-81ED-4DB2-BD59-A6C34878D82A}">
                    <a16:rowId xmlns:a16="http://schemas.microsoft.com/office/drawing/2014/main" val="10002"/>
                  </a:ext>
                </a:extLst>
              </a:tr>
              <a:tr h="370681">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i="1" kern="0" dirty="0">
                          <a:solidFill>
                            <a:schemeClr val="tx1"/>
                          </a:solidFill>
                          <a:latin typeface="+mn-lt"/>
                          <a:ea typeface="+mn-ea"/>
                          <a:cs typeface="+mn-cs"/>
                        </a:rPr>
                        <a:t>t</a:t>
                      </a:r>
                      <a:r>
                        <a:rPr lang="en-US" sz="1800" i="1" kern="0" baseline="-25000" dirty="0">
                          <a:solidFill>
                            <a:schemeClr val="tx1"/>
                          </a:solidFill>
                          <a:latin typeface="+mn-lt"/>
                          <a:ea typeface="+mn-ea"/>
                          <a:cs typeface="+mn-cs"/>
                        </a:rPr>
                        <a:t>2</a:t>
                      </a:r>
                      <a:endParaRPr lang="en-US" sz="1800" i="1" dirty="0"/>
                    </a:p>
                  </a:txBody>
                  <a:tcPr marL="91438" marR="91438" marT="45700" marB="45700">
                    <a:lnR w="12700" cap="flat" cmpd="sng" algn="ctr">
                      <a:solidFill>
                        <a:scrgbClr r="0" g="0" b="0"/>
                      </a:solidFill>
                      <a:prstDash val="solid"/>
                      <a:round/>
                      <a:headEnd type="none" w="med" len="med"/>
                      <a:tailEnd type="none" w="med" len="med"/>
                    </a:lnR>
                  </a:tcPr>
                </a:tc>
                <a:tc>
                  <a:txBody>
                    <a:bodyPr/>
                    <a:lstStyle/>
                    <a:p>
                      <a:pPr algn="ctr"/>
                      <a:r>
                        <a:rPr lang="en-US" sz="1800" dirty="0"/>
                        <a:t>Job C</a:t>
                      </a:r>
                    </a:p>
                  </a:txBody>
                  <a:tcPr marL="91438" marR="91438" marT="45700" marB="45700">
                    <a:lnL w="12700" cap="flat" cmpd="sng" algn="ctr">
                      <a:solidFill>
                        <a:scrgbClr r="0" g="0" b="0"/>
                      </a:solidFill>
                      <a:prstDash val="solid"/>
                      <a:round/>
                      <a:headEnd type="none" w="med" len="med"/>
                      <a:tailEnd type="none" w="med" len="med"/>
                    </a:lnL>
                  </a:tcPr>
                </a:tc>
                <a:tc>
                  <a:txBody>
                    <a:bodyPr/>
                    <a:lstStyle/>
                    <a:p>
                      <a:pPr algn="ctr"/>
                      <a:r>
                        <a:rPr lang="en-US" sz="1800" dirty="0"/>
                        <a:t>1</a:t>
                      </a:r>
                    </a:p>
                  </a:txBody>
                  <a:tcPr marL="91438" marR="91438" marT="45700" marB="45700"/>
                </a:tc>
                <a:extLst>
                  <a:ext uri="{0D108BD9-81ED-4DB2-BD59-A6C34878D82A}">
                    <a16:rowId xmlns:a16="http://schemas.microsoft.com/office/drawing/2014/main" val="10003"/>
                  </a:ext>
                </a:extLst>
              </a:tr>
            </a:tbl>
          </a:graphicData>
        </a:graphic>
      </p:graphicFrame>
      <p:grpSp>
        <p:nvGrpSpPr>
          <p:cNvPr id="2" name="Group 23">
            <a:extLst>
              <a:ext uri="{FF2B5EF4-FFF2-40B4-BE49-F238E27FC236}">
                <a16:creationId xmlns:a16="http://schemas.microsoft.com/office/drawing/2014/main" id="{2BC24BC2-2C9B-4FE9-B3F2-704875BA900B}"/>
              </a:ext>
            </a:extLst>
          </p:cNvPr>
          <p:cNvGrpSpPr>
            <a:grpSpLocks/>
          </p:cNvGrpSpPr>
          <p:nvPr/>
        </p:nvGrpSpPr>
        <p:grpSpPr bwMode="auto">
          <a:xfrm>
            <a:off x="2913063" y="914400"/>
            <a:ext cx="6230937" cy="762000"/>
            <a:chOff x="2807494" y="1828804"/>
            <a:chExt cx="5257800" cy="642873"/>
          </a:xfrm>
        </p:grpSpPr>
        <p:sp>
          <p:nvSpPr>
            <p:cNvPr id="13" name="Rectangle 12">
              <a:extLst>
                <a:ext uri="{FF2B5EF4-FFF2-40B4-BE49-F238E27FC236}">
                  <a16:creationId xmlns:a16="http://schemas.microsoft.com/office/drawing/2014/main" id="{4D35ECC8-D1E5-440F-A7AB-29B5A0121349}"/>
                </a:ext>
              </a:extLst>
            </p:cNvPr>
            <p:cNvSpPr>
              <a:spLocks noChangeArrowheads="1"/>
            </p:cNvSpPr>
            <p:nvPr/>
          </p:nvSpPr>
          <p:spPr bwMode="auto">
            <a:xfrm>
              <a:off x="2895905" y="1828804"/>
              <a:ext cx="3123870" cy="380367"/>
            </a:xfrm>
            <a:prstGeom prst="rect">
              <a:avLst/>
            </a:prstGeom>
            <a:solidFill>
              <a:schemeClr val="accent1"/>
            </a:solidFill>
            <a:ln w="9525">
              <a:solidFill>
                <a:schemeClr val="tx1"/>
              </a:solidFill>
              <a:round/>
              <a:headEnd/>
              <a:tailEnd/>
            </a:ln>
            <a:effectLst>
              <a:outerShdw blurRad="63500" dist="38100" dir="2700000" algn="tl" rotWithShape="0">
                <a:srgbClr val="000000">
                  <a:alpha val="39998"/>
                </a:srgbClr>
              </a:outerShdw>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a:t>
              </a:r>
            </a:p>
          </p:txBody>
        </p:sp>
        <p:sp>
          <p:nvSpPr>
            <p:cNvPr id="14" name="Rectangle 13">
              <a:extLst>
                <a:ext uri="{FF2B5EF4-FFF2-40B4-BE49-F238E27FC236}">
                  <a16:creationId xmlns:a16="http://schemas.microsoft.com/office/drawing/2014/main" id="{460861EA-249D-4D9C-95EE-4B499F1A4263}"/>
                </a:ext>
              </a:extLst>
            </p:cNvPr>
            <p:cNvSpPr>
              <a:spLocks noChangeArrowheads="1"/>
            </p:cNvSpPr>
            <p:nvPr/>
          </p:nvSpPr>
          <p:spPr bwMode="auto">
            <a:xfrm>
              <a:off x="6019776" y="1828804"/>
              <a:ext cx="838569" cy="380367"/>
            </a:xfrm>
            <a:prstGeom prst="rect">
              <a:avLst/>
            </a:prstGeom>
            <a:solidFill>
              <a:schemeClr val="accent1"/>
            </a:solidFill>
            <a:ln w="9525">
              <a:solidFill>
                <a:schemeClr val="tx1"/>
              </a:solidFill>
              <a:round/>
              <a:headEnd/>
              <a:tailEnd/>
            </a:ln>
            <a:effectLst>
              <a:outerShdw blurRad="63500" dist="38100" dir="2700000" algn="tl" rotWithShape="0">
                <a:srgbClr val="000000">
                  <a:alpha val="39998"/>
                </a:srgbClr>
              </a:outerShdw>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B</a:t>
              </a:r>
            </a:p>
          </p:txBody>
        </p:sp>
        <p:sp>
          <p:nvSpPr>
            <p:cNvPr id="15" name="Rectangle 14">
              <a:extLst>
                <a:ext uri="{FF2B5EF4-FFF2-40B4-BE49-F238E27FC236}">
                  <a16:creationId xmlns:a16="http://schemas.microsoft.com/office/drawing/2014/main" id="{1A18C240-1667-42A2-BCBB-D94B79DB0146}"/>
                </a:ext>
              </a:extLst>
            </p:cNvPr>
            <p:cNvSpPr>
              <a:spLocks noChangeArrowheads="1"/>
            </p:cNvSpPr>
            <p:nvPr/>
          </p:nvSpPr>
          <p:spPr bwMode="auto">
            <a:xfrm>
              <a:off x="6858345" y="1828804"/>
              <a:ext cx="913585" cy="380367"/>
            </a:xfrm>
            <a:prstGeom prst="rect">
              <a:avLst/>
            </a:prstGeom>
            <a:solidFill>
              <a:schemeClr val="accent1"/>
            </a:solidFill>
            <a:ln w="9525">
              <a:solidFill>
                <a:schemeClr val="tx1"/>
              </a:solidFill>
              <a:round/>
              <a:headEnd/>
              <a:tailEnd/>
            </a:ln>
            <a:effectLst>
              <a:outerShdw blurRad="63500" dist="38100" dir="2700000" algn="tl" rotWithShape="0">
                <a:srgbClr val="000000">
                  <a:alpha val="39998"/>
                </a:srgbClr>
              </a:outerShdw>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C</a:t>
              </a:r>
            </a:p>
          </p:txBody>
        </p:sp>
        <p:sp>
          <p:nvSpPr>
            <p:cNvPr id="25647" name="TextBox 13">
              <a:extLst>
                <a:ext uri="{FF2B5EF4-FFF2-40B4-BE49-F238E27FC236}">
                  <a16:creationId xmlns:a16="http://schemas.microsoft.com/office/drawing/2014/main" id="{88ADAFED-819D-4F9E-80CE-CA3650AE4CC7}"/>
                </a:ext>
              </a:extLst>
            </p:cNvPr>
            <p:cNvSpPr txBox="1">
              <a:spLocks noChangeArrowheads="1"/>
            </p:cNvSpPr>
            <p:nvPr/>
          </p:nvSpPr>
          <p:spPr bwMode="auto">
            <a:xfrm>
              <a:off x="2807494" y="2209960"/>
              <a:ext cx="5257800" cy="2617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1400" b="0" i="0" u="none" strike="noStrike" kern="1200" cap="none" spc="0" normalizeH="0" baseline="0" noProof="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0			        15       17         18</a:t>
              </a:r>
            </a:p>
          </p:txBody>
        </p:sp>
      </p:grpSp>
      <p:graphicFrame>
        <p:nvGraphicFramePr>
          <p:cNvPr id="3" name="Object 2">
            <a:extLst>
              <a:ext uri="{FF2B5EF4-FFF2-40B4-BE49-F238E27FC236}">
                <a16:creationId xmlns:a16="http://schemas.microsoft.com/office/drawing/2014/main" id="{830AD991-8428-4223-96DC-CED3E4DED968}"/>
              </a:ext>
            </a:extLst>
          </p:cNvPr>
          <p:cNvGraphicFramePr>
            <a:graphicFrameLocks noChangeAspect="1"/>
          </p:cNvGraphicFramePr>
          <p:nvPr/>
        </p:nvGraphicFramePr>
        <p:xfrm>
          <a:off x="5105400" y="4343400"/>
          <a:ext cx="2133600" cy="768350"/>
        </p:xfrm>
        <a:graphic>
          <a:graphicData uri="http://schemas.openxmlformats.org/presentationml/2006/ole">
            <mc:AlternateContent xmlns:mc="http://schemas.openxmlformats.org/markup-compatibility/2006">
              <mc:Choice xmlns:v="urn:schemas-microsoft-com:vml" Requires="v">
                <p:oleObj name="Equation" r:id="rId2" imgW="1078560" imgH="383760" progId="Equation.3">
                  <p:embed/>
                </p:oleObj>
              </mc:Choice>
              <mc:Fallback>
                <p:oleObj name="Equation" r:id="rId2" imgW="1078560" imgH="383760" progId="Equation.3">
                  <p:embed/>
                  <p:pic>
                    <p:nvPicPr>
                      <p:cNvPr id="3" name="Object 2">
                        <a:extLst>
                          <a:ext uri="{FF2B5EF4-FFF2-40B4-BE49-F238E27FC236}">
                            <a16:creationId xmlns:a16="http://schemas.microsoft.com/office/drawing/2014/main" id="{830AD991-8428-4223-96DC-CED3E4DED9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05400" y="4343400"/>
                        <a:ext cx="213360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TextBox 5">
            <a:extLst>
              <a:ext uri="{FF2B5EF4-FFF2-40B4-BE49-F238E27FC236}">
                <a16:creationId xmlns:a16="http://schemas.microsoft.com/office/drawing/2014/main" id="{E6105372-0A96-4CBA-AF4A-9294BED811C5}"/>
              </a:ext>
            </a:extLst>
          </p:cNvPr>
          <p:cNvSpPr txBox="1">
            <a:spLocks noChangeArrowheads="1"/>
          </p:cNvSpPr>
          <p:nvPr/>
        </p:nvSpPr>
        <p:spPr bwMode="auto">
          <a:xfrm>
            <a:off x="7239000" y="4419600"/>
            <a:ext cx="544513"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4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ms</a:t>
            </a:r>
          </a:p>
        </p:txBody>
      </p:sp>
      <p:sp>
        <p:nvSpPr>
          <p:cNvPr id="17" name="TextBox 16">
            <a:extLst>
              <a:ext uri="{FF2B5EF4-FFF2-40B4-BE49-F238E27FC236}">
                <a16:creationId xmlns:a16="http://schemas.microsoft.com/office/drawing/2014/main" id="{27CEDC72-8685-429C-B5D9-723D2405134D}"/>
              </a:ext>
            </a:extLst>
          </p:cNvPr>
          <p:cNvSpPr txBox="1">
            <a:spLocks noChangeArrowheads="1"/>
          </p:cNvSpPr>
          <p:nvPr/>
        </p:nvSpPr>
        <p:spPr bwMode="auto">
          <a:xfrm>
            <a:off x="7761288" y="5557838"/>
            <a:ext cx="5445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4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ms</a:t>
            </a:r>
          </a:p>
        </p:txBody>
      </p:sp>
      <p:graphicFrame>
        <p:nvGraphicFramePr>
          <p:cNvPr id="4" name="Object 3">
            <a:extLst>
              <a:ext uri="{FF2B5EF4-FFF2-40B4-BE49-F238E27FC236}">
                <a16:creationId xmlns:a16="http://schemas.microsoft.com/office/drawing/2014/main" id="{8909B3EC-4CB4-40B8-A2FD-4CF5D09BFF00}"/>
              </a:ext>
            </a:extLst>
          </p:cNvPr>
          <p:cNvGraphicFramePr>
            <a:graphicFrameLocks noChangeAspect="1"/>
          </p:cNvGraphicFramePr>
          <p:nvPr/>
        </p:nvGraphicFramePr>
        <p:xfrm>
          <a:off x="5257800" y="5410200"/>
          <a:ext cx="2471738" cy="806450"/>
        </p:xfrm>
        <a:graphic>
          <a:graphicData uri="http://schemas.openxmlformats.org/presentationml/2006/ole">
            <mc:AlternateContent xmlns:mc="http://schemas.openxmlformats.org/markup-compatibility/2006">
              <mc:Choice xmlns:v="urn:schemas-microsoft-com:vml" Requires="v">
                <p:oleObj name="Equation" r:id="rId4" imgW="1197360" imgH="383760" progId="Equation.3">
                  <p:embed/>
                </p:oleObj>
              </mc:Choice>
              <mc:Fallback>
                <p:oleObj name="Equation" r:id="rId4" imgW="1197360" imgH="383760" progId="Equation.3">
                  <p:embed/>
                  <p:pic>
                    <p:nvPicPr>
                      <p:cNvPr id="4" name="Object 3">
                        <a:extLst>
                          <a:ext uri="{FF2B5EF4-FFF2-40B4-BE49-F238E27FC236}">
                            <a16:creationId xmlns:a16="http://schemas.microsoft.com/office/drawing/2014/main" id="{8909B3EC-4CB4-40B8-A2FD-4CF5D09BFF0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57800" y="5410200"/>
                        <a:ext cx="2471738" cy="80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538540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2" presetClass="entr" presetSubtype="8"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p:tgtEl>
                                          <p:spTgt spid="20"/>
                                        </p:tgtEl>
                                        <p:attrNameLst>
                                          <p:attrName>ppt_x</p:attrName>
                                        </p:attrNameLst>
                                      </p:cBhvr>
                                      <p:tavLst>
                                        <p:tav tm="0">
                                          <p:val>
                                            <p:strVal val="#ppt_x-#ppt_w*1.125000"/>
                                          </p:val>
                                        </p:tav>
                                        <p:tav tm="100000">
                                          <p:val>
                                            <p:strVal val="#ppt_x"/>
                                          </p:val>
                                        </p:tav>
                                      </p:tavLst>
                                    </p:anim>
                                    <p:animEffect transition="in" filter="wipe(right)">
                                      <p:cBhvr>
                                        <p:cTn id="12" dur="500"/>
                                        <p:tgtEl>
                                          <p:spTgt spid="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additive="base">
                                        <p:cTn id="17" dur="500"/>
                                        <p:tgtEl>
                                          <p:spTgt spid="28"/>
                                        </p:tgtEl>
                                        <p:attrNameLst>
                                          <p:attrName>ppt_x</p:attrName>
                                        </p:attrNameLst>
                                      </p:cBhvr>
                                      <p:tavLst>
                                        <p:tav tm="0">
                                          <p:val>
                                            <p:strVal val="#ppt_x-#ppt_w*1.125000"/>
                                          </p:val>
                                        </p:tav>
                                        <p:tav tm="100000">
                                          <p:val>
                                            <p:strVal val="#ppt_x"/>
                                          </p:val>
                                        </p:tav>
                                      </p:tavLst>
                                    </p:anim>
                                    <p:animEffect transition="in" filter="wipe(right)">
                                      <p:cBhvr>
                                        <p:cTn id="18" dur="500"/>
                                        <p:tgtEl>
                                          <p:spTgt spid="2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4"/>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6" grpId="0"/>
      <p:bldP spid="17"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8">
            <a:extLst>
              <a:ext uri="{FF2B5EF4-FFF2-40B4-BE49-F238E27FC236}">
                <a16:creationId xmlns:a16="http://schemas.microsoft.com/office/drawing/2014/main" id="{955D8B2C-0CB1-447C-B2DF-B4BC6BB6E911}"/>
              </a:ext>
            </a:extLst>
          </p:cNvPr>
          <p:cNvSpPr>
            <a:spLocks noGrp="1" noChangeArrowheads="1"/>
          </p:cNvSpPr>
          <p:nvPr>
            <p:ph type="title"/>
          </p:nvPr>
        </p:nvSpPr>
        <p:spPr>
          <a:xfrm>
            <a:off x="533400" y="914400"/>
            <a:ext cx="8077200" cy="914400"/>
          </a:xfrm>
        </p:spPr>
        <p:txBody>
          <a:bodyPr/>
          <a:lstStyle/>
          <a:p>
            <a:pPr algn="l" eaLnBrk="1" hangingPunct="1"/>
            <a:r>
              <a:rPr lang="en-CA" altLang="ms-MY" sz="3200"/>
              <a:t>FCFS:</a:t>
            </a:r>
          </a:p>
        </p:txBody>
      </p:sp>
      <p:sp>
        <p:nvSpPr>
          <p:cNvPr id="23555" name="Rectangle 9">
            <a:extLst>
              <a:ext uri="{FF2B5EF4-FFF2-40B4-BE49-F238E27FC236}">
                <a16:creationId xmlns:a16="http://schemas.microsoft.com/office/drawing/2014/main" id="{E3C859F2-A8A1-49B1-9B0D-D13DD4A484C4}"/>
              </a:ext>
            </a:extLst>
          </p:cNvPr>
          <p:cNvSpPr>
            <a:spLocks noGrp="1" noChangeArrowheads="1"/>
          </p:cNvSpPr>
          <p:nvPr>
            <p:ph type="body" idx="1"/>
          </p:nvPr>
        </p:nvSpPr>
        <p:spPr>
          <a:xfrm>
            <a:off x="1219200" y="1981200"/>
            <a:ext cx="7010400" cy="3962400"/>
          </a:xfrm>
        </p:spPr>
        <p:txBody>
          <a:bodyPr/>
          <a:lstStyle/>
          <a:p>
            <a:pPr eaLnBrk="1" hangingPunct="1">
              <a:lnSpc>
                <a:spcPct val="90000"/>
              </a:lnSpc>
            </a:pPr>
            <a:r>
              <a:rPr lang="en-US" altLang="ms-MY" sz="2200" dirty="0"/>
              <a:t>Good for batch systems</a:t>
            </a:r>
          </a:p>
          <a:p>
            <a:pPr eaLnBrk="1" hangingPunct="1">
              <a:lnSpc>
                <a:spcPct val="90000"/>
              </a:lnSpc>
            </a:pPr>
            <a:r>
              <a:rPr lang="en-US" altLang="ms-MY" sz="2200" dirty="0"/>
              <a:t>Unacceptable in interactive systems</a:t>
            </a:r>
          </a:p>
          <a:p>
            <a:pPr lvl="1" eaLnBrk="1" hangingPunct="1">
              <a:lnSpc>
                <a:spcPct val="90000"/>
              </a:lnSpc>
            </a:pPr>
            <a:r>
              <a:rPr lang="en-US" altLang="ms-MY" sz="2200" dirty="0"/>
              <a:t>Unpredictable waiting/turnaround time</a:t>
            </a:r>
          </a:p>
          <a:p>
            <a:pPr lvl="1" eaLnBrk="1" hangingPunct="1">
              <a:lnSpc>
                <a:spcPct val="90000"/>
              </a:lnSpc>
            </a:pPr>
            <a:endParaRPr lang="en-US" altLang="ms-MY" sz="2200" dirty="0"/>
          </a:p>
          <a:p>
            <a:pPr eaLnBrk="1" hangingPunct="1">
              <a:lnSpc>
                <a:spcPct val="90000"/>
              </a:lnSpc>
            </a:pPr>
            <a:r>
              <a:rPr lang="en-US" altLang="ms-MY" sz="2200" dirty="0"/>
              <a:t>Disadvantages</a:t>
            </a:r>
          </a:p>
          <a:p>
            <a:pPr lvl="1" eaLnBrk="1" hangingPunct="1">
              <a:lnSpc>
                <a:spcPct val="90000"/>
              </a:lnSpc>
            </a:pPr>
            <a:r>
              <a:rPr lang="en-US" altLang="ms-MY" sz="2200" dirty="0"/>
              <a:t>Average waiting/turnaround time varies; seldom minimized</a:t>
            </a:r>
          </a:p>
          <a:p>
            <a:pPr lvl="1">
              <a:lnSpc>
                <a:spcPct val="90000"/>
              </a:lnSpc>
            </a:pPr>
            <a:r>
              <a:rPr lang="en-US" altLang="ms-MY" sz="2200" i="1" dirty="0">
                <a:solidFill>
                  <a:srgbClr val="FF0000"/>
                </a:solidFill>
              </a:rPr>
              <a:t>Convoy effect</a:t>
            </a:r>
            <a:r>
              <a:rPr lang="en-US" altLang="ms-MY" sz="2200" i="1" dirty="0"/>
              <a:t> </a:t>
            </a:r>
            <a:r>
              <a:rPr lang="en-US" altLang="ms-MY" sz="2200" dirty="0"/>
              <a:t>whereby short processes queue behind long processes; </a:t>
            </a:r>
          </a:p>
          <a:p>
            <a:pPr marL="1200150" lvl="2" indent="-342900">
              <a:lnSpc>
                <a:spcPct val="90000"/>
              </a:lnSpc>
            </a:pPr>
            <a:r>
              <a:rPr lang="en-US" altLang="ms-MY" dirty="0"/>
              <a:t>Results in lower CPU and device utilization</a:t>
            </a:r>
          </a:p>
        </p:txBody>
      </p:sp>
      <p:sp>
        <p:nvSpPr>
          <p:cNvPr id="23556" name="Slide Number Placeholder 4">
            <a:extLst>
              <a:ext uri="{FF2B5EF4-FFF2-40B4-BE49-F238E27FC236}">
                <a16:creationId xmlns:a16="http://schemas.microsoft.com/office/drawing/2014/main" id="{376A510B-2A5A-4EE9-8A2E-AED29C6C97F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523FF96-750E-4771-BF0E-504D54B68D93}"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384336985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41746750-7EBC-46C6-96A7-2163ED80AF97}"/>
              </a:ext>
            </a:extLst>
          </p:cNvPr>
          <p:cNvSpPr>
            <a:spLocks noGrp="1" noChangeArrowheads="1"/>
          </p:cNvSpPr>
          <p:nvPr>
            <p:ph type="title"/>
          </p:nvPr>
        </p:nvSpPr>
        <p:spPr>
          <a:xfrm>
            <a:off x="1058863" y="188913"/>
            <a:ext cx="7704137" cy="576262"/>
          </a:xfrm>
        </p:spPr>
        <p:txBody>
          <a:bodyPr/>
          <a:lstStyle/>
          <a:p>
            <a:pPr eaLnBrk="1" hangingPunct="1"/>
            <a:r>
              <a:rPr lang="en-US" altLang="en-US" dirty="0"/>
              <a:t>Shortest-Job-First (SJF)/SJN</a:t>
            </a:r>
          </a:p>
        </p:txBody>
      </p:sp>
      <p:sp>
        <p:nvSpPr>
          <p:cNvPr id="18435" name="Rectangle 3">
            <a:extLst>
              <a:ext uri="{FF2B5EF4-FFF2-40B4-BE49-F238E27FC236}">
                <a16:creationId xmlns:a16="http://schemas.microsoft.com/office/drawing/2014/main" id="{AE551D2C-B507-47CE-BCA1-07BCA5B7A0A6}"/>
              </a:ext>
            </a:extLst>
          </p:cNvPr>
          <p:cNvSpPr>
            <a:spLocks noGrp="1" noChangeArrowheads="1"/>
          </p:cNvSpPr>
          <p:nvPr>
            <p:ph type="body" idx="1"/>
          </p:nvPr>
        </p:nvSpPr>
        <p:spPr>
          <a:xfrm>
            <a:off x="824346" y="1233488"/>
            <a:ext cx="7807036" cy="4530725"/>
          </a:xfrm>
        </p:spPr>
        <p:txBody>
          <a:bodyPr/>
          <a:lstStyle/>
          <a:p>
            <a:r>
              <a:rPr lang="en-US" altLang="en-US" dirty="0"/>
              <a:t>None pre-emptive</a:t>
            </a:r>
          </a:p>
          <a:p>
            <a:r>
              <a:rPr lang="en-US" altLang="en-US" dirty="0"/>
              <a:t>Also known as Shortest Job Next (SJN)</a:t>
            </a:r>
          </a:p>
          <a:p>
            <a:r>
              <a:rPr lang="en-US" altLang="en-US" dirty="0"/>
              <a:t>Associate with each process the length of its next CPU burst/cycle time</a:t>
            </a:r>
          </a:p>
          <a:p>
            <a:pPr lvl="1"/>
            <a:r>
              <a:rPr lang="en-US" altLang="en-US" dirty="0"/>
              <a:t>Use these lengths to schedule the process with the  shortest time</a:t>
            </a:r>
          </a:p>
          <a:p>
            <a:r>
              <a:rPr lang="en-US" altLang="en-US" dirty="0"/>
              <a:t>SJF is optimal – gives minimum average waiting time for a given set of processes</a:t>
            </a:r>
          </a:p>
          <a:p>
            <a:pPr lvl="1"/>
            <a:r>
              <a:rPr lang="en-US" altLang="en-US" dirty="0"/>
              <a:t>How do we know what is  the length of the next CPU request</a:t>
            </a:r>
          </a:p>
          <a:p>
            <a:pPr lvl="1"/>
            <a:r>
              <a:rPr lang="en-US" altLang="en-US" dirty="0"/>
              <a:t>Could ask the user</a:t>
            </a:r>
          </a:p>
          <a:p>
            <a:pPr lvl="2"/>
            <a:r>
              <a:rPr lang="en-US" altLang="en-US" dirty="0"/>
              <a:t>what if the user lies?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83802D1F-6E36-48B3-BABF-715356D6B59C}"/>
              </a:ext>
            </a:extLst>
          </p:cNvPr>
          <p:cNvSpPr>
            <a:spLocks noGrp="1" noChangeArrowheads="1"/>
          </p:cNvSpPr>
          <p:nvPr>
            <p:ph type="title"/>
          </p:nvPr>
        </p:nvSpPr>
        <p:spPr>
          <a:xfrm>
            <a:off x="457200" y="139700"/>
            <a:ext cx="8229600" cy="576263"/>
          </a:xfrm>
        </p:spPr>
        <p:txBody>
          <a:bodyPr/>
          <a:lstStyle/>
          <a:p>
            <a:pPr eaLnBrk="1" hangingPunct="1"/>
            <a:r>
              <a:rPr lang="en-US" altLang="en-US" dirty="0"/>
              <a:t>Example of SJF/SJN</a:t>
            </a:r>
          </a:p>
        </p:txBody>
      </p:sp>
      <p:sp>
        <p:nvSpPr>
          <p:cNvPr id="19459" name="Rectangle 36">
            <a:extLst>
              <a:ext uri="{FF2B5EF4-FFF2-40B4-BE49-F238E27FC236}">
                <a16:creationId xmlns:a16="http://schemas.microsoft.com/office/drawing/2014/main" id="{3E406B83-53E1-4DCA-952F-384DF872CEF7}"/>
              </a:ext>
            </a:extLst>
          </p:cNvPr>
          <p:cNvSpPr>
            <a:spLocks noGrp="1" noChangeArrowheads="1"/>
          </p:cNvSpPr>
          <p:nvPr>
            <p:ph type="body" idx="1"/>
          </p:nvPr>
        </p:nvSpPr>
        <p:spPr>
          <a:xfrm>
            <a:off x="623944" y="1655762"/>
            <a:ext cx="8396231" cy="4571855"/>
          </a:xfrm>
          <a:noFill/>
        </p:spPr>
        <p:txBody>
          <a:bodyPr/>
          <a:lstStyle/>
          <a:p>
            <a:pPr>
              <a:buFont typeface="Monotype Sorts" pitchFamily="-84" charset="2"/>
              <a:buNone/>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r>
              <a:rPr lang="en-US" altLang="en-US" dirty="0"/>
              <a:t>	      	         </a:t>
            </a:r>
            <a:endParaRPr lang="en-US" altLang="en-US" sz="1600" dirty="0"/>
          </a:p>
          <a:p>
            <a:pPr>
              <a:tabLst>
                <a:tab pos="1600200" algn="ctr"/>
                <a:tab pos="3251200" algn="ctr"/>
                <a:tab pos="5140325" algn="ctr"/>
              </a:tabLst>
            </a:pPr>
            <a:r>
              <a:rPr lang="en-US" altLang="en-US" dirty="0"/>
              <a:t>SJF scheduling chart</a:t>
            </a:r>
          </a:p>
          <a:p>
            <a:pPr>
              <a:tabLst>
                <a:tab pos="1600200" algn="ctr"/>
                <a:tab pos="3251200" algn="ctr"/>
                <a:tab pos="5140325" algn="ctr"/>
              </a:tabLst>
            </a:pPr>
            <a:endParaRPr lang="en-US" altLang="en-US" dirty="0"/>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p:txBody>
      </p:sp>
      <p:sp>
        <p:nvSpPr>
          <p:cNvPr id="19461" name="TextBox 4">
            <a:extLst>
              <a:ext uri="{FF2B5EF4-FFF2-40B4-BE49-F238E27FC236}">
                <a16:creationId xmlns:a16="http://schemas.microsoft.com/office/drawing/2014/main" id="{1D5BB03D-F4B1-45BA-8A33-321B7B355727}"/>
              </a:ext>
            </a:extLst>
          </p:cNvPr>
          <p:cNvSpPr txBox="1">
            <a:spLocks noChangeArrowheads="1"/>
          </p:cNvSpPr>
          <p:nvPr/>
        </p:nvSpPr>
        <p:spPr bwMode="auto">
          <a:xfrm>
            <a:off x="623944" y="1162050"/>
            <a:ext cx="8062856" cy="430887"/>
          </a:xfrm>
          <a:prstGeom prst="rect">
            <a:avLst/>
          </a:prstGeom>
          <a:noFill/>
          <a:ln>
            <a:noFill/>
          </a:ln>
        </p:spPr>
        <p:txBody>
          <a:bodyPr wrap="squar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285750" indent="-285750">
              <a:buClr>
                <a:srgbClr val="9A3300"/>
              </a:buClr>
              <a:buSzPct val="90000"/>
              <a:buFont typeface="Wingdings" panose="05000000000000000000" pitchFamily="2" charset="2"/>
              <a:buChar char="n"/>
              <a:defRPr/>
            </a:pPr>
            <a:r>
              <a:rPr lang="en-US" altLang="en-US" sz="2200" dirty="0">
                <a:latin typeface="+mn-lt"/>
              </a:rPr>
              <a:t>Consider the following four processes and their burst  time</a:t>
            </a:r>
          </a:p>
        </p:txBody>
      </p:sp>
      <p:graphicFrame>
        <p:nvGraphicFramePr>
          <p:cNvPr id="6" name="Google Shape;673;p29"/>
          <p:cNvGraphicFramePr/>
          <p:nvPr>
            <p:extLst>
              <p:ext uri="{D42A27DB-BD31-4B8C-83A1-F6EECF244321}">
                <p14:modId xmlns:p14="http://schemas.microsoft.com/office/powerpoint/2010/main" val="3238446944"/>
              </p:ext>
            </p:extLst>
          </p:nvPr>
        </p:nvGraphicFramePr>
        <p:xfrm>
          <a:off x="2640392" y="1592937"/>
          <a:ext cx="3863216" cy="1853375"/>
        </p:xfrm>
        <a:graphic>
          <a:graphicData uri="http://schemas.openxmlformats.org/drawingml/2006/table">
            <a:tbl>
              <a:tblPr firstRow="1" bandRow="1">
                <a:noFill/>
              </a:tblPr>
              <a:tblGrid>
                <a:gridCol w="1572502">
                  <a:extLst>
                    <a:ext uri="{9D8B030D-6E8A-4147-A177-3AD203B41FA5}">
                      <a16:colId xmlns:a16="http://schemas.microsoft.com/office/drawing/2014/main" val="20000"/>
                    </a:ext>
                  </a:extLst>
                </a:gridCol>
                <a:gridCol w="2290714">
                  <a:extLst>
                    <a:ext uri="{9D8B030D-6E8A-4147-A177-3AD203B41FA5}">
                      <a16:colId xmlns:a16="http://schemas.microsoft.com/office/drawing/2014/main" val="20001"/>
                    </a:ext>
                  </a:extLst>
                </a:gridCol>
              </a:tblGrid>
              <a:tr h="370675">
                <a:tc>
                  <a:txBody>
                    <a:bodyPr/>
                    <a:lstStyle/>
                    <a:p>
                      <a:pPr marL="0" marR="0" lvl="0" indent="0" algn="ctr" rtl="0">
                        <a:spcBef>
                          <a:spcPts val="0"/>
                        </a:spcBef>
                        <a:spcAft>
                          <a:spcPts val="0"/>
                        </a:spcAft>
                        <a:buNone/>
                      </a:pPr>
                      <a:r>
                        <a:rPr lang="en-US" sz="1800" u="none" strike="noStrike" cap="none" dirty="0">
                          <a:solidFill>
                            <a:schemeClr val="dk1"/>
                          </a:solidFill>
                        </a:rPr>
                        <a:t>Process</a:t>
                      </a:r>
                      <a:endParaRPr dirty="0"/>
                    </a:p>
                  </a:txBody>
                  <a:tcPr marL="91450" marR="91450" marT="45700" marB="45700"/>
                </a:tc>
                <a:tc>
                  <a:txBody>
                    <a:bodyPr/>
                    <a:lstStyle/>
                    <a:p>
                      <a:pPr marL="0" marR="0" lvl="0" indent="0" algn="ctr" rtl="0">
                        <a:spcBef>
                          <a:spcPts val="0"/>
                        </a:spcBef>
                        <a:spcAft>
                          <a:spcPts val="0"/>
                        </a:spcAft>
                        <a:buNone/>
                      </a:pPr>
                      <a:r>
                        <a:rPr lang="en-US" sz="1800" u="none" strike="noStrike" cap="none" dirty="0">
                          <a:solidFill>
                            <a:schemeClr val="dk1"/>
                          </a:solidFill>
                        </a:rPr>
                        <a:t>Burst Time (</a:t>
                      </a:r>
                      <a:r>
                        <a:rPr lang="en-US" sz="1800" u="none" strike="noStrike" cap="none" dirty="0" err="1">
                          <a:solidFill>
                            <a:schemeClr val="dk1"/>
                          </a:solidFill>
                        </a:rPr>
                        <a:t>ms</a:t>
                      </a:r>
                      <a:r>
                        <a:rPr lang="en-US" sz="1800" u="none" strike="noStrike" cap="none" dirty="0">
                          <a:solidFill>
                            <a:schemeClr val="dk1"/>
                          </a:solidFill>
                        </a:rPr>
                        <a:t>)</a:t>
                      </a:r>
                      <a:endParaRPr dirty="0"/>
                    </a:p>
                  </a:txBody>
                  <a:tcPr marL="91450" marR="91450" marT="45700" marB="45700"/>
                </a:tc>
                <a:extLst>
                  <a:ext uri="{0D108BD9-81ED-4DB2-BD59-A6C34878D82A}">
                    <a16:rowId xmlns:a16="http://schemas.microsoft.com/office/drawing/2014/main" val="10000"/>
                  </a:ext>
                </a:extLst>
              </a:tr>
              <a:tr h="370675">
                <a:tc>
                  <a:txBody>
                    <a:bodyPr/>
                    <a:lstStyle/>
                    <a:p>
                      <a:pPr marL="0" marR="0" lvl="0" indent="0" algn="ctr" rtl="0">
                        <a:spcBef>
                          <a:spcPts val="0"/>
                        </a:spcBef>
                        <a:spcAft>
                          <a:spcPts val="0"/>
                        </a:spcAft>
                        <a:buNone/>
                      </a:pPr>
                      <a:r>
                        <a:rPr lang="en-US" sz="1800" u="none" strike="noStrike" cap="none" dirty="0"/>
                        <a:t>P1</a:t>
                      </a:r>
                      <a:endParaRPr dirty="0"/>
                    </a:p>
                  </a:txBody>
                  <a:tcPr marL="91450" marR="91450" marT="45700" marB="45700"/>
                </a:tc>
                <a:tc>
                  <a:txBody>
                    <a:bodyPr/>
                    <a:lstStyle/>
                    <a:p>
                      <a:pPr marL="0" marR="0" lvl="0" indent="0" algn="ctr" rtl="0">
                        <a:spcBef>
                          <a:spcPts val="0"/>
                        </a:spcBef>
                        <a:spcAft>
                          <a:spcPts val="0"/>
                        </a:spcAft>
                        <a:buNone/>
                      </a:pPr>
                      <a:r>
                        <a:rPr lang="en-US" sz="1800" u="none" strike="noStrike" cap="none" dirty="0"/>
                        <a:t>6</a:t>
                      </a:r>
                      <a:endParaRPr dirty="0"/>
                    </a:p>
                  </a:txBody>
                  <a:tcPr marL="91450" marR="91450" marT="45700" marB="45700"/>
                </a:tc>
                <a:extLst>
                  <a:ext uri="{0D108BD9-81ED-4DB2-BD59-A6C34878D82A}">
                    <a16:rowId xmlns:a16="http://schemas.microsoft.com/office/drawing/2014/main" val="10001"/>
                  </a:ext>
                </a:extLst>
              </a:tr>
              <a:tr h="370675">
                <a:tc>
                  <a:txBody>
                    <a:bodyPr/>
                    <a:lstStyle/>
                    <a:p>
                      <a:pPr marL="0" marR="0" lvl="0" indent="0" algn="ctr" rtl="0">
                        <a:spcBef>
                          <a:spcPts val="0"/>
                        </a:spcBef>
                        <a:spcAft>
                          <a:spcPts val="0"/>
                        </a:spcAft>
                        <a:buNone/>
                      </a:pPr>
                      <a:r>
                        <a:rPr lang="en-US" sz="1800" u="none" strike="noStrike" cap="none" dirty="0"/>
                        <a:t>P2</a:t>
                      </a:r>
                      <a:endParaRPr dirty="0"/>
                    </a:p>
                  </a:txBody>
                  <a:tcPr marL="91450" marR="91450" marT="45700" marB="45700"/>
                </a:tc>
                <a:tc>
                  <a:txBody>
                    <a:bodyPr/>
                    <a:lstStyle/>
                    <a:p>
                      <a:pPr marL="0" marR="0" lvl="0" indent="0" algn="ctr" rtl="0">
                        <a:spcBef>
                          <a:spcPts val="0"/>
                        </a:spcBef>
                        <a:spcAft>
                          <a:spcPts val="0"/>
                        </a:spcAft>
                        <a:buNone/>
                      </a:pPr>
                      <a:r>
                        <a:rPr lang="en-US" sz="1800" u="none" strike="noStrike" cap="none" dirty="0"/>
                        <a:t>8</a:t>
                      </a:r>
                      <a:endParaRPr dirty="0"/>
                    </a:p>
                  </a:txBody>
                  <a:tcPr marL="91450" marR="91450" marT="45700" marB="45700"/>
                </a:tc>
                <a:extLst>
                  <a:ext uri="{0D108BD9-81ED-4DB2-BD59-A6C34878D82A}">
                    <a16:rowId xmlns:a16="http://schemas.microsoft.com/office/drawing/2014/main" val="10002"/>
                  </a:ext>
                </a:extLst>
              </a:tr>
              <a:tr h="370675">
                <a:tc>
                  <a:txBody>
                    <a:bodyPr/>
                    <a:lstStyle/>
                    <a:p>
                      <a:pPr marL="0" marR="0" lvl="0" indent="0" algn="ctr" rtl="0">
                        <a:spcBef>
                          <a:spcPts val="0"/>
                        </a:spcBef>
                        <a:spcAft>
                          <a:spcPts val="0"/>
                        </a:spcAft>
                        <a:buNone/>
                      </a:pPr>
                      <a:r>
                        <a:rPr lang="en-US" sz="1800" u="none" strike="noStrike" cap="none" dirty="0"/>
                        <a:t>P3</a:t>
                      </a:r>
                      <a:endParaRPr dirty="0"/>
                    </a:p>
                  </a:txBody>
                  <a:tcPr marL="91450" marR="91450" marT="45700" marB="45700"/>
                </a:tc>
                <a:tc>
                  <a:txBody>
                    <a:bodyPr/>
                    <a:lstStyle/>
                    <a:p>
                      <a:pPr marL="0" marR="0" lvl="0" indent="0" algn="ctr" rtl="0">
                        <a:spcBef>
                          <a:spcPts val="0"/>
                        </a:spcBef>
                        <a:spcAft>
                          <a:spcPts val="0"/>
                        </a:spcAft>
                        <a:buNone/>
                      </a:pPr>
                      <a:r>
                        <a:rPr lang="en-US" sz="1800" u="none" strike="noStrike" cap="none" dirty="0"/>
                        <a:t>7</a:t>
                      </a:r>
                      <a:endParaRPr dirty="0"/>
                    </a:p>
                  </a:txBody>
                  <a:tcPr marL="91450" marR="91450" marT="45700" marB="45700"/>
                </a:tc>
                <a:extLst>
                  <a:ext uri="{0D108BD9-81ED-4DB2-BD59-A6C34878D82A}">
                    <a16:rowId xmlns:a16="http://schemas.microsoft.com/office/drawing/2014/main" val="10003"/>
                  </a:ext>
                </a:extLst>
              </a:tr>
              <a:tr h="370675">
                <a:tc>
                  <a:txBody>
                    <a:bodyPr/>
                    <a:lstStyle/>
                    <a:p>
                      <a:pPr marL="0" marR="0" lvl="0" indent="0" algn="ctr" rtl="0">
                        <a:spcBef>
                          <a:spcPts val="0"/>
                        </a:spcBef>
                        <a:spcAft>
                          <a:spcPts val="0"/>
                        </a:spcAft>
                        <a:buNone/>
                      </a:pPr>
                      <a:r>
                        <a:rPr lang="en-US" dirty="0"/>
                        <a:t>P4</a:t>
                      </a:r>
                      <a:endParaRPr dirty="0"/>
                    </a:p>
                  </a:txBody>
                  <a:tcPr marL="91450" marR="91450" marT="45700" marB="45700"/>
                </a:tc>
                <a:tc>
                  <a:txBody>
                    <a:bodyPr/>
                    <a:lstStyle/>
                    <a:p>
                      <a:pPr marL="0" marR="0" lvl="0" indent="0" algn="ctr" rtl="0">
                        <a:spcBef>
                          <a:spcPts val="0"/>
                        </a:spcBef>
                        <a:spcAft>
                          <a:spcPts val="0"/>
                        </a:spcAft>
                        <a:buNone/>
                      </a:pPr>
                      <a:r>
                        <a:rPr lang="en-US" dirty="0"/>
                        <a:t>3</a:t>
                      </a:r>
                      <a:endParaRPr dirty="0"/>
                    </a:p>
                  </a:txBody>
                  <a:tcPr marL="91450" marR="91450" marT="45700" marB="45700"/>
                </a:tc>
                <a:extLst>
                  <a:ext uri="{0D108BD9-81ED-4DB2-BD59-A6C34878D82A}">
                    <a16:rowId xmlns:a16="http://schemas.microsoft.com/office/drawing/2014/main" val="2836559817"/>
                  </a:ext>
                </a:extLst>
              </a:tr>
            </a:tbl>
          </a:graphicData>
        </a:graphic>
      </p:graphicFrame>
      <p:sp>
        <p:nvSpPr>
          <p:cNvPr id="7" name="TextBox 6"/>
          <p:cNvSpPr txBox="1"/>
          <p:nvPr/>
        </p:nvSpPr>
        <p:spPr>
          <a:xfrm>
            <a:off x="1321819" y="4574073"/>
            <a:ext cx="298480" cy="307777"/>
          </a:xfrm>
          <a:prstGeom prst="rect">
            <a:avLst/>
          </a:prstGeom>
          <a:noFill/>
        </p:spPr>
        <p:txBody>
          <a:bodyPr wrap="none" rtlCol="0">
            <a:spAutoFit/>
          </a:bodyPr>
          <a:lstStyle/>
          <a:p>
            <a:r>
              <a:rPr lang="en-US" sz="1400" dirty="0"/>
              <a:t>0</a:t>
            </a:r>
            <a:endParaRPr lang="en-MY" sz="1400" dirty="0"/>
          </a:p>
        </p:txBody>
      </p:sp>
      <p:sp>
        <p:nvSpPr>
          <p:cNvPr id="8" name="TextBox 7"/>
          <p:cNvSpPr txBox="1"/>
          <p:nvPr/>
        </p:nvSpPr>
        <p:spPr>
          <a:xfrm>
            <a:off x="2024858" y="4574071"/>
            <a:ext cx="298480" cy="307777"/>
          </a:xfrm>
          <a:prstGeom prst="rect">
            <a:avLst/>
          </a:prstGeom>
          <a:noFill/>
        </p:spPr>
        <p:txBody>
          <a:bodyPr wrap="none" rtlCol="0">
            <a:spAutoFit/>
          </a:bodyPr>
          <a:lstStyle/>
          <a:p>
            <a:r>
              <a:rPr lang="en-US" sz="1400" dirty="0"/>
              <a:t>3</a:t>
            </a:r>
            <a:endParaRPr lang="en-MY" sz="1400" dirty="0"/>
          </a:p>
        </p:txBody>
      </p:sp>
      <p:sp>
        <p:nvSpPr>
          <p:cNvPr id="9" name="TextBox 8"/>
          <p:cNvSpPr txBox="1"/>
          <p:nvPr/>
        </p:nvSpPr>
        <p:spPr>
          <a:xfrm>
            <a:off x="3310412" y="4574070"/>
            <a:ext cx="298480" cy="307777"/>
          </a:xfrm>
          <a:prstGeom prst="rect">
            <a:avLst/>
          </a:prstGeom>
          <a:noFill/>
        </p:spPr>
        <p:txBody>
          <a:bodyPr wrap="none" rtlCol="0">
            <a:spAutoFit/>
          </a:bodyPr>
          <a:lstStyle/>
          <a:p>
            <a:r>
              <a:rPr lang="en-US" sz="1400" dirty="0"/>
              <a:t>9</a:t>
            </a:r>
            <a:endParaRPr lang="en-MY" sz="1400" dirty="0"/>
          </a:p>
        </p:txBody>
      </p:sp>
      <p:sp>
        <p:nvSpPr>
          <p:cNvPr id="10" name="TextBox 9"/>
          <p:cNvSpPr txBox="1"/>
          <p:nvPr/>
        </p:nvSpPr>
        <p:spPr>
          <a:xfrm>
            <a:off x="4909950" y="4574070"/>
            <a:ext cx="412292" cy="307777"/>
          </a:xfrm>
          <a:prstGeom prst="rect">
            <a:avLst/>
          </a:prstGeom>
          <a:noFill/>
        </p:spPr>
        <p:txBody>
          <a:bodyPr wrap="none" rtlCol="0">
            <a:spAutoFit/>
          </a:bodyPr>
          <a:lstStyle/>
          <a:p>
            <a:r>
              <a:rPr lang="en-US" sz="1400" dirty="0"/>
              <a:t>16</a:t>
            </a:r>
            <a:endParaRPr lang="en-MY" sz="1400" dirty="0"/>
          </a:p>
        </p:txBody>
      </p:sp>
      <p:graphicFrame>
        <p:nvGraphicFramePr>
          <p:cNvPr id="11" name="Table 10"/>
          <p:cNvGraphicFramePr>
            <a:graphicFrameLocks noGrp="1"/>
          </p:cNvGraphicFramePr>
          <p:nvPr>
            <p:extLst>
              <p:ext uri="{D42A27DB-BD31-4B8C-83A1-F6EECF244321}">
                <p14:modId xmlns:p14="http://schemas.microsoft.com/office/powerpoint/2010/main" val="191964339"/>
              </p:ext>
            </p:extLst>
          </p:nvPr>
        </p:nvGraphicFramePr>
        <p:xfrm>
          <a:off x="1466838" y="4203231"/>
          <a:ext cx="5655789" cy="365760"/>
        </p:xfrm>
        <a:graphic>
          <a:graphicData uri="http://schemas.openxmlformats.org/drawingml/2006/table">
            <a:tbl>
              <a:tblPr firstRow="1" bandRow="1"/>
              <a:tblGrid>
                <a:gridCol w="722736">
                  <a:extLst>
                    <a:ext uri="{9D8B030D-6E8A-4147-A177-3AD203B41FA5}">
                      <a16:colId xmlns:a16="http://schemas.microsoft.com/office/drawing/2014/main" val="3845805287"/>
                    </a:ext>
                  </a:extLst>
                </a:gridCol>
                <a:gridCol w="1316738">
                  <a:extLst>
                    <a:ext uri="{9D8B030D-6E8A-4147-A177-3AD203B41FA5}">
                      <a16:colId xmlns:a16="http://schemas.microsoft.com/office/drawing/2014/main" val="1406130587"/>
                    </a:ext>
                  </a:extLst>
                </a:gridCol>
                <a:gridCol w="1617202">
                  <a:extLst>
                    <a:ext uri="{9D8B030D-6E8A-4147-A177-3AD203B41FA5}">
                      <a16:colId xmlns:a16="http://schemas.microsoft.com/office/drawing/2014/main" val="2811806534"/>
                    </a:ext>
                  </a:extLst>
                </a:gridCol>
                <a:gridCol w="1999113">
                  <a:extLst>
                    <a:ext uri="{9D8B030D-6E8A-4147-A177-3AD203B41FA5}">
                      <a16:colId xmlns:a16="http://schemas.microsoft.com/office/drawing/2014/main" val="1979448345"/>
                    </a:ext>
                  </a:extLst>
                </a:gridCol>
              </a:tblGrid>
              <a:tr h="333016">
                <a:tc>
                  <a:txBody>
                    <a:bodyPr/>
                    <a:lstStyle/>
                    <a:p>
                      <a:pPr algn="ctr"/>
                      <a:r>
                        <a:rPr lang="en-US" dirty="0"/>
                        <a:t>P4</a:t>
                      </a:r>
                      <a:endParaRPr lang="en-MY" dirty="0"/>
                    </a:p>
                  </a:txBody>
                  <a:tcPr/>
                </a:tc>
                <a:tc>
                  <a:txBody>
                    <a:bodyPr/>
                    <a:lstStyle/>
                    <a:p>
                      <a:pPr algn="ctr"/>
                      <a:r>
                        <a:rPr lang="en-US" dirty="0"/>
                        <a:t>P1</a:t>
                      </a:r>
                      <a:endParaRPr lang="en-MY" dirty="0"/>
                    </a:p>
                  </a:txBody>
                  <a:tcPr/>
                </a:tc>
                <a:tc>
                  <a:txBody>
                    <a:bodyPr/>
                    <a:lstStyle/>
                    <a:p>
                      <a:pPr algn="ctr"/>
                      <a:r>
                        <a:rPr lang="en-US" dirty="0"/>
                        <a:t>P3</a:t>
                      </a:r>
                      <a:endParaRPr lang="en-MY" dirty="0"/>
                    </a:p>
                  </a:txBody>
                  <a:tcPr/>
                </a:tc>
                <a:tc>
                  <a:txBody>
                    <a:bodyPr/>
                    <a:lstStyle/>
                    <a:p>
                      <a:pPr algn="ctr"/>
                      <a:r>
                        <a:rPr lang="en-US" dirty="0"/>
                        <a:t>P2</a:t>
                      </a:r>
                      <a:endParaRPr lang="en-MY" dirty="0"/>
                    </a:p>
                  </a:txBody>
                  <a:tcPr/>
                </a:tc>
                <a:extLst>
                  <a:ext uri="{0D108BD9-81ED-4DB2-BD59-A6C34878D82A}">
                    <a16:rowId xmlns:a16="http://schemas.microsoft.com/office/drawing/2014/main" val="3932784211"/>
                  </a:ext>
                </a:extLst>
              </a:tr>
            </a:tbl>
          </a:graphicData>
        </a:graphic>
      </p:graphicFrame>
      <p:sp>
        <p:nvSpPr>
          <p:cNvPr id="12" name="TextBox 11"/>
          <p:cNvSpPr txBox="1"/>
          <p:nvPr/>
        </p:nvSpPr>
        <p:spPr>
          <a:xfrm>
            <a:off x="6814743" y="4574070"/>
            <a:ext cx="412292" cy="307777"/>
          </a:xfrm>
          <a:prstGeom prst="rect">
            <a:avLst/>
          </a:prstGeom>
          <a:noFill/>
        </p:spPr>
        <p:txBody>
          <a:bodyPr wrap="none" rtlCol="0">
            <a:spAutoFit/>
          </a:bodyPr>
          <a:lstStyle/>
          <a:p>
            <a:r>
              <a:rPr lang="en-US" sz="1400" dirty="0"/>
              <a:t>24</a:t>
            </a:r>
            <a:endParaRPr lang="en-MY" sz="1400" dirty="0"/>
          </a:p>
        </p:txBody>
      </p:sp>
      <p:sp>
        <p:nvSpPr>
          <p:cNvPr id="13" name="Rectangle 12"/>
          <p:cNvSpPr/>
          <p:nvPr/>
        </p:nvSpPr>
        <p:spPr>
          <a:xfrm>
            <a:off x="371197" y="6183581"/>
            <a:ext cx="4769062" cy="307777"/>
          </a:xfrm>
          <a:prstGeom prst="rect">
            <a:avLst/>
          </a:prstGeom>
          <a:solidFill>
            <a:srgbClr val="00B0F0"/>
          </a:solidFill>
        </p:spPr>
        <p:txBody>
          <a:bodyPr wrap="none">
            <a:spAutoFit/>
          </a:bodyPr>
          <a:lstStyle/>
          <a:p>
            <a:pPr lvl="0"/>
            <a:r>
              <a:rPr lang="en-US" sz="1400" dirty="0">
                <a:solidFill>
                  <a:schemeClr val="dk1"/>
                </a:solidFill>
              </a:rPr>
              <a:t>Turnaround Time = Completion time – Arrival time</a:t>
            </a:r>
            <a:endParaRPr lang="en-US" sz="1400" dirty="0"/>
          </a:p>
        </p:txBody>
      </p:sp>
      <p:sp>
        <p:nvSpPr>
          <p:cNvPr id="14" name="Rectangle 13"/>
          <p:cNvSpPr/>
          <p:nvPr/>
        </p:nvSpPr>
        <p:spPr>
          <a:xfrm>
            <a:off x="371196" y="6550223"/>
            <a:ext cx="4776629" cy="307777"/>
          </a:xfrm>
          <a:prstGeom prst="rect">
            <a:avLst/>
          </a:prstGeom>
          <a:solidFill>
            <a:srgbClr val="00B0F0"/>
          </a:solidFill>
        </p:spPr>
        <p:txBody>
          <a:bodyPr wrap="none">
            <a:spAutoFit/>
          </a:bodyPr>
          <a:lstStyle/>
          <a:p>
            <a:pPr lvl="0"/>
            <a:r>
              <a:rPr lang="en-US" sz="1400" dirty="0">
                <a:solidFill>
                  <a:schemeClr val="dk1"/>
                </a:solidFill>
              </a:rPr>
              <a:t>Waiting Time = Turnaround time time – Burst time</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4080992681"/>
              </p:ext>
            </p:extLst>
          </p:nvPr>
        </p:nvGraphicFramePr>
        <p:xfrm>
          <a:off x="1264711" y="2287398"/>
          <a:ext cx="6363084" cy="2225040"/>
        </p:xfrm>
        <a:graphic>
          <a:graphicData uri="http://schemas.openxmlformats.org/drawingml/2006/table">
            <a:tbl>
              <a:tblPr firstRow="1" bandRow="1"/>
              <a:tblGrid>
                <a:gridCol w="1136727">
                  <a:extLst>
                    <a:ext uri="{9D8B030D-6E8A-4147-A177-3AD203B41FA5}">
                      <a16:colId xmlns:a16="http://schemas.microsoft.com/office/drawing/2014/main" val="440151724"/>
                    </a:ext>
                  </a:extLst>
                </a:gridCol>
                <a:gridCol w="1637823">
                  <a:extLst>
                    <a:ext uri="{9D8B030D-6E8A-4147-A177-3AD203B41FA5}">
                      <a16:colId xmlns:a16="http://schemas.microsoft.com/office/drawing/2014/main" val="490123795"/>
                    </a:ext>
                  </a:extLst>
                </a:gridCol>
                <a:gridCol w="1776762">
                  <a:extLst>
                    <a:ext uri="{9D8B030D-6E8A-4147-A177-3AD203B41FA5}">
                      <a16:colId xmlns:a16="http://schemas.microsoft.com/office/drawing/2014/main" val="2169988446"/>
                    </a:ext>
                  </a:extLst>
                </a:gridCol>
                <a:gridCol w="1811772">
                  <a:extLst>
                    <a:ext uri="{9D8B030D-6E8A-4147-A177-3AD203B41FA5}">
                      <a16:colId xmlns:a16="http://schemas.microsoft.com/office/drawing/2014/main" val="996508805"/>
                    </a:ext>
                  </a:extLst>
                </a:gridCol>
              </a:tblGrid>
              <a:tr h="370840">
                <a:tc>
                  <a:txBody>
                    <a:bodyPr/>
                    <a:lstStyle/>
                    <a:p>
                      <a:pPr algn="ctr"/>
                      <a:r>
                        <a:rPr lang="en-US" sz="1400" b="1" dirty="0"/>
                        <a:t>Process</a:t>
                      </a:r>
                      <a:endParaRPr lang="en-MY" sz="1400" b="1" dirty="0"/>
                    </a:p>
                  </a:txBody>
                  <a:tcPr/>
                </a:tc>
                <a:tc>
                  <a:txBody>
                    <a:bodyPr/>
                    <a:lstStyle/>
                    <a:p>
                      <a:pPr algn="ctr"/>
                      <a:r>
                        <a:rPr lang="en-US" sz="1400" b="1" dirty="0"/>
                        <a:t>Burst time (</a:t>
                      </a:r>
                      <a:r>
                        <a:rPr lang="en-US" sz="1400" b="1" dirty="0" err="1"/>
                        <a:t>ms</a:t>
                      </a:r>
                      <a:r>
                        <a:rPr lang="en-US" sz="1400" b="1" dirty="0"/>
                        <a:t>)</a:t>
                      </a:r>
                      <a:endParaRPr lang="en-MY" sz="1400" b="1" dirty="0"/>
                    </a:p>
                  </a:txBody>
                  <a:tcPr/>
                </a:tc>
                <a:tc>
                  <a:txBody>
                    <a:bodyPr/>
                    <a:lstStyle/>
                    <a:p>
                      <a:pPr algn="ctr"/>
                      <a:r>
                        <a:rPr lang="en-US" sz="1400" b="1" dirty="0"/>
                        <a:t>Turnaround time</a:t>
                      </a:r>
                      <a:endParaRPr lang="en-MY" sz="1400" b="1" dirty="0"/>
                    </a:p>
                  </a:txBody>
                  <a:tcPr/>
                </a:tc>
                <a:tc>
                  <a:txBody>
                    <a:bodyPr/>
                    <a:lstStyle/>
                    <a:p>
                      <a:pPr algn="ctr"/>
                      <a:r>
                        <a:rPr lang="en-US" sz="1400" b="1" dirty="0"/>
                        <a:t>Waiting Time</a:t>
                      </a:r>
                      <a:endParaRPr lang="en-MY" sz="1400" b="1" dirty="0"/>
                    </a:p>
                  </a:txBody>
                  <a:tcPr/>
                </a:tc>
                <a:extLst>
                  <a:ext uri="{0D108BD9-81ED-4DB2-BD59-A6C34878D82A}">
                    <a16:rowId xmlns:a16="http://schemas.microsoft.com/office/drawing/2014/main" val="2900745187"/>
                  </a:ext>
                </a:extLst>
              </a:tr>
              <a:tr h="370840">
                <a:tc>
                  <a:txBody>
                    <a:bodyPr/>
                    <a:lstStyle/>
                    <a:p>
                      <a:pPr algn="ctr"/>
                      <a:r>
                        <a:rPr lang="en-US" sz="1400" dirty="0"/>
                        <a:t>P1</a:t>
                      </a:r>
                      <a:endParaRPr lang="en-MY" sz="1400" dirty="0"/>
                    </a:p>
                  </a:txBody>
                  <a:tcPr/>
                </a:tc>
                <a:tc>
                  <a:txBody>
                    <a:bodyPr/>
                    <a:lstStyle/>
                    <a:p>
                      <a:pPr algn="ctr"/>
                      <a:r>
                        <a:rPr lang="en-US" sz="1400" dirty="0"/>
                        <a:t>6</a:t>
                      </a:r>
                      <a:endParaRPr lang="en-MY" sz="1400" dirty="0"/>
                    </a:p>
                  </a:txBody>
                  <a:tcPr/>
                </a:tc>
                <a:tc>
                  <a:txBody>
                    <a:bodyPr/>
                    <a:lstStyle/>
                    <a:p>
                      <a:pPr algn="ctr"/>
                      <a:r>
                        <a:rPr lang="en-US" sz="1400" dirty="0"/>
                        <a:t>9</a:t>
                      </a:r>
                      <a:r>
                        <a:rPr lang="en-US" sz="1400" baseline="0" dirty="0"/>
                        <a:t> – 0 = 9</a:t>
                      </a:r>
                      <a:endParaRPr lang="en-MY" sz="1400" dirty="0"/>
                    </a:p>
                  </a:txBody>
                  <a:tcPr/>
                </a:tc>
                <a:tc>
                  <a:txBody>
                    <a:bodyPr/>
                    <a:lstStyle/>
                    <a:p>
                      <a:pPr algn="ctr"/>
                      <a:r>
                        <a:rPr lang="en-US" sz="1400" dirty="0"/>
                        <a:t>9 – 6 = 3</a:t>
                      </a:r>
                      <a:endParaRPr lang="en-MY" sz="1400" dirty="0"/>
                    </a:p>
                  </a:txBody>
                  <a:tcPr/>
                </a:tc>
                <a:extLst>
                  <a:ext uri="{0D108BD9-81ED-4DB2-BD59-A6C34878D82A}">
                    <a16:rowId xmlns:a16="http://schemas.microsoft.com/office/drawing/2014/main" val="2344691937"/>
                  </a:ext>
                </a:extLst>
              </a:tr>
              <a:tr h="370840">
                <a:tc>
                  <a:txBody>
                    <a:bodyPr/>
                    <a:lstStyle/>
                    <a:p>
                      <a:pPr algn="ctr"/>
                      <a:r>
                        <a:rPr lang="en-US" sz="1400" dirty="0"/>
                        <a:t>P2</a:t>
                      </a:r>
                      <a:endParaRPr lang="en-MY" sz="1400" dirty="0"/>
                    </a:p>
                  </a:txBody>
                  <a:tcPr/>
                </a:tc>
                <a:tc>
                  <a:txBody>
                    <a:bodyPr/>
                    <a:lstStyle/>
                    <a:p>
                      <a:pPr algn="ctr"/>
                      <a:r>
                        <a:rPr lang="en-US" sz="1400" dirty="0"/>
                        <a:t>8</a:t>
                      </a:r>
                      <a:endParaRPr lang="en-MY" sz="1400" dirty="0"/>
                    </a:p>
                  </a:txBody>
                  <a:tcPr/>
                </a:tc>
                <a:tc>
                  <a:txBody>
                    <a:bodyPr/>
                    <a:lstStyle/>
                    <a:p>
                      <a:pPr algn="ctr"/>
                      <a:r>
                        <a:rPr lang="en-US" sz="1400" dirty="0"/>
                        <a:t>24 – 0 = 24</a:t>
                      </a:r>
                      <a:endParaRPr lang="en-MY" sz="1400" dirty="0"/>
                    </a:p>
                  </a:txBody>
                  <a:tcPr/>
                </a:tc>
                <a:tc>
                  <a:txBody>
                    <a:bodyPr/>
                    <a:lstStyle/>
                    <a:p>
                      <a:pPr algn="ctr"/>
                      <a:r>
                        <a:rPr lang="en-US" sz="1400" dirty="0"/>
                        <a:t>24 – 8 = 16</a:t>
                      </a:r>
                      <a:endParaRPr lang="en-MY" sz="1400" dirty="0"/>
                    </a:p>
                  </a:txBody>
                  <a:tcPr/>
                </a:tc>
                <a:extLst>
                  <a:ext uri="{0D108BD9-81ED-4DB2-BD59-A6C34878D82A}">
                    <a16:rowId xmlns:a16="http://schemas.microsoft.com/office/drawing/2014/main" val="3449177818"/>
                  </a:ext>
                </a:extLst>
              </a:tr>
              <a:tr h="370840">
                <a:tc>
                  <a:txBody>
                    <a:bodyPr/>
                    <a:lstStyle/>
                    <a:p>
                      <a:pPr algn="ctr"/>
                      <a:r>
                        <a:rPr lang="en-US" sz="1400" dirty="0"/>
                        <a:t>P3</a:t>
                      </a:r>
                      <a:endParaRPr lang="en-MY" sz="1400" dirty="0"/>
                    </a:p>
                  </a:txBody>
                  <a:tcPr/>
                </a:tc>
                <a:tc>
                  <a:txBody>
                    <a:bodyPr/>
                    <a:lstStyle/>
                    <a:p>
                      <a:pPr algn="ctr"/>
                      <a:r>
                        <a:rPr lang="en-US" sz="1400" dirty="0"/>
                        <a:t>7</a:t>
                      </a:r>
                      <a:endParaRPr lang="en-MY" sz="1400" dirty="0"/>
                    </a:p>
                  </a:txBody>
                  <a:tcPr/>
                </a:tc>
                <a:tc>
                  <a:txBody>
                    <a:bodyPr/>
                    <a:lstStyle/>
                    <a:p>
                      <a:pPr algn="ctr"/>
                      <a:r>
                        <a:rPr lang="en-US" sz="1400" dirty="0"/>
                        <a:t>16 – 0 = 16</a:t>
                      </a:r>
                      <a:endParaRPr lang="en-MY" sz="1400" dirty="0"/>
                    </a:p>
                  </a:txBody>
                  <a:tcPr/>
                </a:tc>
                <a:tc>
                  <a:txBody>
                    <a:bodyPr/>
                    <a:lstStyle/>
                    <a:p>
                      <a:pPr algn="ctr"/>
                      <a:r>
                        <a:rPr lang="en-US" sz="1400" dirty="0"/>
                        <a:t>16 – 7 = 9</a:t>
                      </a:r>
                      <a:endParaRPr lang="en-MY" sz="1400" dirty="0"/>
                    </a:p>
                  </a:txBody>
                  <a:tcPr/>
                </a:tc>
                <a:extLst>
                  <a:ext uri="{0D108BD9-81ED-4DB2-BD59-A6C34878D82A}">
                    <a16:rowId xmlns:a16="http://schemas.microsoft.com/office/drawing/2014/main" val="1491637479"/>
                  </a:ext>
                </a:extLst>
              </a:tr>
              <a:tr h="370840">
                <a:tc>
                  <a:txBody>
                    <a:bodyPr/>
                    <a:lstStyle/>
                    <a:p>
                      <a:pPr algn="ctr"/>
                      <a:r>
                        <a:rPr lang="en-US" sz="1400" dirty="0"/>
                        <a:t>P4</a:t>
                      </a:r>
                      <a:endParaRPr lang="en-MY" sz="1400" dirty="0"/>
                    </a:p>
                  </a:txBody>
                  <a:tcPr/>
                </a:tc>
                <a:tc>
                  <a:txBody>
                    <a:bodyPr/>
                    <a:lstStyle/>
                    <a:p>
                      <a:pPr algn="ctr"/>
                      <a:r>
                        <a:rPr lang="en-US" sz="1400" dirty="0"/>
                        <a:t>3</a:t>
                      </a:r>
                      <a:endParaRPr lang="en-MY" sz="1400" dirty="0"/>
                    </a:p>
                  </a:txBody>
                  <a:tcPr/>
                </a:tc>
                <a:tc>
                  <a:txBody>
                    <a:bodyPr/>
                    <a:lstStyle/>
                    <a:p>
                      <a:pPr algn="ctr"/>
                      <a:r>
                        <a:rPr lang="en-US" sz="1400" dirty="0"/>
                        <a:t>3 – 0 = 3</a:t>
                      </a:r>
                      <a:endParaRPr lang="en-MY" sz="1400" dirty="0"/>
                    </a:p>
                  </a:txBody>
                  <a:tcPr/>
                </a:tc>
                <a:tc>
                  <a:txBody>
                    <a:bodyPr/>
                    <a:lstStyle/>
                    <a:p>
                      <a:pPr algn="ctr"/>
                      <a:r>
                        <a:rPr lang="en-US" sz="1400" dirty="0"/>
                        <a:t>3 – 3 = 0</a:t>
                      </a:r>
                      <a:endParaRPr lang="en-MY" sz="1400" dirty="0"/>
                    </a:p>
                  </a:txBody>
                  <a:tcPr/>
                </a:tc>
                <a:extLst>
                  <a:ext uri="{0D108BD9-81ED-4DB2-BD59-A6C34878D82A}">
                    <a16:rowId xmlns:a16="http://schemas.microsoft.com/office/drawing/2014/main" val="1660555889"/>
                  </a:ext>
                </a:extLst>
              </a:tr>
              <a:tr h="370840">
                <a:tc>
                  <a:txBody>
                    <a:bodyPr/>
                    <a:lstStyle/>
                    <a:p>
                      <a:pPr algn="ctr"/>
                      <a:endParaRPr lang="en-MY" sz="1400" dirty="0"/>
                    </a:p>
                  </a:txBody>
                  <a:tcPr/>
                </a:tc>
                <a:tc>
                  <a:txBody>
                    <a:bodyPr/>
                    <a:lstStyle/>
                    <a:p>
                      <a:pPr algn="ctr"/>
                      <a:endParaRPr lang="en-MY" sz="1400" dirty="0"/>
                    </a:p>
                  </a:txBody>
                  <a:tcPr/>
                </a:tc>
                <a:tc>
                  <a:txBody>
                    <a:bodyPr/>
                    <a:lstStyle/>
                    <a:p>
                      <a:pPr algn="ctr"/>
                      <a:r>
                        <a:rPr lang="en-US" sz="1400" dirty="0"/>
                        <a:t>52/4 = 13</a:t>
                      </a:r>
                      <a:endParaRPr lang="en-MY" sz="1400" dirty="0"/>
                    </a:p>
                  </a:txBody>
                  <a:tcPr/>
                </a:tc>
                <a:tc>
                  <a:txBody>
                    <a:bodyPr/>
                    <a:lstStyle/>
                    <a:p>
                      <a:pPr algn="ctr"/>
                      <a:r>
                        <a:rPr lang="en-US" sz="1400" dirty="0"/>
                        <a:t>28/4</a:t>
                      </a:r>
                      <a:r>
                        <a:rPr lang="en-US" sz="1400" baseline="0" dirty="0"/>
                        <a:t> = 7</a:t>
                      </a:r>
                      <a:endParaRPr lang="en-MY" sz="1400" dirty="0"/>
                    </a:p>
                  </a:txBody>
                  <a:tcPr/>
                </a:tc>
                <a:extLst>
                  <a:ext uri="{0D108BD9-81ED-4DB2-BD59-A6C34878D82A}">
                    <a16:rowId xmlns:a16="http://schemas.microsoft.com/office/drawing/2014/main" val="1715176803"/>
                  </a:ext>
                </a:extLst>
              </a:tr>
            </a:tbl>
          </a:graphicData>
        </a:graphic>
      </p:graphicFrame>
      <p:sp>
        <p:nvSpPr>
          <p:cNvPr id="5" name="TextBox 4"/>
          <p:cNvSpPr txBox="1"/>
          <p:nvPr/>
        </p:nvSpPr>
        <p:spPr>
          <a:xfrm>
            <a:off x="1599086" y="1608784"/>
            <a:ext cx="298480" cy="307777"/>
          </a:xfrm>
          <a:prstGeom prst="rect">
            <a:avLst/>
          </a:prstGeom>
          <a:noFill/>
        </p:spPr>
        <p:txBody>
          <a:bodyPr wrap="none" rtlCol="0">
            <a:spAutoFit/>
          </a:bodyPr>
          <a:lstStyle/>
          <a:p>
            <a:r>
              <a:rPr lang="en-US" sz="1400" dirty="0"/>
              <a:t>0</a:t>
            </a:r>
            <a:endParaRPr lang="en-MY" sz="1400" dirty="0"/>
          </a:p>
        </p:txBody>
      </p:sp>
      <p:sp>
        <p:nvSpPr>
          <p:cNvPr id="6" name="TextBox 5"/>
          <p:cNvSpPr txBox="1"/>
          <p:nvPr/>
        </p:nvSpPr>
        <p:spPr>
          <a:xfrm>
            <a:off x="2302125" y="1608782"/>
            <a:ext cx="298480" cy="307777"/>
          </a:xfrm>
          <a:prstGeom prst="rect">
            <a:avLst/>
          </a:prstGeom>
          <a:noFill/>
        </p:spPr>
        <p:txBody>
          <a:bodyPr wrap="none" rtlCol="0">
            <a:spAutoFit/>
          </a:bodyPr>
          <a:lstStyle/>
          <a:p>
            <a:r>
              <a:rPr lang="en-US" sz="1400" dirty="0"/>
              <a:t>3</a:t>
            </a:r>
            <a:endParaRPr lang="en-MY" sz="1400" dirty="0"/>
          </a:p>
        </p:txBody>
      </p:sp>
      <p:sp>
        <p:nvSpPr>
          <p:cNvPr id="7" name="TextBox 6"/>
          <p:cNvSpPr txBox="1"/>
          <p:nvPr/>
        </p:nvSpPr>
        <p:spPr>
          <a:xfrm>
            <a:off x="3587679" y="1608781"/>
            <a:ext cx="298480" cy="307777"/>
          </a:xfrm>
          <a:prstGeom prst="rect">
            <a:avLst/>
          </a:prstGeom>
          <a:noFill/>
        </p:spPr>
        <p:txBody>
          <a:bodyPr wrap="none" rtlCol="0">
            <a:spAutoFit/>
          </a:bodyPr>
          <a:lstStyle/>
          <a:p>
            <a:r>
              <a:rPr lang="en-US" sz="1400" dirty="0"/>
              <a:t>9</a:t>
            </a:r>
            <a:endParaRPr lang="en-MY" sz="1400" dirty="0"/>
          </a:p>
        </p:txBody>
      </p:sp>
      <p:sp>
        <p:nvSpPr>
          <p:cNvPr id="8" name="TextBox 7"/>
          <p:cNvSpPr txBox="1"/>
          <p:nvPr/>
        </p:nvSpPr>
        <p:spPr>
          <a:xfrm>
            <a:off x="5187217" y="1608781"/>
            <a:ext cx="412292" cy="307777"/>
          </a:xfrm>
          <a:prstGeom prst="rect">
            <a:avLst/>
          </a:prstGeom>
          <a:noFill/>
        </p:spPr>
        <p:txBody>
          <a:bodyPr wrap="none" rtlCol="0">
            <a:spAutoFit/>
          </a:bodyPr>
          <a:lstStyle/>
          <a:p>
            <a:r>
              <a:rPr lang="en-US" sz="1400" dirty="0"/>
              <a:t>16</a:t>
            </a:r>
            <a:endParaRPr lang="en-MY" sz="1400" dirty="0"/>
          </a:p>
        </p:txBody>
      </p:sp>
      <p:graphicFrame>
        <p:nvGraphicFramePr>
          <p:cNvPr id="9" name="Table 8"/>
          <p:cNvGraphicFramePr>
            <a:graphicFrameLocks noGrp="1"/>
          </p:cNvGraphicFramePr>
          <p:nvPr>
            <p:extLst>
              <p:ext uri="{D42A27DB-BD31-4B8C-83A1-F6EECF244321}">
                <p14:modId xmlns:p14="http://schemas.microsoft.com/office/powerpoint/2010/main" val="2092429476"/>
              </p:ext>
            </p:extLst>
          </p:nvPr>
        </p:nvGraphicFramePr>
        <p:xfrm>
          <a:off x="1744105" y="1237942"/>
          <a:ext cx="5655789" cy="370840"/>
        </p:xfrm>
        <a:graphic>
          <a:graphicData uri="http://schemas.openxmlformats.org/drawingml/2006/table">
            <a:tbl>
              <a:tblPr firstRow="1" bandRow="1"/>
              <a:tblGrid>
                <a:gridCol w="722736">
                  <a:extLst>
                    <a:ext uri="{9D8B030D-6E8A-4147-A177-3AD203B41FA5}">
                      <a16:colId xmlns:a16="http://schemas.microsoft.com/office/drawing/2014/main" val="3845805287"/>
                    </a:ext>
                  </a:extLst>
                </a:gridCol>
                <a:gridCol w="1316738">
                  <a:extLst>
                    <a:ext uri="{9D8B030D-6E8A-4147-A177-3AD203B41FA5}">
                      <a16:colId xmlns:a16="http://schemas.microsoft.com/office/drawing/2014/main" val="1406130587"/>
                    </a:ext>
                  </a:extLst>
                </a:gridCol>
                <a:gridCol w="1617202">
                  <a:extLst>
                    <a:ext uri="{9D8B030D-6E8A-4147-A177-3AD203B41FA5}">
                      <a16:colId xmlns:a16="http://schemas.microsoft.com/office/drawing/2014/main" val="2811806534"/>
                    </a:ext>
                  </a:extLst>
                </a:gridCol>
                <a:gridCol w="1999113">
                  <a:extLst>
                    <a:ext uri="{9D8B030D-6E8A-4147-A177-3AD203B41FA5}">
                      <a16:colId xmlns:a16="http://schemas.microsoft.com/office/drawing/2014/main" val="1979448345"/>
                    </a:ext>
                  </a:extLst>
                </a:gridCol>
              </a:tblGrid>
              <a:tr h="370840">
                <a:tc>
                  <a:txBody>
                    <a:bodyPr/>
                    <a:lstStyle/>
                    <a:p>
                      <a:pPr algn="ctr"/>
                      <a:r>
                        <a:rPr lang="en-US" dirty="0"/>
                        <a:t>P4</a:t>
                      </a:r>
                      <a:endParaRPr lang="en-MY" dirty="0"/>
                    </a:p>
                  </a:txBody>
                  <a:tcPr/>
                </a:tc>
                <a:tc>
                  <a:txBody>
                    <a:bodyPr/>
                    <a:lstStyle/>
                    <a:p>
                      <a:pPr algn="ctr"/>
                      <a:r>
                        <a:rPr lang="en-US" dirty="0"/>
                        <a:t>P1</a:t>
                      </a:r>
                      <a:endParaRPr lang="en-MY" dirty="0"/>
                    </a:p>
                  </a:txBody>
                  <a:tcPr/>
                </a:tc>
                <a:tc>
                  <a:txBody>
                    <a:bodyPr/>
                    <a:lstStyle/>
                    <a:p>
                      <a:pPr algn="ctr"/>
                      <a:r>
                        <a:rPr lang="en-US" dirty="0"/>
                        <a:t>P3</a:t>
                      </a:r>
                      <a:endParaRPr lang="en-MY" dirty="0"/>
                    </a:p>
                  </a:txBody>
                  <a:tcPr/>
                </a:tc>
                <a:tc>
                  <a:txBody>
                    <a:bodyPr/>
                    <a:lstStyle/>
                    <a:p>
                      <a:pPr algn="ctr"/>
                      <a:r>
                        <a:rPr lang="en-US" dirty="0"/>
                        <a:t>P2</a:t>
                      </a:r>
                      <a:endParaRPr lang="en-MY" dirty="0"/>
                    </a:p>
                  </a:txBody>
                  <a:tcPr/>
                </a:tc>
                <a:extLst>
                  <a:ext uri="{0D108BD9-81ED-4DB2-BD59-A6C34878D82A}">
                    <a16:rowId xmlns:a16="http://schemas.microsoft.com/office/drawing/2014/main" val="3932784211"/>
                  </a:ext>
                </a:extLst>
              </a:tr>
            </a:tbl>
          </a:graphicData>
        </a:graphic>
      </p:graphicFrame>
      <p:sp>
        <p:nvSpPr>
          <p:cNvPr id="10" name="TextBox 9"/>
          <p:cNvSpPr txBox="1"/>
          <p:nvPr/>
        </p:nvSpPr>
        <p:spPr>
          <a:xfrm>
            <a:off x="7092010" y="1608781"/>
            <a:ext cx="412292" cy="307777"/>
          </a:xfrm>
          <a:prstGeom prst="rect">
            <a:avLst/>
          </a:prstGeom>
          <a:noFill/>
        </p:spPr>
        <p:txBody>
          <a:bodyPr wrap="none" rtlCol="0">
            <a:spAutoFit/>
          </a:bodyPr>
          <a:lstStyle/>
          <a:p>
            <a:r>
              <a:rPr lang="en-US" sz="1400" dirty="0"/>
              <a:t>24</a:t>
            </a:r>
            <a:endParaRPr lang="en-MY" sz="1400" dirty="0"/>
          </a:p>
        </p:txBody>
      </p:sp>
      <p:sp>
        <p:nvSpPr>
          <p:cNvPr id="11" name="Google Shape;751;p35"/>
          <p:cNvSpPr txBox="1">
            <a:spLocks noGrp="1"/>
          </p:cNvSpPr>
          <p:nvPr>
            <p:ph type="title"/>
          </p:nvPr>
        </p:nvSpPr>
        <p:spPr>
          <a:xfrm>
            <a:off x="457200" y="277813"/>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dirty="0"/>
              <a:t>Solutions</a:t>
            </a:r>
            <a:endParaRPr dirty="0"/>
          </a:p>
        </p:txBody>
      </p:sp>
    </p:spTree>
    <p:extLst>
      <p:ext uri="{BB962C8B-B14F-4D97-AF65-F5344CB8AC3E}">
        <p14:creationId xmlns:p14="http://schemas.microsoft.com/office/powerpoint/2010/main" val="22814817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4">
            <a:extLst>
              <a:ext uri="{FF2B5EF4-FFF2-40B4-BE49-F238E27FC236}">
                <a16:creationId xmlns:a16="http://schemas.microsoft.com/office/drawing/2014/main" id="{ED371684-66F9-4783-AA0C-5B0AAB1C7349}"/>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CAF1045-DCBB-4D31-BC9B-D3CD05E64C3D}"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38</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3" name="Rectangle 9">
            <a:extLst>
              <a:ext uri="{FF2B5EF4-FFF2-40B4-BE49-F238E27FC236}">
                <a16:creationId xmlns:a16="http://schemas.microsoft.com/office/drawing/2014/main" id="{2B21E991-2DBE-442D-8FA0-B05563E8A9A3}"/>
              </a:ext>
            </a:extLst>
          </p:cNvPr>
          <p:cNvSpPr txBox="1">
            <a:spLocks noChangeArrowheads="1"/>
          </p:cNvSpPr>
          <p:nvPr/>
        </p:nvSpPr>
        <p:spPr>
          <a:xfrm>
            <a:off x="462579" y="914400"/>
            <a:ext cx="8148021" cy="2286000"/>
          </a:xfrm>
          <a:prstGeom prst="rect">
            <a:avLst/>
          </a:prstGeom>
        </p:spPr>
        <p:txBody>
          <a:bodyPr/>
          <a:lstStyle/>
          <a:p>
            <a:pPr marL="0" marR="0" lvl="0" indent="0" algn="just" defTabSz="914400" rtl="0" eaLnBrk="1" fontAlgn="base" latinLnBrk="0" hangingPunct="1">
              <a:lnSpc>
                <a:spcPct val="90000"/>
              </a:lnSpc>
              <a:spcBef>
                <a:spcPct val="20000"/>
              </a:spcBef>
              <a:spcAft>
                <a:spcPct val="0"/>
              </a:spcAft>
              <a:buClrTx/>
              <a:buSzTx/>
              <a:buFontTx/>
              <a:buNone/>
              <a:tabLst/>
              <a:defRPr/>
            </a:pPr>
            <a:r>
              <a:rPr kumimoji="0" lang="en-US" sz="2200" b="1"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SJF/SJN: Example 3</a:t>
            </a:r>
            <a:r>
              <a:rPr kumimoji="0" lang="en-US" sz="22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 </a:t>
            </a:r>
          </a:p>
          <a:p>
            <a:pPr marL="0" marR="0" lvl="0" indent="0" algn="just" defTabSz="914400" rtl="0" eaLnBrk="1" fontAlgn="base" latinLnBrk="0" hangingPunct="1">
              <a:lnSpc>
                <a:spcPct val="90000"/>
              </a:lnSpc>
              <a:spcBef>
                <a:spcPct val="20000"/>
              </a:spcBef>
              <a:spcAft>
                <a:spcPct val="0"/>
              </a:spcAft>
              <a:buClrTx/>
              <a:buSzTx/>
              <a:buFontTx/>
              <a:buNone/>
              <a:tabLst/>
              <a:defRPr/>
            </a:pPr>
            <a:endParaRPr kumimoji="0" lang="en-US" sz="22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0" marR="0" lvl="0" indent="0" algn="just" defTabSz="914400" rtl="0" eaLnBrk="1" fontAlgn="base" latinLnBrk="0" hangingPunct="1">
              <a:lnSpc>
                <a:spcPct val="90000"/>
              </a:lnSpc>
              <a:spcBef>
                <a:spcPct val="20000"/>
              </a:spcBef>
              <a:spcAft>
                <a:spcPct val="0"/>
              </a:spcAft>
              <a:buClrTx/>
              <a:buSzTx/>
              <a:buFontTx/>
              <a:buNone/>
              <a:tabLst/>
              <a:defRPr/>
            </a:pPr>
            <a:r>
              <a:rPr kumimoji="0" lang="en-US" sz="22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Four processes Job A, Job B, Job C and Job D arrived at time </a:t>
            </a:r>
            <a:r>
              <a:rPr kumimoji="0" lang="en-US" sz="2200" b="0" i="1"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t</a:t>
            </a:r>
            <a:r>
              <a:rPr kumimoji="0" lang="en-US" sz="2200" b="0" i="1" u="none" strike="noStrike" kern="0" cap="none" spc="0" normalizeH="0" baseline="-25000" noProof="0" dirty="0">
                <a:ln>
                  <a:noFill/>
                </a:ln>
                <a:solidFill>
                  <a:srgbClr val="000000"/>
                </a:solidFill>
                <a:effectLst/>
                <a:uLnTx/>
                <a:uFillTx/>
                <a:latin typeface="Arial"/>
                <a:ea typeface="MS PGothic" panose="020B0600070205080204" pitchFamily="34" charset="-128"/>
                <a:cs typeface="+mn-cs"/>
              </a:rPr>
              <a:t>0</a:t>
            </a:r>
            <a:r>
              <a:rPr kumimoji="0" lang="en-US" sz="2200" b="0" i="1"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 </a:t>
            </a:r>
            <a:r>
              <a:rPr kumimoji="0" lang="en-US" sz="22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with different CPU burst. Calculate the average waiting time and average turn around time. Assume that SJN algorithm applied.</a:t>
            </a:r>
          </a:p>
        </p:txBody>
      </p:sp>
      <p:graphicFrame>
        <p:nvGraphicFramePr>
          <p:cNvPr id="5" name="Google Shape;763;p36"/>
          <p:cNvGraphicFramePr/>
          <p:nvPr/>
        </p:nvGraphicFramePr>
        <p:xfrm>
          <a:off x="2514600" y="3479800"/>
          <a:ext cx="4064000" cy="1854250"/>
        </p:xfrm>
        <a:graphic>
          <a:graphicData uri="http://schemas.openxmlformats.org/drawingml/2006/table">
            <a:tbl>
              <a:tblPr firstRow="1" bandRow="1">
                <a:noFill/>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tblGrid>
              <a:tr h="370850">
                <a:tc>
                  <a:txBody>
                    <a:bodyPr/>
                    <a:lstStyle/>
                    <a:p>
                      <a:pPr marL="0" marR="0" lvl="0" indent="0" algn="ctr" rtl="0">
                        <a:spcBef>
                          <a:spcPts val="0"/>
                        </a:spcBef>
                        <a:spcAft>
                          <a:spcPts val="0"/>
                        </a:spcAft>
                        <a:buNone/>
                      </a:pPr>
                      <a:r>
                        <a:rPr lang="en-US" sz="1800" u="none" strike="noStrike" cap="none">
                          <a:solidFill>
                            <a:schemeClr val="dk1"/>
                          </a:solidFill>
                        </a:rPr>
                        <a:t>Process</a:t>
                      </a:r>
                      <a:endParaRPr/>
                    </a:p>
                  </a:txBody>
                  <a:tcPr marL="91450" marR="91450" marT="45725" marB="45725"/>
                </a:tc>
                <a:tc>
                  <a:txBody>
                    <a:bodyPr/>
                    <a:lstStyle/>
                    <a:p>
                      <a:pPr marL="0" marR="0" lvl="0" indent="0" algn="ctr" rtl="0">
                        <a:spcBef>
                          <a:spcPts val="0"/>
                        </a:spcBef>
                        <a:spcAft>
                          <a:spcPts val="0"/>
                        </a:spcAft>
                        <a:buNone/>
                      </a:pPr>
                      <a:r>
                        <a:rPr lang="en-US" sz="1800" u="none" strike="noStrike" cap="none" dirty="0">
                          <a:solidFill>
                            <a:schemeClr val="dk1"/>
                          </a:solidFill>
                        </a:rPr>
                        <a:t>CPU Burst</a:t>
                      </a:r>
                      <a:endParaRPr dirty="0"/>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n-US" sz="1800" u="none" strike="noStrike" cap="none"/>
                        <a:t>Job A</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5</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r>
                        <a:rPr lang="en-US" sz="1800" u="none" strike="noStrike" cap="none"/>
                        <a:t>Job B</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2</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n-US" sz="1800" u="none" strike="noStrike" cap="none"/>
                        <a:t>Job C</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6</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None/>
                      </a:pPr>
                      <a:r>
                        <a:rPr lang="en-US" sz="1800" u="none" strike="noStrike" cap="none"/>
                        <a:t>Job D</a:t>
                      </a:r>
                      <a:endParaRPr/>
                    </a:p>
                  </a:txBody>
                  <a:tcPr marL="91450" marR="91450" marT="45725" marB="45725"/>
                </a:tc>
                <a:tc>
                  <a:txBody>
                    <a:bodyPr/>
                    <a:lstStyle/>
                    <a:p>
                      <a:pPr marL="0" marR="0" lvl="0" indent="0" algn="ctr" rtl="0">
                        <a:spcBef>
                          <a:spcPts val="0"/>
                        </a:spcBef>
                        <a:spcAft>
                          <a:spcPts val="0"/>
                        </a:spcAft>
                        <a:buNone/>
                      </a:pPr>
                      <a:r>
                        <a:rPr lang="en-US" sz="1800" u="none" strike="noStrike" cap="none" dirty="0"/>
                        <a:t>4</a:t>
                      </a:r>
                      <a:endParaRPr dirty="0"/>
                    </a:p>
                  </a:txBody>
                  <a:tcPr marL="91450" marR="91450" marT="45725" marB="45725"/>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3358279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4">
            <a:extLst>
              <a:ext uri="{FF2B5EF4-FFF2-40B4-BE49-F238E27FC236}">
                <a16:creationId xmlns:a16="http://schemas.microsoft.com/office/drawing/2014/main" id="{EE023824-9037-4BB1-B9B0-3F69A931D69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52F7E90-4826-4B45-8BFE-5A58B1B72E13}"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39</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9" name="Rectangle 9">
            <a:extLst>
              <a:ext uri="{FF2B5EF4-FFF2-40B4-BE49-F238E27FC236}">
                <a16:creationId xmlns:a16="http://schemas.microsoft.com/office/drawing/2014/main" id="{F02FB54F-4716-40FE-8B68-84BCC00F67DC}"/>
              </a:ext>
            </a:extLst>
          </p:cNvPr>
          <p:cNvSpPr txBox="1">
            <a:spLocks noChangeArrowheads="1"/>
          </p:cNvSpPr>
          <p:nvPr/>
        </p:nvSpPr>
        <p:spPr>
          <a:xfrm>
            <a:off x="1066800" y="762000"/>
            <a:ext cx="7543800" cy="533400"/>
          </a:xfrm>
          <a:prstGeom prst="rect">
            <a:avLst/>
          </a:prstGeom>
        </p:spPr>
        <p:txBody>
          <a:body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0" lang="en-US" sz="2400" b="1"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Solution</a:t>
            </a:r>
            <a:r>
              <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 </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Arial" panose="020B0604020202020204" pitchFamily="34" charset="0"/>
            </a:endParaRPr>
          </a:p>
        </p:txBody>
      </p:sp>
      <p:graphicFrame>
        <p:nvGraphicFramePr>
          <p:cNvPr id="30" name="Table 29">
            <a:extLst>
              <a:ext uri="{FF2B5EF4-FFF2-40B4-BE49-F238E27FC236}">
                <a16:creationId xmlns:a16="http://schemas.microsoft.com/office/drawing/2014/main" id="{F869AB80-BBA6-4F4D-936A-0745B277457D}"/>
              </a:ext>
            </a:extLst>
          </p:cNvPr>
          <p:cNvGraphicFramePr>
            <a:graphicFrameLocks noGrp="1"/>
          </p:cNvGraphicFramePr>
          <p:nvPr>
            <p:extLst>
              <p:ext uri="{D42A27DB-BD31-4B8C-83A1-F6EECF244321}">
                <p14:modId xmlns:p14="http://schemas.microsoft.com/office/powerpoint/2010/main" val="1161657761"/>
              </p:ext>
            </p:extLst>
          </p:nvPr>
        </p:nvGraphicFramePr>
        <p:xfrm>
          <a:off x="1143000" y="2133600"/>
          <a:ext cx="3352800" cy="1852615"/>
        </p:xfrm>
        <a:graphic>
          <a:graphicData uri="http://schemas.openxmlformats.org/drawingml/2006/table">
            <a:tbl>
              <a:tblPr firstRow="1" bandRow="1">
                <a:tableStyleId>{74C1A8A3-306A-4EB7-A6B1-4F7E0EB9C5D6}</a:tableStyleId>
              </a:tblPr>
              <a:tblGrid>
                <a:gridCol w="1712068">
                  <a:extLst>
                    <a:ext uri="{9D8B030D-6E8A-4147-A177-3AD203B41FA5}">
                      <a16:colId xmlns:a16="http://schemas.microsoft.com/office/drawing/2014/main" val="20000"/>
                    </a:ext>
                  </a:extLst>
                </a:gridCol>
                <a:gridCol w="1640732">
                  <a:extLst>
                    <a:ext uri="{9D8B030D-6E8A-4147-A177-3AD203B41FA5}">
                      <a16:colId xmlns:a16="http://schemas.microsoft.com/office/drawing/2014/main" val="20001"/>
                    </a:ext>
                  </a:extLst>
                </a:gridCol>
              </a:tblGrid>
              <a:tr h="370523">
                <a:tc>
                  <a:txBody>
                    <a:bodyPr/>
                    <a:lstStyle/>
                    <a:p>
                      <a:pPr algn="ctr"/>
                      <a:r>
                        <a:rPr lang="en-US" sz="1800" dirty="0">
                          <a:solidFill>
                            <a:schemeClr val="tx1"/>
                          </a:solidFill>
                        </a:rPr>
                        <a:t>Process</a:t>
                      </a:r>
                    </a:p>
                  </a:txBody>
                  <a:tcPr marT="45680" marB="45680"/>
                </a:tc>
                <a:tc>
                  <a:txBody>
                    <a:bodyPr/>
                    <a:lstStyle/>
                    <a:p>
                      <a:pPr algn="ctr"/>
                      <a:r>
                        <a:rPr lang="en-US" sz="1800" dirty="0">
                          <a:solidFill>
                            <a:schemeClr val="tx1"/>
                          </a:solidFill>
                        </a:rPr>
                        <a:t>Burst Time</a:t>
                      </a:r>
                    </a:p>
                  </a:txBody>
                  <a:tcPr marT="45680" marB="45680"/>
                </a:tc>
                <a:extLst>
                  <a:ext uri="{0D108BD9-81ED-4DB2-BD59-A6C34878D82A}">
                    <a16:rowId xmlns:a16="http://schemas.microsoft.com/office/drawing/2014/main" val="10000"/>
                  </a:ext>
                </a:extLst>
              </a:tr>
              <a:tr h="370523">
                <a:tc>
                  <a:txBody>
                    <a:bodyPr/>
                    <a:lstStyle/>
                    <a:p>
                      <a:pPr algn="ctr"/>
                      <a:r>
                        <a:rPr lang="en-US" sz="1800" dirty="0"/>
                        <a:t>Job A</a:t>
                      </a:r>
                    </a:p>
                  </a:txBody>
                  <a:tcPr marT="45680" marB="45680"/>
                </a:tc>
                <a:tc>
                  <a:txBody>
                    <a:bodyPr/>
                    <a:lstStyle/>
                    <a:p>
                      <a:pPr algn="ctr"/>
                      <a:r>
                        <a:rPr lang="en-US" sz="1800" dirty="0"/>
                        <a:t>5</a:t>
                      </a:r>
                    </a:p>
                  </a:txBody>
                  <a:tcPr/>
                </a:tc>
                <a:extLst>
                  <a:ext uri="{0D108BD9-81ED-4DB2-BD59-A6C34878D82A}">
                    <a16:rowId xmlns:a16="http://schemas.microsoft.com/office/drawing/2014/main" val="10001"/>
                  </a:ext>
                </a:extLst>
              </a:tr>
              <a:tr h="370523">
                <a:tc>
                  <a:txBody>
                    <a:bodyPr/>
                    <a:lstStyle/>
                    <a:p>
                      <a:pPr algn="ctr"/>
                      <a:r>
                        <a:rPr lang="en-US" sz="1800" dirty="0"/>
                        <a:t>Job B</a:t>
                      </a:r>
                    </a:p>
                  </a:txBody>
                  <a:tcPr marT="45680" marB="45680"/>
                </a:tc>
                <a:tc>
                  <a:txBody>
                    <a:bodyPr/>
                    <a:lstStyle/>
                    <a:p>
                      <a:pPr algn="ctr"/>
                      <a:r>
                        <a:rPr lang="en-US" sz="1800" dirty="0"/>
                        <a:t>2</a:t>
                      </a:r>
                    </a:p>
                  </a:txBody>
                  <a:tcPr/>
                </a:tc>
                <a:extLst>
                  <a:ext uri="{0D108BD9-81ED-4DB2-BD59-A6C34878D82A}">
                    <a16:rowId xmlns:a16="http://schemas.microsoft.com/office/drawing/2014/main" val="10002"/>
                  </a:ext>
                </a:extLst>
              </a:tr>
              <a:tr h="370523">
                <a:tc>
                  <a:txBody>
                    <a:bodyPr/>
                    <a:lstStyle/>
                    <a:p>
                      <a:pPr algn="ctr"/>
                      <a:r>
                        <a:rPr lang="en-US" sz="1800" dirty="0"/>
                        <a:t>Job C</a:t>
                      </a:r>
                    </a:p>
                  </a:txBody>
                  <a:tcPr marT="45680" marB="45680"/>
                </a:tc>
                <a:tc>
                  <a:txBody>
                    <a:bodyPr/>
                    <a:lstStyle/>
                    <a:p>
                      <a:pPr algn="ctr"/>
                      <a:r>
                        <a:rPr lang="en-US" sz="1800" dirty="0"/>
                        <a:t>6</a:t>
                      </a:r>
                    </a:p>
                  </a:txBody>
                  <a:tcPr/>
                </a:tc>
                <a:extLst>
                  <a:ext uri="{0D108BD9-81ED-4DB2-BD59-A6C34878D82A}">
                    <a16:rowId xmlns:a16="http://schemas.microsoft.com/office/drawing/2014/main" val="10003"/>
                  </a:ext>
                </a:extLst>
              </a:tr>
              <a:tr h="370523">
                <a:tc>
                  <a:txBody>
                    <a:bodyPr/>
                    <a:lstStyle/>
                    <a:p>
                      <a:pPr algn="ctr"/>
                      <a:r>
                        <a:rPr lang="en-US" sz="1800" dirty="0"/>
                        <a:t>Job D</a:t>
                      </a:r>
                    </a:p>
                  </a:txBody>
                  <a:tcPr marT="45680" marB="45680"/>
                </a:tc>
                <a:tc>
                  <a:txBody>
                    <a:bodyPr/>
                    <a:lstStyle/>
                    <a:p>
                      <a:pPr algn="ctr"/>
                      <a:r>
                        <a:rPr lang="en-US" sz="1800" dirty="0"/>
                        <a:t>4</a:t>
                      </a:r>
                    </a:p>
                  </a:txBody>
                  <a:tcPr/>
                </a:tc>
                <a:extLst>
                  <a:ext uri="{0D108BD9-81ED-4DB2-BD59-A6C34878D82A}">
                    <a16:rowId xmlns:a16="http://schemas.microsoft.com/office/drawing/2014/main" val="10004"/>
                  </a:ext>
                </a:extLst>
              </a:tr>
            </a:tbl>
          </a:graphicData>
        </a:graphic>
      </p:graphicFrame>
      <p:graphicFrame>
        <p:nvGraphicFramePr>
          <p:cNvPr id="20" name="Table 19">
            <a:extLst>
              <a:ext uri="{FF2B5EF4-FFF2-40B4-BE49-F238E27FC236}">
                <a16:creationId xmlns:a16="http://schemas.microsoft.com/office/drawing/2014/main" id="{7304EDE1-25DA-4B04-9F80-47765CDC6D07}"/>
              </a:ext>
            </a:extLst>
          </p:cNvPr>
          <p:cNvGraphicFramePr>
            <a:graphicFrameLocks noGrp="1"/>
          </p:cNvGraphicFramePr>
          <p:nvPr/>
        </p:nvGraphicFramePr>
        <p:xfrm>
          <a:off x="4724400" y="2133600"/>
          <a:ext cx="1752600" cy="1852615"/>
        </p:xfrm>
        <a:graphic>
          <a:graphicData uri="http://schemas.openxmlformats.org/drawingml/2006/table">
            <a:tbl>
              <a:tblPr firstRow="1" bandRow="1">
                <a:tableStyleId>{74C1A8A3-306A-4EB7-A6B1-4F7E0EB9C5D6}</a:tableStyleId>
              </a:tblPr>
              <a:tblGrid>
                <a:gridCol w="1752600">
                  <a:extLst>
                    <a:ext uri="{9D8B030D-6E8A-4147-A177-3AD203B41FA5}">
                      <a16:colId xmlns:a16="http://schemas.microsoft.com/office/drawing/2014/main" val="20000"/>
                    </a:ext>
                  </a:extLst>
                </a:gridCol>
              </a:tblGrid>
              <a:tr h="370523">
                <a:tc>
                  <a:txBody>
                    <a:bodyPr/>
                    <a:lstStyle/>
                    <a:p>
                      <a:pPr algn="ctr"/>
                      <a:r>
                        <a:rPr lang="en-US" sz="1800" dirty="0">
                          <a:solidFill>
                            <a:schemeClr val="tx1"/>
                          </a:solidFill>
                        </a:rPr>
                        <a:t>Waiting Time</a:t>
                      </a:r>
                    </a:p>
                  </a:txBody>
                  <a:tcPr marT="45680" marB="45680"/>
                </a:tc>
                <a:extLst>
                  <a:ext uri="{0D108BD9-81ED-4DB2-BD59-A6C34878D82A}">
                    <a16:rowId xmlns:a16="http://schemas.microsoft.com/office/drawing/2014/main" val="10000"/>
                  </a:ext>
                </a:extLst>
              </a:tr>
              <a:tr h="370523">
                <a:tc>
                  <a:txBody>
                    <a:bodyPr/>
                    <a:lstStyle/>
                    <a:p>
                      <a:pPr algn="ctr"/>
                      <a:r>
                        <a:rPr lang="en-US" sz="1800" dirty="0">
                          <a:solidFill>
                            <a:srgbClr val="FF0000"/>
                          </a:solidFill>
                        </a:rPr>
                        <a:t>6</a:t>
                      </a:r>
                    </a:p>
                  </a:txBody>
                  <a:tcPr marT="45680" marB="45680"/>
                </a:tc>
                <a:extLst>
                  <a:ext uri="{0D108BD9-81ED-4DB2-BD59-A6C34878D82A}">
                    <a16:rowId xmlns:a16="http://schemas.microsoft.com/office/drawing/2014/main" val="10001"/>
                  </a:ext>
                </a:extLst>
              </a:tr>
              <a:tr h="370523">
                <a:tc>
                  <a:txBody>
                    <a:bodyPr/>
                    <a:lstStyle/>
                    <a:p>
                      <a:pPr algn="ctr"/>
                      <a:r>
                        <a:rPr lang="en-US" sz="1800" dirty="0">
                          <a:solidFill>
                            <a:srgbClr val="FF0000"/>
                          </a:solidFill>
                        </a:rPr>
                        <a:t>0</a:t>
                      </a:r>
                    </a:p>
                  </a:txBody>
                  <a:tcPr marT="45680" marB="45680"/>
                </a:tc>
                <a:extLst>
                  <a:ext uri="{0D108BD9-81ED-4DB2-BD59-A6C34878D82A}">
                    <a16:rowId xmlns:a16="http://schemas.microsoft.com/office/drawing/2014/main" val="10002"/>
                  </a:ext>
                </a:extLst>
              </a:tr>
              <a:tr h="370523">
                <a:tc>
                  <a:txBody>
                    <a:bodyPr/>
                    <a:lstStyle/>
                    <a:p>
                      <a:pPr algn="ctr"/>
                      <a:r>
                        <a:rPr lang="en-US" sz="1800" dirty="0">
                          <a:solidFill>
                            <a:srgbClr val="FF0000"/>
                          </a:solidFill>
                        </a:rPr>
                        <a:t>11</a:t>
                      </a:r>
                    </a:p>
                  </a:txBody>
                  <a:tcPr marT="45680" marB="45680"/>
                </a:tc>
                <a:extLst>
                  <a:ext uri="{0D108BD9-81ED-4DB2-BD59-A6C34878D82A}">
                    <a16:rowId xmlns:a16="http://schemas.microsoft.com/office/drawing/2014/main" val="10003"/>
                  </a:ext>
                </a:extLst>
              </a:tr>
              <a:tr h="370523">
                <a:tc>
                  <a:txBody>
                    <a:bodyPr/>
                    <a:lstStyle/>
                    <a:p>
                      <a:pPr algn="ctr"/>
                      <a:r>
                        <a:rPr lang="en-US" sz="1800" dirty="0">
                          <a:solidFill>
                            <a:srgbClr val="FF0000"/>
                          </a:solidFill>
                        </a:rPr>
                        <a:t>2</a:t>
                      </a:r>
                    </a:p>
                  </a:txBody>
                  <a:tcPr marT="45680" marB="45680"/>
                </a:tc>
                <a:extLst>
                  <a:ext uri="{0D108BD9-81ED-4DB2-BD59-A6C34878D82A}">
                    <a16:rowId xmlns:a16="http://schemas.microsoft.com/office/drawing/2014/main" val="10004"/>
                  </a:ext>
                </a:extLst>
              </a:tr>
            </a:tbl>
          </a:graphicData>
        </a:graphic>
      </p:graphicFrame>
      <p:graphicFrame>
        <p:nvGraphicFramePr>
          <p:cNvPr id="28" name="Table 27">
            <a:extLst>
              <a:ext uri="{FF2B5EF4-FFF2-40B4-BE49-F238E27FC236}">
                <a16:creationId xmlns:a16="http://schemas.microsoft.com/office/drawing/2014/main" id="{77756873-3F55-4C88-94E8-D86F68D687EF}"/>
              </a:ext>
            </a:extLst>
          </p:cNvPr>
          <p:cNvGraphicFramePr>
            <a:graphicFrameLocks noGrp="1"/>
          </p:cNvGraphicFramePr>
          <p:nvPr/>
        </p:nvGraphicFramePr>
        <p:xfrm>
          <a:off x="6654800" y="2133600"/>
          <a:ext cx="2108200" cy="1852615"/>
        </p:xfrm>
        <a:graphic>
          <a:graphicData uri="http://schemas.openxmlformats.org/drawingml/2006/table">
            <a:tbl>
              <a:tblPr firstRow="1" bandRow="1">
                <a:tableStyleId>{74C1A8A3-306A-4EB7-A6B1-4F7E0EB9C5D6}</a:tableStyleId>
              </a:tblPr>
              <a:tblGrid>
                <a:gridCol w="2108200">
                  <a:extLst>
                    <a:ext uri="{9D8B030D-6E8A-4147-A177-3AD203B41FA5}">
                      <a16:colId xmlns:a16="http://schemas.microsoft.com/office/drawing/2014/main" val="20000"/>
                    </a:ext>
                  </a:extLst>
                </a:gridCol>
              </a:tblGrid>
              <a:tr h="370523">
                <a:tc>
                  <a:txBody>
                    <a:bodyPr/>
                    <a:lstStyle/>
                    <a:p>
                      <a:pPr algn="ctr"/>
                      <a:r>
                        <a:rPr lang="en-US" sz="1800" dirty="0">
                          <a:solidFill>
                            <a:schemeClr val="tx1"/>
                          </a:solidFill>
                        </a:rPr>
                        <a:t>Turnaround Time</a:t>
                      </a:r>
                    </a:p>
                  </a:txBody>
                  <a:tcPr marT="45680" marB="45680"/>
                </a:tc>
                <a:extLst>
                  <a:ext uri="{0D108BD9-81ED-4DB2-BD59-A6C34878D82A}">
                    <a16:rowId xmlns:a16="http://schemas.microsoft.com/office/drawing/2014/main" val="10000"/>
                  </a:ext>
                </a:extLst>
              </a:tr>
              <a:tr h="370523">
                <a:tc>
                  <a:txBody>
                    <a:bodyPr/>
                    <a:lstStyle/>
                    <a:p>
                      <a:pPr algn="ctr"/>
                      <a:r>
                        <a:rPr lang="en-US" sz="1800" dirty="0">
                          <a:solidFill>
                            <a:srgbClr val="FF0000"/>
                          </a:solidFill>
                        </a:rPr>
                        <a:t>11</a:t>
                      </a:r>
                    </a:p>
                  </a:txBody>
                  <a:tcPr marT="45680" marB="45680"/>
                </a:tc>
                <a:extLst>
                  <a:ext uri="{0D108BD9-81ED-4DB2-BD59-A6C34878D82A}">
                    <a16:rowId xmlns:a16="http://schemas.microsoft.com/office/drawing/2014/main" val="10001"/>
                  </a:ext>
                </a:extLst>
              </a:tr>
              <a:tr h="370523">
                <a:tc>
                  <a:txBody>
                    <a:bodyPr/>
                    <a:lstStyle/>
                    <a:p>
                      <a:pPr algn="ctr"/>
                      <a:r>
                        <a:rPr lang="en-US" sz="1800" dirty="0">
                          <a:solidFill>
                            <a:srgbClr val="FF0000"/>
                          </a:solidFill>
                        </a:rPr>
                        <a:t>2</a:t>
                      </a:r>
                    </a:p>
                  </a:txBody>
                  <a:tcPr marT="45680" marB="45680"/>
                </a:tc>
                <a:extLst>
                  <a:ext uri="{0D108BD9-81ED-4DB2-BD59-A6C34878D82A}">
                    <a16:rowId xmlns:a16="http://schemas.microsoft.com/office/drawing/2014/main" val="10002"/>
                  </a:ext>
                </a:extLst>
              </a:tr>
              <a:tr h="370523">
                <a:tc>
                  <a:txBody>
                    <a:bodyPr/>
                    <a:lstStyle/>
                    <a:p>
                      <a:pPr algn="ctr"/>
                      <a:r>
                        <a:rPr lang="en-US" sz="1800" dirty="0">
                          <a:solidFill>
                            <a:srgbClr val="FF0000"/>
                          </a:solidFill>
                        </a:rPr>
                        <a:t>17</a:t>
                      </a:r>
                    </a:p>
                  </a:txBody>
                  <a:tcPr marT="45680" marB="45680"/>
                </a:tc>
                <a:extLst>
                  <a:ext uri="{0D108BD9-81ED-4DB2-BD59-A6C34878D82A}">
                    <a16:rowId xmlns:a16="http://schemas.microsoft.com/office/drawing/2014/main" val="10003"/>
                  </a:ext>
                </a:extLst>
              </a:tr>
              <a:tr h="370523">
                <a:tc>
                  <a:txBody>
                    <a:bodyPr/>
                    <a:lstStyle/>
                    <a:p>
                      <a:pPr algn="ctr"/>
                      <a:r>
                        <a:rPr lang="en-US" sz="1800" dirty="0">
                          <a:solidFill>
                            <a:srgbClr val="FF0000"/>
                          </a:solidFill>
                        </a:rPr>
                        <a:t>6</a:t>
                      </a:r>
                    </a:p>
                  </a:txBody>
                  <a:tcPr marT="45680" marB="45680"/>
                </a:tc>
                <a:extLst>
                  <a:ext uri="{0D108BD9-81ED-4DB2-BD59-A6C34878D82A}">
                    <a16:rowId xmlns:a16="http://schemas.microsoft.com/office/drawing/2014/main" val="10004"/>
                  </a:ext>
                </a:extLst>
              </a:tr>
            </a:tbl>
          </a:graphicData>
        </a:graphic>
      </p:graphicFrame>
      <p:sp>
        <p:nvSpPr>
          <p:cNvPr id="19" name="Rectangle 9">
            <a:extLst>
              <a:ext uri="{FF2B5EF4-FFF2-40B4-BE49-F238E27FC236}">
                <a16:creationId xmlns:a16="http://schemas.microsoft.com/office/drawing/2014/main" id="{F41BED15-5CED-4340-889E-D1C82760570B}"/>
              </a:ext>
            </a:extLst>
          </p:cNvPr>
          <p:cNvSpPr txBox="1">
            <a:spLocks noChangeArrowheads="1"/>
          </p:cNvSpPr>
          <p:nvPr/>
        </p:nvSpPr>
        <p:spPr>
          <a:xfrm>
            <a:off x="990600" y="4343400"/>
            <a:ext cx="7696200" cy="2299996"/>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rPr>
              <a:t>Average Waiting Time :</a:t>
            </a:r>
            <a:endPar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 </a:t>
            </a:r>
            <a:r>
              <a:rPr kumimoji="0" lang="en-US" sz="2200" b="0" i="0" u="sng" strike="noStrike" kern="0" cap="none" spc="0" normalizeH="0" baseline="0" noProof="0" dirty="0">
                <a:ln>
                  <a:noFill/>
                </a:ln>
                <a:solidFill>
                  <a:srgbClr val="222222"/>
                </a:solidFill>
                <a:effectLst/>
                <a:uLnTx/>
                <a:uFillTx/>
                <a:latin typeface="Arial"/>
                <a:ea typeface="MS PGothic" panose="020B0600070205080204" pitchFamily="34" charset="-128"/>
                <a:cs typeface="+mn-cs"/>
              </a:rPr>
              <a:t>A + B + C + D</a:t>
            </a: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 </a:t>
            </a:r>
            <a:r>
              <a:rPr kumimoji="0" lang="en-US" sz="2200" b="0" i="0" u="sng" strike="noStrike" kern="0" cap="none" spc="0" normalizeH="0" baseline="0" noProof="0" dirty="0">
                <a:ln>
                  <a:noFill/>
                </a:ln>
                <a:solidFill>
                  <a:srgbClr val="222222"/>
                </a:solidFill>
                <a:effectLst/>
                <a:uLnTx/>
                <a:uFillTx/>
                <a:latin typeface="Arial"/>
                <a:ea typeface="MS PGothic" panose="020B0600070205080204" pitchFamily="34" charset="-128"/>
                <a:cs typeface="+mn-cs"/>
              </a:rPr>
              <a:t>6 + 0 + 11 + 2</a:t>
            </a: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 4.75</a:t>
            </a: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4		            4</a:t>
            </a:r>
          </a:p>
          <a:p>
            <a:pPr marL="342900" marR="0" lvl="0" indent="-342900" algn="l" defTabSz="914400" rtl="0" eaLnBrk="1" fontAlgn="base" latinLnBrk="0" hangingPunct="1">
              <a:lnSpc>
                <a:spcPct val="90000"/>
              </a:lnSpc>
              <a:spcBef>
                <a:spcPct val="20000"/>
              </a:spcBef>
              <a:spcAft>
                <a:spcPct val="0"/>
              </a:spcAft>
              <a:buClrTx/>
              <a:buSzTx/>
              <a:buFont typeface="Arial" pitchFamily="34" charset="0"/>
              <a:buChar char="•"/>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Average turnaround time:</a:t>
            </a: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 </a:t>
            </a:r>
            <a:r>
              <a:rPr kumimoji="0" lang="en-US" sz="2200" b="0" i="0" u="sng" strike="noStrike" kern="0" cap="none" spc="0" normalizeH="0" baseline="0" noProof="0" dirty="0">
                <a:ln>
                  <a:noFill/>
                </a:ln>
                <a:solidFill>
                  <a:srgbClr val="222222"/>
                </a:solidFill>
                <a:effectLst/>
                <a:uLnTx/>
                <a:uFillTx/>
                <a:latin typeface="Arial"/>
                <a:ea typeface="MS PGothic" panose="020B0600070205080204" pitchFamily="34" charset="-128"/>
                <a:cs typeface="+mn-cs"/>
              </a:rPr>
              <a:t>A + B + C + D </a:t>
            </a: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 </a:t>
            </a:r>
            <a:r>
              <a:rPr kumimoji="0" lang="en-US" sz="2200" b="0" i="0" u="sng" strike="noStrike" kern="0" cap="none" spc="0" normalizeH="0" baseline="0" noProof="0" dirty="0">
                <a:ln>
                  <a:noFill/>
                </a:ln>
                <a:solidFill>
                  <a:srgbClr val="222222"/>
                </a:solidFill>
                <a:effectLst/>
                <a:uLnTx/>
                <a:uFillTx/>
                <a:latin typeface="Arial"/>
                <a:ea typeface="MS PGothic" panose="020B0600070205080204" pitchFamily="34" charset="-128"/>
                <a:cs typeface="+mn-cs"/>
              </a:rPr>
              <a:t>11 + 2 + 17 + 6 </a:t>
            </a: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9.0</a:t>
            </a:r>
          </a:p>
          <a:p>
            <a:pPr marL="342900" marR="0" lvl="1" indent="-342900" algn="l" defTabSz="914400" rtl="0" eaLnBrk="1" fontAlgn="base" latinLnBrk="0" hangingPunct="1">
              <a:lnSpc>
                <a:spcPct val="90000"/>
              </a:lnSpc>
              <a:spcBef>
                <a:spcPct val="20000"/>
              </a:spcBef>
              <a:spcAft>
                <a:spcPct val="0"/>
              </a:spcAft>
              <a:buClrTx/>
              <a:buSzTx/>
              <a:buFontTx/>
              <a:buNone/>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4		   	    4</a:t>
            </a:r>
          </a:p>
        </p:txBody>
      </p:sp>
      <p:pic>
        <p:nvPicPr>
          <p:cNvPr id="29734" name="Picture 3" descr="Screen Shot 2013-03-12 at 10.42.20 AM.png">
            <a:extLst>
              <a:ext uri="{FF2B5EF4-FFF2-40B4-BE49-F238E27FC236}">
                <a16:creationId xmlns:a16="http://schemas.microsoft.com/office/drawing/2014/main" id="{00D83021-4223-4563-8954-C2214E937E0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712788"/>
            <a:ext cx="5486400" cy="887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50687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2" presetClass="entr" presetSubtype="8"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anim calcmode="lin" valueType="num">
                                      <p:cBhvr additive="base">
                                        <p:cTn id="11" dur="500"/>
                                        <p:tgtEl>
                                          <p:spTgt spid="20"/>
                                        </p:tgtEl>
                                        <p:attrNameLst>
                                          <p:attrName>ppt_x</p:attrName>
                                        </p:attrNameLst>
                                      </p:cBhvr>
                                      <p:tavLst>
                                        <p:tav tm="0">
                                          <p:val>
                                            <p:strVal val="#ppt_x-#ppt_w*1.125000"/>
                                          </p:val>
                                        </p:tav>
                                        <p:tav tm="100000">
                                          <p:val>
                                            <p:strVal val="#ppt_x"/>
                                          </p:val>
                                        </p:tav>
                                      </p:tavLst>
                                    </p:anim>
                                    <p:animEffect transition="in" filter="wipe(right)">
                                      <p:cBhvr>
                                        <p:cTn id="12" dur="500"/>
                                        <p:tgtEl>
                                          <p:spTgt spid="2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 calcmode="lin" valueType="num">
                                      <p:cBhvr additive="base">
                                        <p:cTn id="17" dur="500"/>
                                        <p:tgtEl>
                                          <p:spTgt spid="28"/>
                                        </p:tgtEl>
                                        <p:attrNameLst>
                                          <p:attrName>ppt_x</p:attrName>
                                        </p:attrNameLst>
                                      </p:cBhvr>
                                      <p:tavLst>
                                        <p:tav tm="0">
                                          <p:val>
                                            <p:strVal val="#ppt_x-#ppt_w*1.125000"/>
                                          </p:val>
                                        </p:tav>
                                        <p:tav tm="100000">
                                          <p:val>
                                            <p:strVal val="#ppt_x"/>
                                          </p:val>
                                        </p:tav>
                                      </p:tavLst>
                                    </p:anim>
                                    <p:animEffect transition="in" filter="wipe(right)">
                                      <p:cBhvr>
                                        <p:cTn id="18" dur="500"/>
                                        <p:tgtEl>
                                          <p:spTgt spid="28"/>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4">
            <a:extLst>
              <a:ext uri="{FF2B5EF4-FFF2-40B4-BE49-F238E27FC236}">
                <a16:creationId xmlns:a16="http://schemas.microsoft.com/office/drawing/2014/main" id="{2037B262-2371-4214-9A51-A4B5A55C56E0}"/>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4B477F-07DF-45FF-BE0A-72567BB728AB}"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40</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30723" name="Rectangle 9">
            <a:extLst>
              <a:ext uri="{FF2B5EF4-FFF2-40B4-BE49-F238E27FC236}">
                <a16:creationId xmlns:a16="http://schemas.microsoft.com/office/drawing/2014/main" id="{70E27F3F-728D-4487-B6B5-54E73D99B389}"/>
              </a:ext>
            </a:extLst>
          </p:cNvPr>
          <p:cNvSpPr txBox="1">
            <a:spLocks noChangeArrowheads="1"/>
          </p:cNvSpPr>
          <p:nvPr/>
        </p:nvSpPr>
        <p:spPr bwMode="auto">
          <a:xfrm>
            <a:off x="990600" y="3429000"/>
            <a:ext cx="7696200" cy="266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600">
                <a:solidFill>
                  <a:srgbClr val="222222"/>
                </a:solidFill>
                <a:latin typeface="Arial" panose="020B0604020202020204" pitchFamily="34" charset="0"/>
                <a:ea typeface="MS PGothic" panose="020B0600070205080204" pitchFamily="34" charset="-128"/>
              </a:defRPr>
            </a:lvl1pPr>
            <a:lvl2pPr marL="800100" indent="-34290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altLang="ms-MY" sz="2200" b="0" i="0" u="none" strike="noStrike" kern="1200" cap="none" spc="0" normalizeH="0" baseline="0" noProof="0" dirty="0">
                <a:ln>
                  <a:noFill/>
                </a:ln>
                <a:solidFill>
                  <a:srgbClr val="222222"/>
                </a:solidFill>
                <a:effectLst/>
                <a:uLnTx/>
                <a:uFillTx/>
                <a:latin typeface="Arial" panose="020B0604020202020204" pitchFamily="34" charset="0"/>
                <a:ea typeface="MS PGothic" panose="020B0600070205080204" pitchFamily="34" charset="-128"/>
                <a:cs typeface="Arial" panose="020B0604020202020204" pitchFamily="34" charset="0"/>
              </a:rPr>
              <a:t>We can see:</a:t>
            </a:r>
          </a:p>
          <a:p>
            <a:pPr marL="800100" marR="0" lvl="1" indent="-342900" algn="l" defTabSz="914400" rtl="0" eaLnBrk="1" fontAlgn="base" latinLnBrk="0" hangingPunct="1">
              <a:lnSpc>
                <a:spcPct val="90000"/>
              </a:lnSpc>
              <a:spcBef>
                <a:spcPct val="20000"/>
              </a:spcBef>
              <a:spcAft>
                <a:spcPct val="0"/>
              </a:spcAft>
              <a:buClrTx/>
              <a:buSzTx/>
              <a:buFontTx/>
              <a:buChar char="-"/>
              <a:tabLst/>
              <a:defRPr/>
            </a:pPr>
            <a:r>
              <a:rPr kumimoji="0" lang="en-US" altLang="ms-MY" sz="2200" b="0" i="0" u="none" strike="noStrike" kern="1200" cap="none" spc="0" normalizeH="0" baseline="0" noProof="0" dirty="0">
                <a:ln>
                  <a:noFill/>
                </a:ln>
                <a:solidFill>
                  <a:srgbClr val="222222"/>
                </a:solidFill>
                <a:effectLst/>
                <a:uLnTx/>
                <a:uFillTx/>
                <a:latin typeface="Arial" panose="020B0604020202020204" pitchFamily="34" charset="0"/>
                <a:ea typeface="MS PGothic" panose="020B0600070205080204" pitchFamily="34" charset="-128"/>
                <a:cs typeface="Arial" panose="020B0604020202020204" pitchFamily="34" charset="0"/>
              </a:rPr>
              <a:t>Job B finishes in its given time, (2)</a:t>
            </a:r>
          </a:p>
          <a:p>
            <a:pPr marL="800100" marR="0" lvl="1" indent="-342900" algn="l" defTabSz="914400" rtl="0" eaLnBrk="1" fontAlgn="base" latinLnBrk="0" hangingPunct="1">
              <a:lnSpc>
                <a:spcPct val="90000"/>
              </a:lnSpc>
              <a:spcBef>
                <a:spcPct val="20000"/>
              </a:spcBef>
              <a:spcAft>
                <a:spcPct val="0"/>
              </a:spcAft>
              <a:buClrTx/>
              <a:buSzTx/>
              <a:buFontTx/>
              <a:buChar char="-"/>
              <a:tabLst/>
              <a:defRPr/>
            </a:pPr>
            <a:r>
              <a:rPr kumimoji="0" lang="en-US" altLang="ms-MY" sz="2200" b="0" i="0" u="none" strike="noStrike" kern="1200" cap="none" spc="0" normalizeH="0" baseline="0" noProof="0" dirty="0">
                <a:ln>
                  <a:noFill/>
                </a:ln>
                <a:solidFill>
                  <a:srgbClr val="222222"/>
                </a:solidFill>
                <a:effectLst/>
                <a:uLnTx/>
                <a:uFillTx/>
                <a:latin typeface="Arial" panose="020B0604020202020204" pitchFamily="34" charset="0"/>
                <a:ea typeface="MS PGothic" panose="020B0600070205080204" pitchFamily="34" charset="-128"/>
                <a:cs typeface="Arial" panose="020B0604020202020204" pitchFamily="34" charset="0"/>
              </a:rPr>
              <a:t>Job D finishes in its given time plus the time waited for Job B to run, (4+2)</a:t>
            </a:r>
          </a:p>
          <a:p>
            <a:pPr marL="800100" marR="0" lvl="1" indent="-342900" algn="l" defTabSz="914400" rtl="0" eaLnBrk="1" fontAlgn="base" latinLnBrk="0" hangingPunct="1">
              <a:lnSpc>
                <a:spcPct val="90000"/>
              </a:lnSpc>
              <a:spcBef>
                <a:spcPct val="20000"/>
              </a:spcBef>
              <a:spcAft>
                <a:spcPct val="0"/>
              </a:spcAft>
              <a:buClrTx/>
              <a:buSzTx/>
              <a:buFontTx/>
              <a:buChar char="-"/>
              <a:tabLst/>
              <a:defRPr/>
            </a:pPr>
            <a:r>
              <a:rPr kumimoji="0" lang="en-US" altLang="ms-MY" sz="2200" b="0" i="0" u="none" strike="noStrike" kern="1200" cap="none" spc="0" normalizeH="0" baseline="0" noProof="0" dirty="0">
                <a:ln>
                  <a:noFill/>
                </a:ln>
                <a:solidFill>
                  <a:srgbClr val="222222"/>
                </a:solidFill>
                <a:effectLst/>
                <a:uLnTx/>
                <a:uFillTx/>
                <a:latin typeface="Arial" panose="020B0604020202020204" pitchFamily="34" charset="0"/>
                <a:ea typeface="MS PGothic" panose="020B0600070205080204" pitchFamily="34" charset="-128"/>
                <a:cs typeface="Arial" panose="020B0604020202020204" pitchFamily="34" charset="0"/>
              </a:rPr>
              <a:t>Job A, time given plus B</a:t>
            </a:r>
            <a:r>
              <a:rPr kumimoji="0" lang="ja-JP" altLang="en-US" sz="2200" b="0" i="0" u="none" strike="noStrike" kern="1200" cap="none" spc="0" normalizeH="0" baseline="0" noProof="0" dirty="0">
                <a:ln>
                  <a:noFill/>
                </a:ln>
                <a:solidFill>
                  <a:srgbClr val="222222"/>
                </a:solidFill>
                <a:effectLst/>
                <a:uLnTx/>
                <a:uFillTx/>
                <a:latin typeface="Arial" panose="020B0604020202020204" pitchFamily="34" charset="0"/>
                <a:ea typeface="MS PGothic" panose="020B0600070205080204" pitchFamily="34" charset="-128"/>
                <a:cs typeface="Arial" panose="020B0604020202020204" pitchFamily="34" charset="0"/>
              </a:rPr>
              <a:t>’</a:t>
            </a:r>
            <a:r>
              <a:rPr kumimoji="0" lang="en-US" altLang="ja-JP" sz="2200" b="0" i="0" u="none" strike="noStrike" kern="1200" cap="none" spc="0" normalizeH="0" baseline="0" noProof="0" dirty="0">
                <a:ln>
                  <a:noFill/>
                </a:ln>
                <a:solidFill>
                  <a:srgbClr val="222222"/>
                </a:solidFill>
                <a:effectLst/>
                <a:uLnTx/>
                <a:uFillTx/>
                <a:latin typeface="Arial" panose="020B0604020202020204" pitchFamily="34" charset="0"/>
                <a:ea typeface="MS PGothic" panose="020B0600070205080204" pitchFamily="34" charset="-128"/>
                <a:cs typeface="Arial" panose="020B0604020202020204" pitchFamily="34" charset="0"/>
              </a:rPr>
              <a:t>s time, (5+4+2)</a:t>
            </a:r>
          </a:p>
          <a:p>
            <a:pPr marL="800100" marR="0" lvl="1" indent="-342900" algn="l" defTabSz="914400" rtl="0" eaLnBrk="1" fontAlgn="base" latinLnBrk="0" hangingPunct="1">
              <a:lnSpc>
                <a:spcPct val="90000"/>
              </a:lnSpc>
              <a:spcBef>
                <a:spcPct val="20000"/>
              </a:spcBef>
              <a:spcAft>
                <a:spcPct val="0"/>
              </a:spcAft>
              <a:buClrTx/>
              <a:buSzTx/>
              <a:buFontTx/>
              <a:buChar char="-"/>
              <a:tabLst/>
              <a:defRPr/>
            </a:pPr>
            <a:r>
              <a:rPr kumimoji="0" lang="en-US" altLang="ms-MY" sz="2200" b="0" i="0" u="none" strike="noStrike" kern="1200" cap="none" spc="0" normalizeH="0" baseline="0" noProof="0" dirty="0">
                <a:ln>
                  <a:noFill/>
                </a:ln>
                <a:solidFill>
                  <a:srgbClr val="222222"/>
                </a:solidFill>
                <a:effectLst/>
                <a:uLnTx/>
                <a:uFillTx/>
                <a:latin typeface="Arial" panose="020B0604020202020204" pitchFamily="34" charset="0"/>
                <a:ea typeface="MS PGothic" panose="020B0600070205080204" pitchFamily="34" charset="-128"/>
                <a:cs typeface="Arial" panose="020B0604020202020204" pitchFamily="34" charset="0"/>
              </a:rPr>
              <a:t>Job C, time given plus A</a:t>
            </a:r>
            <a:r>
              <a:rPr kumimoji="0" lang="ja-JP" altLang="en-US" sz="2200" b="0" i="0" u="none" strike="noStrike" kern="1200" cap="none" spc="0" normalizeH="0" baseline="0" noProof="0" dirty="0">
                <a:ln>
                  <a:noFill/>
                </a:ln>
                <a:solidFill>
                  <a:srgbClr val="222222"/>
                </a:solidFill>
                <a:effectLst/>
                <a:uLnTx/>
                <a:uFillTx/>
                <a:latin typeface="Arial" panose="020B0604020202020204" pitchFamily="34" charset="0"/>
                <a:ea typeface="MS PGothic" panose="020B0600070205080204" pitchFamily="34" charset="-128"/>
                <a:cs typeface="Arial" panose="020B0604020202020204" pitchFamily="34" charset="0"/>
              </a:rPr>
              <a:t>’</a:t>
            </a:r>
            <a:r>
              <a:rPr kumimoji="0" lang="en-US" altLang="ja-JP" sz="2200" b="0" i="0" u="none" strike="noStrike" kern="1200" cap="none" spc="0" normalizeH="0" baseline="0" noProof="0" dirty="0">
                <a:ln>
                  <a:noFill/>
                </a:ln>
                <a:solidFill>
                  <a:srgbClr val="222222"/>
                </a:solidFill>
                <a:effectLst/>
                <a:uLnTx/>
                <a:uFillTx/>
                <a:latin typeface="Arial" panose="020B0604020202020204" pitchFamily="34" charset="0"/>
                <a:ea typeface="MS PGothic" panose="020B0600070205080204" pitchFamily="34" charset="-128"/>
                <a:cs typeface="Arial" panose="020B0604020202020204" pitchFamily="34" charset="0"/>
              </a:rPr>
              <a:t>s time, (6+ 5+4+2)</a:t>
            </a:r>
            <a:endParaRPr kumimoji="0" lang="en-US" altLang="ms-MY" sz="2200" b="0" i="0" u="none" strike="noStrike" kern="1200" cap="none" spc="0" normalizeH="0" baseline="0" noProof="0" dirty="0">
              <a:ln>
                <a:noFill/>
              </a:ln>
              <a:solidFill>
                <a:srgbClr val="222222"/>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2" name="Group 12">
            <a:extLst>
              <a:ext uri="{FF2B5EF4-FFF2-40B4-BE49-F238E27FC236}">
                <a16:creationId xmlns:a16="http://schemas.microsoft.com/office/drawing/2014/main" id="{551BF4FB-D5E1-4CE5-8137-0B00A0307E1F}"/>
              </a:ext>
            </a:extLst>
          </p:cNvPr>
          <p:cNvGrpSpPr/>
          <p:nvPr/>
        </p:nvGrpSpPr>
        <p:grpSpPr>
          <a:xfrm>
            <a:off x="1143000" y="1676400"/>
            <a:ext cx="7010400" cy="685800"/>
            <a:chOff x="1143000" y="4114800"/>
            <a:chExt cx="7010400" cy="685800"/>
          </a:xfrm>
          <a:effectLst>
            <a:outerShdw blurRad="50800" dist="38100" dir="2700000" algn="tl" rotWithShape="0">
              <a:prstClr val="black">
                <a:alpha val="40000"/>
              </a:prstClr>
            </a:outerShdw>
          </a:effectLst>
        </p:grpSpPr>
        <p:sp>
          <p:nvSpPr>
            <p:cNvPr id="5" name="Rectangle 4">
              <a:extLst>
                <a:ext uri="{FF2B5EF4-FFF2-40B4-BE49-F238E27FC236}">
                  <a16:creationId xmlns:a16="http://schemas.microsoft.com/office/drawing/2014/main" id="{13603FBB-9516-4194-B622-E5317764CF62}"/>
                </a:ext>
              </a:extLst>
            </p:cNvPr>
            <p:cNvSpPr/>
            <p:nvPr/>
          </p:nvSpPr>
          <p:spPr bwMode="auto">
            <a:xfrm>
              <a:off x="2971800" y="4114800"/>
              <a:ext cx="25908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   A</a:t>
              </a:r>
            </a:p>
          </p:txBody>
        </p:sp>
        <p:sp>
          <p:nvSpPr>
            <p:cNvPr id="6" name="Rectangle 5">
              <a:extLst>
                <a:ext uri="{FF2B5EF4-FFF2-40B4-BE49-F238E27FC236}">
                  <a16:creationId xmlns:a16="http://schemas.microsoft.com/office/drawing/2014/main" id="{604E19E2-344F-42C4-91C0-3255E4B07C4D}"/>
                </a:ext>
              </a:extLst>
            </p:cNvPr>
            <p:cNvSpPr/>
            <p:nvPr/>
          </p:nvSpPr>
          <p:spPr bwMode="auto">
            <a:xfrm>
              <a:off x="1905000" y="4114800"/>
              <a:ext cx="10668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D</a:t>
              </a:r>
            </a:p>
          </p:txBody>
        </p:sp>
        <p:sp>
          <p:nvSpPr>
            <p:cNvPr id="7" name="Rectangle 6">
              <a:extLst>
                <a:ext uri="{FF2B5EF4-FFF2-40B4-BE49-F238E27FC236}">
                  <a16:creationId xmlns:a16="http://schemas.microsoft.com/office/drawing/2014/main" id="{8C97C344-2D00-412C-A279-61C5ED1EE005}"/>
                </a:ext>
              </a:extLst>
            </p:cNvPr>
            <p:cNvSpPr/>
            <p:nvPr/>
          </p:nvSpPr>
          <p:spPr bwMode="auto">
            <a:xfrm>
              <a:off x="1143000" y="4114800"/>
              <a:ext cx="7620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B</a:t>
              </a:r>
            </a:p>
          </p:txBody>
        </p:sp>
        <p:sp>
          <p:nvSpPr>
            <p:cNvPr id="8" name="Rectangle 7">
              <a:extLst>
                <a:ext uri="{FF2B5EF4-FFF2-40B4-BE49-F238E27FC236}">
                  <a16:creationId xmlns:a16="http://schemas.microsoft.com/office/drawing/2014/main" id="{81BFC92A-7E2F-421B-90D5-08802C76FEF8}"/>
                </a:ext>
              </a:extLst>
            </p:cNvPr>
            <p:cNvSpPr/>
            <p:nvPr/>
          </p:nvSpPr>
          <p:spPr bwMode="auto">
            <a:xfrm>
              <a:off x="5562600" y="4114800"/>
              <a:ext cx="25908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C</a:t>
              </a:r>
            </a:p>
          </p:txBody>
        </p:sp>
      </p:grpSp>
      <p:sp>
        <p:nvSpPr>
          <p:cNvPr id="30725" name="TextBox 10">
            <a:extLst>
              <a:ext uri="{FF2B5EF4-FFF2-40B4-BE49-F238E27FC236}">
                <a16:creationId xmlns:a16="http://schemas.microsoft.com/office/drawing/2014/main" id="{607FED26-1718-4CB4-869A-6FEF4D1975AD}"/>
              </a:ext>
            </a:extLst>
          </p:cNvPr>
          <p:cNvSpPr txBox="1">
            <a:spLocks noChangeArrowheads="1"/>
          </p:cNvSpPr>
          <p:nvPr/>
        </p:nvSpPr>
        <p:spPr bwMode="auto">
          <a:xfrm>
            <a:off x="990600" y="2362200"/>
            <a:ext cx="7467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1600" b="0" i="0" u="none" strike="noStrike" kern="1200" cap="none" spc="0" normalizeH="0" baseline="0" noProof="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0     2        6     		      11		    17</a:t>
            </a:r>
          </a:p>
        </p:txBody>
      </p:sp>
    </p:spTree>
    <p:extLst>
      <p:ext uri="{BB962C8B-B14F-4D97-AF65-F5344CB8AC3E}">
        <p14:creationId xmlns:p14="http://schemas.microsoft.com/office/powerpoint/2010/main" val="19578211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4">
            <a:extLst>
              <a:ext uri="{FF2B5EF4-FFF2-40B4-BE49-F238E27FC236}">
                <a16:creationId xmlns:a16="http://schemas.microsoft.com/office/drawing/2014/main" id="{EF36F81F-943B-4839-8814-B61959BBCF4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67E6116-FA37-4C37-87F4-39846DF304CC}"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41</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7" name="Rectangle 9">
            <a:extLst>
              <a:ext uri="{FF2B5EF4-FFF2-40B4-BE49-F238E27FC236}">
                <a16:creationId xmlns:a16="http://schemas.microsoft.com/office/drawing/2014/main" id="{D92FD024-396E-42BF-BE21-D86BDEA04F3A}"/>
              </a:ext>
            </a:extLst>
          </p:cNvPr>
          <p:cNvSpPr txBox="1">
            <a:spLocks noChangeArrowheads="1"/>
          </p:cNvSpPr>
          <p:nvPr/>
        </p:nvSpPr>
        <p:spPr>
          <a:xfrm>
            <a:off x="990600" y="1219200"/>
            <a:ext cx="7696200" cy="5410200"/>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sz="2200" b="0" i="0" u="sng" strike="noStrike" kern="0" cap="none" spc="0" normalizeH="0" baseline="0" noProof="0" dirty="0">
                <a:ln>
                  <a:noFill/>
                </a:ln>
                <a:solidFill>
                  <a:srgbClr val="222222"/>
                </a:solidFill>
                <a:effectLst/>
                <a:uLnTx/>
                <a:uFillTx/>
                <a:latin typeface="Arial"/>
                <a:ea typeface="MS PGothic" panose="020B0600070205080204" pitchFamily="34" charset="-128"/>
                <a:cs typeface="+mn-cs"/>
              </a:rPr>
              <a:t>(</a:t>
            </a:r>
            <a:r>
              <a:rPr kumimoji="0" lang="en-US" sz="2200" b="0" i="0" u="sng" strike="noStrike" kern="0" cap="none" spc="0" normalizeH="0" baseline="0" noProof="0" dirty="0">
                <a:ln>
                  <a:noFill/>
                </a:ln>
                <a:solidFill>
                  <a:srgbClr val="000000"/>
                </a:solidFill>
                <a:effectLst/>
                <a:uLnTx/>
                <a:uFillTx/>
                <a:latin typeface="Arial"/>
                <a:ea typeface="MS PGothic" panose="020B0600070205080204" pitchFamily="34" charset="-128"/>
                <a:cs typeface="+mn-cs"/>
              </a:rPr>
              <a:t>2</a:t>
            </a:r>
            <a:r>
              <a:rPr kumimoji="0" lang="en-US" sz="2200" b="0" i="0" u="sng" strike="noStrike" kern="0" cap="none" spc="0" normalizeH="0" baseline="0" noProof="0" dirty="0">
                <a:ln>
                  <a:noFill/>
                </a:ln>
                <a:solidFill>
                  <a:srgbClr val="222222"/>
                </a:solidFill>
                <a:effectLst/>
                <a:uLnTx/>
                <a:uFillTx/>
                <a:latin typeface="Arial"/>
                <a:ea typeface="MS PGothic" panose="020B0600070205080204" pitchFamily="34" charset="-128"/>
                <a:cs typeface="+mn-cs"/>
              </a:rPr>
              <a:t>) + (4 + </a:t>
            </a:r>
            <a:r>
              <a:rPr kumimoji="0" lang="en-US" sz="2200" b="0" i="0" u="sng" strike="noStrike" kern="0" cap="none" spc="0" normalizeH="0" baseline="0" noProof="0" dirty="0">
                <a:ln>
                  <a:noFill/>
                </a:ln>
                <a:solidFill>
                  <a:srgbClr val="FF0000"/>
                </a:solidFill>
                <a:effectLst/>
                <a:uLnTx/>
                <a:uFillTx/>
                <a:latin typeface="Arial"/>
                <a:ea typeface="MS PGothic" panose="020B0600070205080204" pitchFamily="34" charset="-128"/>
                <a:cs typeface="+mn-cs"/>
              </a:rPr>
              <a:t>2</a:t>
            </a:r>
            <a:r>
              <a:rPr kumimoji="0" lang="en-US" sz="2200" b="0" i="0" u="sng" strike="noStrike" kern="0" cap="none" spc="0" normalizeH="0" baseline="0" noProof="0" dirty="0">
                <a:ln>
                  <a:noFill/>
                </a:ln>
                <a:solidFill>
                  <a:srgbClr val="222222"/>
                </a:solidFill>
                <a:effectLst/>
                <a:uLnTx/>
                <a:uFillTx/>
                <a:latin typeface="Arial"/>
                <a:ea typeface="MS PGothic" panose="020B0600070205080204" pitchFamily="34" charset="-128"/>
                <a:cs typeface="+mn-cs"/>
              </a:rPr>
              <a:t>) + (5 + </a:t>
            </a:r>
            <a:r>
              <a:rPr kumimoji="0" lang="en-US" sz="2200" b="0" i="0" u="sng" strike="noStrike" kern="0" cap="none" spc="0" normalizeH="0" baseline="0" noProof="0" dirty="0">
                <a:ln>
                  <a:noFill/>
                </a:ln>
                <a:solidFill>
                  <a:srgbClr val="FF0000"/>
                </a:solidFill>
                <a:effectLst/>
                <a:uLnTx/>
                <a:uFillTx/>
                <a:latin typeface="Arial"/>
                <a:ea typeface="MS PGothic" panose="020B0600070205080204" pitchFamily="34" charset="-128"/>
                <a:cs typeface="+mn-cs"/>
              </a:rPr>
              <a:t>4 + 2</a:t>
            </a:r>
            <a:r>
              <a:rPr kumimoji="0" lang="en-US" sz="2200" b="0" i="0" u="sng" strike="noStrike" kern="0" cap="none" spc="0" normalizeH="0" baseline="0" noProof="0" dirty="0">
                <a:ln>
                  <a:noFill/>
                </a:ln>
                <a:solidFill>
                  <a:srgbClr val="222222"/>
                </a:solidFill>
                <a:effectLst/>
                <a:uLnTx/>
                <a:uFillTx/>
                <a:latin typeface="Arial"/>
                <a:ea typeface="MS PGothic" panose="020B0600070205080204" pitchFamily="34" charset="-128"/>
                <a:cs typeface="+mn-cs"/>
              </a:rPr>
              <a:t>) + (6 + </a:t>
            </a:r>
            <a:r>
              <a:rPr kumimoji="0" lang="en-US" sz="2200" b="0" i="0" u="sng" strike="noStrike" kern="0" cap="none" spc="0" normalizeH="0" baseline="0" noProof="0" dirty="0">
                <a:ln>
                  <a:noFill/>
                </a:ln>
                <a:solidFill>
                  <a:srgbClr val="FF0000"/>
                </a:solidFill>
                <a:effectLst/>
                <a:uLnTx/>
                <a:uFillTx/>
                <a:latin typeface="Arial"/>
                <a:ea typeface="MS PGothic" panose="020B0600070205080204" pitchFamily="34" charset="-128"/>
                <a:cs typeface="+mn-cs"/>
              </a:rPr>
              <a:t>5 + 4 + 2</a:t>
            </a:r>
            <a:r>
              <a:rPr kumimoji="0" lang="en-US" sz="2200" b="0" i="0" u="sng" strike="noStrike" kern="0" cap="none" spc="0" normalizeH="0" baseline="0" noProof="0" dirty="0">
                <a:ln>
                  <a:noFill/>
                </a:ln>
                <a:solidFill>
                  <a:srgbClr val="222222"/>
                </a:solidFill>
                <a:effectLst/>
                <a:uLnTx/>
                <a:uFillTx/>
                <a:latin typeface="Arial"/>
                <a:ea typeface="MS PGothic" panose="020B0600070205080204" pitchFamily="34" charset="-128"/>
                <a:cs typeface="+mn-cs"/>
              </a:rPr>
              <a:t>)</a:t>
            </a: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 9.0</a:t>
            </a:r>
          </a:p>
          <a:p>
            <a:pPr marL="2171700" marR="0" lvl="4" indent="-342900" algn="l" defTabSz="914400" rtl="0" eaLnBrk="1" fontAlgn="base" latinLnBrk="0" hangingPunct="1">
              <a:lnSpc>
                <a:spcPct val="90000"/>
              </a:lnSpc>
              <a:spcBef>
                <a:spcPct val="20000"/>
              </a:spcBef>
              <a:spcAft>
                <a:spcPct val="0"/>
              </a:spcAft>
              <a:buClrTx/>
              <a:buSzTx/>
              <a:buFontTx/>
              <a:buNone/>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4</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As we can see:</a:t>
            </a:r>
          </a:p>
          <a:p>
            <a:pPr marL="800100" marR="0" lvl="1"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The time 1</a:t>
            </a:r>
            <a:r>
              <a:rPr kumimoji="0" lang="en-US" sz="2200" b="0" i="0" u="none" strike="noStrike" kern="0" cap="none" spc="0" normalizeH="0" baseline="30000" noProof="0" dirty="0">
                <a:ln>
                  <a:noFill/>
                </a:ln>
                <a:solidFill>
                  <a:srgbClr val="222222"/>
                </a:solidFill>
                <a:effectLst/>
                <a:uLnTx/>
                <a:uFillTx/>
                <a:latin typeface="Arial"/>
                <a:ea typeface="MS PGothic" panose="020B0600070205080204" pitchFamily="34" charset="-128"/>
                <a:cs typeface="+mn-cs"/>
              </a:rPr>
              <a:t>st</a:t>
            </a: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job (B) appears </a:t>
            </a:r>
            <a:r>
              <a:rPr kumimoji="0" lang="en-US" sz="2200" b="0" i="0" u="none" strike="noStrike" kern="0" cap="none" spc="0" normalizeH="0" baseline="0" noProof="0" dirty="0">
                <a:ln>
                  <a:noFill/>
                </a:ln>
                <a:solidFill>
                  <a:srgbClr val="3366FF"/>
                </a:solidFill>
                <a:effectLst/>
                <a:uLnTx/>
                <a:uFillTx/>
                <a:latin typeface="Arial"/>
                <a:ea typeface="MS PGothic" panose="020B0600070205080204" pitchFamily="34" charset="-128"/>
                <a:cs typeface="+mn-cs"/>
              </a:rPr>
              <a:t>4</a:t>
            </a: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times; The 2</a:t>
            </a:r>
            <a:r>
              <a:rPr kumimoji="0" lang="en-US" sz="2200" b="0" i="0" u="none" strike="noStrike" kern="0" cap="none" spc="0" normalizeH="0" baseline="30000" noProof="0" dirty="0">
                <a:ln>
                  <a:noFill/>
                </a:ln>
                <a:solidFill>
                  <a:srgbClr val="222222"/>
                </a:solidFill>
                <a:effectLst/>
                <a:uLnTx/>
                <a:uFillTx/>
                <a:latin typeface="Arial"/>
                <a:ea typeface="MS PGothic" panose="020B0600070205080204" pitchFamily="34" charset="-128"/>
                <a:cs typeface="+mn-cs"/>
              </a:rPr>
              <a:t>nd</a:t>
            </a: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job (D) appears </a:t>
            </a:r>
            <a:r>
              <a:rPr kumimoji="0" lang="en-US" sz="2200" b="0" i="0" u="none" strike="noStrike" kern="0" cap="none" spc="0" normalizeH="0" baseline="0" noProof="0" dirty="0">
                <a:ln>
                  <a:noFill/>
                </a:ln>
                <a:solidFill>
                  <a:srgbClr val="3366FF"/>
                </a:solidFill>
                <a:effectLst/>
                <a:uLnTx/>
                <a:uFillTx/>
                <a:latin typeface="Arial"/>
                <a:ea typeface="MS PGothic" panose="020B0600070205080204" pitchFamily="34" charset="-128"/>
                <a:cs typeface="+mn-cs"/>
              </a:rPr>
              <a:t>3</a:t>
            </a: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times ; The 3</a:t>
            </a:r>
            <a:r>
              <a:rPr kumimoji="0" lang="en-US" sz="2200" b="0" i="0" u="none" strike="noStrike" kern="0" cap="none" spc="0" normalizeH="0" baseline="30000" noProof="0" dirty="0">
                <a:ln>
                  <a:noFill/>
                </a:ln>
                <a:solidFill>
                  <a:srgbClr val="222222"/>
                </a:solidFill>
                <a:effectLst/>
                <a:uLnTx/>
                <a:uFillTx/>
                <a:latin typeface="Arial"/>
                <a:ea typeface="MS PGothic" panose="020B0600070205080204" pitchFamily="34" charset="-128"/>
                <a:cs typeface="+mn-cs"/>
              </a:rPr>
              <a:t>rd</a:t>
            </a: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job (A) appears </a:t>
            </a:r>
            <a:r>
              <a:rPr kumimoji="0" lang="en-US" sz="2200" b="0" i="0" u="none" strike="noStrike" kern="0" cap="none" spc="0" normalizeH="0" baseline="0" noProof="0" dirty="0">
                <a:ln>
                  <a:noFill/>
                </a:ln>
                <a:solidFill>
                  <a:srgbClr val="3366FF"/>
                </a:solidFill>
                <a:effectLst/>
                <a:uLnTx/>
                <a:uFillTx/>
                <a:latin typeface="Arial"/>
                <a:ea typeface="MS PGothic" panose="020B0600070205080204" pitchFamily="34" charset="-128"/>
                <a:cs typeface="+mn-cs"/>
              </a:rPr>
              <a:t>2</a:t>
            </a: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times and the 4</a:t>
            </a:r>
            <a:r>
              <a:rPr kumimoji="0" lang="en-US" sz="2200" b="0" i="0" u="none" strike="noStrike" kern="0" cap="none" spc="0" normalizeH="0" baseline="30000" noProof="0" dirty="0">
                <a:ln>
                  <a:noFill/>
                </a:ln>
                <a:solidFill>
                  <a:srgbClr val="222222"/>
                </a:solidFill>
                <a:effectLst/>
                <a:uLnTx/>
                <a:uFillTx/>
                <a:latin typeface="Arial"/>
                <a:ea typeface="MS PGothic" panose="020B0600070205080204" pitchFamily="34" charset="-128"/>
                <a:cs typeface="+mn-cs"/>
              </a:rPr>
              <a:t>th</a:t>
            </a: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job (C) appears only once (</a:t>
            </a:r>
            <a:r>
              <a:rPr kumimoji="0" lang="en-US" sz="2200" b="0" i="0" u="none" strike="noStrike" kern="0" cap="none" spc="0" normalizeH="0" baseline="0" noProof="0" dirty="0">
                <a:ln>
                  <a:noFill/>
                </a:ln>
                <a:solidFill>
                  <a:srgbClr val="3366FF"/>
                </a:solidFill>
                <a:effectLst/>
                <a:uLnTx/>
                <a:uFillTx/>
                <a:latin typeface="Arial"/>
                <a:ea typeface="MS PGothic" panose="020B0600070205080204" pitchFamily="34" charset="-128"/>
                <a:cs typeface="+mn-cs"/>
              </a:rPr>
              <a:t>1</a:t>
            </a: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a:t>
            </a:r>
          </a:p>
          <a:p>
            <a:pPr marL="800100" marR="0" lvl="1" indent="-342900" algn="l" defTabSz="914400" rtl="0" eaLnBrk="1" fontAlgn="base" latinLnBrk="0" hangingPunct="1">
              <a:lnSpc>
                <a:spcPct val="90000"/>
              </a:lnSpc>
              <a:spcBef>
                <a:spcPct val="20000"/>
              </a:spcBef>
              <a:spcAft>
                <a:spcPct val="0"/>
              </a:spcAft>
              <a:buClrTx/>
              <a:buSzTx/>
              <a:buFontTx/>
              <a:buChar char="-"/>
              <a:tabLst/>
              <a:defRPr/>
            </a:pPr>
            <a:endPar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Equation can be rewrite as:</a:t>
            </a: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a:t>
            </a:r>
            <a:r>
              <a:rPr kumimoji="0" lang="en-US" sz="2200" b="0" i="0" u="sng" strike="noStrike" kern="0" cap="none" spc="0" normalizeH="0" baseline="0" noProof="0" dirty="0">
                <a:ln>
                  <a:noFill/>
                </a:ln>
                <a:solidFill>
                  <a:srgbClr val="222222"/>
                </a:solidFill>
                <a:effectLst/>
                <a:uLnTx/>
                <a:uFillTx/>
                <a:latin typeface="Arial"/>
                <a:ea typeface="MS PGothic" panose="020B0600070205080204" pitchFamily="34" charset="-128"/>
                <a:cs typeface="+mn-cs"/>
              </a:rPr>
              <a:t>(B)*</a:t>
            </a:r>
            <a:r>
              <a:rPr kumimoji="0" lang="en-US" sz="2200" b="0" i="0" u="sng" strike="noStrike" kern="0" cap="none" spc="0" normalizeH="0" baseline="0" noProof="0" dirty="0">
                <a:ln>
                  <a:noFill/>
                </a:ln>
                <a:solidFill>
                  <a:srgbClr val="3366FF"/>
                </a:solidFill>
                <a:effectLst/>
                <a:uLnTx/>
                <a:uFillTx/>
                <a:latin typeface="Arial"/>
                <a:ea typeface="MS PGothic" panose="020B0600070205080204" pitchFamily="34" charset="-128"/>
                <a:cs typeface="+mn-cs"/>
              </a:rPr>
              <a:t>4</a:t>
            </a:r>
            <a:r>
              <a:rPr kumimoji="0" lang="en-US" sz="2200" b="0" i="0" u="sng" strike="noStrike" kern="0" cap="none" spc="0" normalizeH="0" baseline="0" noProof="0" dirty="0">
                <a:ln>
                  <a:noFill/>
                </a:ln>
                <a:solidFill>
                  <a:srgbClr val="222222"/>
                </a:solidFill>
                <a:effectLst/>
                <a:uLnTx/>
                <a:uFillTx/>
                <a:latin typeface="Arial"/>
                <a:ea typeface="MS PGothic" panose="020B0600070205080204" pitchFamily="34" charset="-128"/>
                <a:cs typeface="+mn-cs"/>
              </a:rPr>
              <a:t> + (D)*</a:t>
            </a:r>
            <a:r>
              <a:rPr kumimoji="0" lang="en-US" sz="2200" b="0" i="0" u="sng" strike="noStrike" kern="0" cap="none" spc="0" normalizeH="0" baseline="0" noProof="0" dirty="0">
                <a:ln>
                  <a:noFill/>
                </a:ln>
                <a:solidFill>
                  <a:srgbClr val="3366FF"/>
                </a:solidFill>
                <a:effectLst/>
                <a:uLnTx/>
                <a:uFillTx/>
                <a:latin typeface="Arial"/>
                <a:ea typeface="MS PGothic" panose="020B0600070205080204" pitchFamily="34" charset="-128"/>
                <a:cs typeface="+mn-cs"/>
              </a:rPr>
              <a:t>3</a:t>
            </a:r>
            <a:r>
              <a:rPr kumimoji="0" lang="en-US" sz="2200" b="0" i="0" u="sng" strike="noStrike" kern="0" cap="none" spc="0" normalizeH="0" baseline="0" noProof="0" dirty="0">
                <a:ln>
                  <a:noFill/>
                </a:ln>
                <a:solidFill>
                  <a:srgbClr val="222222"/>
                </a:solidFill>
                <a:effectLst/>
                <a:uLnTx/>
                <a:uFillTx/>
                <a:latin typeface="Arial"/>
                <a:ea typeface="MS PGothic" panose="020B0600070205080204" pitchFamily="34" charset="-128"/>
                <a:cs typeface="+mn-cs"/>
              </a:rPr>
              <a:t> + (A)*</a:t>
            </a:r>
            <a:r>
              <a:rPr kumimoji="0" lang="en-US" sz="2200" b="0" i="0" u="sng" strike="noStrike" kern="0" cap="none" spc="0" normalizeH="0" baseline="0" noProof="0" dirty="0">
                <a:ln>
                  <a:noFill/>
                </a:ln>
                <a:solidFill>
                  <a:srgbClr val="3366FF"/>
                </a:solidFill>
                <a:effectLst/>
                <a:uLnTx/>
                <a:uFillTx/>
                <a:latin typeface="Arial"/>
                <a:ea typeface="MS PGothic" panose="020B0600070205080204" pitchFamily="34" charset="-128"/>
                <a:cs typeface="+mn-cs"/>
              </a:rPr>
              <a:t>2</a:t>
            </a:r>
            <a:r>
              <a:rPr kumimoji="0" lang="en-US" sz="2200" b="0" i="0" u="sng" strike="noStrike" kern="0" cap="none" spc="0" normalizeH="0" baseline="0" noProof="0" dirty="0">
                <a:ln>
                  <a:noFill/>
                </a:ln>
                <a:solidFill>
                  <a:srgbClr val="222222"/>
                </a:solidFill>
                <a:effectLst/>
                <a:uLnTx/>
                <a:uFillTx/>
                <a:latin typeface="Arial"/>
                <a:ea typeface="MS PGothic" panose="020B0600070205080204" pitchFamily="34" charset="-128"/>
                <a:cs typeface="+mn-cs"/>
              </a:rPr>
              <a:t> + (C)*</a:t>
            </a:r>
            <a:r>
              <a:rPr kumimoji="0" lang="en-US" sz="2200" b="0" i="0" u="sng" strike="noStrike" kern="0" cap="none" spc="0" normalizeH="0" baseline="0" noProof="0" dirty="0">
                <a:ln>
                  <a:noFill/>
                </a:ln>
                <a:solidFill>
                  <a:srgbClr val="3366FF"/>
                </a:solidFill>
                <a:effectLst/>
                <a:uLnTx/>
                <a:uFillTx/>
                <a:latin typeface="Arial"/>
                <a:ea typeface="MS PGothic" panose="020B0600070205080204" pitchFamily="34" charset="-128"/>
                <a:cs typeface="+mn-cs"/>
              </a:rPr>
              <a:t>1</a:t>
            </a: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 9.0</a:t>
            </a: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4</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Formula for average:</a:t>
            </a: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a:t>
            </a:r>
            <a:r>
              <a:rPr kumimoji="0" lang="en-US" sz="2200" b="0" i="1"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t</a:t>
            </a:r>
            <a:r>
              <a:rPr kumimoji="0" lang="en-US" sz="2200" b="0" i="1" u="none" strike="noStrike" kern="0" cap="none" spc="0" normalizeH="0" baseline="-25000" noProof="0" dirty="0">
                <a:ln>
                  <a:noFill/>
                </a:ln>
                <a:solidFill>
                  <a:srgbClr val="222222"/>
                </a:solidFill>
                <a:effectLst/>
                <a:uLnTx/>
                <a:uFillTx/>
                <a:latin typeface="Arial"/>
                <a:ea typeface="MS PGothic" panose="020B0600070205080204" pitchFamily="34" charset="-128"/>
                <a:cs typeface="+mn-cs"/>
              </a:rPr>
              <a:t>1</a:t>
            </a:r>
            <a:r>
              <a:rPr kumimoji="0" lang="en-US" sz="2200" b="0" i="1"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(n) + t</a:t>
            </a:r>
            <a:r>
              <a:rPr kumimoji="0" lang="en-US" sz="2200" b="0" i="1" u="none" strike="noStrike" kern="0" cap="none" spc="0" normalizeH="0" baseline="-25000" noProof="0" dirty="0">
                <a:ln>
                  <a:noFill/>
                </a:ln>
                <a:solidFill>
                  <a:srgbClr val="222222"/>
                </a:solidFill>
                <a:effectLst/>
                <a:uLnTx/>
                <a:uFillTx/>
                <a:latin typeface="Arial"/>
                <a:ea typeface="MS PGothic" panose="020B0600070205080204" pitchFamily="34" charset="-128"/>
                <a:cs typeface="+mn-cs"/>
              </a:rPr>
              <a:t>2</a:t>
            </a:r>
            <a:r>
              <a:rPr kumimoji="0" lang="en-US" sz="2200" b="0" i="1"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(n-1) + t</a:t>
            </a:r>
            <a:r>
              <a:rPr kumimoji="0" lang="en-US" sz="2200" b="0" i="1" u="none" strike="noStrike" kern="0" cap="none" spc="0" normalizeH="0" baseline="-25000" noProof="0" dirty="0">
                <a:ln>
                  <a:noFill/>
                </a:ln>
                <a:solidFill>
                  <a:srgbClr val="222222"/>
                </a:solidFill>
                <a:effectLst/>
                <a:uLnTx/>
                <a:uFillTx/>
                <a:latin typeface="Arial"/>
                <a:ea typeface="MS PGothic" panose="020B0600070205080204" pitchFamily="34" charset="-128"/>
                <a:cs typeface="+mn-cs"/>
              </a:rPr>
              <a:t>3</a:t>
            </a:r>
            <a:r>
              <a:rPr kumimoji="0" lang="en-US" sz="2200" b="0" i="1"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(n-2) + . . + </a:t>
            </a:r>
            <a:r>
              <a:rPr kumimoji="0" lang="en-US" sz="2200" b="0" i="1" u="none" strike="noStrike" kern="0" cap="none" spc="0" normalizeH="0" baseline="0" noProof="0" dirty="0" err="1">
                <a:ln>
                  <a:noFill/>
                </a:ln>
                <a:solidFill>
                  <a:srgbClr val="222222"/>
                </a:solidFill>
                <a:effectLst/>
                <a:uLnTx/>
                <a:uFillTx/>
                <a:latin typeface="Arial"/>
                <a:ea typeface="MS PGothic" panose="020B0600070205080204" pitchFamily="34" charset="-128"/>
                <a:cs typeface="+mn-cs"/>
              </a:rPr>
              <a:t>t</a:t>
            </a:r>
            <a:r>
              <a:rPr kumimoji="0" lang="en-US" sz="2200" b="0" i="1" u="none" strike="noStrike" kern="0" cap="none" spc="0" normalizeH="0" baseline="-25000" noProof="0" dirty="0" err="1">
                <a:ln>
                  <a:noFill/>
                </a:ln>
                <a:solidFill>
                  <a:srgbClr val="222222"/>
                </a:solidFill>
                <a:effectLst/>
                <a:uLnTx/>
                <a:uFillTx/>
                <a:latin typeface="Arial"/>
                <a:ea typeface="MS PGothic" panose="020B0600070205080204" pitchFamily="34" charset="-128"/>
                <a:cs typeface="+mn-cs"/>
              </a:rPr>
              <a:t>n</a:t>
            </a:r>
            <a:r>
              <a:rPr kumimoji="0" lang="en-US" sz="2200" b="0" i="1"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(n(1))</a:t>
            </a:r>
          </a:p>
          <a:p>
            <a:pPr marL="342900" marR="0" lvl="0" indent="-342900" algn="l" defTabSz="914400" rtl="0" eaLnBrk="1" fontAlgn="base" latinLnBrk="0" hangingPunct="1">
              <a:lnSpc>
                <a:spcPct val="90000"/>
              </a:lnSpc>
              <a:spcBef>
                <a:spcPct val="20000"/>
              </a:spcBef>
              <a:spcAft>
                <a:spcPct val="0"/>
              </a:spcAft>
              <a:buClrTx/>
              <a:buSzTx/>
              <a:buFontTx/>
              <a:buNone/>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a:t>
            </a:r>
            <a:r>
              <a:rPr kumimoji="0" lang="en-US" sz="2200" b="0" i="1"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n</a:t>
            </a:r>
          </a:p>
        </p:txBody>
      </p:sp>
      <p:sp>
        <p:nvSpPr>
          <p:cNvPr id="32772" name="TextBox 3">
            <a:extLst>
              <a:ext uri="{FF2B5EF4-FFF2-40B4-BE49-F238E27FC236}">
                <a16:creationId xmlns:a16="http://schemas.microsoft.com/office/drawing/2014/main" id="{D765D185-820D-4870-82B3-0EE20F95909E}"/>
              </a:ext>
            </a:extLst>
          </p:cNvPr>
          <p:cNvSpPr txBox="1">
            <a:spLocks noChangeArrowheads="1"/>
          </p:cNvSpPr>
          <p:nvPr/>
        </p:nvSpPr>
        <p:spPr bwMode="auto">
          <a:xfrm rot="-5400000">
            <a:off x="-1095375" y="4676775"/>
            <a:ext cx="35655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1400" b="0" i="0" u="none" strike="noStrike" kern="1200" cap="none" spc="0" normalizeH="0" baseline="0" noProof="0">
                <a:ln>
                  <a:noFill/>
                </a:ln>
                <a:solidFill>
                  <a:srgbClr val="0070C0"/>
                </a:solidFill>
                <a:effectLst/>
                <a:uLnTx/>
                <a:uFillTx/>
                <a:latin typeface="Arial" panose="020B0604020202020204" pitchFamily="34" charset="0"/>
                <a:ea typeface="MS PGothic" panose="020B0600070205080204" pitchFamily="34" charset="-128"/>
                <a:cs typeface="Arial" panose="020B0604020202020204" pitchFamily="34" charset="0"/>
              </a:rPr>
              <a:t>n = number of job in queue; t</a:t>
            </a:r>
            <a:r>
              <a:rPr kumimoji="0" lang="en-US" altLang="ms-MY" sz="1400" b="0" i="1" u="none" strike="noStrike" kern="1200" cap="none" spc="0" normalizeH="0" baseline="-25000" noProof="0">
                <a:ln>
                  <a:noFill/>
                </a:ln>
                <a:solidFill>
                  <a:srgbClr val="0070C0"/>
                </a:solidFill>
                <a:effectLst/>
                <a:uLnTx/>
                <a:uFillTx/>
                <a:latin typeface="Arial" panose="020B0604020202020204" pitchFamily="34" charset="0"/>
                <a:ea typeface="MS PGothic" panose="020B0600070205080204" pitchFamily="34" charset="-128"/>
                <a:cs typeface="Arial" panose="020B0604020202020204" pitchFamily="34" charset="0"/>
              </a:rPr>
              <a:t>j </a:t>
            </a:r>
            <a:r>
              <a:rPr kumimoji="0" lang="en-US" altLang="ms-MY" sz="1400" b="0" i="1" u="none" strike="noStrike" kern="1200" cap="none" spc="0" normalizeH="0" baseline="0" noProof="0">
                <a:ln>
                  <a:noFill/>
                </a:ln>
                <a:solidFill>
                  <a:srgbClr val="0070C0"/>
                </a:solidFill>
                <a:effectLst/>
                <a:uLnTx/>
                <a:uFillTx/>
                <a:latin typeface="Arial" panose="020B0604020202020204" pitchFamily="34" charset="0"/>
                <a:ea typeface="MS PGothic" panose="020B0600070205080204" pitchFamily="34" charset="-128"/>
                <a:cs typeface="Arial" panose="020B0604020202020204" pitchFamily="34" charset="0"/>
              </a:rPr>
              <a:t>(j=1,2,3,…,n</a:t>
            </a:r>
            <a:r>
              <a:rPr kumimoji="0" lang="en-US" altLang="ms-MY" sz="1400" b="0" i="0" u="none" strike="noStrike" kern="1200" cap="none" spc="0" normalizeH="0" baseline="0" noProof="0">
                <a:ln>
                  <a:noFill/>
                </a:ln>
                <a:solidFill>
                  <a:srgbClr val="0070C0"/>
                </a:solidFill>
                <a:effectLst/>
                <a:uLnTx/>
                <a:uFillTx/>
                <a:latin typeface="Arial" panose="020B0604020202020204" pitchFamily="34" charset="0"/>
                <a:ea typeface="MS PGothic" panose="020B0600070205080204" pitchFamily="34" charset="-128"/>
                <a:cs typeface="Arial" panose="020B0604020202020204" pitchFamily="34" charset="0"/>
              </a:rPr>
              <a:t>)</a:t>
            </a:r>
          </a:p>
        </p:txBody>
      </p:sp>
      <p:cxnSp>
        <p:nvCxnSpPr>
          <p:cNvPr id="32773" name="Straight Connector 5">
            <a:extLst>
              <a:ext uri="{FF2B5EF4-FFF2-40B4-BE49-F238E27FC236}">
                <a16:creationId xmlns:a16="http://schemas.microsoft.com/office/drawing/2014/main" id="{0685005D-D69A-4D9F-9A43-98996A9378D0}"/>
              </a:ext>
            </a:extLst>
          </p:cNvPr>
          <p:cNvCxnSpPr>
            <a:cxnSpLocks noChangeShapeType="1"/>
          </p:cNvCxnSpPr>
          <p:nvPr/>
        </p:nvCxnSpPr>
        <p:spPr bwMode="auto">
          <a:xfrm>
            <a:off x="2913356" y="5946559"/>
            <a:ext cx="48768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cxnSp>
      <p:sp>
        <p:nvSpPr>
          <p:cNvPr id="6" name="TextBox 5">
            <a:extLst>
              <a:ext uri="{FF2B5EF4-FFF2-40B4-BE49-F238E27FC236}">
                <a16:creationId xmlns:a16="http://schemas.microsoft.com/office/drawing/2014/main" id="{9CF3E4EE-9362-4EA0-83E7-2C0EF01E5C60}"/>
              </a:ext>
            </a:extLst>
          </p:cNvPr>
          <p:cNvSpPr txBox="1"/>
          <p:nvPr/>
        </p:nvSpPr>
        <p:spPr>
          <a:xfrm>
            <a:off x="7924800" y="762000"/>
            <a:ext cx="928688" cy="261938"/>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rPr>
              <a:t>Waited time</a:t>
            </a:r>
          </a:p>
        </p:txBody>
      </p:sp>
      <p:sp>
        <p:nvSpPr>
          <p:cNvPr id="32775" name="Rectangle 6">
            <a:extLst>
              <a:ext uri="{FF2B5EF4-FFF2-40B4-BE49-F238E27FC236}">
                <a16:creationId xmlns:a16="http://schemas.microsoft.com/office/drawing/2014/main" id="{4D118A52-C045-44C3-9A3E-1DADCF61DF4A}"/>
              </a:ext>
            </a:extLst>
          </p:cNvPr>
          <p:cNvSpPr>
            <a:spLocks noChangeArrowheads="1"/>
          </p:cNvSpPr>
          <p:nvPr/>
        </p:nvSpPr>
        <p:spPr bwMode="auto">
          <a:xfrm>
            <a:off x="7696200" y="762000"/>
            <a:ext cx="228600" cy="228600"/>
          </a:xfrm>
          <a:prstGeom prst="rect">
            <a:avLst/>
          </a:prstGeom>
          <a:solidFill>
            <a:srgbClr val="FF0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pic>
        <p:nvPicPr>
          <p:cNvPr id="32776" name="Picture 1" descr="Screen Shot 2012-03-13 at 9.13.07 AM.png">
            <a:extLst>
              <a:ext uri="{FF2B5EF4-FFF2-40B4-BE49-F238E27FC236}">
                <a16:creationId xmlns:a16="http://schemas.microsoft.com/office/drawing/2014/main" id="{FE85ED26-6268-4B12-832B-9B01F9F753C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304800"/>
            <a:ext cx="4267200" cy="70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1135761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6">
            <a:extLst>
              <a:ext uri="{FF2B5EF4-FFF2-40B4-BE49-F238E27FC236}">
                <a16:creationId xmlns:a16="http://schemas.microsoft.com/office/drawing/2014/main" id="{8E90F1D7-8AF9-4BB5-87AE-FFA72F09FDD3}"/>
              </a:ext>
            </a:extLst>
          </p:cNvPr>
          <p:cNvSpPr>
            <a:spLocks noGrp="1" noChangeArrowheads="1"/>
          </p:cNvSpPr>
          <p:nvPr>
            <p:ph type="title"/>
          </p:nvPr>
        </p:nvSpPr>
        <p:spPr>
          <a:xfrm>
            <a:off x="533400" y="762000"/>
            <a:ext cx="8077200" cy="914400"/>
          </a:xfrm>
        </p:spPr>
        <p:txBody>
          <a:bodyPr/>
          <a:lstStyle/>
          <a:p>
            <a:pPr algn="l" eaLnBrk="1" hangingPunct="1"/>
            <a:r>
              <a:rPr lang="en-CA" altLang="ms-MY" sz="3200"/>
              <a:t>SJN / SJF:</a:t>
            </a:r>
          </a:p>
        </p:txBody>
      </p:sp>
      <p:sp>
        <p:nvSpPr>
          <p:cNvPr id="34819" name="Rectangle 7">
            <a:extLst>
              <a:ext uri="{FF2B5EF4-FFF2-40B4-BE49-F238E27FC236}">
                <a16:creationId xmlns:a16="http://schemas.microsoft.com/office/drawing/2014/main" id="{D7D10AEC-4488-4949-BE27-43F64F869D84}"/>
              </a:ext>
            </a:extLst>
          </p:cNvPr>
          <p:cNvSpPr>
            <a:spLocks noGrp="1" noChangeArrowheads="1"/>
          </p:cNvSpPr>
          <p:nvPr>
            <p:ph type="body" idx="1"/>
          </p:nvPr>
        </p:nvSpPr>
        <p:spPr>
          <a:xfrm>
            <a:off x="1066800" y="1676400"/>
            <a:ext cx="7620000" cy="4572000"/>
          </a:xfrm>
        </p:spPr>
        <p:txBody>
          <a:bodyPr/>
          <a:lstStyle/>
          <a:p>
            <a:pPr eaLnBrk="1" hangingPunct="1"/>
            <a:r>
              <a:rPr lang="en-CA" altLang="ms-MY" dirty="0"/>
              <a:t>Easy implementation in batch environment</a:t>
            </a:r>
          </a:p>
          <a:p>
            <a:pPr lvl="1" eaLnBrk="1" hangingPunct="1"/>
            <a:r>
              <a:rPr lang="en-CA" altLang="ms-MY" dirty="0"/>
              <a:t>CPU time requirement known in advance</a:t>
            </a:r>
          </a:p>
          <a:p>
            <a:pPr lvl="1" eaLnBrk="1" hangingPunct="1"/>
            <a:endParaRPr lang="en-CA" altLang="ms-MY" sz="1200" dirty="0"/>
          </a:p>
          <a:p>
            <a:pPr eaLnBrk="1" hangingPunct="1"/>
            <a:r>
              <a:rPr lang="en-CA" altLang="ms-MY" dirty="0"/>
              <a:t>Does not work well in interactive systems</a:t>
            </a:r>
          </a:p>
          <a:p>
            <a:pPr eaLnBrk="1" hangingPunct="1"/>
            <a:endParaRPr lang="en-US" altLang="ms-MY" sz="1200" dirty="0"/>
          </a:p>
          <a:p>
            <a:pPr eaLnBrk="1" hangingPunct="1"/>
            <a:r>
              <a:rPr lang="en-CA" altLang="ms-MY" dirty="0"/>
              <a:t>Optimal algorithm</a:t>
            </a:r>
          </a:p>
          <a:p>
            <a:pPr lvl="1" eaLnBrk="1" hangingPunct="1"/>
            <a:r>
              <a:rPr lang="en-CA" altLang="ms-MY" dirty="0"/>
              <a:t>All jobs are available at same time</a:t>
            </a:r>
            <a:r>
              <a:rPr lang="en-US" altLang="ms-MY" dirty="0"/>
              <a:t>.</a:t>
            </a:r>
          </a:p>
          <a:p>
            <a:pPr lvl="1" eaLnBrk="1" hangingPunct="1"/>
            <a:r>
              <a:rPr lang="en-CA" altLang="ms-MY" dirty="0"/>
              <a:t>CPU estimation are available and more accurate.</a:t>
            </a:r>
            <a:endParaRPr lang="en-US" altLang="ms-MY" dirty="0"/>
          </a:p>
          <a:p>
            <a:pPr eaLnBrk="1" hangingPunct="1"/>
            <a:endParaRPr lang="en-US" altLang="ms-MY" dirty="0"/>
          </a:p>
          <a:p>
            <a:pPr eaLnBrk="1" hangingPunct="1"/>
            <a:r>
              <a:rPr lang="en-US" altLang="ms-MY" dirty="0"/>
              <a:t>If  2 processes have the same CPU bursts (cycle time), FCFS may be used.</a:t>
            </a:r>
            <a:endParaRPr lang="en-CA" altLang="ms-MY" dirty="0"/>
          </a:p>
          <a:p>
            <a:pPr lvl="1" eaLnBrk="1" hangingPunct="1"/>
            <a:endParaRPr lang="en-CA" altLang="ms-MY" dirty="0"/>
          </a:p>
        </p:txBody>
      </p:sp>
      <p:sp>
        <p:nvSpPr>
          <p:cNvPr id="34820" name="Slide Number Placeholder 4">
            <a:extLst>
              <a:ext uri="{FF2B5EF4-FFF2-40B4-BE49-F238E27FC236}">
                <a16:creationId xmlns:a16="http://schemas.microsoft.com/office/drawing/2014/main" id="{0B6BCBFB-029B-409E-942E-C030A16FED1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9131959-E4AE-4DFB-8717-73290DFBFCDB}"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42</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34003451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8-Point Star 10">
            <a:extLst>
              <a:ext uri="{FF2B5EF4-FFF2-40B4-BE49-F238E27FC236}">
                <a16:creationId xmlns:a16="http://schemas.microsoft.com/office/drawing/2014/main" id="{13167318-A4E7-450A-A395-BCAD25BBABCE}"/>
              </a:ext>
            </a:extLst>
          </p:cNvPr>
          <p:cNvSpPr>
            <a:spLocks noChangeArrowheads="1"/>
          </p:cNvSpPr>
          <p:nvPr/>
        </p:nvSpPr>
        <p:spPr bwMode="auto">
          <a:xfrm rot="2245177">
            <a:off x="7339013" y="331788"/>
            <a:ext cx="1676400" cy="990600"/>
          </a:xfrm>
          <a:prstGeom prst="star8">
            <a:avLst>
              <a:gd name="adj" fmla="val 37500"/>
            </a:avLst>
          </a:prstGeom>
          <a:solidFill>
            <a:srgbClr val="FFFF00"/>
          </a:solidFill>
          <a:ln>
            <a:noFill/>
          </a:ln>
          <a:effectLst>
            <a:outerShdw dist="139700" dir="2700000" algn="tl" rotWithShape="0">
              <a:srgbClr val="808080">
                <a:alpha val="42998"/>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FFFFFF"/>
                </a:solidFill>
                <a:latin typeface="Times New Roman" panose="02020603050405020304" pitchFamily="18" charset="0"/>
                <a:ea typeface="MS PGothic" panose="020B0600070205080204" pitchFamily="34" charset="-128"/>
              </a:defRPr>
            </a:lvl1pPr>
            <a:lvl2pPr marL="742950" indent="-285750">
              <a:defRPr sz="2000">
                <a:solidFill>
                  <a:srgbClr val="FFFFFF"/>
                </a:solidFill>
                <a:latin typeface="Times New Roman" panose="02020603050405020304" pitchFamily="18" charset="0"/>
                <a:ea typeface="MS PGothic" panose="020B0600070205080204" pitchFamily="34" charset="-128"/>
              </a:defRPr>
            </a:lvl2pPr>
            <a:lvl3pPr marL="1143000" indent="-228600">
              <a:defRPr sz="2000">
                <a:solidFill>
                  <a:srgbClr val="FFFFFF"/>
                </a:solidFill>
                <a:latin typeface="Times New Roman" panose="02020603050405020304" pitchFamily="18" charset="0"/>
                <a:ea typeface="MS PGothic" panose="020B0600070205080204" pitchFamily="34" charset="-128"/>
              </a:defRPr>
            </a:lvl3pPr>
            <a:lvl4pPr marL="1600200" indent="-228600">
              <a:defRPr sz="2000">
                <a:solidFill>
                  <a:srgbClr val="FFFFFF"/>
                </a:solidFill>
                <a:latin typeface="Times New Roman" panose="02020603050405020304" pitchFamily="18" charset="0"/>
                <a:ea typeface="MS PGothic" panose="020B0600070205080204" pitchFamily="34" charset="-128"/>
              </a:defRPr>
            </a:lvl4pPr>
            <a:lvl5pPr marL="2057400" indent="-22860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FF0000"/>
                </a:solidFill>
                <a:effectLst/>
                <a:uLnTx/>
                <a:uFillTx/>
                <a:latin typeface="Chalkduster"/>
                <a:ea typeface="MS PGothic" panose="020B0600070205080204" pitchFamily="34" charset="-128"/>
                <a:cs typeface="+mn-cs"/>
              </a:rPr>
              <a:t>Extra</a:t>
            </a:r>
          </a:p>
        </p:txBody>
      </p:sp>
      <p:sp>
        <p:nvSpPr>
          <p:cNvPr id="12" name="Rectangle 9">
            <a:extLst>
              <a:ext uri="{FF2B5EF4-FFF2-40B4-BE49-F238E27FC236}">
                <a16:creationId xmlns:a16="http://schemas.microsoft.com/office/drawing/2014/main" id="{EB7010DC-3606-4572-B833-04802B8B2C9F}"/>
              </a:ext>
            </a:extLst>
          </p:cNvPr>
          <p:cNvSpPr txBox="1">
            <a:spLocks noChangeArrowheads="1"/>
          </p:cNvSpPr>
          <p:nvPr/>
        </p:nvSpPr>
        <p:spPr>
          <a:xfrm>
            <a:off x="685800" y="914400"/>
            <a:ext cx="8153400" cy="2971800"/>
          </a:xfrm>
          <a:prstGeom prst="rect">
            <a:avLst/>
          </a:prstGeom>
        </p:spPr>
        <p:txBody>
          <a:body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0" lang="en-US" sz="2200" b="1"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rPr>
              <a:t>Exercise 2</a:t>
            </a:r>
            <a:r>
              <a:rPr kumimoji="0" lang="en-US" sz="22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rPr>
              <a:t>:</a:t>
            </a:r>
          </a:p>
          <a:p>
            <a:pPr marL="0" marR="0" lvl="0" indent="0" algn="l" defTabSz="914400" rtl="0" eaLnBrk="1" fontAlgn="base" latinLnBrk="0" hangingPunct="1">
              <a:lnSpc>
                <a:spcPct val="90000"/>
              </a:lnSpc>
              <a:spcBef>
                <a:spcPct val="20000"/>
              </a:spcBef>
              <a:spcAft>
                <a:spcPct val="0"/>
              </a:spcAft>
              <a:buClrTx/>
              <a:buSzTx/>
              <a:buFontTx/>
              <a:buNone/>
              <a:tabLst/>
              <a:defRPr/>
            </a:pPr>
            <a:endParaRPr kumimoji="0" lang="en-US" sz="22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endParaRPr>
          </a:p>
          <a:p>
            <a:pPr marL="0" marR="0" lvl="0" indent="0" algn="l" defTabSz="914400" rtl="0" eaLnBrk="1" fontAlgn="base" latinLnBrk="0" hangingPunct="1">
              <a:lnSpc>
                <a:spcPct val="90000"/>
              </a:lnSpc>
              <a:spcBef>
                <a:spcPct val="20000"/>
              </a:spcBef>
              <a:spcAft>
                <a:spcPct val="0"/>
              </a:spcAft>
              <a:buClrTx/>
              <a:buSzTx/>
              <a:buFontTx/>
              <a:buNone/>
              <a:tabLst/>
              <a:defRPr/>
            </a:pPr>
            <a:r>
              <a:rPr kumimoji="0" lang="en-US" sz="2200" b="0" i="0" u="none" strike="noStrike" kern="0" cap="none" spc="0" normalizeH="0" baseline="0" noProof="0" dirty="0">
                <a:ln>
                  <a:noFill/>
                </a:ln>
                <a:solidFill>
                  <a:srgbClr val="000000"/>
                </a:solidFill>
                <a:effectLst/>
                <a:uLnTx/>
                <a:uFillTx/>
                <a:latin typeface="Arial"/>
                <a:ea typeface="ＭＳ Ｐゴシック" pitchFamily="-84" charset="-128"/>
                <a:cs typeface="+mn-cs"/>
              </a:rPr>
              <a:t>Four processes Job A, Job B, Job C and Job D arrived at time </a:t>
            </a:r>
            <a:r>
              <a:rPr kumimoji="0" lang="en-US" sz="2200" b="0" i="1" u="none" strike="noStrike" kern="0" cap="none" spc="0" normalizeH="0" baseline="0" noProof="0" dirty="0">
                <a:ln>
                  <a:noFill/>
                </a:ln>
                <a:solidFill>
                  <a:srgbClr val="000000"/>
                </a:solidFill>
                <a:effectLst/>
                <a:uLnTx/>
                <a:uFillTx/>
                <a:latin typeface="Arial"/>
                <a:ea typeface="ＭＳ Ｐゴシック" pitchFamily="-84" charset="-128"/>
                <a:cs typeface="+mn-cs"/>
              </a:rPr>
              <a:t>t</a:t>
            </a:r>
            <a:r>
              <a:rPr kumimoji="0" lang="en-US" sz="2200" b="0" i="1" u="none" strike="noStrike" kern="0" cap="none" spc="0" normalizeH="0" baseline="-25000" noProof="0" dirty="0">
                <a:ln>
                  <a:noFill/>
                </a:ln>
                <a:solidFill>
                  <a:srgbClr val="000000"/>
                </a:solidFill>
                <a:effectLst/>
                <a:uLnTx/>
                <a:uFillTx/>
                <a:latin typeface="Arial"/>
                <a:ea typeface="ＭＳ Ｐゴシック" pitchFamily="-84" charset="-128"/>
                <a:cs typeface="+mn-cs"/>
              </a:rPr>
              <a:t>0</a:t>
            </a:r>
            <a:r>
              <a:rPr kumimoji="0" lang="en-US" sz="2200" b="0" i="1" u="none" strike="noStrike" kern="0" cap="none" spc="0" normalizeH="0" baseline="0" noProof="0" dirty="0">
                <a:ln>
                  <a:noFill/>
                </a:ln>
                <a:solidFill>
                  <a:srgbClr val="000000"/>
                </a:solidFill>
                <a:effectLst/>
                <a:uLnTx/>
                <a:uFillTx/>
                <a:latin typeface="Arial"/>
                <a:ea typeface="ＭＳ Ｐゴシック" pitchFamily="-84" charset="-128"/>
                <a:cs typeface="+mn-cs"/>
              </a:rPr>
              <a:t> </a:t>
            </a:r>
            <a:r>
              <a:rPr kumimoji="0" lang="en-US" sz="2200" b="0" i="0" u="none" strike="noStrike" kern="0" cap="none" spc="0" normalizeH="0" baseline="0" noProof="0" dirty="0">
                <a:ln>
                  <a:noFill/>
                </a:ln>
                <a:solidFill>
                  <a:srgbClr val="000000"/>
                </a:solidFill>
                <a:effectLst/>
                <a:uLnTx/>
                <a:uFillTx/>
                <a:latin typeface="Arial"/>
                <a:ea typeface="ＭＳ Ｐゴシック" pitchFamily="-84" charset="-128"/>
                <a:cs typeface="+mn-cs"/>
              </a:rPr>
              <a:t>with different CPU burst in milliseconds (</a:t>
            </a:r>
            <a:r>
              <a:rPr kumimoji="0" lang="en-US" sz="2200" b="0" i="0" u="none" strike="noStrike" kern="0" cap="none" spc="0" normalizeH="0" baseline="0" noProof="0" dirty="0" err="1">
                <a:ln>
                  <a:noFill/>
                </a:ln>
                <a:solidFill>
                  <a:srgbClr val="000000"/>
                </a:solidFill>
                <a:effectLst/>
                <a:uLnTx/>
                <a:uFillTx/>
                <a:latin typeface="Arial"/>
                <a:ea typeface="ＭＳ Ｐゴシック" pitchFamily="-84" charset="-128"/>
                <a:cs typeface="+mn-cs"/>
              </a:rPr>
              <a:t>ms</a:t>
            </a:r>
            <a:r>
              <a:rPr kumimoji="0" lang="en-US" sz="2200" b="0" i="0" u="none" strike="noStrike" kern="0" cap="none" spc="0" normalizeH="0" baseline="0" noProof="0" dirty="0">
                <a:ln>
                  <a:noFill/>
                </a:ln>
                <a:solidFill>
                  <a:srgbClr val="000000"/>
                </a:solidFill>
                <a:effectLst/>
                <a:uLnTx/>
                <a:uFillTx/>
                <a:latin typeface="Arial"/>
                <a:ea typeface="ＭＳ Ｐゴシック" pitchFamily="-84" charset="-128"/>
                <a:cs typeface="+mn-cs"/>
              </a:rPr>
              <a:t>). At </a:t>
            </a:r>
            <a:r>
              <a:rPr kumimoji="0" lang="en-US" sz="2200" b="0" i="1" u="none" strike="noStrike" kern="0" cap="none" spc="0" normalizeH="0" baseline="0" noProof="0" dirty="0">
                <a:ln>
                  <a:noFill/>
                </a:ln>
                <a:solidFill>
                  <a:srgbClr val="000000"/>
                </a:solidFill>
                <a:effectLst/>
                <a:uLnTx/>
                <a:uFillTx/>
                <a:latin typeface="Times New Roman" charset="0"/>
                <a:ea typeface="ＭＳ Ｐゴシック" pitchFamily="-84" charset="-128"/>
                <a:cs typeface="ＭＳ Ｐゴシック" charset="0"/>
              </a:rPr>
              <a:t>t</a:t>
            </a:r>
            <a:r>
              <a:rPr kumimoji="0" lang="en-US" sz="2200" b="0" i="1" u="none" strike="noStrike" kern="0" cap="none" spc="0" normalizeH="0" baseline="-25000" noProof="0" dirty="0">
                <a:ln>
                  <a:noFill/>
                </a:ln>
                <a:solidFill>
                  <a:srgbClr val="000000"/>
                </a:solidFill>
                <a:effectLst/>
                <a:uLnTx/>
                <a:uFillTx/>
                <a:latin typeface="Times New Roman" charset="0"/>
                <a:ea typeface="ＭＳ Ｐゴシック" pitchFamily="-84" charset="-128"/>
                <a:cs typeface="ＭＳ Ｐゴシック" charset="0"/>
              </a:rPr>
              <a:t>2</a:t>
            </a:r>
            <a:r>
              <a:rPr kumimoji="0" lang="en-US" sz="2200" b="0" i="0" u="none" strike="noStrike" kern="0" cap="none" spc="0" normalizeH="0" baseline="0" noProof="0" dirty="0">
                <a:ln>
                  <a:noFill/>
                </a:ln>
                <a:solidFill>
                  <a:srgbClr val="000000"/>
                </a:solidFill>
                <a:effectLst/>
                <a:uLnTx/>
                <a:uFillTx/>
                <a:latin typeface="Arial"/>
                <a:ea typeface="ＭＳ Ｐゴシック" pitchFamily="-84" charset="-128"/>
                <a:cs typeface="+mn-cs"/>
              </a:rPr>
              <a:t> , another processes Job X and Job Y arrived with its own CPU burst time. Calculate the average waiting time and average turnaround time. Assume that SJN algorithm applied and each </a:t>
            </a:r>
            <a:r>
              <a:rPr kumimoji="0" lang="en-US" sz="2200" b="0" i="1" u="none" strike="noStrike" kern="0" cap="none" spc="0" normalizeH="0" baseline="0" noProof="0" dirty="0" err="1">
                <a:ln>
                  <a:noFill/>
                </a:ln>
                <a:solidFill>
                  <a:srgbClr val="000000"/>
                </a:solidFill>
                <a:effectLst/>
                <a:uLnTx/>
                <a:uFillTx/>
                <a:latin typeface="Arial"/>
                <a:ea typeface="ＭＳ Ｐゴシック" pitchFamily="-84" charset="-128"/>
                <a:cs typeface="+mn-cs"/>
              </a:rPr>
              <a:t>t</a:t>
            </a:r>
            <a:r>
              <a:rPr kumimoji="0" lang="en-US" sz="2200" b="0" i="1" u="none" strike="noStrike" kern="0" cap="none" spc="0" normalizeH="0" baseline="-25000" noProof="0" dirty="0" err="1">
                <a:ln>
                  <a:noFill/>
                </a:ln>
                <a:solidFill>
                  <a:srgbClr val="000000"/>
                </a:solidFill>
                <a:effectLst/>
                <a:uLnTx/>
                <a:uFillTx/>
                <a:latin typeface="Times New Roman"/>
                <a:ea typeface="ＭＳ Ｐゴシック" pitchFamily="-84" charset="-128"/>
                <a:cs typeface="Times New Roman"/>
              </a:rPr>
              <a:t>i</a:t>
            </a:r>
            <a:r>
              <a:rPr kumimoji="0" lang="en-US" sz="2200" b="0" i="0" u="none" strike="noStrike" kern="0" cap="none" spc="0" normalizeH="0" baseline="0" noProof="0" dirty="0">
                <a:ln>
                  <a:noFill/>
                </a:ln>
                <a:solidFill>
                  <a:srgbClr val="000000"/>
                </a:solidFill>
                <a:effectLst/>
                <a:uLnTx/>
                <a:uFillTx/>
                <a:latin typeface="Arial"/>
                <a:ea typeface="ＭＳ Ｐゴシック" pitchFamily="-84" charset="-128"/>
                <a:cs typeface="+mn-cs"/>
              </a:rPr>
              <a:t> = </a:t>
            </a:r>
            <a:r>
              <a:rPr kumimoji="0" lang="en-US" sz="2200" b="0" i="1" u="none" strike="noStrike" kern="0" cap="none" spc="0" normalizeH="0" baseline="0" noProof="0" dirty="0" err="1">
                <a:ln>
                  <a:noFill/>
                </a:ln>
                <a:solidFill>
                  <a:srgbClr val="000000"/>
                </a:solidFill>
                <a:effectLst/>
                <a:uLnTx/>
                <a:uFillTx/>
                <a:latin typeface="Times New Roman"/>
                <a:ea typeface="ＭＳ Ｐゴシック" pitchFamily="-84" charset="-128"/>
                <a:cs typeface="Times New Roman"/>
              </a:rPr>
              <a:t>i</a:t>
            </a:r>
            <a:r>
              <a:rPr kumimoji="0" lang="en-US" sz="2200" b="0" i="1" u="none" strike="noStrike" kern="0" cap="none" spc="0" normalizeH="0" baseline="0" noProof="0" dirty="0">
                <a:ln>
                  <a:noFill/>
                </a:ln>
                <a:solidFill>
                  <a:srgbClr val="000000"/>
                </a:solidFill>
                <a:effectLst/>
                <a:uLnTx/>
                <a:uFillTx/>
                <a:latin typeface="Times New Roman"/>
                <a:ea typeface="ＭＳ Ｐゴシック" pitchFamily="-84" charset="-128"/>
                <a:cs typeface="Times New Roman"/>
              </a:rPr>
              <a:t> </a:t>
            </a:r>
            <a:r>
              <a:rPr kumimoji="0" lang="en-US" sz="2200" b="0" i="0" u="none" strike="noStrike" kern="0" cap="none" spc="0" normalizeH="0" baseline="0" noProof="0" dirty="0">
                <a:ln>
                  <a:noFill/>
                </a:ln>
                <a:solidFill>
                  <a:srgbClr val="000000"/>
                </a:solidFill>
                <a:effectLst/>
                <a:uLnTx/>
                <a:uFillTx/>
                <a:latin typeface="Arial"/>
                <a:ea typeface="ＭＳ Ｐゴシック" pitchFamily="-84" charset="-128"/>
                <a:cs typeface="+mn-cs"/>
              </a:rPr>
              <a:t>CPU Burst.</a:t>
            </a:r>
            <a:endParaRPr kumimoji="0" lang="en-US" sz="22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200" b="0" i="0" u="none" strike="noStrike" kern="0" cap="none" spc="0" normalizeH="0" baseline="0" noProof="0" dirty="0">
              <a:ln>
                <a:noFill/>
              </a:ln>
              <a:solidFill>
                <a:srgbClr val="000000"/>
              </a:solidFill>
              <a:effectLst/>
              <a:uLnTx/>
              <a:uFillTx/>
              <a:latin typeface="Arial"/>
              <a:ea typeface="MS PGothic" panose="020B0600070205080204" pitchFamily="34" charset="-128"/>
              <a:cs typeface="Arial" panose="020B0604020202020204" pitchFamily="34" charset="0"/>
            </a:endParaRPr>
          </a:p>
        </p:txBody>
      </p:sp>
      <p:sp>
        <p:nvSpPr>
          <p:cNvPr id="35871" name="Slide Number Placeholder 1">
            <a:extLst>
              <a:ext uri="{FF2B5EF4-FFF2-40B4-BE49-F238E27FC236}">
                <a16:creationId xmlns:a16="http://schemas.microsoft.com/office/drawing/2014/main" id="{C6FB38D2-01A1-46A9-82F0-3D0CF4E18BE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BC5D684-A7A8-4823-88BF-703FF8A74F19}"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43</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aphicFrame>
        <p:nvGraphicFramePr>
          <p:cNvPr id="7" name="Google Shape;819;p41"/>
          <p:cNvGraphicFramePr/>
          <p:nvPr>
            <p:extLst>
              <p:ext uri="{D42A27DB-BD31-4B8C-83A1-F6EECF244321}">
                <p14:modId xmlns:p14="http://schemas.microsoft.com/office/powerpoint/2010/main" val="520642074"/>
              </p:ext>
            </p:extLst>
          </p:nvPr>
        </p:nvGraphicFramePr>
        <p:xfrm>
          <a:off x="2060266" y="3735013"/>
          <a:ext cx="5015059" cy="2595600"/>
        </p:xfrm>
        <a:graphic>
          <a:graphicData uri="http://schemas.openxmlformats.org/drawingml/2006/table">
            <a:tbl>
              <a:tblPr firstRow="1" bandRow="1">
                <a:noFill/>
              </a:tblPr>
              <a:tblGrid>
                <a:gridCol w="1840745">
                  <a:extLst>
                    <a:ext uri="{9D8B030D-6E8A-4147-A177-3AD203B41FA5}">
                      <a16:colId xmlns:a16="http://schemas.microsoft.com/office/drawing/2014/main" val="20000"/>
                    </a:ext>
                  </a:extLst>
                </a:gridCol>
                <a:gridCol w="1502628">
                  <a:extLst>
                    <a:ext uri="{9D8B030D-6E8A-4147-A177-3AD203B41FA5}">
                      <a16:colId xmlns:a16="http://schemas.microsoft.com/office/drawing/2014/main" val="20001"/>
                    </a:ext>
                  </a:extLst>
                </a:gridCol>
                <a:gridCol w="1671686">
                  <a:extLst>
                    <a:ext uri="{9D8B030D-6E8A-4147-A177-3AD203B41FA5}">
                      <a16:colId xmlns:a16="http://schemas.microsoft.com/office/drawing/2014/main" val="20002"/>
                    </a:ext>
                  </a:extLst>
                </a:gridCol>
              </a:tblGrid>
              <a:tr h="370800">
                <a:tc>
                  <a:txBody>
                    <a:bodyPr/>
                    <a:lstStyle/>
                    <a:p>
                      <a:pPr marL="0" marR="0" lvl="0" indent="0" algn="ctr" rtl="0">
                        <a:spcBef>
                          <a:spcPts val="0"/>
                        </a:spcBef>
                        <a:spcAft>
                          <a:spcPts val="0"/>
                        </a:spcAft>
                        <a:buNone/>
                      </a:pPr>
                      <a:r>
                        <a:rPr lang="en-US" sz="1800" u="none" strike="noStrike" cap="none" dirty="0">
                          <a:solidFill>
                            <a:schemeClr val="dk1"/>
                          </a:solidFill>
                        </a:rPr>
                        <a:t>Arrival Time (t)</a:t>
                      </a:r>
                      <a:endParaRPr dirty="0"/>
                    </a:p>
                  </a:txBody>
                  <a:tcPr marL="91450" marR="91450" marT="45725" marB="45725">
                    <a:lnR w="12700" cap="flat" cmpd="sng">
                      <a:solidFill>
                        <a:srgbClr val="000000"/>
                      </a:solidFill>
                      <a:prstDash val="solid"/>
                      <a:round/>
                      <a:headEnd type="none" w="sm" len="sm"/>
                      <a:tailEnd type="none" w="sm" len="sm"/>
                    </a:lnR>
                  </a:tcPr>
                </a:tc>
                <a:tc>
                  <a:txBody>
                    <a:bodyPr/>
                    <a:lstStyle/>
                    <a:p>
                      <a:pPr marL="0" marR="0" lvl="0" indent="0" algn="ctr" rtl="0">
                        <a:spcBef>
                          <a:spcPts val="0"/>
                        </a:spcBef>
                        <a:spcAft>
                          <a:spcPts val="0"/>
                        </a:spcAft>
                        <a:buNone/>
                      </a:pPr>
                      <a:r>
                        <a:rPr lang="en-US" sz="1800" u="none" strike="noStrike" cap="none">
                          <a:solidFill>
                            <a:schemeClr val="dk1"/>
                          </a:solidFill>
                        </a:rPr>
                        <a:t>Process</a:t>
                      </a:r>
                      <a:endParaRPr/>
                    </a:p>
                  </a:txBody>
                  <a:tcPr marL="91450" marR="91450" marT="45725" marB="45725">
                    <a:lnL w="12700" cap="flat" cmpd="sng">
                      <a:solidFill>
                        <a:srgbClr val="000000"/>
                      </a:solidFill>
                      <a:prstDash val="solid"/>
                      <a:round/>
                      <a:headEnd type="none" w="sm" len="sm"/>
                      <a:tailEnd type="none" w="sm" len="sm"/>
                    </a:lnL>
                  </a:tcPr>
                </a:tc>
                <a:tc>
                  <a:txBody>
                    <a:bodyPr/>
                    <a:lstStyle/>
                    <a:p>
                      <a:pPr marL="0" marR="0" lvl="0" indent="0" algn="ctr" rtl="0">
                        <a:spcBef>
                          <a:spcPts val="0"/>
                        </a:spcBef>
                        <a:spcAft>
                          <a:spcPts val="0"/>
                        </a:spcAft>
                        <a:buNone/>
                      </a:pPr>
                      <a:r>
                        <a:rPr lang="en-US" sz="1800" u="none" strike="noStrike" cap="none" dirty="0">
                          <a:solidFill>
                            <a:schemeClr val="dk1"/>
                          </a:solidFill>
                        </a:rPr>
                        <a:t>CPU Burst</a:t>
                      </a:r>
                      <a:endParaRPr dirty="0"/>
                    </a:p>
                  </a:txBody>
                  <a:tcPr marL="91450" marR="91450" marT="45725" marB="45725"/>
                </a:tc>
                <a:extLst>
                  <a:ext uri="{0D108BD9-81ED-4DB2-BD59-A6C34878D82A}">
                    <a16:rowId xmlns:a16="http://schemas.microsoft.com/office/drawing/2014/main" val="10000"/>
                  </a:ext>
                </a:extLst>
              </a:tr>
              <a:tr h="370800">
                <a:tc>
                  <a:txBody>
                    <a:bodyPr/>
                    <a:lstStyle/>
                    <a:p>
                      <a:pPr marL="0" marR="0" lvl="0" indent="0" algn="ctr" rtl="0">
                        <a:spcBef>
                          <a:spcPts val="0"/>
                        </a:spcBef>
                        <a:spcAft>
                          <a:spcPts val="0"/>
                        </a:spcAft>
                        <a:buNone/>
                      </a:pPr>
                      <a:r>
                        <a:rPr lang="en-US" sz="1800" i="0" u="none" strike="noStrike" cap="none" dirty="0">
                          <a:solidFill>
                            <a:schemeClr val="dk1"/>
                          </a:solidFill>
                          <a:latin typeface="Helvetica Neue"/>
                          <a:ea typeface="Helvetica Neue"/>
                          <a:cs typeface="Helvetica Neue"/>
                          <a:sym typeface="Helvetica Neue"/>
                        </a:rPr>
                        <a:t>0</a:t>
                      </a:r>
                      <a:endParaRPr sz="1800" i="0" u="none" strike="noStrike" cap="none" dirty="0"/>
                    </a:p>
                  </a:txBody>
                  <a:tcPr marL="91450" marR="91450" marT="45725" marB="45725">
                    <a:lnR w="12700" cap="flat" cmpd="sng">
                      <a:solidFill>
                        <a:srgbClr val="000000"/>
                      </a:solidFill>
                      <a:prstDash val="solid"/>
                      <a:round/>
                      <a:headEnd type="none" w="sm" len="sm"/>
                      <a:tailEnd type="none" w="sm" len="sm"/>
                    </a:lnR>
                  </a:tcPr>
                </a:tc>
                <a:tc>
                  <a:txBody>
                    <a:bodyPr/>
                    <a:lstStyle/>
                    <a:p>
                      <a:pPr marL="0" marR="0" lvl="0" indent="0" algn="ctr" rtl="0">
                        <a:spcBef>
                          <a:spcPts val="0"/>
                        </a:spcBef>
                        <a:spcAft>
                          <a:spcPts val="0"/>
                        </a:spcAft>
                        <a:buNone/>
                      </a:pPr>
                      <a:r>
                        <a:rPr lang="en-US" sz="1800" u="none" strike="noStrike" cap="none"/>
                        <a:t>Job A</a:t>
                      </a:r>
                      <a:endParaRPr/>
                    </a:p>
                  </a:txBody>
                  <a:tcPr marL="91450" marR="91450" marT="45725" marB="45725">
                    <a:lnL w="12700" cap="flat" cmpd="sng">
                      <a:solidFill>
                        <a:srgbClr val="000000"/>
                      </a:solidFill>
                      <a:prstDash val="solid"/>
                      <a:round/>
                      <a:headEnd type="none" w="sm" len="sm"/>
                      <a:tailEnd type="none" w="sm" len="sm"/>
                    </a:lnL>
                  </a:tcPr>
                </a:tc>
                <a:tc>
                  <a:txBody>
                    <a:bodyPr/>
                    <a:lstStyle/>
                    <a:p>
                      <a:pPr marL="0" marR="0" lvl="0" indent="0" algn="ctr" rtl="0">
                        <a:spcBef>
                          <a:spcPts val="0"/>
                        </a:spcBef>
                        <a:spcAft>
                          <a:spcPts val="0"/>
                        </a:spcAft>
                        <a:buNone/>
                      </a:pPr>
                      <a:r>
                        <a:rPr lang="en-US" sz="1800" u="none" strike="noStrike" cap="none" dirty="0"/>
                        <a:t>5</a:t>
                      </a:r>
                      <a:endParaRPr dirty="0"/>
                    </a:p>
                  </a:txBody>
                  <a:tcPr marL="91450" marR="91450" marT="45725" marB="45725"/>
                </a:tc>
                <a:extLst>
                  <a:ext uri="{0D108BD9-81ED-4DB2-BD59-A6C34878D82A}">
                    <a16:rowId xmlns:a16="http://schemas.microsoft.com/office/drawing/2014/main" val="10001"/>
                  </a:ext>
                </a:extLst>
              </a:tr>
              <a:tr h="370800">
                <a:tc>
                  <a:txBody>
                    <a:bodyPr/>
                    <a:lstStyle/>
                    <a:p>
                      <a:pPr marL="0" marR="0" lvl="0" indent="0" algn="ctr" rtl="0">
                        <a:spcBef>
                          <a:spcPts val="0"/>
                        </a:spcBef>
                        <a:spcAft>
                          <a:spcPts val="0"/>
                        </a:spcAft>
                        <a:buNone/>
                      </a:pPr>
                      <a:endParaRPr sz="1800" i="0" u="none" strike="noStrike" cap="none" dirty="0"/>
                    </a:p>
                  </a:txBody>
                  <a:tcPr marL="91450" marR="91450" marT="45725" marB="45725">
                    <a:lnR w="12700" cap="flat" cmpd="sng">
                      <a:solidFill>
                        <a:srgbClr val="000000"/>
                      </a:solidFill>
                      <a:prstDash val="solid"/>
                      <a:round/>
                      <a:headEnd type="none" w="sm" len="sm"/>
                      <a:tailEnd type="none" w="sm" len="sm"/>
                    </a:lnR>
                  </a:tcPr>
                </a:tc>
                <a:tc>
                  <a:txBody>
                    <a:bodyPr/>
                    <a:lstStyle/>
                    <a:p>
                      <a:pPr marL="0" marR="0" lvl="0" indent="0" algn="ctr" rtl="0">
                        <a:spcBef>
                          <a:spcPts val="0"/>
                        </a:spcBef>
                        <a:spcAft>
                          <a:spcPts val="0"/>
                        </a:spcAft>
                        <a:buNone/>
                      </a:pPr>
                      <a:r>
                        <a:rPr lang="en-US" sz="1800" u="none" strike="noStrike" cap="none"/>
                        <a:t>Job B</a:t>
                      </a:r>
                      <a:endParaRPr/>
                    </a:p>
                  </a:txBody>
                  <a:tcPr marL="91450" marR="91450" marT="45725" marB="45725">
                    <a:lnL w="12700" cap="flat" cmpd="sng">
                      <a:solidFill>
                        <a:srgbClr val="000000"/>
                      </a:solidFill>
                      <a:prstDash val="solid"/>
                      <a:round/>
                      <a:headEnd type="none" w="sm" len="sm"/>
                      <a:tailEnd type="none" w="sm" len="sm"/>
                    </a:lnL>
                  </a:tcPr>
                </a:tc>
                <a:tc>
                  <a:txBody>
                    <a:bodyPr/>
                    <a:lstStyle/>
                    <a:p>
                      <a:pPr marL="0" marR="0" lvl="0" indent="0" algn="ctr" rtl="0">
                        <a:spcBef>
                          <a:spcPts val="0"/>
                        </a:spcBef>
                        <a:spcAft>
                          <a:spcPts val="0"/>
                        </a:spcAft>
                        <a:buNone/>
                      </a:pPr>
                      <a:r>
                        <a:rPr lang="en-US" sz="1800" u="none" strike="noStrike" cap="none"/>
                        <a:t>2</a:t>
                      </a:r>
                      <a:endParaRPr/>
                    </a:p>
                  </a:txBody>
                  <a:tcPr marL="91450" marR="91450" marT="45725" marB="45725"/>
                </a:tc>
                <a:extLst>
                  <a:ext uri="{0D108BD9-81ED-4DB2-BD59-A6C34878D82A}">
                    <a16:rowId xmlns:a16="http://schemas.microsoft.com/office/drawing/2014/main" val="10002"/>
                  </a:ext>
                </a:extLst>
              </a:tr>
              <a:tr h="370800">
                <a:tc>
                  <a:txBody>
                    <a:bodyPr/>
                    <a:lstStyle/>
                    <a:p>
                      <a:pPr marL="0" marR="0" lvl="0" indent="0" algn="ctr" rtl="0">
                        <a:spcBef>
                          <a:spcPts val="0"/>
                        </a:spcBef>
                        <a:spcAft>
                          <a:spcPts val="0"/>
                        </a:spcAft>
                        <a:buNone/>
                      </a:pPr>
                      <a:endParaRPr sz="1800" i="0" u="none" strike="noStrike" cap="none" dirty="0"/>
                    </a:p>
                  </a:txBody>
                  <a:tcPr marL="91450" marR="91450" marT="45725" marB="45725">
                    <a:lnR w="12700" cap="flat" cmpd="sng">
                      <a:solidFill>
                        <a:srgbClr val="000000"/>
                      </a:solidFill>
                      <a:prstDash val="solid"/>
                      <a:round/>
                      <a:headEnd type="none" w="sm" len="sm"/>
                      <a:tailEnd type="none" w="sm" len="sm"/>
                    </a:lnR>
                  </a:tcPr>
                </a:tc>
                <a:tc>
                  <a:txBody>
                    <a:bodyPr/>
                    <a:lstStyle/>
                    <a:p>
                      <a:pPr marL="0" marR="0" lvl="0" indent="0" algn="ctr" rtl="0">
                        <a:spcBef>
                          <a:spcPts val="0"/>
                        </a:spcBef>
                        <a:spcAft>
                          <a:spcPts val="0"/>
                        </a:spcAft>
                        <a:buNone/>
                      </a:pPr>
                      <a:r>
                        <a:rPr lang="en-US" sz="1800" u="none" strike="noStrike" cap="none"/>
                        <a:t>Job C</a:t>
                      </a:r>
                      <a:endParaRPr/>
                    </a:p>
                  </a:txBody>
                  <a:tcPr marL="91450" marR="91450" marT="45725" marB="45725">
                    <a:lnL w="12700" cap="flat" cmpd="sng">
                      <a:solidFill>
                        <a:srgbClr val="000000"/>
                      </a:solidFill>
                      <a:prstDash val="solid"/>
                      <a:round/>
                      <a:headEnd type="none" w="sm" len="sm"/>
                      <a:tailEnd type="none" w="sm" len="sm"/>
                    </a:lnL>
                  </a:tcPr>
                </a:tc>
                <a:tc>
                  <a:txBody>
                    <a:bodyPr/>
                    <a:lstStyle/>
                    <a:p>
                      <a:pPr marL="0" marR="0" lvl="0" indent="0" algn="ctr" rtl="0">
                        <a:spcBef>
                          <a:spcPts val="0"/>
                        </a:spcBef>
                        <a:spcAft>
                          <a:spcPts val="0"/>
                        </a:spcAft>
                        <a:buNone/>
                      </a:pPr>
                      <a:r>
                        <a:rPr lang="en-US" sz="1800" u="none" strike="noStrike" cap="none"/>
                        <a:t>6</a:t>
                      </a:r>
                      <a:endParaRPr/>
                    </a:p>
                  </a:txBody>
                  <a:tcPr marL="91450" marR="91450" marT="45725" marB="45725"/>
                </a:tc>
                <a:extLst>
                  <a:ext uri="{0D108BD9-81ED-4DB2-BD59-A6C34878D82A}">
                    <a16:rowId xmlns:a16="http://schemas.microsoft.com/office/drawing/2014/main" val="10003"/>
                  </a:ext>
                </a:extLst>
              </a:tr>
              <a:tr h="370800">
                <a:tc>
                  <a:txBody>
                    <a:bodyPr/>
                    <a:lstStyle/>
                    <a:p>
                      <a:pPr marL="0" marR="0" lvl="0" indent="0" algn="ctr" rtl="0">
                        <a:spcBef>
                          <a:spcPts val="0"/>
                        </a:spcBef>
                        <a:spcAft>
                          <a:spcPts val="0"/>
                        </a:spcAft>
                        <a:buNone/>
                      </a:pPr>
                      <a:endParaRPr sz="1800" i="0" u="none" strike="noStrike" cap="none" dirty="0"/>
                    </a:p>
                  </a:txBody>
                  <a:tcPr marL="91450" marR="91450" marT="45725" marB="45725">
                    <a:lnR w="12700" cap="flat" cmpd="sng">
                      <a:solidFill>
                        <a:srgbClr val="000000"/>
                      </a:solidFill>
                      <a:prstDash val="solid"/>
                      <a:round/>
                      <a:headEnd type="none" w="sm" len="sm"/>
                      <a:tailEnd type="none" w="sm" len="sm"/>
                    </a:lnR>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a:t>Job D</a:t>
                      </a:r>
                      <a:endParaRPr/>
                    </a:p>
                  </a:txBody>
                  <a:tcPr marL="91450" marR="91450" marT="45725" marB="45725">
                    <a:lnL w="12700" cap="flat" cmpd="sng">
                      <a:solidFill>
                        <a:srgbClr val="000000"/>
                      </a:solidFill>
                      <a:prstDash val="solid"/>
                      <a:round/>
                      <a:headEnd type="none" w="sm" len="sm"/>
                      <a:tailEnd type="none" w="sm" len="sm"/>
                    </a:lnL>
                    <a:lnB w="12700" cap="flat" cmpd="sng">
                      <a:solidFill>
                        <a:srgbClr val="000000"/>
                      </a:solidFill>
                      <a:prstDash val="solid"/>
                      <a:round/>
                      <a:headEnd type="none" w="sm" len="sm"/>
                      <a:tailEnd type="none" w="sm" len="sm"/>
                    </a:lnB>
                  </a:tcPr>
                </a:tc>
                <a:tc>
                  <a:txBody>
                    <a:bodyPr/>
                    <a:lstStyle/>
                    <a:p>
                      <a:pPr marL="0" marR="0" lvl="0" indent="0" algn="ctr" rtl="0">
                        <a:spcBef>
                          <a:spcPts val="0"/>
                        </a:spcBef>
                        <a:spcAft>
                          <a:spcPts val="0"/>
                        </a:spcAft>
                        <a:buNone/>
                      </a:pPr>
                      <a:r>
                        <a:rPr lang="en-US" sz="1800" u="none" strike="noStrike" cap="none"/>
                        <a:t>4</a:t>
                      </a:r>
                      <a:endParaRPr/>
                    </a:p>
                  </a:txBody>
                  <a:tcPr marL="91450" marR="91450" marT="45725" marB="45725">
                    <a:lnB w="12700"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70800">
                <a:tc>
                  <a:txBody>
                    <a:bodyPr/>
                    <a:lstStyle/>
                    <a:p>
                      <a:pPr marL="0" marR="0" lvl="0" indent="0" algn="ctr" rtl="0">
                        <a:spcBef>
                          <a:spcPts val="0"/>
                        </a:spcBef>
                        <a:spcAft>
                          <a:spcPts val="0"/>
                        </a:spcAft>
                        <a:buNone/>
                      </a:pPr>
                      <a:r>
                        <a:rPr lang="en-US" sz="1800" i="0" u="none" strike="noStrike" cap="none" dirty="0">
                          <a:solidFill>
                            <a:schemeClr val="dk1"/>
                          </a:solidFill>
                          <a:latin typeface="Helvetica Neue"/>
                          <a:ea typeface="Helvetica Neue"/>
                          <a:cs typeface="Helvetica Neue"/>
                          <a:sym typeface="Helvetica Neue"/>
                        </a:rPr>
                        <a:t>2 </a:t>
                      </a:r>
                      <a:endParaRPr sz="1800" i="0" u="none" strike="noStrike" cap="none" dirty="0"/>
                    </a:p>
                  </a:txBody>
                  <a:tcPr marL="91450" marR="91450" marT="45725" marB="45725">
                    <a:lnR w="12700" cap="flat" cmpd="sng">
                      <a:solidFill>
                        <a:srgbClr val="000000"/>
                      </a:solidFill>
                      <a:prstDash val="solid"/>
                      <a:round/>
                      <a:headEnd type="none" w="sm" len="sm"/>
                      <a:tailEnd type="none" w="sm" len="sm"/>
                    </a:lnR>
                    <a:lnT w="12700" cap="flat" cmpd="sng">
                      <a:solidFill>
                        <a:srgbClr val="000000"/>
                      </a:solidFill>
                      <a:prstDash val="solid"/>
                      <a:round/>
                      <a:headEnd type="none" w="sm" len="sm"/>
                      <a:tailEnd type="none" w="sm" len="sm"/>
                    </a:lnT>
                  </a:tcPr>
                </a:tc>
                <a:tc>
                  <a:txBody>
                    <a:bodyPr/>
                    <a:lstStyle/>
                    <a:p>
                      <a:pPr marL="0" marR="0" lvl="0" indent="0" algn="ctr" rtl="0">
                        <a:spcBef>
                          <a:spcPts val="0"/>
                        </a:spcBef>
                        <a:spcAft>
                          <a:spcPts val="0"/>
                        </a:spcAft>
                        <a:buNone/>
                      </a:pPr>
                      <a:r>
                        <a:rPr lang="en-US" sz="1800" u="none" strike="noStrike" cap="none"/>
                        <a:t>Job X</a:t>
                      </a:r>
                      <a:endParaRPr/>
                    </a:p>
                  </a:txBody>
                  <a:tcPr marL="91450" marR="91450" marT="45725" marB="45725">
                    <a:lnL w="12700" cap="flat" cmpd="sng">
                      <a:solidFill>
                        <a:srgbClr val="000000"/>
                      </a:solidFill>
                      <a:prstDash val="solid"/>
                      <a:round/>
                      <a:headEnd type="none" w="sm" len="sm"/>
                      <a:tailEnd type="none" w="sm" len="sm"/>
                    </a:lnL>
                    <a:lnT w="12700" cap="flat" cmpd="sng">
                      <a:solidFill>
                        <a:srgbClr val="000000"/>
                      </a:solidFill>
                      <a:prstDash val="solid"/>
                      <a:round/>
                      <a:headEnd type="none" w="sm" len="sm"/>
                      <a:tailEnd type="none" w="sm" len="sm"/>
                    </a:lnT>
                  </a:tcPr>
                </a:tc>
                <a:tc>
                  <a:txBody>
                    <a:bodyPr/>
                    <a:lstStyle/>
                    <a:p>
                      <a:pPr marL="0" marR="0" lvl="0" indent="0" algn="ctr" rtl="0">
                        <a:spcBef>
                          <a:spcPts val="0"/>
                        </a:spcBef>
                        <a:spcAft>
                          <a:spcPts val="0"/>
                        </a:spcAft>
                        <a:buNone/>
                      </a:pPr>
                      <a:r>
                        <a:rPr lang="en-US" sz="1800" u="none" strike="noStrike" cap="none"/>
                        <a:t>3</a:t>
                      </a:r>
                      <a:endParaRPr/>
                    </a:p>
                  </a:txBody>
                  <a:tcPr marL="91450" marR="91450" marT="45725" marB="45725">
                    <a:lnT w="12700" cap="flat" cmpd="sng">
                      <a:solidFill>
                        <a:srgbClr val="000000"/>
                      </a:solidFill>
                      <a:prstDash val="solid"/>
                      <a:round/>
                      <a:headEnd type="none" w="sm" len="sm"/>
                      <a:tailEnd type="none" w="sm" len="sm"/>
                    </a:lnT>
                  </a:tcPr>
                </a:tc>
                <a:extLst>
                  <a:ext uri="{0D108BD9-81ED-4DB2-BD59-A6C34878D82A}">
                    <a16:rowId xmlns:a16="http://schemas.microsoft.com/office/drawing/2014/main" val="10005"/>
                  </a:ext>
                </a:extLst>
              </a:tr>
              <a:tr h="370800">
                <a:tc>
                  <a:txBody>
                    <a:bodyPr/>
                    <a:lstStyle/>
                    <a:p>
                      <a:pPr marL="0" marR="0" lvl="0" indent="0" algn="ctr" rtl="0">
                        <a:spcBef>
                          <a:spcPts val="0"/>
                        </a:spcBef>
                        <a:spcAft>
                          <a:spcPts val="0"/>
                        </a:spcAft>
                        <a:buNone/>
                      </a:pPr>
                      <a:endParaRPr sz="1800" i="0" u="none" strike="noStrike" cap="none" dirty="0"/>
                    </a:p>
                  </a:txBody>
                  <a:tcPr marL="91450" marR="91450" marT="45725" marB="45725">
                    <a:lnR w="12700" cap="flat" cmpd="sng">
                      <a:solidFill>
                        <a:srgbClr val="000000"/>
                      </a:solidFill>
                      <a:prstDash val="solid"/>
                      <a:round/>
                      <a:headEnd type="none" w="sm" len="sm"/>
                      <a:tailEnd type="none" w="sm" len="sm"/>
                    </a:lnR>
                  </a:tcPr>
                </a:tc>
                <a:tc>
                  <a:txBody>
                    <a:bodyPr/>
                    <a:lstStyle/>
                    <a:p>
                      <a:pPr marL="0" marR="0" lvl="0" indent="0" algn="ctr" rtl="0">
                        <a:spcBef>
                          <a:spcPts val="0"/>
                        </a:spcBef>
                        <a:spcAft>
                          <a:spcPts val="0"/>
                        </a:spcAft>
                        <a:buNone/>
                      </a:pPr>
                      <a:r>
                        <a:rPr lang="en-US" sz="1800" u="none" strike="noStrike" cap="none" dirty="0"/>
                        <a:t>Job Y</a:t>
                      </a:r>
                      <a:endParaRPr dirty="0"/>
                    </a:p>
                  </a:txBody>
                  <a:tcPr marL="91450" marR="91450" marT="45725" marB="45725">
                    <a:lnL w="12700" cap="flat" cmpd="sng">
                      <a:solidFill>
                        <a:srgbClr val="000000"/>
                      </a:solidFill>
                      <a:prstDash val="solid"/>
                      <a:round/>
                      <a:headEnd type="none" w="sm" len="sm"/>
                      <a:tailEnd type="none" w="sm" len="sm"/>
                    </a:lnL>
                  </a:tcPr>
                </a:tc>
                <a:tc>
                  <a:txBody>
                    <a:bodyPr/>
                    <a:lstStyle/>
                    <a:p>
                      <a:pPr marL="0" marR="0" lvl="0" indent="0" algn="ctr" rtl="0">
                        <a:spcBef>
                          <a:spcPts val="0"/>
                        </a:spcBef>
                        <a:spcAft>
                          <a:spcPts val="0"/>
                        </a:spcAft>
                        <a:buNone/>
                      </a:pPr>
                      <a:r>
                        <a:rPr lang="en-US" sz="1800" u="none" strike="noStrike" cap="none" dirty="0"/>
                        <a:t>1</a:t>
                      </a:r>
                      <a:endParaRPr dirty="0"/>
                    </a:p>
                  </a:txBody>
                  <a:tcPr marL="91450" marR="91450" marT="45725" marB="45725"/>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919573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8-Point Star 10">
            <a:extLst>
              <a:ext uri="{FF2B5EF4-FFF2-40B4-BE49-F238E27FC236}">
                <a16:creationId xmlns:a16="http://schemas.microsoft.com/office/drawing/2014/main" id="{0493F43E-26EE-4026-B713-5D98562BB017}"/>
              </a:ext>
            </a:extLst>
          </p:cNvPr>
          <p:cNvSpPr>
            <a:spLocks noChangeArrowheads="1"/>
          </p:cNvSpPr>
          <p:nvPr/>
        </p:nvSpPr>
        <p:spPr bwMode="auto">
          <a:xfrm rot="2245177">
            <a:off x="7339013" y="331788"/>
            <a:ext cx="1676400" cy="990600"/>
          </a:xfrm>
          <a:prstGeom prst="star8">
            <a:avLst>
              <a:gd name="adj" fmla="val 37500"/>
            </a:avLst>
          </a:prstGeom>
          <a:solidFill>
            <a:srgbClr val="FFFF00"/>
          </a:solidFill>
          <a:ln>
            <a:noFill/>
          </a:ln>
          <a:effectLst>
            <a:outerShdw dist="139700" dir="2700000" algn="tl" rotWithShape="0">
              <a:srgbClr val="808080">
                <a:alpha val="42998"/>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FFFFFF"/>
                </a:solidFill>
                <a:latin typeface="Times New Roman" panose="02020603050405020304" pitchFamily="18" charset="0"/>
                <a:ea typeface="MS PGothic" panose="020B0600070205080204" pitchFamily="34" charset="-128"/>
              </a:defRPr>
            </a:lvl1pPr>
            <a:lvl2pPr marL="742950" indent="-285750">
              <a:defRPr sz="2000">
                <a:solidFill>
                  <a:srgbClr val="FFFFFF"/>
                </a:solidFill>
                <a:latin typeface="Times New Roman" panose="02020603050405020304" pitchFamily="18" charset="0"/>
                <a:ea typeface="MS PGothic" panose="020B0600070205080204" pitchFamily="34" charset="-128"/>
              </a:defRPr>
            </a:lvl2pPr>
            <a:lvl3pPr marL="1143000" indent="-228600">
              <a:defRPr sz="2000">
                <a:solidFill>
                  <a:srgbClr val="FFFFFF"/>
                </a:solidFill>
                <a:latin typeface="Times New Roman" panose="02020603050405020304" pitchFamily="18" charset="0"/>
                <a:ea typeface="MS PGothic" panose="020B0600070205080204" pitchFamily="34" charset="-128"/>
              </a:defRPr>
            </a:lvl3pPr>
            <a:lvl4pPr marL="1600200" indent="-228600">
              <a:defRPr sz="2000">
                <a:solidFill>
                  <a:srgbClr val="FFFFFF"/>
                </a:solidFill>
                <a:latin typeface="Times New Roman" panose="02020603050405020304" pitchFamily="18" charset="0"/>
                <a:ea typeface="MS PGothic" panose="020B0600070205080204" pitchFamily="34" charset="-128"/>
              </a:defRPr>
            </a:lvl4pPr>
            <a:lvl5pPr marL="2057400" indent="-22860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FF0000"/>
                </a:solidFill>
                <a:effectLst/>
                <a:uLnTx/>
                <a:uFillTx/>
                <a:latin typeface="Chalkduster"/>
                <a:ea typeface="MS PGothic" panose="020B0600070205080204" pitchFamily="34" charset="-128"/>
                <a:cs typeface="+mn-cs"/>
              </a:rPr>
              <a:t>Extra</a:t>
            </a:r>
          </a:p>
        </p:txBody>
      </p:sp>
      <p:sp>
        <p:nvSpPr>
          <p:cNvPr id="12" name="Rectangle 9">
            <a:extLst>
              <a:ext uri="{FF2B5EF4-FFF2-40B4-BE49-F238E27FC236}">
                <a16:creationId xmlns:a16="http://schemas.microsoft.com/office/drawing/2014/main" id="{5AFAC1DD-F0A0-4272-A6AF-6380FDB68FCF}"/>
              </a:ext>
            </a:extLst>
          </p:cNvPr>
          <p:cNvSpPr txBox="1">
            <a:spLocks noChangeArrowheads="1"/>
          </p:cNvSpPr>
          <p:nvPr/>
        </p:nvSpPr>
        <p:spPr>
          <a:xfrm>
            <a:off x="685800" y="957263"/>
            <a:ext cx="8153400" cy="457200"/>
          </a:xfrm>
          <a:prstGeom prst="rect">
            <a:avLst/>
          </a:prstGeom>
        </p:spPr>
        <p:txBody>
          <a:body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0" lang="en-US" sz="2400" b="1"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rPr>
              <a:t>Solution 2</a:t>
            </a:r>
            <a:r>
              <a:rPr kumimoji="0" lang="en-US" sz="24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rPr>
              <a:t>:</a:t>
            </a: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Arial" panose="020B0604020202020204" pitchFamily="34" charset="0"/>
            </a:endParaRPr>
          </a:p>
        </p:txBody>
      </p:sp>
      <p:sp>
        <p:nvSpPr>
          <p:cNvPr id="36868" name="Slide Number Placeholder 1">
            <a:extLst>
              <a:ext uri="{FF2B5EF4-FFF2-40B4-BE49-F238E27FC236}">
                <a16:creationId xmlns:a16="http://schemas.microsoft.com/office/drawing/2014/main" id="{EAF4DD7E-B4D5-4E76-A7CC-6564B5D2286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06A3F35-7275-4EED-9914-D1D9797EAC0B}"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44</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5" name="Rectangle 14">
            <a:extLst>
              <a:ext uri="{FF2B5EF4-FFF2-40B4-BE49-F238E27FC236}">
                <a16:creationId xmlns:a16="http://schemas.microsoft.com/office/drawing/2014/main" id="{A3624625-E868-4C55-A8DE-B3FF5AD1DD6E}"/>
              </a:ext>
            </a:extLst>
          </p:cNvPr>
          <p:cNvSpPr/>
          <p:nvPr/>
        </p:nvSpPr>
        <p:spPr bwMode="auto">
          <a:xfrm>
            <a:off x="4724400" y="1600200"/>
            <a:ext cx="14478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 A</a:t>
            </a:r>
          </a:p>
        </p:txBody>
      </p:sp>
      <p:sp>
        <p:nvSpPr>
          <p:cNvPr id="16" name="Rectangle 15">
            <a:extLst>
              <a:ext uri="{FF2B5EF4-FFF2-40B4-BE49-F238E27FC236}">
                <a16:creationId xmlns:a16="http://schemas.microsoft.com/office/drawing/2014/main" id="{C1177993-FFDD-423D-AB53-969F948557AB}"/>
              </a:ext>
            </a:extLst>
          </p:cNvPr>
          <p:cNvSpPr/>
          <p:nvPr/>
        </p:nvSpPr>
        <p:spPr bwMode="auto">
          <a:xfrm>
            <a:off x="1524000" y="1600200"/>
            <a:ext cx="6096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Y</a:t>
            </a:r>
          </a:p>
        </p:txBody>
      </p:sp>
      <p:sp>
        <p:nvSpPr>
          <p:cNvPr id="21" name="Rectangle 20">
            <a:extLst>
              <a:ext uri="{FF2B5EF4-FFF2-40B4-BE49-F238E27FC236}">
                <a16:creationId xmlns:a16="http://schemas.microsoft.com/office/drawing/2014/main" id="{1C563755-9A93-44FD-9072-01C6D2215807}"/>
              </a:ext>
            </a:extLst>
          </p:cNvPr>
          <p:cNvSpPr/>
          <p:nvPr/>
        </p:nvSpPr>
        <p:spPr bwMode="auto">
          <a:xfrm>
            <a:off x="762000" y="1600200"/>
            <a:ext cx="7620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B</a:t>
            </a:r>
          </a:p>
        </p:txBody>
      </p:sp>
      <p:sp>
        <p:nvSpPr>
          <p:cNvPr id="22" name="Rectangle 21">
            <a:extLst>
              <a:ext uri="{FF2B5EF4-FFF2-40B4-BE49-F238E27FC236}">
                <a16:creationId xmlns:a16="http://schemas.microsoft.com/office/drawing/2014/main" id="{CA5DF878-7EE5-4CF3-BB9F-B951E1315BE4}"/>
              </a:ext>
            </a:extLst>
          </p:cNvPr>
          <p:cNvSpPr/>
          <p:nvPr/>
        </p:nvSpPr>
        <p:spPr bwMode="auto">
          <a:xfrm>
            <a:off x="6172200" y="1600200"/>
            <a:ext cx="18288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C</a:t>
            </a:r>
          </a:p>
        </p:txBody>
      </p:sp>
      <p:sp>
        <p:nvSpPr>
          <p:cNvPr id="36873" name="TextBox 10">
            <a:extLst>
              <a:ext uri="{FF2B5EF4-FFF2-40B4-BE49-F238E27FC236}">
                <a16:creationId xmlns:a16="http://schemas.microsoft.com/office/drawing/2014/main" id="{0D9299A2-4022-4211-B7A0-D8318F7FEEBB}"/>
              </a:ext>
            </a:extLst>
          </p:cNvPr>
          <p:cNvSpPr txBox="1">
            <a:spLocks noChangeArrowheads="1"/>
          </p:cNvSpPr>
          <p:nvPr/>
        </p:nvSpPr>
        <p:spPr bwMode="auto">
          <a:xfrm>
            <a:off x="609600" y="2286000"/>
            <a:ext cx="7620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1600" b="0" i="0" u="none" strike="noStrike" kern="1200" cap="none" spc="0" normalizeH="0" baseline="0" noProof="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0     2    3         6     	  10	      15             21</a:t>
            </a:r>
          </a:p>
        </p:txBody>
      </p:sp>
      <p:sp>
        <p:nvSpPr>
          <p:cNvPr id="27" name="Rectangle 26">
            <a:extLst>
              <a:ext uri="{FF2B5EF4-FFF2-40B4-BE49-F238E27FC236}">
                <a16:creationId xmlns:a16="http://schemas.microsoft.com/office/drawing/2014/main" id="{78DF27AB-B94B-4CFD-A7DF-E4BC88C4A2BD}"/>
              </a:ext>
            </a:extLst>
          </p:cNvPr>
          <p:cNvSpPr/>
          <p:nvPr/>
        </p:nvSpPr>
        <p:spPr bwMode="auto">
          <a:xfrm>
            <a:off x="2133600" y="1600200"/>
            <a:ext cx="11430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X</a:t>
            </a:r>
          </a:p>
        </p:txBody>
      </p:sp>
      <p:sp>
        <p:nvSpPr>
          <p:cNvPr id="28" name="Rectangle 27">
            <a:extLst>
              <a:ext uri="{FF2B5EF4-FFF2-40B4-BE49-F238E27FC236}">
                <a16:creationId xmlns:a16="http://schemas.microsoft.com/office/drawing/2014/main" id="{4417DE48-7931-4B96-8870-98B5E7B0B18B}"/>
              </a:ext>
            </a:extLst>
          </p:cNvPr>
          <p:cNvSpPr/>
          <p:nvPr/>
        </p:nvSpPr>
        <p:spPr bwMode="auto">
          <a:xfrm>
            <a:off x="3276600" y="1600200"/>
            <a:ext cx="14478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D</a:t>
            </a:r>
          </a:p>
        </p:txBody>
      </p:sp>
      <p:grpSp>
        <p:nvGrpSpPr>
          <p:cNvPr id="2" name="Group 39">
            <a:extLst>
              <a:ext uri="{FF2B5EF4-FFF2-40B4-BE49-F238E27FC236}">
                <a16:creationId xmlns:a16="http://schemas.microsoft.com/office/drawing/2014/main" id="{5C2C49E9-B525-45B5-A752-A1B26FDABEFE}"/>
              </a:ext>
            </a:extLst>
          </p:cNvPr>
          <p:cNvGrpSpPr>
            <a:grpSpLocks/>
          </p:cNvGrpSpPr>
          <p:nvPr/>
        </p:nvGrpSpPr>
        <p:grpSpPr bwMode="auto">
          <a:xfrm>
            <a:off x="533400" y="2819400"/>
            <a:ext cx="455613" cy="2162175"/>
            <a:chOff x="533400" y="2819400"/>
            <a:chExt cx="455381" cy="2161639"/>
          </a:xfrm>
        </p:grpSpPr>
        <p:cxnSp>
          <p:nvCxnSpPr>
            <p:cNvPr id="36896" name="Straight Arrow Connector 2">
              <a:extLst>
                <a:ext uri="{FF2B5EF4-FFF2-40B4-BE49-F238E27FC236}">
                  <a16:creationId xmlns:a16="http://schemas.microsoft.com/office/drawing/2014/main" id="{78415915-6972-456B-A1AE-A4B755D8D35C}"/>
                </a:ext>
              </a:extLst>
            </p:cNvPr>
            <p:cNvCxnSpPr>
              <a:cxnSpLocks noChangeShapeType="1"/>
            </p:cNvCxnSpPr>
            <p:nvPr/>
          </p:nvCxnSpPr>
          <p:spPr bwMode="auto">
            <a:xfrm>
              <a:off x="762000" y="2819400"/>
              <a:ext cx="0" cy="685800"/>
            </a:xfrm>
            <a:prstGeom prst="straightConnector1">
              <a:avLst/>
            </a:prstGeom>
            <a:noFill/>
            <a:ln w="952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36897" name="TextBox 7">
              <a:extLst>
                <a:ext uri="{FF2B5EF4-FFF2-40B4-BE49-F238E27FC236}">
                  <a16:creationId xmlns:a16="http://schemas.microsoft.com/office/drawing/2014/main" id="{1FB502C2-8A18-4E58-ABB3-B99E8247A12E}"/>
                </a:ext>
              </a:extLst>
            </p:cNvPr>
            <p:cNvSpPr txBox="1">
              <a:spLocks noChangeArrowheads="1"/>
            </p:cNvSpPr>
            <p:nvPr/>
          </p:nvSpPr>
          <p:spPr bwMode="auto">
            <a:xfrm>
              <a:off x="533400" y="3657600"/>
              <a:ext cx="45538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A</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B</a:t>
              </a:r>
              <a:r>
                <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2</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D</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4</a:t>
              </a:r>
            </a:p>
          </p:txBody>
        </p:sp>
      </p:grpSp>
      <p:grpSp>
        <p:nvGrpSpPr>
          <p:cNvPr id="3" name="Group 40">
            <a:extLst>
              <a:ext uri="{FF2B5EF4-FFF2-40B4-BE49-F238E27FC236}">
                <a16:creationId xmlns:a16="http://schemas.microsoft.com/office/drawing/2014/main" id="{0F0DA2A2-8E1F-44F1-A0DE-2A46156E273B}"/>
              </a:ext>
            </a:extLst>
          </p:cNvPr>
          <p:cNvGrpSpPr>
            <a:grpSpLocks/>
          </p:cNvGrpSpPr>
          <p:nvPr/>
        </p:nvGrpSpPr>
        <p:grpSpPr bwMode="auto">
          <a:xfrm>
            <a:off x="1373188" y="2819400"/>
            <a:ext cx="455612" cy="2470150"/>
            <a:chOff x="1373419" y="2819400"/>
            <a:chExt cx="455381" cy="2469416"/>
          </a:xfrm>
        </p:grpSpPr>
        <p:cxnSp>
          <p:nvCxnSpPr>
            <p:cNvPr id="36894" name="Straight Arrow Connector 28">
              <a:extLst>
                <a:ext uri="{FF2B5EF4-FFF2-40B4-BE49-F238E27FC236}">
                  <a16:creationId xmlns:a16="http://schemas.microsoft.com/office/drawing/2014/main" id="{899E2FCA-FBAC-4CD2-B5F0-94CCC925D49A}"/>
                </a:ext>
              </a:extLst>
            </p:cNvPr>
            <p:cNvCxnSpPr>
              <a:cxnSpLocks noChangeShapeType="1"/>
            </p:cNvCxnSpPr>
            <p:nvPr/>
          </p:nvCxnSpPr>
          <p:spPr bwMode="auto">
            <a:xfrm>
              <a:off x="1524000" y="2819400"/>
              <a:ext cx="0" cy="685800"/>
            </a:xfrm>
            <a:prstGeom prst="straightConnector1">
              <a:avLst/>
            </a:prstGeom>
            <a:noFill/>
            <a:ln w="952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36895" name="TextBox 34">
              <a:extLst>
                <a:ext uri="{FF2B5EF4-FFF2-40B4-BE49-F238E27FC236}">
                  <a16:creationId xmlns:a16="http://schemas.microsoft.com/office/drawing/2014/main" id="{4A461C55-A70D-4872-B96F-28A6043A8BB0}"/>
                </a:ext>
              </a:extLst>
            </p:cNvPr>
            <p:cNvSpPr txBox="1">
              <a:spLocks noChangeArrowheads="1"/>
            </p:cNvSpPr>
            <p:nvPr/>
          </p:nvSpPr>
          <p:spPr bwMode="auto">
            <a:xfrm>
              <a:off x="1373419" y="3657600"/>
              <a:ext cx="455381" cy="163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A</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D</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X</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3</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Y</a:t>
              </a:r>
              <a:r>
                <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1</a:t>
              </a:r>
            </a:p>
          </p:txBody>
        </p:sp>
      </p:grpSp>
      <p:grpSp>
        <p:nvGrpSpPr>
          <p:cNvPr id="4" name="Group 41">
            <a:extLst>
              <a:ext uri="{FF2B5EF4-FFF2-40B4-BE49-F238E27FC236}">
                <a16:creationId xmlns:a16="http://schemas.microsoft.com/office/drawing/2014/main" id="{4ED8F759-F3D0-4F45-9E08-F7BD0087B1A0}"/>
              </a:ext>
            </a:extLst>
          </p:cNvPr>
          <p:cNvGrpSpPr>
            <a:grpSpLocks/>
          </p:cNvGrpSpPr>
          <p:nvPr/>
        </p:nvGrpSpPr>
        <p:grpSpPr bwMode="auto">
          <a:xfrm>
            <a:off x="1982788" y="2819400"/>
            <a:ext cx="455612" cy="2162175"/>
            <a:chOff x="1983019" y="2819400"/>
            <a:chExt cx="455381" cy="2161639"/>
          </a:xfrm>
        </p:grpSpPr>
        <p:cxnSp>
          <p:nvCxnSpPr>
            <p:cNvPr id="36892" name="Straight Arrow Connector 29">
              <a:extLst>
                <a:ext uri="{FF2B5EF4-FFF2-40B4-BE49-F238E27FC236}">
                  <a16:creationId xmlns:a16="http://schemas.microsoft.com/office/drawing/2014/main" id="{82D91D43-E27F-4C4D-A6A6-320CD113382F}"/>
                </a:ext>
              </a:extLst>
            </p:cNvPr>
            <p:cNvCxnSpPr>
              <a:cxnSpLocks noChangeShapeType="1"/>
            </p:cNvCxnSpPr>
            <p:nvPr/>
          </p:nvCxnSpPr>
          <p:spPr bwMode="auto">
            <a:xfrm>
              <a:off x="2133600" y="2819400"/>
              <a:ext cx="0" cy="685800"/>
            </a:xfrm>
            <a:prstGeom prst="straightConnector1">
              <a:avLst/>
            </a:prstGeom>
            <a:noFill/>
            <a:ln w="952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36893" name="TextBox 35">
              <a:extLst>
                <a:ext uri="{FF2B5EF4-FFF2-40B4-BE49-F238E27FC236}">
                  <a16:creationId xmlns:a16="http://schemas.microsoft.com/office/drawing/2014/main" id="{612BEBF6-0C3F-4D86-B044-F7B9C2890DBA}"/>
                </a:ext>
              </a:extLst>
            </p:cNvPr>
            <p:cNvSpPr txBox="1">
              <a:spLocks noChangeArrowheads="1"/>
            </p:cNvSpPr>
            <p:nvPr/>
          </p:nvSpPr>
          <p:spPr bwMode="auto">
            <a:xfrm>
              <a:off x="1983019" y="3657600"/>
              <a:ext cx="455381" cy="13234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A</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D</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X</a:t>
              </a:r>
              <a:r>
                <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3</a:t>
              </a:r>
            </a:p>
          </p:txBody>
        </p:sp>
      </p:grpSp>
      <p:grpSp>
        <p:nvGrpSpPr>
          <p:cNvPr id="5" name="Group 42">
            <a:extLst>
              <a:ext uri="{FF2B5EF4-FFF2-40B4-BE49-F238E27FC236}">
                <a16:creationId xmlns:a16="http://schemas.microsoft.com/office/drawing/2014/main" id="{C86300C4-427F-4819-BD86-8365B0218952}"/>
              </a:ext>
            </a:extLst>
          </p:cNvPr>
          <p:cNvGrpSpPr>
            <a:grpSpLocks/>
          </p:cNvGrpSpPr>
          <p:nvPr/>
        </p:nvGrpSpPr>
        <p:grpSpPr bwMode="auto">
          <a:xfrm>
            <a:off x="3125788" y="2819400"/>
            <a:ext cx="455612" cy="1854200"/>
            <a:chOff x="3126019" y="2819400"/>
            <a:chExt cx="455381" cy="1853863"/>
          </a:xfrm>
        </p:grpSpPr>
        <p:cxnSp>
          <p:nvCxnSpPr>
            <p:cNvPr id="36890" name="Straight Arrow Connector 30">
              <a:extLst>
                <a:ext uri="{FF2B5EF4-FFF2-40B4-BE49-F238E27FC236}">
                  <a16:creationId xmlns:a16="http://schemas.microsoft.com/office/drawing/2014/main" id="{1BE33740-1C8E-414C-9B1B-CE6FCFD4B44B}"/>
                </a:ext>
              </a:extLst>
            </p:cNvPr>
            <p:cNvCxnSpPr>
              <a:cxnSpLocks noChangeShapeType="1"/>
            </p:cNvCxnSpPr>
            <p:nvPr/>
          </p:nvCxnSpPr>
          <p:spPr bwMode="auto">
            <a:xfrm>
              <a:off x="3276600" y="2819400"/>
              <a:ext cx="0" cy="685800"/>
            </a:xfrm>
            <a:prstGeom prst="straightConnector1">
              <a:avLst/>
            </a:prstGeom>
            <a:noFill/>
            <a:ln w="952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36891" name="TextBox 36">
              <a:extLst>
                <a:ext uri="{FF2B5EF4-FFF2-40B4-BE49-F238E27FC236}">
                  <a16:creationId xmlns:a16="http://schemas.microsoft.com/office/drawing/2014/main" id="{0D0ECE57-9663-4486-A3D3-3C38D265D4E9}"/>
                </a:ext>
              </a:extLst>
            </p:cNvPr>
            <p:cNvSpPr txBox="1">
              <a:spLocks noChangeArrowheads="1"/>
            </p:cNvSpPr>
            <p:nvPr/>
          </p:nvSpPr>
          <p:spPr bwMode="auto">
            <a:xfrm>
              <a:off x="3126019" y="3657600"/>
              <a:ext cx="455381"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A</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D</a:t>
              </a:r>
              <a:r>
                <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4</a:t>
              </a:r>
            </a:p>
          </p:txBody>
        </p:sp>
      </p:grpSp>
      <p:grpSp>
        <p:nvGrpSpPr>
          <p:cNvPr id="6" name="Group 43">
            <a:extLst>
              <a:ext uri="{FF2B5EF4-FFF2-40B4-BE49-F238E27FC236}">
                <a16:creationId xmlns:a16="http://schemas.microsoft.com/office/drawing/2014/main" id="{B3E49E2A-53C9-4257-B98D-75C37A6ABB18}"/>
              </a:ext>
            </a:extLst>
          </p:cNvPr>
          <p:cNvGrpSpPr>
            <a:grpSpLocks/>
          </p:cNvGrpSpPr>
          <p:nvPr/>
        </p:nvGrpSpPr>
        <p:grpSpPr bwMode="auto">
          <a:xfrm>
            <a:off x="4573588" y="2819400"/>
            <a:ext cx="455612" cy="1546225"/>
            <a:chOff x="4573819" y="2819400"/>
            <a:chExt cx="455381" cy="1546086"/>
          </a:xfrm>
        </p:grpSpPr>
        <p:cxnSp>
          <p:nvCxnSpPr>
            <p:cNvPr id="36888" name="Straight Arrow Connector 31">
              <a:extLst>
                <a:ext uri="{FF2B5EF4-FFF2-40B4-BE49-F238E27FC236}">
                  <a16:creationId xmlns:a16="http://schemas.microsoft.com/office/drawing/2014/main" id="{E25CDE71-30D4-4CC6-B1C3-8F3199E0903C}"/>
                </a:ext>
              </a:extLst>
            </p:cNvPr>
            <p:cNvCxnSpPr>
              <a:cxnSpLocks noChangeShapeType="1"/>
            </p:cNvCxnSpPr>
            <p:nvPr/>
          </p:nvCxnSpPr>
          <p:spPr bwMode="auto">
            <a:xfrm>
              <a:off x="4724400" y="2819400"/>
              <a:ext cx="0" cy="685800"/>
            </a:xfrm>
            <a:prstGeom prst="straightConnector1">
              <a:avLst/>
            </a:prstGeom>
            <a:noFill/>
            <a:ln w="952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36889" name="TextBox 37">
              <a:extLst>
                <a:ext uri="{FF2B5EF4-FFF2-40B4-BE49-F238E27FC236}">
                  <a16:creationId xmlns:a16="http://schemas.microsoft.com/office/drawing/2014/main" id="{6EBCF630-0750-4817-9073-A27D9A07D95D}"/>
                </a:ext>
              </a:extLst>
            </p:cNvPr>
            <p:cNvSpPr txBox="1">
              <a:spLocks noChangeArrowheads="1"/>
            </p:cNvSpPr>
            <p:nvPr/>
          </p:nvSpPr>
          <p:spPr bwMode="auto">
            <a:xfrm>
              <a:off x="4573819" y="3657600"/>
              <a:ext cx="455381"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A</a:t>
              </a:r>
              <a:r>
                <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6</a:t>
              </a:r>
            </a:p>
          </p:txBody>
        </p:sp>
      </p:grpSp>
      <p:grpSp>
        <p:nvGrpSpPr>
          <p:cNvPr id="7" name="Group 44">
            <a:extLst>
              <a:ext uri="{FF2B5EF4-FFF2-40B4-BE49-F238E27FC236}">
                <a16:creationId xmlns:a16="http://schemas.microsoft.com/office/drawing/2014/main" id="{33B421FC-16A6-49C7-A9A2-23D1F185C526}"/>
              </a:ext>
            </a:extLst>
          </p:cNvPr>
          <p:cNvGrpSpPr>
            <a:grpSpLocks/>
          </p:cNvGrpSpPr>
          <p:nvPr/>
        </p:nvGrpSpPr>
        <p:grpSpPr bwMode="auto">
          <a:xfrm>
            <a:off x="6021388" y="2819400"/>
            <a:ext cx="441325" cy="1238250"/>
            <a:chOff x="6021619" y="2819400"/>
            <a:chExt cx="441230" cy="1238310"/>
          </a:xfrm>
        </p:grpSpPr>
        <p:cxnSp>
          <p:nvCxnSpPr>
            <p:cNvPr id="36886" name="Straight Arrow Connector 32">
              <a:extLst>
                <a:ext uri="{FF2B5EF4-FFF2-40B4-BE49-F238E27FC236}">
                  <a16:creationId xmlns:a16="http://schemas.microsoft.com/office/drawing/2014/main" id="{C9300A95-E756-414F-BBFB-E0D508BF9A7C}"/>
                </a:ext>
              </a:extLst>
            </p:cNvPr>
            <p:cNvCxnSpPr>
              <a:cxnSpLocks noChangeShapeType="1"/>
            </p:cNvCxnSpPr>
            <p:nvPr/>
          </p:nvCxnSpPr>
          <p:spPr bwMode="auto">
            <a:xfrm>
              <a:off x="6172200" y="2819400"/>
              <a:ext cx="0" cy="685800"/>
            </a:xfrm>
            <a:prstGeom prst="straightConnector1">
              <a:avLst/>
            </a:prstGeom>
            <a:noFill/>
            <a:ln w="952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36887" name="TextBox 38">
              <a:extLst>
                <a:ext uri="{FF2B5EF4-FFF2-40B4-BE49-F238E27FC236}">
                  <a16:creationId xmlns:a16="http://schemas.microsoft.com/office/drawing/2014/main" id="{B5AD97F1-2D6A-464C-A0A9-CAF2C03FEF46}"/>
                </a:ext>
              </a:extLst>
            </p:cNvPr>
            <p:cNvSpPr txBox="1">
              <a:spLocks noChangeArrowheads="1"/>
            </p:cNvSpPr>
            <p:nvPr/>
          </p:nvSpPr>
          <p:spPr bwMode="auto">
            <a:xfrm>
              <a:off x="6021619" y="3657600"/>
              <a:ext cx="44123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C</a:t>
              </a:r>
              <a:r>
                <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6</a:t>
              </a:r>
            </a:p>
          </p:txBody>
        </p:sp>
      </p:grpSp>
      <p:grpSp>
        <p:nvGrpSpPr>
          <p:cNvPr id="8" name="Group 45">
            <a:extLst>
              <a:ext uri="{FF2B5EF4-FFF2-40B4-BE49-F238E27FC236}">
                <a16:creationId xmlns:a16="http://schemas.microsoft.com/office/drawing/2014/main" id="{40EF75E2-F3FC-413D-A949-744AD21E229C}"/>
              </a:ext>
            </a:extLst>
          </p:cNvPr>
          <p:cNvGrpSpPr>
            <a:grpSpLocks/>
          </p:cNvGrpSpPr>
          <p:nvPr/>
        </p:nvGrpSpPr>
        <p:grpSpPr bwMode="auto">
          <a:xfrm>
            <a:off x="6705600" y="3733800"/>
            <a:ext cx="2133600" cy="1752600"/>
            <a:chOff x="6705600" y="3733800"/>
            <a:chExt cx="2133600" cy="1752600"/>
          </a:xfrm>
        </p:grpSpPr>
        <p:grpSp>
          <p:nvGrpSpPr>
            <p:cNvPr id="11" name="Group 10">
              <a:extLst>
                <a:ext uri="{FF2B5EF4-FFF2-40B4-BE49-F238E27FC236}">
                  <a16:creationId xmlns:a16="http://schemas.microsoft.com/office/drawing/2014/main" id="{6D8379FA-328D-45EC-BDEA-0D556F0061D5}"/>
                </a:ext>
              </a:extLst>
            </p:cNvPr>
            <p:cNvGrpSpPr/>
            <p:nvPr/>
          </p:nvGrpSpPr>
          <p:grpSpPr>
            <a:xfrm>
              <a:off x="7239000" y="4876800"/>
              <a:ext cx="1600200" cy="609600"/>
              <a:chOff x="6934200" y="3810000"/>
              <a:chExt cx="1600200" cy="609600"/>
            </a:xfrm>
            <a:effectLst>
              <a:outerShdw blurRad="50800" dist="139700" dir="2700000" algn="tl" rotWithShape="0">
                <a:srgbClr val="000000">
                  <a:alpha val="43000"/>
                </a:srgbClr>
              </a:outerShdw>
            </a:effectLst>
          </p:grpSpPr>
          <p:sp>
            <p:nvSpPr>
              <p:cNvPr id="10" name="Rectangle 9">
                <a:extLst>
                  <a:ext uri="{FF2B5EF4-FFF2-40B4-BE49-F238E27FC236}">
                    <a16:creationId xmlns:a16="http://schemas.microsoft.com/office/drawing/2014/main" id="{8282B581-12FA-4D4A-917E-C4AC475C4CCC}"/>
                  </a:ext>
                </a:extLst>
              </p:cNvPr>
              <p:cNvSpPr/>
              <p:nvPr/>
            </p:nvSpPr>
            <p:spPr bwMode="auto">
              <a:xfrm>
                <a:off x="6934200" y="3810000"/>
                <a:ext cx="1600200" cy="609600"/>
              </a:xfrm>
              <a:prstGeom prst="rect">
                <a:avLst/>
              </a:prstGeom>
              <a:solidFill>
                <a:schemeClr val="accent2">
                  <a:lumMod val="40000"/>
                  <a:lumOff val="6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9" name="TextBox 8">
                <a:extLst>
                  <a:ext uri="{FF2B5EF4-FFF2-40B4-BE49-F238E27FC236}">
                    <a16:creationId xmlns:a16="http://schemas.microsoft.com/office/drawing/2014/main" id="{51C9A391-80E7-4F6B-8DFE-7E5402DAA907}"/>
                  </a:ext>
                </a:extLst>
              </p:cNvPr>
              <p:cNvSpPr txBox="1"/>
              <p:nvPr/>
            </p:nvSpPr>
            <p:spPr>
              <a:xfrm>
                <a:off x="7010400" y="3886200"/>
                <a:ext cx="1520343" cy="40011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imes New Roman" charset="0"/>
                    <a:ea typeface="ＭＳ Ｐゴシック" charset="0"/>
                    <a:cs typeface="ＭＳ Ｐゴシック" charset="0"/>
                  </a:rPr>
                  <a:t>Note: </a:t>
                </a:r>
                <a:r>
                  <a:rPr kumimoji="0" lang="en-US" sz="2000" b="0" i="0" u="none" strike="noStrike" kern="1200" cap="none" spc="0" normalizeH="0" baseline="0" noProof="0" dirty="0" err="1">
                    <a:ln>
                      <a:noFill/>
                    </a:ln>
                    <a:solidFill>
                      <a:srgbClr val="0070C0"/>
                    </a:solidFill>
                    <a:effectLst/>
                    <a:uLnTx/>
                    <a:uFillTx/>
                    <a:latin typeface="Times New Roman" charset="0"/>
                    <a:ea typeface="ＭＳ Ｐゴシック" charset="0"/>
                    <a:cs typeface="ＭＳ Ｐゴシック" charset="0"/>
                  </a:rPr>
                  <a:t>Job</a:t>
                </a:r>
                <a:r>
                  <a:rPr kumimoji="0" lang="en-US" sz="2000" b="0" i="0" u="none" strike="noStrike" kern="1200" cap="none" spc="0" normalizeH="0" baseline="-25000" noProof="0" dirty="0" err="1">
                    <a:ln>
                      <a:noFill/>
                    </a:ln>
                    <a:solidFill>
                      <a:srgbClr val="0070C0"/>
                    </a:solidFill>
                    <a:effectLst/>
                    <a:uLnTx/>
                    <a:uFillTx/>
                    <a:latin typeface="Times New Roman" charset="0"/>
                    <a:ea typeface="ＭＳ Ｐゴシック" charset="0"/>
                    <a:cs typeface="ＭＳ Ｐゴシック" charset="0"/>
                  </a:rPr>
                  <a:t>CPU</a:t>
                </a:r>
                <a:endParaRPr kumimoji="0" lang="en-US" sz="2000" b="0" i="0" u="none" strike="noStrike" kern="1200" cap="none" spc="0" normalizeH="0" baseline="-25000" noProof="0" dirty="0">
                  <a:ln>
                    <a:noFill/>
                  </a:ln>
                  <a:solidFill>
                    <a:srgbClr val="0070C0"/>
                  </a:solidFill>
                  <a:effectLst/>
                  <a:uLnTx/>
                  <a:uFillTx/>
                  <a:latin typeface="Times New Roman" charset="0"/>
                  <a:ea typeface="ＭＳ Ｐゴシック" charset="0"/>
                  <a:cs typeface="ＭＳ Ｐゴシック" charset="0"/>
                </a:endParaRPr>
              </a:p>
            </p:txBody>
          </p:sp>
        </p:grpSp>
        <p:sp>
          <p:nvSpPr>
            <p:cNvPr id="36884" name="Right Brace 12">
              <a:extLst>
                <a:ext uri="{FF2B5EF4-FFF2-40B4-BE49-F238E27FC236}">
                  <a16:creationId xmlns:a16="http://schemas.microsoft.com/office/drawing/2014/main" id="{DD443EE6-7001-4545-B6F7-94CAB57B2DD8}"/>
                </a:ext>
              </a:extLst>
            </p:cNvPr>
            <p:cNvSpPr>
              <a:spLocks/>
            </p:cNvSpPr>
            <p:nvPr/>
          </p:nvSpPr>
          <p:spPr bwMode="auto">
            <a:xfrm>
              <a:off x="6705600" y="3733800"/>
              <a:ext cx="304800" cy="1600200"/>
            </a:xfrm>
            <a:prstGeom prst="rightBrace">
              <a:avLst>
                <a:gd name="adj1" fmla="val 8337"/>
                <a:gd name="adj2" fmla="val 50000"/>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34" name="TextBox 33">
              <a:extLst>
                <a:ext uri="{FF2B5EF4-FFF2-40B4-BE49-F238E27FC236}">
                  <a16:creationId xmlns:a16="http://schemas.microsoft.com/office/drawing/2014/main" id="{BABDAF06-521E-4C5B-9D94-E576EBA64F9B}"/>
                </a:ext>
              </a:extLst>
            </p:cNvPr>
            <p:cNvSpPr txBox="1"/>
            <p:nvPr/>
          </p:nvSpPr>
          <p:spPr>
            <a:xfrm>
              <a:off x="7162800" y="4230688"/>
              <a:ext cx="1219200" cy="646112"/>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srgbClr val="0070C0"/>
                  </a:solidFill>
                  <a:effectLst/>
                  <a:uLnTx/>
                  <a:uFillTx/>
                  <a:latin typeface="Arial"/>
                  <a:ea typeface="ＭＳ Ｐゴシック" charset="0"/>
                  <a:cs typeface="ＭＳ Ｐゴシック" charset="0"/>
                </a:rPr>
                <a:t>Processes in system to use CPU</a:t>
              </a:r>
            </a:p>
          </p:txBody>
        </p:sp>
      </p:grpSp>
    </p:spTree>
    <p:extLst>
      <p:ext uri="{BB962C8B-B14F-4D97-AF65-F5344CB8AC3E}">
        <p14:creationId xmlns:p14="http://schemas.microsoft.com/office/powerpoint/2010/main" val="10025836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8-Point Star 10">
            <a:extLst>
              <a:ext uri="{FF2B5EF4-FFF2-40B4-BE49-F238E27FC236}">
                <a16:creationId xmlns:a16="http://schemas.microsoft.com/office/drawing/2014/main" id="{6E23E995-1E5B-4C4E-B553-AAF7F408BF04}"/>
              </a:ext>
            </a:extLst>
          </p:cNvPr>
          <p:cNvSpPr>
            <a:spLocks noChangeArrowheads="1"/>
          </p:cNvSpPr>
          <p:nvPr/>
        </p:nvSpPr>
        <p:spPr bwMode="auto">
          <a:xfrm rot="2245177">
            <a:off x="7339013" y="331788"/>
            <a:ext cx="1676400" cy="990600"/>
          </a:xfrm>
          <a:prstGeom prst="star8">
            <a:avLst>
              <a:gd name="adj" fmla="val 37500"/>
            </a:avLst>
          </a:prstGeom>
          <a:solidFill>
            <a:srgbClr val="FFFF00"/>
          </a:solidFill>
          <a:ln>
            <a:noFill/>
          </a:ln>
          <a:effectLst>
            <a:outerShdw dist="139700" dir="2700000" algn="tl" rotWithShape="0">
              <a:srgbClr val="808080">
                <a:alpha val="42998"/>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FFFFFF"/>
                </a:solidFill>
                <a:latin typeface="Times New Roman" panose="02020603050405020304" pitchFamily="18" charset="0"/>
                <a:ea typeface="MS PGothic" panose="020B0600070205080204" pitchFamily="34" charset="-128"/>
              </a:defRPr>
            </a:lvl1pPr>
            <a:lvl2pPr marL="742950" indent="-285750">
              <a:defRPr sz="2000">
                <a:solidFill>
                  <a:srgbClr val="FFFFFF"/>
                </a:solidFill>
                <a:latin typeface="Times New Roman" panose="02020603050405020304" pitchFamily="18" charset="0"/>
                <a:ea typeface="MS PGothic" panose="020B0600070205080204" pitchFamily="34" charset="-128"/>
              </a:defRPr>
            </a:lvl2pPr>
            <a:lvl3pPr marL="1143000" indent="-228600">
              <a:defRPr sz="2000">
                <a:solidFill>
                  <a:srgbClr val="FFFFFF"/>
                </a:solidFill>
                <a:latin typeface="Times New Roman" panose="02020603050405020304" pitchFamily="18" charset="0"/>
                <a:ea typeface="MS PGothic" panose="020B0600070205080204" pitchFamily="34" charset="-128"/>
              </a:defRPr>
            </a:lvl3pPr>
            <a:lvl4pPr marL="1600200" indent="-228600">
              <a:defRPr sz="2000">
                <a:solidFill>
                  <a:srgbClr val="FFFFFF"/>
                </a:solidFill>
                <a:latin typeface="Times New Roman" panose="02020603050405020304" pitchFamily="18" charset="0"/>
                <a:ea typeface="MS PGothic" panose="020B0600070205080204" pitchFamily="34" charset="-128"/>
              </a:defRPr>
            </a:lvl4pPr>
            <a:lvl5pPr marL="2057400" indent="-22860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FF0000"/>
                </a:solidFill>
                <a:effectLst/>
                <a:uLnTx/>
                <a:uFillTx/>
                <a:latin typeface="Chalkduster"/>
                <a:ea typeface="MS PGothic" panose="020B0600070205080204" pitchFamily="34" charset="-128"/>
                <a:cs typeface="+mn-cs"/>
              </a:rPr>
              <a:t>Extra</a:t>
            </a:r>
          </a:p>
        </p:txBody>
      </p:sp>
      <p:graphicFrame>
        <p:nvGraphicFramePr>
          <p:cNvPr id="6" name="Table 5">
            <a:extLst>
              <a:ext uri="{FF2B5EF4-FFF2-40B4-BE49-F238E27FC236}">
                <a16:creationId xmlns:a16="http://schemas.microsoft.com/office/drawing/2014/main" id="{6A7DF823-4A9E-476D-BAE5-53DF17478A50}"/>
              </a:ext>
            </a:extLst>
          </p:cNvPr>
          <p:cNvGraphicFramePr>
            <a:graphicFrameLocks noGrp="1"/>
          </p:cNvGraphicFramePr>
          <p:nvPr>
            <p:extLst>
              <p:ext uri="{D42A27DB-BD31-4B8C-83A1-F6EECF244321}">
                <p14:modId xmlns:p14="http://schemas.microsoft.com/office/powerpoint/2010/main" val="1523375862"/>
              </p:ext>
            </p:extLst>
          </p:nvPr>
        </p:nvGraphicFramePr>
        <p:xfrm>
          <a:off x="762000" y="2763838"/>
          <a:ext cx="3956049" cy="2346470"/>
        </p:xfrm>
        <a:graphic>
          <a:graphicData uri="http://schemas.openxmlformats.org/drawingml/2006/table">
            <a:tbl>
              <a:tblPr firstRow="1" bandRow="1">
                <a:tableStyleId>{74C1A8A3-306A-4EB7-A6B1-4F7E0EB9C5D6}</a:tableStyleId>
              </a:tblPr>
              <a:tblGrid>
                <a:gridCol w="1557745">
                  <a:extLst>
                    <a:ext uri="{9D8B030D-6E8A-4147-A177-3AD203B41FA5}">
                      <a16:colId xmlns:a16="http://schemas.microsoft.com/office/drawing/2014/main" val="20000"/>
                    </a:ext>
                  </a:extLst>
                </a:gridCol>
                <a:gridCol w="1072416">
                  <a:extLst>
                    <a:ext uri="{9D8B030D-6E8A-4147-A177-3AD203B41FA5}">
                      <a16:colId xmlns:a16="http://schemas.microsoft.com/office/drawing/2014/main" val="20001"/>
                    </a:ext>
                  </a:extLst>
                </a:gridCol>
                <a:gridCol w="1325888">
                  <a:extLst>
                    <a:ext uri="{9D8B030D-6E8A-4147-A177-3AD203B41FA5}">
                      <a16:colId xmlns:a16="http://schemas.microsoft.com/office/drawing/2014/main" val="20002"/>
                    </a:ext>
                  </a:extLst>
                </a:gridCol>
              </a:tblGrid>
              <a:tr h="335189">
                <a:tc>
                  <a:txBody>
                    <a:bodyPr/>
                    <a:lstStyle/>
                    <a:p>
                      <a:pPr algn="ctr"/>
                      <a:r>
                        <a:rPr lang="en-US" sz="1600" dirty="0">
                          <a:solidFill>
                            <a:schemeClr val="tx1"/>
                          </a:solidFill>
                        </a:rPr>
                        <a:t>Arrival Time</a:t>
                      </a:r>
                    </a:p>
                  </a:txBody>
                  <a:tcPr marL="91433" marR="91433" marT="45685" marB="45685">
                    <a:lnR w="12700" cap="flat" cmpd="sng" algn="ctr">
                      <a:solidFill>
                        <a:scrgbClr r="0" g="0" b="0"/>
                      </a:solidFill>
                      <a:prstDash val="solid"/>
                      <a:round/>
                      <a:headEnd type="none" w="med" len="med"/>
                      <a:tailEnd type="none" w="med" len="med"/>
                    </a:lnR>
                  </a:tcPr>
                </a:tc>
                <a:tc>
                  <a:txBody>
                    <a:bodyPr/>
                    <a:lstStyle/>
                    <a:p>
                      <a:pPr algn="ctr"/>
                      <a:r>
                        <a:rPr lang="en-US" sz="1600" dirty="0">
                          <a:solidFill>
                            <a:schemeClr val="tx1"/>
                          </a:solidFill>
                        </a:rPr>
                        <a:t>Process</a:t>
                      </a:r>
                    </a:p>
                  </a:txBody>
                  <a:tcPr marL="91433" marR="91433" marT="45685" marB="45685">
                    <a:lnL w="12700" cap="flat" cmpd="sng" algn="ctr">
                      <a:solidFill>
                        <a:scrgbClr r="0" g="0" b="0"/>
                      </a:solidFill>
                      <a:prstDash val="solid"/>
                      <a:round/>
                      <a:headEnd type="none" w="med" len="med"/>
                      <a:tailEnd type="none" w="med" len="med"/>
                    </a:lnL>
                  </a:tcPr>
                </a:tc>
                <a:tc>
                  <a:txBody>
                    <a:bodyPr/>
                    <a:lstStyle/>
                    <a:p>
                      <a:pPr algn="ctr"/>
                      <a:r>
                        <a:rPr lang="en-US" sz="1600" dirty="0">
                          <a:solidFill>
                            <a:schemeClr val="tx1"/>
                          </a:solidFill>
                        </a:rPr>
                        <a:t>CPU Burst</a:t>
                      </a:r>
                    </a:p>
                  </a:txBody>
                  <a:tcPr marL="91433" marR="91433" marT="45685" marB="45685"/>
                </a:tc>
                <a:extLst>
                  <a:ext uri="{0D108BD9-81ED-4DB2-BD59-A6C34878D82A}">
                    <a16:rowId xmlns:a16="http://schemas.microsoft.com/office/drawing/2014/main" val="10000"/>
                  </a:ext>
                </a:extLst>
              </a:tr>
              <a:tr h="335189">
                <a:tc>
                  <a:txBody>
                    <a:bodyPr/>
                    <a:lstStyle/>
                    <a:p>
                      <a:pPr algn="ctr"/>
                      <a:r>
                        <a:rPr lang="en-US" sz="1600" i="1" kern="0" dirty="0">
                          <a:solidFill>
                            <a:schemeClr val="tx1"/>
                          </a:solidFill>
                          <a:latin typeface="+mn-lt"/>
                          <a:ea typeface="ＭＳ Ｐゴシック" pitchFamily="-84" charset="-128"/>
                          <a:cs typeface="+mn-cs"/>
                        </a:rPr>
                        <a:t>t</a:t>
                      </a:r>
                      <a:r>
                        <a:rPr lang="en-US" sz="1600" i="1" kern="0" baseline="-25000" dirty="0">
                          <a:solidFill>
                            <a:schemeClr val="tx1"/>
                          </a:solidFill>
                          <a:latin typeface="+mn-lt"/>
                          <a:ea typeface="ＭＳ Ｐゴシック" pitchFamily="-84" charset="-128"/>
                          <a:cs typeface="+mn-cs"/>
                        </a:rPr>
                        <a:t>0</a:t>
                      </a:r>
                      <a:r>
                        <a:rPr lang="en-US" sz="1600" i="1" kern="0" dirty="0">
                          <a:solidFill>
                            <a:schemeClr val="tx1"/>
                          </a:solidFill>
                          <a:latin typeface="+mn-lt"/>
                          <a:ea typeface="ＭＳ Ｐゴシック" pitchFamily="-84" charset="-128"/>
                          <a:cs typeface="+mn-cs"/>
                        </a:rPr>
                        <a:t> </a:t>
                      </a:r>
                      <a:endParaRPr lang="en-US" sz="1600" dirty="0"/>
                    </a:p>
                  </a:txBody>
                  <a:tcPr marL="91433" marR="91433" marT="45685" marB="45685">
                    <a:lnR w="12700" cap="flat" cmpd="sng" algn="ctr">
                      <a:solidFill>
                        <a:scrgbClr r="0" g="0" b="0"/>
                      </a:solidFill>
                      <a:prstDash val="solid"/>
                      <a:round/>
                      <a:headEnd type="none" w="med" len="med"/>
                      <a:tailEnd type="none" w="med" len="med"/>
                    </a:lnR>
                  </a:tcPr>
                </a:tc>
                <a:tc>
                  <a:txBody>
                    <a:bodyPr/>
                    <a:lstStyle/>
                    <a:p>
                      <a:pPr algn="ctr"/>
                      <a:r>
                        <a:rPr lang="en-US" sz="1600" dirty="0"/>
                        <a:t>Job A</a:t>
                      </a:r>
                    </a:p>
                  </a:txBody>
                  <a:tcPr marL="91433" marR="91433" marT="45685" marB="45685">
                    <a:lnL w="12700" cap="flat" cmpd="sng" algn="ctr">
                      <a:solidFill>
                        <a:scrgbClr r="0" g="0" b="0"/>
                      </a:solidFill>
                      <a:prstDash val="solid"/>
                      <a:round/>
                      <a:headEnd type="none" w="med" len="med"/>
                      <a:tailEnd type="none" w="med" len="med"/>
                    </a:lnL>
                  </a:tcPr>
                </a:tc>
                <a:tc>
                  <a:txBody>
                    <a:bodyPr/>
                    <a:lstStyle/>
                    <a:p>
                      <a:pPr algn="ctr"/>
                      <a:r>
                        <a:rPr lang="en-US" sz="1600" dirty="0"/>
                        <a:t>5</a:t>
                      </a:r>
                    </a:p>
                  </a:txBody>
                  <a:tcPr marL="91433" marR="91433" marT="45685" marB="45685"/>
                </a:tc>
                <a:extLst>
                  <a:ext uri="{0D108BD9-81ED-4DB2-BD59-A6C34878D82A}">
                    <a16:rowId xmlns:a16="http://schemas.microsoft.com/office/drawing/2014/main" val="10001"/>
                  </a:ext>
                </a:extLst>
              </a:tr>
              <a:tr h="335189">
                <a:tc>
                  <a:txBody>
                    <a:bodyPr/>
                    <a:lstStyle/>
                    <a:p>
                      <a:pPr algn="ctr"/>
                      <a:endParaRPr lang="en-US" sz="1600" dirty="0"/>
                    </a:p>
                  </a:txBody>
                  <a:tcPr marL="91433" marR="91433" marT="45685" marB="45685">
                    <a:lnR w="12700" cap="flat" cmpd="sng" algn="ctr">
                      <a:solidFill>
                        <a:scrgbClr r="0" g="0" b="0"/>
                      </a:solidFill>
                      <a:prstDash val="solid"/>
                      <a:round/>
                      <a:headEnd type="none" w="med" len="med"/>
                      <a:tailEnd type="none" w="med" len="med"/>
                    </a:lnR>
                  </a:tcPr>
                </a:tc>
                <a:tc>
                  <a:txBody>
                    <a:bodyPr/>
                    <a:lstStyle/>
                    <a:p>
                      <a:pPr algn="ctr"/>
                      <a:r>
                        <a:rPr lang="en-US" sz="1600" dirty="0"/>
                        <a:t>Job B</a:t>
                      </a:r>
                    </a:p>
                  </a:txBody>
                  <a:tcPr marL="91433" marR="91433" marT="45685" marB="45685">
                    <a:lnL w="12700" cap="flat" cmpd="sng" algn="ctr">
                      <a:solidFill>
                        <a:scrgbClr r="0" g="0" b="0"/>
                      </a:solidFill>
                      <a:prstDash val="solid"/>
                      <a:round/>
                      <a:headEnd type="none" w="med" len="med"/>
                      <a:tailEnd type="none" w="med" len="med"/>
                    </a:lnL>
                  </a:tcPr>
                </a:tc>
                <a:tc>
                  <a:txBody>
                    <a:bodyPr/>
                    <a:lstStyle/>
                    <a:p>
                      <a:pPr algn="ctr"/>
                      <a:r>
                        <a:rPr lang="en-US" sz="1600" dirty="0"/>
                        <a:t>2</a:t>
                      </a:r>
                    </a:p>
                  </a:txBody>
                  <a:tcPr marL="91433" marR="91433" marT="45685" marB="45685"/>
                </a:tc>
                <a:extLst>
                  <a:ext uri="{0D108BD9-81ED-4DB2-BD59-A6C34878D82A}">
                    <a16:rowId xmlns:a16="http://schemas.microsoft.com/office/drawing/2014/main" val="10002"/>
                  </a:ext>
                </a:extLst>
              </a:tr>
              <a:tr h="335189">
                <a:tc>
                  <a:txBody>
                    <a:bodyPr/>
                    <a:lstStyle/>
                    <a:p>
                      <a:pPr algn="ctr"/>
                      <a:endParaRPr lang="en-US" sz="1600" dirty="0"/>
                    </a:p>
                  </a:txBody>
                  <a:tcPr marL="91433" marR="91433" marT="45685" marB="45685">
                    <a:lnR w="12700" cap="flat" cmpd="sng" algn="ctr">
                      <a:solidFill>
                        <a:scrgbClr r="0" g="0" b="0"/>
                      </a:solidFill>
                      <a:prstDash val="solid"/>
                      <a:round/>
                      <a:headEnd type="none" w="med" len="med"/>
                      <a:tailEnd type="none" w="med" len="med"/>
                    </a:lnR>
                  </a:tcPr>
                </a:tc>
                <a:tc>
                  <a:txBody>
                    <a:bodyPr/>
                    <a:lstStyle/>
                    <a:p>
                      <a:pPr algn="ctr"/>
                      <a:r>
                        <a:rPr lang="en-US" sz="1600" dirty="0"/>
                        <a:t>Job C</a:t>
                      </a:r>
                    </a:p>
                  </a:txBody>
                  <a:tcPr marL="91433" marR="91433" marT="45685" marB="45685">
                    <a:lnL w="12700" cap="flat" cmpd="sng" algn="ctr">
                      <a:solidFill>
                        <a:scrgbClr r="0" g="0" b="0"/>
                      </a:solidFill>
                      <a:prstDash val="solid"/>
                      <a:round/>
                      <a:headEnd type="none" w="med" len="med"/>
                      <a:tailEnd type="none" w="med" len="med"/>
                    </a:lnL>
                  </a:tcPr>
                </a:tc>
                <a:tc>
                  <a:txBody>
                    <a:bodyPr/>
                    <a:lstStyle/>
                    <a:p>
                      <a:pPr algn="ctr"/>
                      <a:r>
                        <a:rPr lang="en-US" sz="1600" dirty="0"/>
                        <a:t>6</a:t>
                      </a:r>
                    </a:p>
                  </a:txBody>
                  <a:tcPr marL="91433" marR="91433" marT="45685" marB="45685"/>
                </a:tc>
                <a:extLst>
                  <a:ext uri="{0D108BD9-81ED-4DB2-BD59-A6C34878D82A}">
                    <a16:rowId xmlns:a16="http://schemas.microsoft.com/office/drawing/2014/main" val="10003"/>
                  </a:ext>
                </a:extLst>
              </a:tr>
              <a:tr h="335189">
                <a:tc>
                  <a:txBody>
                    <a:bodyPr/>
                    <a:lstStyle/>
                    <a:p>
                      <a:pPr algn="ctr"/>
                      <a:endParaRPr lang="en-US" sz="1600" dirty="0"/>
                    </a:p>
                  </a:txBody>
                  <a:tcPr marL="91433" marR="91433" marT="45685" marB="45685">
                    <a:lnR w="12700" cap="flat" cmpd="sng" algn="ctr">
                      <a:solidFill>
                        <a:scrgbClr r="0" g="0" b="0"/>
                      </a:solidFill>
                      <a:prstDash val="solid"/>
                      <a:round/>
                      <a:headEnd type="none" w="med" len="med"/>
                      <a:tailEnd type="none" w="med" len="med"/>
                    </a:lnR>
                    <a:lnB w="12700" cap="flat" cmpd="sng" algn="ctr">
                      <a:solidFill>
                        <a:scrgbClr r="0" g="0" b="0"/>
                      </a:solidFill>
                      <a:prstDash val="solid"/>
                      <a:round/>
                      <a:headEnd type="none" w="med" len="med"/>
                      <a:tailEnd type="none" w="med" len="med"/>
                    </a:lnB>
                  </a:tcPr>
                </a:tc>
                <a:tc>
                  <a:txBody>
                    <a:bodyPr/>
                    <a:lstStyle/>
                    <a:p>
                      <a:pPr algn="ctr"/>
                      <a:r>
                        <a:rPr lang="en-US" sz="1600" dirty="0"/>
                        <a:t>Job D</a:t>
                      </a:r>
                    </a:p>
                  </a:txBody>
                  <a:tcPr marL="91433" marR="91433" marT="45685" marB="45685">
                    <a:lnL w="12700" cap="flat" cmpd="sng" algn="ctr">
                      <a:solidFill>
                        <a:scrgbClr r="0" g="0" b="0"/>
                      </a:solidFill>
                      <a:prstDash val="solid"/>
                      <a:round/>
                      <a:headEnd type="none" w="med" len="med"/>
                      <a:tailEnd type="none" w="med" len="med"/>
                    </a:lnL>
                    <a:lnB w="12700" cap="flat" cmpd="sng" algn="ctr">
                      <a:solidFill>
                        <a:scrgbClr r="0" g="0" b="0"/>
                      </a:solidFill>
                      <a:prstDash val="solid"/>
                      <a:round/>
                      <a:headEnd type="none" w="med" len="med"/>
                      <a:tailEnd type="none" w="med" len="med"/>
                    </a:lnB>
                  </a:tcPr>
                </a:tc>
                <a:tc>
                  <a:txBody>
                    <a:bodyPr/>
                    <a:lstStyle/>
                    <a:p>
                      <a:pPr algn="ctr"/>
                      <a:r>
                        <a:rPr lang="en-US" sz="1600" dirty="0"/>
                        <a:t>4</a:t>
                      </a:r>
                    </a:p>
                  </a:txBody>
                  <a:tcPr marL="91433" marR="91433" marT="45685" marB="45685">
                    <a:lnB w="12700" cap="flat" cmpd="sng" algn="ctr">
                      <a:solidFill>
                        <a:scrgbClr r="0" g="0" b="0"/>
                      </a:solidFill>
                      <a:prstDash val="solid"/>
                      <a:round/>
                      <a:headEnd type="none" w="med" len="med"/>
                      <a:tailEnd type="none" w="med" len="med"/>
                    </a:lnB>
                  </a:tcPr>
                </a:tc>
                <a:extLst>
                  <a:ext uri="{0D108BD9-81ED-4DB2-BD59-A6C34878D82A}">
                    <a16:rowId xmlns:a16="http://schemas.microsoft.com/office/drawing/2014/main" val="10004"/>
                  </a:ext>
                </a:extLst>
              </a:tr>
              <a:tr h="335189">
                <a:tc>
                  <a:txBody>
                    <a:bodyPr/>
                    <a:lstStyle/>
                    <a:p>
                      <a:pPr algn="ctr"/>
                      <a:r>
                        <a:rPr lang="en-US" sz="1600" i="1" kern="0" dirty="0">
                          <a:solidFill>
                            <a:schemeClr val="tx1"/>
                          </a:solidFill>
                          <a:latin typeface="+mn-lt"/>
                          <a:ea typeface="ＭＳ Ｐゴシック" pitchFamily="-84" charset="-128"/>
                          <a:cs typeface="+mn-cs"/>
                        </a:rPr>
                        <a:t>t</a:t>
                      </a:r>
                      <a:r>
                        <a:rPr lang="en-US" sz="1600" i="1" kern="0" baseline="-25000" dirty="0">
                          <a:solidFill>
                            <a:schemeClr val="tx1"/>
                          </a:solidFill>
                          <a:latin typeface="+mn-lt"/>
                          <a:ea typeface="ＭＳ Ｐゴシック" pitchFamily="-84" charset="-128"/>
                          <a:cs typeface="+mn-cs"/>
                        </a:rPr>
                        <a:t>2</a:t>
                      </a:r>
                      <a:r>
                        <a:rPr lang="en-US" sz="1600" i="1" kern="0" dirty="0">
                          <a:solidFill>
                            <a:schemeClr val="tx1"/>
                          </a:solidFill>
                          <a:latin typeface="+mn-lt"/>
                          <a:ea typeface="ＭＳ Ｐゴシック" pitchFamily="-84" charset="-128"/>
                          <a:cs typeface="+mn-cs"/>
                        </a:rPr>
                        <a:t> </a:t>
                      </a:r>
                      <a:endParaRPr lang="en-US" sz="1600" dirty="0"/>
                    </a:p>
                  </a:txBody>
                  <a:tcPr marL="91433" marR="91433" marT="45685" marB="45685">
                    <a:lnR w="12700" cap="flat" cmpd="sng" algn="ctr">
                      <a:solidFill>
                        <a:scrgbClr r="0" g="0" b="0"/>
                      </a:solidFill>
                      <a:prstDash val="solid"/>
                      <a:round/>
                      <a:headEnd type="none" w="med" len="med"/>
                      <a:tailEnd type="none" w="med" len="med"/>
                    </a:lnR>
                    <a:lnT w="12700" cap="flat" cmpd="sng" algn="ctr">
                      <a:solidFill>
                        <a:scrgbClr r="0" g="0" b="0"/>
                      </a:solidFill>
                      <a:prstDash val="solid"/>
                      <a:round/>
                      <a:headEnd type="none" w="med" len="med"/>
                      <a:tailEnd type="none" w="med" len="med"/>
                    </a:lnT>
                  </a:tcPr>
                </a:tc>
                <a:tc>
                  <a:txBody>
                    <a:bodyPr/>
                    <a:lstStyle/>
                    <a:p>
                      <a:pPr algn="ctr"/>
                      <a:r>
                        <a:rPr lang="en-US" sz="1600" dirty="0"/>
                        <a:t>Job X</a:t>
                      </a:r>
                    </a:p>
                  </a:txBody>
                  <a:tcPr marL="91433" marR="91433" marT="45685" marB="45685">
                    <a:lnL w="12700" cap="flat" cmpd="sng" algn="ctr">
                      <a:solidFill>
                        <a:scrgbClr r="0" g="0" b="0"/>
                      </a:solidFill>
                      <a:prstDash val="solid"/>
                      <a:round/>
                      <a:headEnd type="none" w="med" len="med"/>
                      <a:tailEnd type="none" w="med" len="med"/>
                    </a:lnL>
                    <a:lnT w="12700" cap="flat" cmpd="sng" algn="ctr">
                      <a:solidFill>
                        <a:scrgbClr r="0" g="0" b="0"/>
                      </a:solidFill>
                      <a:prstDash val="solid"/>
                      <a:round/>
                      <a:headEnd type="none" w="med" len="med"/>
                      <a:tailEnd type="none" w="med" len="med"/>
                    </a:lnT>
                  </a:tcPr>
                </a:tc>
                <a:tc>
                  <a:txBody>
                    <a:bodyPr/>
                    <a:lstStyle/>
                    <a:p>
                      <a:pPr algn="ctr"/>
                      <a:r>
                        <a:rPr lang="en-US" sz="1600" dirty="0"/>
                        <a:t>3</a:t>
                      </a:r>
                    </a:p>
                  </a:txBody>
                  <a:tcPr marL="91433" marR="91433" marT="45685" marB="45685">
                    <a:lnT w="12700" cap="flat" cmpd="sng" algn="ctr">
                      <a:solidFill>
                        <a:scrgbClr r="0" g="0" b="0"/>
                      </a:solidFill>
                      <a:prstDash val="solid"/>
                      <a:round/>
                      <a:headEnd type="none" w="med" len="med"/>
                      <a:tailEnd type="none" w="med" len="med"/>
                    </a:lnT>
                  </a:tcPr>
                </a:tc>
                <a:extLst>
                  <a:ext uri="{0D108BD9-81ED-4DB2-BD59-A6C34878D82A}">
                    <a16:rowId xmlns:a16="http://schemas.microsoft.com/office/drawing/2014/main" val="10005"/>
                  </a:ext>
                </a:extLst>
              </a:tr>
              <a:tr h="335189">
                <a:tc>
                  <a:txBody>
                    <a:bodyPr/>
                    <a:lstStyle/>
                    <a:p>
                      <a:pPr algn="ctr"/>
                      <a:endParaRPr lang="en-US" sz="1600" dirty="0"/>
                    </a:p>
                  </a:txBody>
                  <a:tcPr marL="91433" marR="91433" marT="45685" marB="45685">
                    <a:lnR w="12700" cap="flat" cmpd="sng" algn="ctr">
                      <a:solidFill>
                        <a:scrgbClr r="0" g="0" b="0"/>
                      </a:solidFill>
                      <a:prstDash val="solid"/>
                      <a:round/>
                      <a:headEnd type="none" w="med" len="med"/>
                      <a:tailEnd type="none" w="med" len="med"/>
                    </a:lnR>
                  </a:tcPr>
                </a:tc>
                <a:tc>
                  <a:txBody>
                    <a:bodyPr/>
                    <a:lstStyle/>
                    <a:p>
                      <a:pPr algn="ctr"/>
                      <a:r>
                        <a:rPr lang="en-US" sz="1600" dirty="0"/>
                        <a:t>Job Y</a:t>
                      </a:r>
                    </a:p>
                  </a:txBody>
                  <a:tcPr marL="91433" marR="91433" marT="45685" marB="45685">
                    <a:lnL w="12700" cap="flat" cmpd="sng" algn="ctr">
                      <a:solidFill>
                        <a:scrgbClr r="0" g="0" b="0"/>
                      </a:solidFill>
                      <a:prstDash val="solid"/>
                      <a:round/>
                      <a:headEnd type="none" w="med" len="med"/>
                      <a:tailEnd type="none" w="med" len="med"/>
                    </a:lnL>
                  </a:tcPr>
                </a:tc>
                <a:tc>
                  <a:txBody>
                    <a:bodyPr/>
                    <a:lstStyle/>
                    <a:p>
                      <a:pPr algn="ctr"/>
                      <a:r>
                        <a:rPr lang="en-US" sz="1600" dirty="0"/>
                        <a:t>1</a:t>
                      </a:r>
                    </a:p>
                  </a:txBody>
                  <a:tcPr marL="91433" marR="91433" marT="45685" marB="45685"/>
                </a:tc>
                <a:extLst>
                  <a:ext uri="{0D108BD9-81ED-4DB2-BD59-A6C34878D82A}">
                    <a16:rowId xmlns:a16="http://schemas.microsoft.com/office/drawing/2014/main" val="10006"/>
                  </a:ext>
                </a:extLst>
              </a:tr>
            </a:tbl>
          </a:graphicData>
        </a:graphic>
      </p:graphicFrame>
      <p:graphicFrame>
        <p:nvGraphicFramePr>
          <p:cNvPr id="17" name="Table 16">
            <a:extLst>
              <a:ext uri="{FF2B5EF4-FFF2-40B4-BE49-F238E27FC236}">
                <a16:creationId xmlns:a16="http://schemas.microsoft.com/office/drawing/2014/main" id="{80D997F8-7688-478F-A5B1-541E39596DF9}"/>
              </a:ext>
            </a:extLst>
          </p:cNvPr>
          <p:cNvGraphicFramePr>
            <a:graphicFrameLocks noGrp="1"/>
          </p:cNvGraphicFramePr>
          <p:nvPr/>
        </p:nvGraphicFramePr>
        <p:xfrm>
          <a:off x="4959350" y="2743200"/>
          <a:ext cx="1592263" cy="2366966"/>
        </p:xfrm>
        <a:graphic>
          <a:graphicData uri="http://schemas.openxmlformats.org/drawingml/2006/table">
            <a:tbl>
              <a:tblPr/>
              <a:tblGrid>
                <a:gridCol w="1592263">
                  <a:extLst>
                    <a:ext uri="{9D8B030D-6E8A-4147-A177-3AD203B41FA5}">
                      <a16:colId xmlns:a16="http://schemas.microsoft.com/office/drawing/2014/main" val="20000"/>
                    </a:ext>
                  </a:extLst>
                </a:gridCol>
              </a:tblGrid>
              <a:tr h="3381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Arial" pitchFamily="34" charset="0"/>
                          <a:ea typeface="MS PGothic" pitchFamily="34" charset="-128"/>
                        </a:rPr>
                        <a:t>Waiting Time</a:t>
                      </a:r>
                    </a:p>
                  </a:txBody>
                  <a:tcPr marL="91418" marR="91418" marT="45714" marB="45714"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381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FF0000"/>
                          </a:solidFill>
                          <a:effectLst/>
                          <a:latin typeface="Arial" pitchFamily="34" charset="0"/>
                          <a:ea typeface="MS PGothic" pitchFamily="34" charset="-128"/>
                        </a:rPr>
                        <a:t>10</a:t>
                      </a:r>
                    </a:p>
                  </a:txBody>
                  <a:tcPr marL="91418" marR="91418" marT="45674" marB="45674"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381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FF0000"/>
                          </a:solidFill>
                          <a:effectLst/>
                          <a:latin typeface="Arial" pitchFamily="34" charset="0"/>
                          <a:ea typeface="MS PGothic" pitchFamily="34" charset="-128"/>
                        </a:rPr>
                        <a:t>0</a:t>
                      </a:r>
                    </a:p>
                  </a:txBody>
                  <a:tcPr marL="91418" marR="91418" marT="45674" marB="45674"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381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FF0000"/>
                          </a:solidFill>
                          <a:effectLst/>
                          <a:latin typeface="Arial" pitchFamily="34" charset="0"/>
                          <a:ea typeface="MS PGothic" pitchFamily="34" charset="-128"/>
                        </a:rPr>
                        <a:t>15</a:t>
                      </a:r>
                    </a:p>
                  </a:txBody>
                  <a:tcPr marL="91418" marR="91418" marT="45674" marB="45674" horzOverflow="overflow">
                    <a:lnL>
                      <a:noFill/>
                    </a:lnL>
                    <a:lnR>
                      <a:noFill/>
                    </a:lnR>
                    <a:lnT>
                      <a:noFill/>
                    </a:lnT>
                    <a:lnB>
                      <a:noFill/>
                    </a:lnB>
                    <a:lnTlToBr>
                      <a:noFill/>
                    </a:lnTlToBr>
                    <a:lnBlToTr>
                      <a:noFill/>
                    </a:lnBlToTr>
                    <a:solidFill>
                      <a:srgbClr val="E7E7E7"/>
                    </a:solidFill>
                  </a:tcPr>
                </a:tc>
                <a:extLst>
                  <a:ext uri="{0D108BD9-81ED-4DB2-BD59-A6C34878D82A}">
                    <a16:rowId xmlns:a16="http://schemas.microsoft.com/office/drawing/2014/main" val="10003"/>
                  </a:ext>
                </a:extLst>
              </a:tr>
              <a:tr h="3381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FF0000"/>
                          </a:solidFill>
                          <a:effectLst/>
                          <a:latin typeface="Arial" pitchFamily="34" charset="0"/>
                          <a:ea typeface="MS PGothic" pitchFamily="34" charset="-128"/>
                        </a:rPr>
                        <a:t>6</a:t>
                      </a:r>
                    </a:p>
                  </a:txBody>
                  <a:tcPr marL="91418" marR="91418" marT="45674" marB="45674"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381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FF0000"/>
                          </a:solidFill>
                          <a:effectLst/>
                          <a:latin typeface="Arial" pitchFamily="34" charset="0"/>
                          <a:ea typeface="MS PGothic" pitchFamily="34" charset="-128"/>
                        </a:rPr>
                        <a:t>3 – 2 = 1</a:t>
                      </a:r>
                    </a:p>
                  </a:txBody>
                  <a:tcPr marL="91418" marR="91418" marT="45714" marB="4571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5"/>
                  </a:ext>
                </a:extLst>
              </a:tr>
              <a:tr h="3381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FF0000"/>
                          </a:solidFill>
                          <a:effectLst/>
                          <a:latin typeface="Arial" pitchFamily="34" charset="0"/>
                          <a:ea typeface="MS PGothic" pitchFamily="34" charset="-128"/>
                        </a:rPr>
                        <a:t>2 – 2 = 0</a:t>
                      </a:r>
                    </a:p>
                  </a:txBody>
                  <a:tcPr marL="91418" marR="91418" marT="45714" marB="45714"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bl>
          </a:graphicData>
        </a:graphic>
      </p:graphicFrame>
      <p:graphicFrame>
        <p:nvGraphicFramePr>
          <p:cNvPr id="18" name="Table 17">
            <a:extLst>
              <a:ext uri="{FF2B5EF4-FFF2-40B4-BE49-F238E27FC236}">
                <a16:creationId xmlns:a16="http://schemas.microsoft.com/office/drawing/2014/main" id="{CFA508F2-AADB-42F2-91D9-6341210EC9F7}"/>
              </a:ext>
            </a:extLst>
          </p:cNvPr>
          <p:cNvGraphicFramePr>
            <a:graphicFrameLocks noGrp="1"/>
          </p:cNvGraphicFramePr>
          <p:nvPr/>
        </p:nvGraphicFramePr>
        <p:xfrm>
          <a:off x="6789738" y="2743200"/>
          <a:ext cx="2041525" cy="2366966"/>
        </p:xfrm>
        <a:graphic>
          <a:graphicData uri="http://schemas.openxmlformats.org/drawingml/2006/table">
            <a:tbl>
              <a:tblPr/>
              <a:tblGrid>
                <a:gridCol w="2041525">
                  <a:extLst>
                    <a:ext uri="{9D8B030D-6E8A-4147-A177-3AD203B41FA5}">
                      <a16:colId xmlns:a16="http://schemas.microsoft.com/office/drawing/2014/main" val="20000"/>
                    </a:ext>
                  </a:extLst>
                </a:gridCol>
              </a:tblGrid>
              <a:tr h="3381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a:ln>
                            <a:noFill/>
                          </a:ln>
                          <a:solidFill>
                            <a:schemeClr val="tx1"/>
                          </a:solidFill>
                          <a:effectLst/>
                          <a:latin typeface="Arial" pitchFamily="34" charset="0"/>
                          <a:ea typeface="MS PGothic" pitchFamily="34" charset="-128"/>
                        </a:rPr>
                        <a:t>Turnaround Time</a:t>
                      </a:r>
                    </a:p>
                  </a:txBody>
                  <a:tcPr marL="91447" marR="91447" marT="45714" marB="45714"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381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FF0000"/>
                          </a:solidFill>
                          <a:effectLst/>
                          <a:latin typeface="Arial" pitchFamily="34" charset="0"/>
                          <a:ea typeface="MS PGothic" pitchFamily="34" charset="-128"/>
                        </a:rPr>
                        <a:t>15</a:t>
                      </a:r>
                    </a:p>
                  </a:txBody>
                  <a:tcPr marL="91447" marR="91447" marT="45674" marB="45674"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381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FF0000"/>
                          </a:solidFill>
                          <a:effectLst/>
                          <a:latin typeface="Arial" pitchFamily="34" charset="0"/>
                          <a:ea typeface="MS PGothic" pitchFamily="34" charset="-128"/>
                        </a:rPr>
                        <a:t>2</a:t>
                      </a:r>
                    </a:p>
                  </a:txBody>
                  <a:tcPr marL="91447" marR="91447" marT="45674" marB="45674"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381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FF0000"/>
                          </a:solidFill>
                          <a:effectLst/>
                          <a:latin typeface="Arial" pitchFamily="34" charset="0"/>
                          <a:ea typeface="MS PGothic" pitchFamily="34" charset="-128"/>
                        </a:rPr>
                        <a:t>21</a:t>
                      </a:r>
                    </a:p>
                  </a:txBody>
                  <a:tcPr marL="91447" marR="91447" marT="45674" marB="45674" horzOverflow="overflow">
                    <a:lnL>
                      <a:noFill/>
                    </a:lnL>
                    <a:lnR>
                      <a:noFill/>
                    </a:lnR>
                    <a:lnT>
                      <a:noFill/>
                    </a:lnT>
                    <a:lnB>
                      <a:noFill/>
                    </a:lnB>
                    <a:lnTlToBr>
                      <a:noFill/>
                    </a:lnTlToBr>
                    <a:lnBlToTr>
                      <a:noFill/>
                    </a:lnBlToTr>
                    <a:solidFill>
                      <a:srgbClr val="E7E7E7"/>
                    </a:solidFill>
                  </a:tcPr>
                </a:tc>
                <a:extLst>
                  <a:ext uri="{0D108BD9-81ED-4DB2-BD59-A6C34878D82A}">
                    <a16:rowId xmlns:a16="http://schemas.microsoft.com/office/drawing/2014/main" val="10003"/>
                  </a:ext>
                </a:extLst>
              </a:tr>
              <a:tr h="3381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FF0000"/>
                          </a:solidFill>
                          <a:effectLst/>
                          <a:latin typeface="Arial" pitchFamily="34" charset="0"/>
                          <a:ea typeface="MS PGothic" pitchFamily="34" charset="-128"/>
                        </a:rPr>
                        <a:t>10</a:t>
                      </a:r>
                    </a:p>
                  </a:txBody>
                  <a:tcPr marL="91447" marR="91447" marT="45674" marB="45674" horzOverflow="overflow">
                    <a:lnL>
                      <a:noFill/>
                    </a:lnL>
                    <a:lnR>
                      <a:noFill/>
                    </a:lnR>
                    <a:lnT>
                      <a:noFill/>
                    </a:lnT>
                    <a:lnB w="12700" cap="flat" cmpd="sng" algn="ctr">
                      <a:solidFill>
                        <a:srgbClr val="000000"/>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r h="3381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FF0000"/>
                          </a:solidFill>
                          <a:effectLst/>
                          <a:latin typeface="Arial" pitchFamily="34" charset="0"/>
                          <a:ea typeface="MS PGothic" pitchFamily="34" charset="-128"/>
                        </a:rPr>
                        <a:t>6 – 2 = 4</a:t>
                      </a:r>
                    </a:p>
                  </a:txBody>
                  <a:tcPr marL="91447" marR="91447" marT="45714" marB="45714" horzOverflow="overflow">
                    <a:lnL>
                      <a:noFill/>
                    </a:lnL>
                    <a:lnR>
                      <a:noFill/>
                    </a:lnR>
                    <a:lnT w="12700" cap="flat" cmpd="sng" algn="ctr">
                      <a:solidFill>
                        <a:srgbClr val="000000"/>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5"/>
                  </a:ext>
                </a:extLst>
              </a:tr>
              <a:tr h="3381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600" b="0" i="0" u="none" strike="noStrike" cap="none" normalizeH="0" baseline="0">
                          <a:ln>
                            <a:noFill/>
                          </a:ln>
                          <a:solidFill>
                            <a:srgbClr val="FF0000"/>
                          </a:solidFill>
                          <a:effectLst/>
                          <a:latin typeface="Arial" pitchFamily="34" charset="0"/>
                          <a:ea typeface="MS PGothic" pitchFamily="34" charset="-128"/>
                        </a:rPr>
                        <a:t>3 – 2 = 1</a:t>
                      </a:r>
                    </a:p>
                  </a:txBody>
                  <a:tcPr marL="91447" marR="91447" marT="45714" marB="45714"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6"/>
                  </a:ext>
                </a:extLst>
              </a:tr>
            </a:tbl>
          </a:graphicData>
        </a:graphic>
      </p:graphicFrame>
      <p:sp>
        <p:nvSpPr>
          <p:cNvPr id="19" name="Rectangle 9">
            <a:extLst>
              <a:ext uri="{FF2B5EF4-FFF2-40B4-BE49-F238E27FC236}">
                <a16:creationId xmlns:a16="http://schemas.microsoft.com/office/drawing/2014/main" id="{71CB5CCE-9748-46EC-9591-CB218685213E}"/>
              </a:ext>
            </a:extLst>
          </p:cNvPr>
          <p:cNvSpPr txBox="1">
            <a:spLocks noChangeArrowheads="1"/>
          </p:cNvSpPr>
          <p:nvPr/>
        </p:nvSpPr>
        <p:spPr>
          <a:xfrm>
            <a:off x="838200" y="5410200"/>
            <a:ext cx="4419600" cy="609600"/>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0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Average Waiting Time =                            </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000" b="0" i="0" u="none" strike="noStrike" kern="0" cap="none" spc="0" normalizeH="0" baseline="0" noProof="0" dirty="0">
              <a:ln>
                <a:noFill/>
              </a:ln>
              <a:solidFill>
                <a:srgbClr val="222222"/>
              </a:solidFill>
              <a:effectLst/>
              <a:uLnTx/>
              <a:uFillTx/>
              <a:latin typeface="Arial"/>
              <a:ea typeface="MS PGothic" panose="020B0600070205080204" pitchFamily="34" charset="-128"/>
              <a:cs typeface="Arial" panose="020B0604020202020204" pitchFamily="34" charset="0"/>
            </a:endParaRPr>
          </a:p>
        </p:txBody>
      </p:sp>
      <p:sp>
        <p:nvSpPr>
          <p:cNvPr id="20" name="Rectangle 9">
            <a:extLst>
              <a:ext uri="{FF2B5EF4-FFF2-40B4-BE49-F238E27FC236}">
                <a16:creationId xmlns:a16="http://schemas.microsoft.com/office/drawing/2014/main" id="{8E4BCEFD-15AC-4F3E-860D-0A40CE26B8E8}"/>
              </a:ext>
            </a:extLst>
          </p:cNvPr>
          <p:cNvSpPr txBox="1">
            <a:spLocks noChangeArrowheads="1"/>
          </p:cNvSpPr>
          <p:nvPr/>
        </p:nvSpPr>
        <p:spPr>
          <a:xfrm>
            <a:off x="838200" y="6172200"/>
            <a:ext cx="4953000" cy="381000"/>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0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Average Turnaround Time =</a:t>
            </a:r>
            <a:endParaRPr kumimoji="0" lang="en-US" sz="2000" b="0" i="0" u="none" strike="noStrike" kern="0" cap="none" spc="0" normalizeH="0" baseline="0" noProof="0" dirty="0">
              <a:ln>
                <a:noFill/>
              </a:ln>
              <a:solidFill>
                <a:srgbClr val="222222"/>
              </a:solidFill>
              <a:effectLst/>
              <a:uLnTx/>
              <a:uFillTx/>
              <a:latin typeface="Arial"/>
              <a:ea typeface="MS PGothic" panose="020B0600070205080204" pitchFamily="34" charset="-128"/>
              <a:cs typeface="Arial" panose="020B0604020202020204" pitchFamily="34" charset="0"/>
            </a:endParaRPr>
          </a:p>
        </p:txBody>
      </p:sp>
      <p:sp>
        <p:nvSpPr>
          <p:cNvPr id="37944" name="Slide Number Placeholder 1">
            <a:extLst>
              <a:ext uri="{FF2B5EF4-FFF2-40B4-BE49-F238E27FC236}">
                <a16:creationId xmlns:a16="http://schemas.microsoft.com/office/drawing/2014/main" id="{13A6C092-1393-4DC0-9A05-BDE9286AE63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C23D0C2-F0C5-434E-A3A9-D93C774CCAF9}"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45</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23" name="Rectangle 22">
            <a:extLst>
              <a:ext uri="{FF2B5EF4-FFF2-40B4-BE49-F238E27FC236}">
                <a16:creationId xmlns:a16="http://schemas.microsoft.com/office/drawing/2014/main" id="{31D56FC5-5361-4CC3-9347-2EF47D13A1B4}"/>
              </a:ext>
            </a:extLst>
          </p:cNvPr>
          <p:cNvSpPr/>
          <p:nvPr/>
        </p:nvSpPr>
        <p:spPr bwMode="auto">
          <a:xfrm>
            <a:off x="4724400" y="1600200"/>
            <a:ext cx="14478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 A</a:t>
            </a:r>
          </a:p>
        </p:txBody>
      </p:sp>
      <p:sp>
        <p:nvSpPr>
          <p:cNvPr id="24" name="Rectangle 23">
            <a:extLst>
              <a:ext uri="{FF2B5EF4-FFF2-40B4-BE49-F238E27FC236}">
                <a16:creationId xmlns:a16="http://schemas.microsoft.com/office/drawing/2014/main" id="{A9E88BA4-0C7A-497F-9503-9CC82A18ACA7}"/>
              </a:ext>
            </a:extLst>
          </p:cNvPr>
          <p:cNvSpPr/>
          <p:nvPr/>
        </p:nvSpPr>
        <p:spPr bwMode="auto">
          <a:xfrm>
            <a:off x="1524000" y="1600200"/>
            <a:ext cx="6096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Y</a:t>
            </a:r>
          </a:p>
        </p:txBody>
      </p:sp>
      <p:sp>
        <p:nvSpPr>
          <p:cNvPr id="29" name="Rectangle 28">
            <a:extLst>
              <a:ext uri="{FF2B5EF4-FFF2-40B4-BE49-F238E27FC236}">
                <a16:creationId xmlns:a16="http://schemas.microsoft.com/office/drawing/2014/main" id="{CCBE059F-2BE0-46CC-BD8C-E1202B21681D}"/>
              </a:ext>
            </a:extLst>
          </p:cNvPr>
          <p:cNvSpPr/>
          <p:nvPr/>
        </p:nvSpPr>
        <p:spPr bwMode="auto">
          <a:xfrm>
            <a:off x="762000" y="1600200"/>
            <a:ext cx="7620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B</a:t>
            </a:r>
          </a:p>
        </p:txBody>
      </p:sp>
      <p:sp>
        <p:nvSpPr>
          <p:cNvPr id="30" name="Rectangle 29">
            <a:extLst>
              <a:ext uri="{FF2B5EF4-FFF2-40B4-BE49-F238E27FC236}">
                <a16:creationId xmlns:a16="http://schemas.microsoft.com/office/drawing/2014/main" id="{63624EDB-254D-4702-83A1-27E28072D883}"/>
              </a:ext>
            </a:extLst>
          </p:cNvPr>
          <p:cNvSpPr/>
          <p:nvPr/>
        </p:nvSpPr>
        <p:spPr bwMode="auto">
          <a:xfrm>
            <a:off x="6172200" y="1600200"/>
            <a:ext cx="18288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C</a:t>
            </a:r>
          </a:p>
        </p:txBody>
      </p:sp>
      <p:sp>
        <p:nvSpPr>
          <p:cNvPr id="37949" name="TextBox 10">
            <a:extLst>
              <a:ext uri="{FF2B5EF4-FFF2-40B4-BE49-F238E27FC236}">
                <a16:creationId xmlns:a16="http://schemas.microsoft.com/office/drawing/2014/main" id="{B440D0C0-2C9E-4D39-AB3C-6D05180379B9}"/>
              </a:ext>
            </a:extLst>
          </p:cNvPr>
          <p:cNvSpPr txBox="1">
            <a:spLocks noChangeArrowheads="1"/>
          </p:cNvSpPr>
          <p:nvPr/>
        </p:nvSpPr>
        <p:spPr bwMode="auto">
          <a:xfrm>
            <a:off x="609600" y="2286000"/>
            <a:ext cx="7620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1600" b="0" i="0" u="none" strike="noStrike" kern="1200" cap="none" spc="0" normalizeH="0" baseline="0" noProof="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0     2    3         6     	  10	      15             21</a:t>
            </a:r>
          </a:p>
        </p:txBody>
      </p:sp>
      <p:sp>
        <p:nvSpPr>
          <p:cNvPr id="32" name="Rectangle 31">
            <a:extLst>
              <a:ext uri="{FF2B5EF4-FFF2-40B4-BE49-F238E27FC236}">
                <a16:creationId xmlns:a16="http://schemas.microsoft.com/office/drawing/2014/main" id="{298DE008-B8C2-4773-A87E-759C388A1D6A}"/>
              </a:ext>
            </a:extLst>
          </p:cNvPr>
          <p:cNvSpPr/>
          <p:nvPr/>
        </p:nvSpPr>
        <p:spPr bwMode="auto">
          <a:xfrm>
            <a:off x="2133600" y="1600200"/>
            <a:ext cx="11430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X</a:t>
            </a:r>
          </a:p>
        </p:txBody>
      </p:sp>
      <p:sp>
        <p:nvSpPr>
          <p:cNvPr id="33" name="Rectangle 32">
            <a:extLst>
              <a:ext uri="{FF2B5EF4-FFF2-40B4-BE49-F238E27FC236}">
                <a16:creationId xmlns:a16="http://schemas.microsoft.com/office/drawing/2014/main" id="{F757B107-DBB0-474F-B36D-D19F16C52CA5}"/>
              </a:ext>
            </a:extLst>
          </p:cNvPr>
          <p:cNvSpPr/>
          <p:nvPr/>
        </p:nvSpPr>
        <p:spPr bwMode="auto">
          <a:xfrm>
            <a:off x="3276600" y="1600200"/>
            <a:ext cx="14478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D</a:t>
            </a:r>
          </a:p>
        </p:txBody>
      </p:sp>
      <p:graphicFrame>
        <p:nvGraphicFramePr>
          <p:cNvPr id="2" name="Object 1">
            <a:extLst>
              <a:ext uri="{FF2B5EF4-FFF2-40B4-BE49-F238E27FC236}">
                <a16:creationId xmlns:a16="http://schemas.microsoft.com/office/drawing/2014/main" id="{E59DAB8D-F0CB-4028-85B6-07A6275AA388}"/>
              </a:ext>
            </a:extLst>
          </p:cNvPr>
          <p:cNvGraphicFramePr>
            <a:graphicFrameLocks noChangeAspect="1"/>
          </p:cNvGraphicFramePr>
          <p:nvPr/>
        </p:nvGraphicFramePr>
        <p:xfrm>
          <a:off x="4267200" y="5257800"/>
          <a:ext cx="3143250" cy="654050"/>
        </p:xfrm>
        <a:graphic>
          <a:graphicData uri="http://schemas.openxmlformats.org/presentationml/2006/ole">
            <mc:AlternateContent xmlns:mc="http://schemas.openxmlformats.org/markup-compatibility/2006">
              <mc:Choice xmlns:v="urn:schemas-microsoft-com:vml" Requires="v">
                <p:oleObj name="Equation" r:id="rId2" imgW="1883160" imgH="383760" progId="Equation.3">
                  <p:embed/>
                </p:oleObj>
              </mc:Choice>
              <mc:Fallback>
                <p:oleObj name="Equation" r:id="rId2" imgW="1883160" imgH="383760" progId="Equation.3">
                  <p:embed/>
                  <p:pic>
                    <p:nvPicPr>
                      <p:cNvPr id="2" name="Object 1">
                        <a:extLst>
                          <a:ext uri="{FF2B5EF4-FFF2-40B4-BE49-F238E27FC236}">
                            <a16:creationId xmlns:a16="http://schemas.microsoft.com/office/drawing/2014/main" id="{E59DAB8D-F0CB-4028-85B6-07A6275AA3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7200" y="5257800"/>
                        <a:ext cx="3143250"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a:extLst>
              <a:ext uri="{FF2B5EF4-FFF2-40B4-BE49-F238E27FC236}">
                <a16:creationId xmlns:a16="http://schemas.microsoft.com/office/drawing/2014/main" id="{23A8DBA9-77F7-4389-BB6D-32127489BEAE}"/>
              </a:ext>
            </a:extLst>
          </p:cNvPr>
          <p:cNvGraphicFramePr>
            <a:graphicFrameLocks noChangeAspect="1"/>
          </p:cNvGraphicFramePr>
          <p:nvPr/>
        </p:nvGraphicFramePr>
        <p:xfrm>
          <a:off x="4648200" y="6019800"/>
          <a:ext cx="3249613" cy="654050"/>
        </p:xfrm>
        <a:graphic>
          <a:graphicData uri="http://schemas.openxmlformats.org/presentationml/2006/ole">
            <mc:AlternateContent xmlns:mc="http://schemas.openxmlformats.org/markup-compatibility/2006">
              <mc:Choice xmlns:v="urn:schemas-microsoft-com:vml" Requires="v">
                <p:oleObj name="Equation" r:id="rId4" imgW="1947240" imgH="383760" progId="Equation.3">
                  <p:embed/>
                </p:oleObj>
              </mc:Choice>
              <mc:Fallback>
                <p:oleObj name="Equation" r:id="rId4" imgW="1947240" imgH="383760" progId="Equation.3">
                  <p:embed/>
                  <p:pic>
                    <p:nvPicPr>
                      <p:cNvPr id="3" name="Object 2">
                        <a:extLst>
                          <a:ext uri="{FF2B5EF4-FFF2-40B4-BE49-F238E27FC236}">
                            <a16:creationId xmlns:a16="http://schemas.microsoft.com/office/drawing/2014/main" id="{23A8DBA9-77F7-4389-BB6D-32127489BE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8200" y="6019800"/>
                        <a:ext cx="3249613" cy="654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2289649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checkerboard(across)">
                                      <p:cBhvr>
                                        <p:cTn id="7" dur="500"/>
                                        <p:tgtEl>
                                          <p:spTgt spid="1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checkerboard(across)">
                                      <p:cBhvr>
                                        <p:cTn id="12" dur="500"/>
                                        <p:tgtEl>
                                          <p:spTgt spid="1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D313DA2-2097-4382-8E23-F95DED70F748}"/>
              </a:ext>
            </a:extLst>
          </p:cNvPr>
          <p:cNvSpPr>
            <a:spLocks noGrp="1" noChangeArrowheads="1"/>
          </p:cNvSpPr>
          <p:nvPr>
            <p:ph type="title"/>
          </p:nvPr>
        </p:nvSpPr>
        <p:spPr>
          <a:xfrm>
            <a:off x="1092200" y="174625"/>
            <a:ext cx="7594600" cy="576263"/>
          </a:xfrm>
        </p:spPr>
        <p:txBody>
          <a:bodyPr/>
          <a:lstStyle/>
          <a:p>
            <a:pPr eaLnBrk="1" hangingPunct="1"/>
            <a:r>
              <a:rPr lang="en-US" altLang="en-US" sz="2800" dirty="0"/>
              <a:t>Shortest-remaining-time-first (SRT/SRTF)</a:t>
            </a:r>
          </a:p>
        </p:txBody>
      </p:sp>
      <p:sp>
        <p:nvSpPr>
          <p:cNvPr id="19459" name="Rectangle 36">
            <a:extLst>
              <a:ext uri="{FF2B5EF4-FFF2-40B4-BE49-F238E27FC236}">
                <a16:creationId xmlns:a16="http://schemas.microsoft.com/office/drawing/2014/main" id="{8E36DB47-99D7-4ED9-BFE2-6EDA2493FE3C}"/>
              </a:ext>
            </a:extLst>
          </p:cNvPr>
          <p:cNvSpPr>
            <a:spLocks noGrp="1" noChangeArrowheads="1"/>
          </p:cNvSpPr>
          <p:nvPr>
            <p:ph type="body" idx="1"/>
          </p:nvPr>
        </p:nvSpPr>
        <p:spPr>
          <a:xfrm>
            <a:off x="355003" y="1027113"/>
            <a:ext cx="8638390" cy="5707319"/>
          </a:xfrm>
        </p:spPr>
        <p:txBody>
          <a:bodyPr/>
          <a:lstStyle/>
          <a:p>
            <a:pPr>
              <a:tabLst>
                <a:tab pos="1601312" algn="ctr"/>
                <a:tab pos="3252629" algn="ctr"/>
                <a:tab pos="5141754" algn="ctr"/>
              </a:tabLst>
              <a:defRPr/>
            </a:pPr>
            <a:r>
              <a:rPr lang="en-US" altLang="en-US" sz="2000" dirty="0"/>
              <a:t>A preemptive version of SJF is called </a:t>
            </a:r>
            <a:r>
              <a:rPr lang="en-US" altLang="en-US" sz="2000" b="1" dirty="0">
                <a:solidFill>
                  <a:srgbClr val="3366FF"/>
                </a:solidFill>
              </a:rPr>
              <a:t>shortest-remaining-time-first</a:t>
            </a:r>
            <a:endParaRPr lang="en-US" altLang="en-US" sz="2000" dirty="0"/>
          </a:p>
          <a:p>
            <a:pPr>
              <a:tabLst>
                <a:tab pos="1601312" algn="ctr"/>
                <a:tab pos="3252629" algn="ctr"/>
                <a:tab pos="5141754" algn="ctr"/>
              </a:tabLst>
              <a:defRPr/>
            </a:pPr>
            <a:r>
              <a:rPr lang="en-US" altLang="en-US" sz="2000" dirty="0"/>
              <a:t>Processor allocated to job closest to completion.</a:t>
            </a:r>
          </a:p>
          <a:p>
            <a:pPr lvl="1">
              <a:tabLst>
                <a:tab pos="1601312" algn="ctr"/>
                <a:tab pos="3252629" algn="ctr"/>
                <a:tab pos="5141754" algn="ctr"/>
              </a:tabLst>
              <a:defRPr/>
            </a:pPr>
            <a:r>
              <a:rPr lang="en-US" altLang="en-US" dirty="0"/>
              <a:t>Preemptive if the newer job has shorter completion time.</a:t>
            </a:r>
          </a:p>
          <a:p>
            <a:pPr>
              <a:tabLst>
                <a:tab pos="1601312" algn="ctr"/>
                <a:tab pos="3252629" algn="ctr"/>
                <a:tab pos="5141754" algn="ctr"/>
              </a:tabLst>
              <a:defRPr/>
            </a:pPr>
            <a:r>
              <a:rPr lang="en-US" altLang="en-US" sz="2000" dirty="0"/>
              <a:t>Example illustrating the concepts of varying arrival times and preemption.</a:t>
            </a:r>
          </a:p>
          <a:p>
            <a:pPr>
              <a:tabLst>
                <a:tab pos="1601312" algn="ctr"/>
                <a:tab pos="3252629" algn="ctr"/>
                <a:tab pos="5141754" algn="ctr"/>
              </a:tabLst>
              <a:defRPr/>
            </a:pPr>
            <a:endParaRPr lang="en-US" altLang="en-US" sz="2000" dirty="0"/>
          </a:p>
          <a:p>
            <a:pPr>
              <a:tabLst>
                <a:tab pos="1601312" algn="ctr"/>
                <a:tab pos="3252629" algn="ctr"/>
                <a:tab pos="5141754" algn="ctr"/>
              </a:tabLst>
              <a:defRPr/>
            </a:pPr>
            <a:endParaRPr lang="en-US" altLang="en-US" sz="2000" dirty="0"/>
          </a:p>
          <a:p>
            <a:pPr>
              <a:tabLst>
                <a:tab pos="1601312" algn="ctr"/>
                <a:tab pos="3252629" algn="ctr"/>
                <a:tab pos="5141754" algn="ctr"/>
              </a:tabLst>
              <a:defRPr/>
            </a:pPr>
            <a:endParaRPr lang="en-US" altLang="en-US" sz="2000" dirty="0"/>
          </a:p>
          <a:p>
            <a:pPr>
              <a:tabLst>
                <a:tab pos="1601312" algn="ctr"/>
                <a:tab pos="3252629" algn="ctr"/>
                <a:tab pos="5141754" algn="ctr"/>
              </a:tabLst>
              <a:defRPr/>
            </a:pPr>
            <a:endParaRPr lang="en-US" altLang="en-US" sz="2000" dirty="0"/>
          </a:p>
          <a:p>
            <a:pPr>
              <a:tabLst>
                <a:tab pos="1601312" algn="ctr"/>
                <a:tab pos="3252629" algn="ctr"/>
                <a:tab pos="5141754" algn="ctr"/>
              </a:tabLst>
              <a:defRPr/>
            </a:pPr>
            <a:endParaRPr lang="en-US" altLang="en-US" sz="2000" dirty="0"/>
          </a:p>
          <a:p>
            <a:pPr>
              <a:tabLst>
                <a:tab pos="1601312" algn="ctr"/>
                <a:tab pos="3252629" algn="ctr"/>
                <a:tab pos="5141754" algn="ctr"/>
              </a:tabLst>
              <a:defRPr/>
            </a:pPr>
            <a:endParaRPr lang="en-US" altLang="en-US" sz="2000" dirty="0"/>
          </a:p>
          <a:p>
            <a:pPr>
              <a:tabLst>
                <a:tab pos="1601312" algn="ctr"/>
                <a:tab pos="3252629" algn="ctr"/>
                <a:tab pos="5141754" algn="ctr"/>
              </a:tabLst>
              <a:defRPr/>
            </a:pPr>
            <a:endParaRPr lang="en-US" altLang="en-US" sz="2000" dirty="0"/>
          </a:p>
          <a:p>
            <a:pPr>
              <a:spcBef>
                <a:spcPts val="700"/>
              </a:spcBef>
              <a:buSzPts val="1800"/>
            </a:pPr>
            <a:r>
              <a:rPr lang="en-US" sz="2000" dirty="0"/>
              <a:t>Average turnaround time = 51 /4 = 12.75 </a:t>
            </a:r>
            <a:r>
              <a:rPr lang="en-US" sz="2000" dirty="0" err="1"/>
              <a:t>ms</a:t>
            </a:r>
            <a:endParaRPr lang="en-US" sz="2000" dirty="0"/>
          </a:p>
          <a:p>
            <a:pPr>
              <a:spcBef>
                <a:spcPts val="700"/>
              </a:spcBef>
              <a:buSzPts val="1800"/>
            </a:pPr>
            <a:r>
              <a:rPr lang="en-US" sz="2000" dirty="0"/>
              <a:t>Average waiting time = 6.25 </a:t>
            </a:r>
            <a:r>
              <a:rPr lang="en-US" sz="2000" dirty="0" err="1"/>
              <a:t>ms</a:t>
            </a:r>
            <a:endParaRPr lang="en-US" sz="2000" dirty="0"/>
          </a:p>
          <a:p>
            <a:pPr lvl="0" indent="-217170">
              <a:spcBef>
                <a:spcPts val="770"/>
              </a:spcBef>
              <a:spcAft>
                <a:spcPts val="0"/>
              </a:spcAft>
              <a:buSzPts val="1980"/>
              <a:buNone/>
            </a:pPr>
            <a:endParaRPr lang="en-US" sz="2000" i="1" baseline="-25000" dirty="0"/>
          </a:p>
          <a:p>
            <a:pPr>
              <a:tabLst>
                <a:tab pos="1601312" algn="ctr"/>
                <a:tab pos="3252629" algn="ctr"/>
                <a:tab pos="5141754" algn="ctr"/>
              </a:tabLst>
              <a:defRPr/>
            </a:pPr>
            <a:endParaRPr lang="en-US" altLang="en-US" sz="2000" dirty="0"/>
          </a:p>
          <a:p>
            <a:pPr>
              <a:buFont typeface="Monotype Sorts" pitchFamily="-84" charset="2"/>
              <a:buNone/>
              <a:tabLst>
                <a:tab pos="1601312" algn="ctr"/>
                <a:tab pos="3252629" algn="ctr"/>
                <a:tab pos="5141754" algn="ctr"/>
              </a:tabLst>
              <a:defRPr/>
            </a:pPr>
            <a:r>
              <a:rPr lang="en-US" altLang="en-US" dirty="0"/>
              <a:t>		</a:t>
            </a:r>
            <a:endParaRPr lang="en-US" altLang="en-US" i="1" baseline="-25000" dirty="0"/>
          </a:p>
          <a:p>
            <a:pPr>
              <a:buFont typeface="Monotype Sorts" pitchFamily="-84" charset="2"/>
              <a:buNone/>
              <a:tabLst>
                <a:tab pos="1601312" algn="ctr"/>
                <a:tab pos="3252629" algn="ctr"/>
                <a:tab pos="5141754" algn="ctr"/>
              </a:tabLst>
              <a:defRPr/>
            </a:pPr>
            <a:endParaRPr lang="en-US" altLang="en-US" i="1" baseline="-25000" dirty="0"/>
          </a:p>
        </p:txBody>
      </p:sp>
      <p:graphicFrame>
        <p:nvGraphicFramePr>
          <p:cNvPr id="5" name="Table 4"/>
          <p:cNvGraphicFramePr>
            <a:graphicFrameLocks noGrp="1"/>
          </p:cNvGraphicFramePr>
          <p:nvPr>
            <p:extLst>
              <p:ext uri="{D42A27DB-BD31-4B8C-83A1-F6EECF244321}">
                <p14:modId xmlns:p14="http://schemas.microsoft.com/office/powerpoint/2010/main" val="3118740475"/>
              </p:ext>
            </p:extLst>
          </p:nvPr>
        </p:nvGraphicFramePr>
        <p:xfrm>
          <a:off x="1277762" y="3025948"/>
          <a:ext cx="6817300" cy="1854200"/>
        </p:xfrm>
        <a:graphic>
          <a:graphicData uri="http://schemas.openxmlformats.org/drawingml/2006/table">
            <a:tbl>
              <a:tblPr firstRow="1" bandRow="1"/>
              <a:tblGrid>
                <a:gridCol w="1015602">
                  <a:extLst>
                    <a:ext uri="{9D8B030D-6E8A-4147-A177-3AD203B41FA5}">
                      <a16:colId xmlns:a16="http://schemas.microsoft.com/office/drawing/2014/main" val="1391217213"/>
                    </a:ext>
                  </a:extLst>
                </a:gridCol>
                <a:gridCol w="1624099">
                  <a:extLst>
                    <a:ext uri="{9D8B030D-6E8A-4147-A177-3AD203B41FA5}">
                      <a16:colId xmlns:a16="http://schemas.microsoft.com/office/drawing/2014/main" val="3306422341"/>
                    </a:ext>
                  </a:extLst>
                </a:gridCol>
                <a:gridCol w="1295525">
                  <a:extLst>
                    <a:ext uri="{9D8B030D-6E8A-4147-A177-3AD203B41FA5}">
                      <a16:colId xmlns:a16="http://schemas.microsoft.com/office/drawing/2014/main" val="2238563794"/>
                    </a:ext>
                  </a:extLst>
                </a:gridCol>
                <a:gridCol w="1411491">
                  <a:extLst>
                    <a:ext uri="{9D8B030D-6E8A-4147-A177-3AD203B41FA5}">
                      <a16:colId xmlns:a16="http://schemas.microsoft.com/office/drawing/2014/main" val="1864060625"/>
                    </a:ext>
                  </a:extLst>
                </a:gridCol>
                <a:gridCol w="1470583">
                  <a:extLst>
                    <a:ext uri="{9D8B030D-6E8A-4147-A177-3AD203B41FA5}">
                      <a16:colId xmlns:a16="http://schemas.microsoft.com/office/drawing/2014/main" val="342912385"/>
                    </a:ext>
                  </a:extLst>
                </a:gridCol>
              </a:tblGrid>
              <a:tr h="370840">
                <a:tc>
                  <a:txBody>
                    <a:bodyPr/>
                    <a:lstStyle/>
                    <a:p>
                      <a:pPr algn="ctr"/>
                      <a:r>
                        <a:rPr lang="en-US" sz="1600" b="1" dirty="0"/>
                        <a:t>Process</a:t>
                      </a:r>
                      <a:endParaRPr lang="en-MY" sz="1600" b="1" dirty="0"/>
                    </a:p>
                  </a:txBody>
                  <a:tcPr/>
                </a:tc>
                <a:tc>
                  <a:txBody>
                    <a:bodyPr/>
                    <a:lstStyle/>
                    <a:p>
                      <a:pPr algn="ctr"/>
                      <a:r>
                        <a:rPr lang="en-US" sz="1600" b="1" dirty="0"/>
                        <a:t>Arrival Time (t)</a:t>
                      </a:r>
                      <a:endParaRPr lang="en-MY" sz="1600" b="1" dirty="0"/>
                    </a:p>
                  </a:txBody>
                  <a:tcPr/>
                </a:tc>
                <a:tc>
                  <a:txBody>
                    <a:bodyPr/>
                    <a:lstStyle/>
                    <a:p>
                      <a:pPr algn="ctr"/>
                      <a:r>
                        <a:rPr lang="en-US" sz="1600" b="1" dirty="0"/>
                        <a:t>CPU Burst</a:t>
                      </a:r>
                      <a:endParaRPr lang="en-MY" sz="1600" b="1" dirty="0"/>
                    </a:p>
                  </a:txBody>
                  <a:tcPr/>
                </a:tc>
                <a:tc>
                  <a:txBody>
                    <a:bodyPr/>
                    <a:lstStyle/>
                    <a:p>
                      <a:pPr algn="ctr"/>
                      <a:r>
                        <a:rPr lang="en-US" sz="1600" b="1" dirty="0"/>
                        <a:t>Turnaround</a:t>
                      </a:r>
                      <a:endParaRPr lang="en-MY" sz="1600" b="1" dirty="0"/>
                    </a:p>
                  </a:txBody>
                  <a:tcPr/>
                </a:tc>
                <a:tc>
                  <a:txBody>
                    <a:bodyPr/>
                    <a:lstStyle/>
                    <a:p>
                      <a:pPr algn="ctr"/>
                      <a:r>
                        <a:rPr lang="en-US" sz="1600" b="1" dirty="0"/>
                        <a:t>Waiting</a:t>
                      </a:r>
                      <a:endParaRPr lang="en-MY" sz="1600" b="1" dirty="0"/>
                    </a:p>
                  </a:txBody>
                  <a:tcPr/>
                </a:tc>
                <a:extLst>
                  <a:ext uri="{0D108BD9-81ED-4DB2-BD59-A6C34878D82A}">
                    <a16:rowId xmlns:a16="http://schemas.microsoft.com/office/drawing/2014/main" val="2803040622"/>
                  </a:ext>
                </a:extLst>
              </a:tr>
              <a:tr h="370840">
                <a:tc>
                  <a:txBody>
                    <a:bodyPr/>
                    <a:lstStyle/>
                    <a:p>
                      <a:pPr algn="ctr"/>
                      <a:r>
                        <a:rPr lang="en-US" dirty="0"/>
                        <a:t>P1</a:t>
                      </a:r>
                      <a:endParaRPr lang="en-MY" dirty="0"/>
                    </a:p>
                  </a:txBody>
                  <a:tcPr/>
                </a:tc>
                <a:tc>
                  <a:txBody>
                    <a:bodyPr/>
                    <a:lstStyle/>
                    <a:p>
                      <a:pPr algn="ctr"/>
                      <a:r>
                        <a:rPr lang="en-US" dirty="0"/>
                        <a:t>0</a:t>
                      </a:r>
                      <a:endParaRPr lang="en-MY" dirty="0"/>
                    </a:p>
                  </a:txBody>
                  <a:tcPr/>
                </a:tc>
                <a:tc>
                  <a:txBody>
                    <a:bodyPr/>
                    <a:lstStyle/>
                    <a:p>
                      <a:pPr algn="ctr"/>
                      <a:r>
                        <a:rPr lang="en-US" dirty="0"/>
                        <a:t>8</a:t>
                      </a:r>
                      <a:endParaRPr lang="en-MY" dirty="0"/>
                    </a:p>
                  </a:txBody>
                  <a:tcPr/>
                </a:tc>
                <a:tc>
                  <a:txBody>
                    <a:bodyPr/>
                    <a:lstStyle/>
                    <a:p>
                      <a:pPr algn="ctr"/>
                      <a:r>
                        <a:rPr lang="en-US" dirty="0"/>
                        <a:t>17 – 0</a:t>
                      </a:r>
                      <a:r>
                        <a:rPr lang="en-US" baseline="0" dirty="0"/>
                        <a:t> = 17</a:t>
                      </a:r>
                      <a:endParaRPr lang="en-MY" dirty="0"/>
                    </a:p>
                  </a:txBody>
                  <a:tcPr/>
                </a:tc>
                <a:tc>
                  <a:txBody>
                    <a:bodyPr/>
                    <a:lstStyle/>
                    <a:p>
                      <a:pPr algn="ctr"/>
                      <a:r>
                        <a:rPr lang="en-US" dirty="0"/>
                        <a:t>17 – 8 = 9</a:t>
                      </a:r>
                      <a:endParaRPr lang="en-MY" dirty="0"/>
                    </a:p>
                  </a:txBody>
                  <a:tcPr/>
                </a:tc>
                <a:extLst>
                  <a:ext uri="{0D108BD9-81ED-4DB2-BD59-A6C34878D82A}">
                    <a16:rowId xmlns:a16="http://schemas.microsoft.com/office/drawing/2014/main" val="3995905917"/>
                  </a:ext>
                </a:extLst>
              </a:tr>
              <a:tr h="370840">
                <a:tc>
                  <a:txBody>
                    <a:bodyPr/>
                    <a:lstStyle/>
                    <a:p>
                      <a:pPr algn="ctr"/>
                      <a:r>
                        <a:rPr lang="en-US" dirty="0"/>
                        <a:t>P2</a:t>
                      </a:r>
                      <a:endParaRPr lang="en-MY" dirty="0"/>
                    </a:p>
                  </a:txBody>
                  <a:tcPr/>
                </a:tc>
                <a:tc>
                  <a:txBody>
                    <a:bodyPr/>
                    <a:lstStyle/>
                    <a:p>
                      <a:pPr algn="ctr"/>
                      <a:r>
                        <a:rPr lang="en-US" dirty="0"/>
                        <a:t>1</a:t>
                      </a:r>
                      <a:endParaRPr lang="en-MY" dirty="0"/>
                    </a:p>
                  </a:txBody>
                  <a:tcPr/>
                </a:tc>
                <a:tc>
                  <a:txBody>
                    <a:bodyPr/>
                    <a:lstStyle/>
                    <a:p>
                      <a:pPr algn="ctr"/>
                      <a:r>
                        <a:rPr lang="en-US" dirty="0"/>
                        <a:t>4</a:t>
                      </a:r>
                      <a:endParaRPr lang="en-MY" dirty="0"/>
                    </a:p>
                  </a:txBody>
                  <a:tcPr/>
                </a:tc>
                <a:tc>
                  <a:txBody>
                    <a:bodyPr/>
                    <a:lstStyle/>
                    <a:p>
                      <a:pPr algn="ctr"/>
                      <a:r>
                        <a:rPr lang="en-US" dirty="0"/>
                        <a:t>5 – 1 = 4</a:t>
                      </a:r>
                      <a:endParaRPr lang="en-MY" dirty="0"/>
                    </a:p>
                  </a:txBody>
                  <a:tcPr/>
                </a:tc>
                <a:tc>
                  <a:txBody>
                    <a:bodyPr/>
                    <a:lstStyle/>
                    <a:p>
                      <a:pPr algn="ctr"/>
                      <a:r>
                        <a:rPr lang="en-US" dirty="0"/>
                        <a:t>4 – 4 = 0</a:t>
                      </a:r>
                      <a:endParaRPr lang="en-MY" dirty="0"/>
                    </a:p>
                  </a:txBody>
                  <a:tcPr/>
                </a:tc>
                <a:extLst>
                  <a:ext uri="{0D108BD9-81ED-4DB2-BD59-A6C34878D82A}">
                    <a16:rowId xmlns:a16="http://schemas.microsoft.com/office/drawing/2014/main" val="1952010424"/>
                  </a:ext>
                </a:extLst>
              </a:tr>
              <a:tr h="370840">
                <a:tc>
                  <a:txBody>
                    <a:bodyPr/>
                    <a:lstStyle/>
                    <a:p>
                      <a:pPr algn="ctr"/>
                      <a:r>
                        <a:rPr lang="en-US" dirty="0"/>
                        <a:t>P3</a:t>
                      </a:r>
                      <a:endParaRPr lang="en-MY" dirty="0"/>
                    </a:p>
                  </a:txBody>
                  <a:tcPr/>
                </a:tc>
                <a:tc>
                  <a:txBody>
                    <a:bodyPr/>
                    <a:lstStyle/>
                    <a:p>
                      <a:pPr algn="ctr"/>
                      <a:r>
                        <a:rPr lang="en-US" dirty="0"/>
                        <a:t>2</a:t>
                      </a:r>
                      <a:endParaRPr lang="en-MY" dirty="0"/>
                    </a:p>
                  </a:txBody>
                  <a:tcPr/>
                </a:tc>
                <a:tc>
                  <a:txBody>
                    <a:bodyPr/>
                    <a:lstStyle/>
                    <a:p>
                      <a:pPr algn="ctr"/>
                      <a:r>
                        <a:rPr lang="en-US" dirty="0"/>
                        <a:t>9</a:t>
                      </a:r>
                      <a:endParaRPr lang="en-MY" dirty="0"/>
                    </a:p>
                  </a:txBody>
                  <a:tcPr/>
                </a:tc>
                <a:tc>
                  <a:txBody>
                    <a:bodyPr/>
                    <a:lstStyle/>
                    <a:p>
                      <a:pPr algn="ctr"/>
                      <a:r>
                        <a:rPr lang="en-US" dirty="0"/>
                        <a:t>25 – 2 = 23</a:t>
                      </a:r>
                      <a:endParaRPr lang="en-MY" dirty="0"/>
                    </a:p>
                  </a:txBody>
                  <a:tcPr/>
                </a:tc>
                <a:tc>
                  <a:txBody>
                    <a:bodyPr/>
                    <a:lstStyle/>
                    <a:p>
                      <a:pPr algn="ctr"/>
                      <a:r>
                        <a:rPr lang="en-US" dirty="0"/>
                        <a:t>23 – 9 = 14</a:t>
                      </a:r>
                      <a:endParaRPr lang="en-MY" dirty="0"/>
                    </a:p>
                  </a:txBody>
                  <a:tcPr/>
                </a:tc>
                <a:extLst>
                  <a:ext uri="{0D108BD9-81ED-4DB2-BD59-A6C34878D82A}">
                    <a16:rowId xmlns:a16="http://schemas.microsoft.com/office/drawing/2014/main" val="1386644188"/>
                  </a:ext>
                </a:extLst>
              </a:tr>
              <a:tr h="370840">
                <a:tc>
                  <a:txBody>
                    <a:bodyPr/>
                    <a:lstStyle/>
                    <a:p>
                      <a:pPr algn="ctr"/>
                      <a:r>
                        <a:rPr lang="en-US" dirty="0"/>
                        <a:t>P4</a:t>
                      </a:r>
                      <a:endParaRPr lang="en-MY" dirty="0"/>
                    </a:p>
                  </a:txBody>
                  <a:tcPr/>
                </a:tc>
                <a:tc>
                  <a:txBody>
                    <a:bodyPr/>
                    <a:lstStyle/>
                    <a:p>
                      <a:pPr algn="ctr"/>
                      <a:r>
                        <a:rPr lang="en-US" dirty="0"/>
                        <a:t>3</a:t>
                      </a:r>
                      <a:endParaRPr lang="en-MY" dirty="0"/>
                    </a:p>
                  </a:txBody>
                  <a:tcPr/>
                </a:tc>
                <a:tc>
                  <a:txBody>
                    <a:bodyPr/>
                    <a:lstStyle/>
                    <a:p>
                      <a:pPr algn="ctr"/>
                      <a:r>
                        <a:rPr lang="en-US" dirty="0"/>
                        <a:t>5</a:t>
                      </a:r>
                      <a:endParaRPr lang="en-MY" dirty="0"/>
                    </a:p>
                  </a:txBody>
                  <a:tcPr/>
                </a:tc>
                <a:tc>
                  <a:txBody>
                    <a:bodyPr/>
                    <a:lstStyle/>
                    <a:p>
                      <a:pPr algn="ctr"/>
                      <a:r>
                        <a:rPr lang="en-US" dirty="0"/>
                        <a:t>10 – 3 = 7</a:t>
                      </a:r>
                      <a:endParaRPr lang="en-MY" dirty="0"/>
                    </a:p>
                  </a:txBody>
                  <a:tcPr/>
                </a:tc>
                <a:tc>
                  <a:txBody>
                    <a:bodyPr/>
                    <a:lstStyle/>
                    <a:p>
                      <a:pPr algn="ctr"/>
                      <a:r>
                        <a:rPr lang="en-US" dirty="0"/>
                        <a:t>7 – 5 = 2</a:t>
                      </a:r>
                      <a:endParaRPr lang="en-MY" dirty="0"/>
                    </a:p>
                  </a:txBody>
                  <a:tcPr/>
                </a:tc>
                <a:extLst>
                  <a:ext uri="{0D108BD9-81ED-4DB2-BD59-A6C34878D82A}">
                    <a16:rowId xmlns:a16="http://schemas.microsoft.com/office/drawing/2014/main" val="2952409933"/>
                  </a:ext>
                </a:extLst>
              </a:tr>
            </a:tbl>
          </a:graphicData>
        </a:graphic>
      </p:graphicFrame>
      <p:grpSp>
        <p:nvGrpSpPr>
          <p:cNvPr id="6" name="Group 5"/>
          <p:cNvGrpSpPr/>
          <p:nvPr/>
        </p:nvGrpSpPr>
        <p:grpSpPr>
          <a:xfrm>
            <a:off x="646829" y="4995140"/>
            <a:ext cx="8079165" cy="776719"/>
            <a:chOff x="474285" y="4861476"/>
            <a:chExt cx="8079165" cy="776719"/>
          </a:xfrm>
        </p:grpSpPr>
        <p:sp>
          <p:nvSpPr>
            <p:cNvPr id="7" name="Google Shape;787;p38"/>
            <p:cNvSpPr/>
            <p:nvPr/>
          </p:nvSpPr>
          <p:spPr>
            <a:xfrm>
              <a:off x="3158839" y="4861476"/>
              <a:ext cx="2590800" cy="434424"/>
            </a:xfrm>
            <a:prstGeom prst="rect">
              <a:avLst/>
            </a:prstGeom>
            <a:solidFill>
              <a:schemeClr val="accent1"/>
            </a:solid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dirty="0">
                  <a:solidFill>
                    <a:srgbClr val="0070C0"/>
                  </a:solidFill>
                  <a:latin typeface="Arial"/>
                  <a:ea typeface="Arial"/>
                  <a:cs typeface="Arial"/>
                  <a:sym typeface="Arial"/>
                </a:rPr>
                <a:t>P1</a:t>
              </a:r>
              <a:endParaRPr dirty="0"/>
            </a:p>
          </p:txBody>
        </p:sp>
        <p:sp>
          <p:nvSpPr>
            <p:cNvPr id="8" name="Google Shape;788;p38"/>
            <p:cNvSpPr/>
            <p:nvPr/>
          </p:nvSpPr>
          <p:spPr>
            <a:xfrm>
              <a:off x="2093536" y="4861476"/>
              <a:ext cx="1066800" cy="434424"/>
            </a:xfrm>
            <a:prstGeom prst="rect">
              <a:avLst/>
            </a:prstGeom>
            <a:solidFill>
              <a:schemeClr val="accent1"/>
            </a:solid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dirty="0">
                  <a:solidFill>
                    <a:srgbClr val="0070C0"/>
                  </a:solidFill>
                  <a:latin typeface="Arial"/>
                  <a:ea typeface="Arial"/>
                  <a:cs typeface="Arial"/>
                  <a:sym typeface="Arial"/>
                </a:rPr>
                <a:t>P4</a:t>
              </a:r>
              <a:endParaRPr dirty="0"/>
            </a:p>
          </p:txBody>
        </p:sp>
        <p:sp>
          <p:nvSpPr>
            <p:cNvPr id="9" name="Google Shape;790;p38"/>
            <p:cNvSpPr/>
            <p:nvPr/>
          </p:nvSpPr>
          <p:spPr>
            <a:xfrm>
              <a:off x="5751136" y="4861476"/>
              <a:ext cx="2590800" cy="434424"/>
            </a:xfrm>
            <a:prstGeom prst="rect">
              <a:avLst/>
            </a:prstGeom>
            <a:solidFill>
              <a:schemeClr val="accent1"/>
            </a:solid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dirty="0">
                  <a:solidFill>
                    <a:srgbClr val="0070C0"/>
                  </a:solidFill>
                  <a:latin typeface="Arial"/>
                  <a:ea typeface="Arial"/>
                  <a:cs typeface="Arial"/>
                  <a:sym typeface="Arial"/>
                </a:rPr>
                <a:t>P3</a:t>
              </a:r>
              <a:endParaRPr dirty="0"/>
            </a:p>
          </p:txBody>
        </p:sp>
        <p:sp>
          <p:nvSpPr>
            <p:cNvPr id="10" name="Google Shape;791;p38"/>
            <p:cNvSpPr txBox="1"/>
            <p:nvPr/>
          </p:nvSpPr>
          <p:spPr>
            <a:xfrm>
              <a:off x="474285" y="5299681"/>
              <a:ext cx="8079165" cy="33851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ourier New"/>
                <a:buNone/>
              </a:pPr>
              <a:r>
                <a:rPr lang="en-US" sz="1600" b="0" i="0" u="none" strike="noStrike" cap="none" dirty="0">
                  <a:solidFill>
                    <a:srgbClr val="000000"/>
                  </a:solidFill>
                  <a:latin typeface="Courier New"/>
                  <a:ea typeface="Courier New"/>
                  <a:cs typeface="Courier New"/>
                  <a:sym typeface="Courier New"/>
                </a:rPr>
                <a:t>0     </a:t>
              </a:r>
              <a:r>
                <a:rPr lang="en-US" sz="1600" dirty="0">
                  <a:latin typeface="Courier New"/>
                  <a:ea typeface="Courier New"/>
                  <a:cs typeface="Courier New"/>
                  <a:sym typeface="Courier New"/>
                </a:rPr>
                <a:t>1     5    </a:t>
              </a:r>
              <a:r>
                <a:rPr lang="en-US" sz="1600" b="0" i="0" u="none" strike="noStrike" cap="none" dirty="0">
                  <a:solidFill>
                    <a:srgbClr val="000000"/>
                  </a:solidFill>
                  <a:latin typeface="Courier New"/>
                  <a:ea typeface="Courier New"/>
                  <a:cs typeface="Courier New"/>
                  <a:sym typeface="Courier New"/>
                </a:rPr>
                <a:t>   10		           17                   25</a:t>
              </a:r>
              <a:endParaRPr dirty="0"/>
            </a:p>
          </p:txBody>
        </p:sp>
        <p:sp>
          <p:nvSpPr>
            <p:cNvPr id="11" name="Google Shape;789;p38"/>
            <p:cNvSpPr/>
            <p:nvPr/>
          </p:nvSpPr>
          <p:spPr>
            <a:xfrm>
              <a:off x="1331536" y="4861476"/>
              <a:ext cx="762000" cy="434424"/>
            </a:xfrm>
            <a:prstGeom prst="rect">
              <a:avLst/>
            </a:prstGeom>
            <a:solidFill>
              <a:schemeClr val="accent1"/>
            </a:solid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dirty="0">
                  <a:solidFill>
                    <a:srgbClr val="0070C0"/>
                  </a:solidFill>
                  <a:latin typeface="Arial"/>
                  <a:ea typeface="Arial"/>
                  <a:cs typeface="Arial"/>
                  <a:sym typeface="Arial"/>
                </a:rPr>
                <a:t>P2</a:t>
              </a:r>
              <a:endParaRPr dirty="0"/>
            </a:p>
          </p:txBody>
        </p:sp>
        <p:sp>
          <p:nvSpPr>
            <p:cNvPr id="12" name="Google Shape;789;p38"/>
            <p:cNvSpPr/>
            <p:nvPr/>
          </p:nvSpPr>
          <p:spPr>
            <a:xfrm>
              <a:off x="557324" y="4861476"/>
              <a:ext cx="762000" cy="434424"/>
            </a:xfrm>
            <a:prstGeom prst="rect">
              <a:avLst/>
            </a:prstGeom>
            <a:solidFill>
              <a:schemeClr val="accent1"/>
            </a:solid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dirty="0">
                  <a:solidFill>
                    <a:srgbClr val="0070C0"/>
                  </a:solidFill>
                  <a:latin typeface="Arial"/>
                  <a:ea typeface="Arial"/>
                  <a:cs typeface="Arial"/>
                  <a:sym typeface="Arial"/>
                </a:rPr>
                <a:t>P1</a:t>
              </a:r>
              <a:endParaRPr dirty="0"/>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4">
            <a:extLst>
              <a:ext uri="{FF2B5EF4-FFF2-40B4-BE49-F238E27FC236}">
                <a16:creationId xmlns:a16="http://schemas.microsoft.com/office/drawing/2014/main" id="{393A3F55-DDEC-4B3B-B232-E42F38929B73}"/>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7D3739D-D209-4EF9-94DB-80B1C4D5BC24}"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aphicFrame>
        <p:nvGraphicFramePr>
          <p:cNvPr id="30" name="Table 29">
            <a:extLst>
              <a:ext uri="{FF2B5EF4-FFF2-40B4-BE49-F238E27FC236}">
                <a16:creationId xmlns:a16="http://schemas.microsoft.com/office/drawing/2014/main" id="{5F017995-6FC2-4731-81F0-AB442F01A9FD}"/>
              </a:ext>
            </a:extLst>
          </p:cNvPr>
          <p:cNvGraphicFramePr>
            <a:graphicFrameLocks noGrp="1"/>
          </p:cNvGraphicFramePr>
          <p:nvPr>
            <p:extLst>
              <p:ext uri="{D42A27DB-BD31-4B8C-83A1-F6EECF244321}">
                <p14:modId xmlns:p14="http://schemas.microsoft.com/office/powerpoint/2010/main" val="2830748071"/>
              </p:ext>
            </p:extLst>
          </p:nvPr>
        </p:nvGraphicFramePr>
        <p:xfrm>
          <a:off x="2286000" y="1905000"/>
          <a:ext cx="4624388" cy="1854200"/>
        </p:xfrm>
        <a:graphic>
          <a:graphicData uri="http://schemas.openxmlformats.org/drawingml/2006/table">
            <a:tbl>
              <a:tblPr firstRow="1" bandRow="1">
                <a:tableStyleId>{74C1A8A3-306A-4EB7-A6B1-4F7E0EB9C5D6}</a:tableStyleId>
              </a:tblPr>
              <a:tblGrid>
                <a:gridCol w="1600143">
                  <a:extLst>
                    <a:ext uri="{9D8B030D-6E8A-4147-A177-3AD203B41FA5}">
                      <a16:colId xmlns:a16="http://schemas.microsoft.com/office/drawing/2014/main" val="20000"/>
                    </a:ext>
                  </a:extLst>
                </a:gridCol>
                <a:gridCol w="1447749">
                  <a:extLst>
                    <a:ext uri="{9D8B030D-6E8A-4147-A177-3AD203B41FA5}">
                      <a16:colId xmlns:a16="http://schemas.microsoft.com/office/drawing/2014/main" val="20001"/>
                    </a:ext>
                  </a:extLst>
                </a:gridCol>
                <a:gridCol w="1576496">
                  <a:extLst>
                    <a:ext uri="{9D8B030D-6E8A-4147-A177-3AD203B41FA5}">
                      <a16:colId xmlns:a16="http://schemas.microsoft.com/office/drawing/2014/main" val="20002"/>
                    </a:ext>
                  </a:extLst>
                </a:gridCol>
              </a:tblGrid>
              <a:tr h="370840">
                <a:tc>
                  <a:txBody>
                    <a:bodyPr/>
                    <a:lstStyle/>
                    <a:p>
                      <a:pPr algn="ctr"/>
                      <a:r>
                        <a:rPr lang="en-US" dirty="0">
                          <a:solidFill>
                            <a:schemeClr val="tx1"/>
                          </a:solidFill>
                        </a:rPr>
                        <a:t>Process</a:t>
                      </a:r>
                    </a:p>
                  </a:txBody>
                  <a:tcPr marL="91437" marR="91437"/>
                </a:tc>
                <a:tc>
                  <a:txBody>
                    <a:bodyPr/>
                    <a:lstStyle/>
                    <a:p>
                      <a:pPr algn="ctr"/>
                      <a:r>
                        <a:rPr lang="en-US" dirty="0">
                          <a:solidFill>
                            <a:schemeClr val="tx1"/>
                          </a:solidFill>
                        </a:rPr>
                        <a:t>Burst Time</a:t>
                      </a:r>
                    </a:p>
                  </a:txBody>
                  <a:tcPr marL="91437" marR="91437"/>
                </a:tc>
                <a:tc>
                  <a:txBody>
                    <a:bodyPr/>
                    <a:lstStyle/>
                    <a:p>
                      <a:pPr algn="ctr"/>
                      <a:r>
                        <a:rPr lang="en-US" dirty="0">
                          <a:solidFill>
                            <a:schemeClr val="tx1"/>
                          </a:solidFill>
                        </a:rPr>
                        <a:t>Arrival Time</a:t>
                      </a:r>
                    </a:p>
                  </a:txBody>
                  <a:tcPr marL="91437" marR="91437"/>
                </a:tc>
                <a:extLst>
                  <a:ext uri="{0D108BD9-81ED-4DB2-BD59-A6C34878D82A}">
                    <a16:rowId xmlns:a16="http://schemas.microsoft.com/office/drawing/2014/main" val="10000"/>
                  </a:ext>
                </a:extLst>
              </a:tr>
              <a:tr h="370840">
                <a:tc>
                  <a:txBody>
                    <a:bodyPr/>
                    <a:lstStyle/>
                    <a:p>
                      <a:pPr algn="ctr"/>
                      <a:r>
                        <a:rPr lang="en-US" dirty="0"/>
                        <a:t>Job A</a:t>
                      </a:r>
                    </a:p>
                  </a:txBody>
                  <a:tcPr marL="91437" marR="91437"/>
                </a:tc>
                <a:tc>
                  <a:txBody>
                    <a:bodyPr/>
                    <a:lstStyle/>
                    <a:p>
                      <a:pPr algn="ctr"/>
                      <a:r>
                        <a:rPr lang="en-US" dirty="0"/>
                        <a:t>6</a:t>
                      </a:r>
                    </a:p>
                  </a:txBody>
                  <a:tcPr marL="91437" marR="91437"/>
                </a:tc>
                <a:tc>
                  <a:txBody>
                    <a:bodyPr/>
                    <a:lstStyle/>
                    <a:p>
                      <a:pPr algn="ctr"/>
                      <a:r>
                        <a:rPr lang="en-US" i="1" dirty="0"/>
                        <a:t>t</a:t>
                      </a:r>
                      <a:r>
                        <a:rPr lang="en-US" i="1" baseline="-25000" dirty="0"/>
                        <a:t>0</a:t>
                      </a:r>
                      <a:r>
                        <a:rPr lang="en-US" i="1" dirty="0"/>
                        <a:t> </a:t>
                      </a:r>
                      <a:r>
                        <a:rPr lang="en-US" dirty="0"/>
                        <a:t>= 0.0</a:t>
                      </a:r>
                    </a:p>
                  </a:txBody>
                  <a:tcPr marL="91437" marR="91437"/>
                </a:tc>
                <a:extLst>
                  <a:ext uri="{0D108BD9-81ED-4DB2-BD59-A6C34878D82A}">
                    <a16:rowId xmlns:a16="http://schemas.microsoft.com/office/drawing/2014/main" val="10001"/>
                  </a:ext>
                </a:extLst>
              </a:tr>
              <a:tr h="370840">
                <a:tc>
                  <a:txBody>
                    <a:bodyPr/>
                    <a:lstStyle/>
                    <a:p>
                      <a:pPr algn="ctr"/>
                      <a:r>
                        <a:rPr lang="en-US" dirty="0"/>
                        <a:t>Job B</a:t>
                      </a:r>
                    </a:p>
                  </a:txBody>
                  <a:tcPr marL="91437" marR="91437"/>
                </a:tc>
                <a:tc>
                  <a:txBody>
                    <a:bodyPr/>
                    <a:lstStyle/>
                    <a:p>
                      <a:pPr algn="ctr"/>
                      <a:r>
                        <a:rPr lang="en-US" dirty="0"/>
                        <a:t>3</a:t>
                      </a:r>
                    </a:p>
                  </a:txBody>
                  <a:tcPr marL="91437" marR="91437"/>
                </a:tc>
                <a:tc>
                  <a:txBody>
                    <a:bodyPr/>
                    <a:lstStyle/>
                    <a:p>
                      <a:pPr algn="ctr"/>
                      <a:r>
                        <a:rPr lang="en-US" i="1" dirty="0"/>
                        <a:t>t</a:t>
                      </a:r>
                      <a:r>
                        <a:rPr lang="en-US" i="1" baseline="-25000" dirty="0"/>
                        <a:t>1</a:t>
                      </a:r>
                      <a:r>
                        <a:rPr lang="en-US" i="1" dirty="0"/>
                        <a:t> </a:t>
                      </a:r>
                      <a:r>
                        <a:rPr lang="en-US" dirty="0"/>
                        <a:t>= 1.0</a:t>
                      </a:r>
                    </a:p>
                  </a:txBody>
                  <a:tcPr marL="91437" marR="91437"/>
                </a:tc>
                <a:extLst>
                  <a:ext uri="{0D108BD9-81ED-4DB2-BD59-A6C34878D82A}">
                    <a16:rowId xmlns:a16="http://schemas.microsoft.com/office/drawing/2014/main" val="10002"/>
                  </a:ext>
                </a:extLst>
              </a:tr>
              <a:tr h="370840">
                <a:tc>
                  <a:txBody>
                    <a:bodyPr/>
                    <a:lstStyle/>
                    <a:p>
                      <a:pPr algn="ctr"/>
                      <a:r>
                        <a:rPr lang="en-US" dirty="0"/>
                        <a:t>Job C</a:t>
                      </a:r>
                    </a:p>
                  </a:txBody>
                  <a:tcPr marL="91437" marR="91437"/>
                </a:tc>
                <a:tc>
                  <a:txBody>
                    <a:bodyPr/>
                    <a:lstStyle/>
                    <a:p>
                      <a:pPr algn="ctr"/>
                      <a:r>
                        <a:rPr lang="en-US" dirty="0"/>
                        <a:t>1</a:t>
                      </a:r>
                    </a:p>
                  </a:txBody>
                  <a:tcPr marL="91437" marR="91437"/>
                </a:tc>
                <a:tc>
                  <a:txBody>
                    <a:bodyPr/>
                    <a:lstStyle/>
                    <a:p>
                      <a:pPr algn="ctr"/>
                      <a:r>
                        <a:rPr lang="en-US" i="1" dirty="0"/>
                        <a:t>t</a:t>
                      </a:r>
                      <a:r>
                        <a:rPr lang="en-US" i="1" baseline="-25000" dirty="0"/>
                        <a:t>2</a:t>
                      </a:r>
                      <a:r>
                        <a:rPr lang="en-US" i="1" dirty="0"/>
                        <a:t> </a:t>
                      </a:r>
                      <a:r>
                        <a:rPr lang="en-US" dirty="0"/>
                        <a:t>= 2.0</a:t>
                      </a:r>
                    </a:p>
                  </a:txBody>
                  <a:tcPr marL="91437" marR="91437"/>
                </a:tc>
                <a:extLst>
                  <a:ext uri="{0D108BD9-81ED-4DB2-BD59-A6C34878D82A}">
                    <a16:rowId xmlns:a16="http://schemas.microsoft.com/office/drawing/2014/main" val="10003"/>
                  </a:ext>
                </a:extLst>
              </a:tr>
              <a:tr h="370840">
                <a:tc>
                  <a:txBody>
                    <a:bodyPr/>
                    <a:lstStyle/>
                    <a:p>
                      <a:pPr algn="ctr"/>
                      <a:r>
                        <a:rPr lang="en-US" dirty="0"/>
                        <a:t>Job D</a:t>
                      </a:r>
                    </a:p>
                  </a:txBody>
                  <a:tcPr marL="91437" marR="91437"/>
                </a:tc>
                <a:tc>
                  <a:txBody>
                    <a:bodyPr/>
                    <a:lstStyle/>
                    <a:p>
                      <a:pPr algn="ctr"/>
                      <a:r>
                        <a:rPr lang="en-US" dirty="0"/>
                        <a:t>4</a:t>
                      </a:r>
                    </a:p>
                  </a:txBody>
                  <a:tcPr marL="91437" marR="91437"/>
                </a:tc>
                <a:tc>
                  <a:txBody>
                    <a:bodyPr/>
                    <a:lstStyle/>
                    <a:p>
                      <a:pPr algn="ctr"/>
                      <a:r>
                        <a:rPr lang="en-US" i="1" dirty="0"/>
                        <a:t>t</a:t>
                      </a:r>
                      <a:r>
                        <a:rPr lang="en-US" i="1" baseline="-25000" dirty="0"/>
                        <a:t>3</a:t>
                      </a:r>
                      <a:r>
                        <a:rPr lang="en-US" i="1" dirty="0"/>
                        <a:t> </a:t>
                      </a:r>
                      <a:r>
                        <a:rPr lang="en-US" dirty="0"/>
                        <a:t>= 3.0</a:t>
                      </a:r>
                    </a:p>
                  </a:txBody>
                  <a:tcPr marL="91437" marR="91437"/>
                </a:tc>
                <a:extLst>
                  <a:ext uri="{0D108BD9-81ED-4DB2-BD59-A6C34878D82A}">
                    <a16:rowId xmlns:a16="http://schemas.microsoft.com/office/drawing/2014/main" val="10004"/>
                  </a:ext>
                </a:extLst>
              </a:tr>
            </a:tbl>
          </a:graphicData>
        </a:graphic>
      </p:graphicFrame>
      <p:sp>
        <p:nvSpPr>
          <p:cNvPr id="14" name="Rectangle 9">
            <a:extLst>
              <a:ext uri="{FF2B5EF4-FFF2-40B4-BE49-F238E27FC236}">
                <a16:creationId xmlns:a16="http://schemas.microsoft.com/office/drawing/2014/main" id="{13C5A687-82E9-417E-84E1-BEF0260CF8E5}"/>
              </a:ext>
            </a:extLst>
          </p:cNvPr>
          <p:cNvSpPr txBox="1">
            <a:spLocks noChangeArrowheads="1"/>
          </p:cNvSpPr>
          <p:nvPr/>
        </p:nvSpPr>
        <p:spPr>
          <a:xfrm>
            <a:off x="990600" y="838200"/>
            <a:ext cx="7543800" cy="533400"/>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600" b="1"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SRT : Example </a:t>
            </a:r>
            <a:r>
              <a:rPr lang="en-US" sz="2600" b="1" kern="0" dirty="0">
                <a:solidFill>
                  <a:srgbClr val="222222"/>
                </a:solidFill>
                <a:latin typeface="Arial"/>
              </a:rPr>
              <a:t>4</a:t>
            </a:r>
            <a:endParaRPr kumimoji="0" lang="en-US" sz="2600" b="1"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6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6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6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6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6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16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6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p:txBody>
      </p:sp>
      <p:grpSp>
        <p:nvGrpSpPr>
          <p:cNvPr id="48151" name="Group 16">
            <a:extLst>
              <a:ext uri="{FF2B5EF4-FFF2-40B4-BE49-F238E27FC236}">
                <a16:creationId xmlns:a16="http://schemas.microsoft.com/office/drawing/2014/main" id="{6C933AC5-165B-455F-8F4A-F127DDCE4C2B}"/>
              </a:ext>
            </a:extLst>
          </p:cNvPr>
          <p:cNvGrpSpPr>
            <a:grpSpLocks/>
          </p:cNvGrpSpPr>
          <p:nvPr/>
        </p:nvGrpSpPr>
        <p:grpSpPr bwMode="auto">
          <a:xfrm>
            <a:off x="838200" y="4495800"/>
            <a:ext cx="7467600" cy="1023938"/>
            <a:chOff x="838200" y="4538246"/>
            <a:chExt cx="7467600" cy="1024354"/>
          </a:xfrm>
        </p:grpSpPr>
        <p:sp>
          <p:nvSpPr>
            <p:cNvPr id="48153" name="TextBox 6">
              <a:extLst>
                <a:ext uri="{FF2B5EF4-FFF2-40B4-BE49-F238E27FC236}">
                  <a16:creationId xmlns:a16="http://schemas.microsoft.com/office/drawing/2014/main" id="{87AECF2E-5A7D-478E-ADBD-321E77AC4793}"/>
                </a:ext>
              </a:extLst>
            </p:cNvPr>
            <p:cNvSpPr txBox="1">
              <a:spLocks noChangeArrowheads="1"/>
            </p:cNvSpPr>
            <p:nvPr/>
          </p:nvSpPr>
          <p:spPr bwMode="auto">
            <a:xfrm>
              <a:off x="838200" y="5224046"/>
              <a:ext cx="7467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1600" b="0" i="0" u="none" strike="noStrike" kern="1200" cap="none" spc="0" normalizeH="0" baseline="0" noProof="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0     1     2     3	    5               9             14</a:t>
              </a:r>
            </a:p>
          </p:txBody>
        </p:sp>
        <p:sp>
          <p:nvSpPr>
            <p:cNvPr id="10" name="Rectangle 9">
              <a:extLst>
                <a:ext uri="{FF2B5EF4-FFF2-40B4-BE49-F238E27FC236}">
                  <a16:creationId xmlns:a16="http://schemas.microsoft.com/office/drawing/2014/main" id="{A0F9E1FC-B47B-4095-9424-831F5DFEBBFB}"/>
                </a:ext>
              </a:extLst>
            </p:cNvPr>
            <p:cNvSpPr/>
            <p:nvPr/>
          </p:nvSpPr>
          <p:spPr bwMode="auto">
            <a:xfrm>
              <a:off x="4267200" y="4538246"/>
              <a:ext cx="1905000" cy="686079"/>
            </a:xfrm>
            <a:prstGeom prst="rect">
              <a:avLst/>
            </a:prstGeom>
            <a:solidFill>
              <a:srgbClr val="92D050"/>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a:ea typeface="MS PGothic" panose="020B0600070205080204" pitchFamily="34" charset="-128"/>
                  <a:cs typeface="Courier New" pitchFamily="49" charset="0"/>
                </a:rPr>
                <a:t>D</a:t>
              </a:r>
            </a:p>
          </p:txBody>
        </p:sp>
        <p:sp>
          <p:nvSpPr>
            <p:cNvPr id="11" name="Rectangle 10">
              <a:extLst>
                <a:ext uri="{FF2B5EF4-FFF2-40B4-BE49-F238E27FC236}">
                  <a16:creationId xmlns:a16="http://schemas.microsoft.com/office/drawing/2014/main" id="{C14ECD8F-2500-4939-AA4D-F0E96F7488F9}"/>
                </a:ext>
              </a:extLst>
            </p:cNvPr>
            <p:cNvSpPr/>
            <p:nvPr/>
          </p:nvSpPr>
          <p:spPr bwMode="auto">
            <a:xfrm>
              <a:off x="3200400" y="4538246"/>
              <a:ext cx="1066800" cy="68607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B</a:t>
              </a:r>
            </a:p>
          </p:txBody>
        </p:sp>
        <p:sp>
          <p:nvSpPr>
            <p:cNvPr id="12" name="Rectangle 11">
              <a:extLst>
                <a:ext uri="{FF2B5EF4-FFF2-40B4-BE49-F238E27FC236}">
                  <a16:creationId xmlns:a16="http://schemas.microsoft.com/office/drawing/2014/main" id="{37602820-9E92-4CA5-AC08-F86E7CC22763}"/>
                </a:ext>
              </a:extLst>
            </p:cNvPr>
            <p:cNvSpPr/>
            <p:nvPr/>
          </p:nvSpPr>
          <p:spPr bwMode="auto">
            <a:xfrm>
              <a:off x="990600" y="4538246"/>
              <a:ext cx="762000" cy="686079"/>
            </a:xfrm>
            <a:prstGeom prst="rect">
              <a:avLst/>
            </a:prstGeom>
            <a:solidFill>
              <a:srgbClr val="FFFF99"/>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A</a:t>
              </a:r>
            </a:p>
          </p:txBody>
        </p:sp>
        <p:sp>
          <p:nvSpPr>
            <p:cNvPr id="13" name="Rectangle 12">
              <a:extLst>
                <a:ext uri="{FF2B5EF4-FFF2-40B4-BE49-F238E27FC236}">
                  <a16:creationId xmlns:a16="http://schemas.microsoft.com/office/drawing/2014/main" id="{831895E5-FF7C-4216-80EC-2A2EDC65CD4D}"/>
                </a:ext>
              </a:extLst>
            </p:cNvPr>
            <p:cNvSpPr/>
            <p:nvPr/>
          </p:nvSpPr>
          <p:spPr bwMode="auto">
            <a:xfrm>
              <a:off x="6172200" y="4538246"/>
              <a:ext cx="1752600" cy="686079"/>
            </a:xfrm>
            <a:prstGeom prst="rect">
              <a:avLst/>
            </a:prstGeom>
            <a:solidFill>
              <a:srgbClr val="FFFF99"/>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   A</a:t>
              </a:r>
            </a:p>
          </p:txBody>
        </p:sp>
        <p:sp>
          <p:nvSpPr>
            <p:cNvPr id="15" name="Rectangle 14">
              <a:extLst>
                <a:ext uri="{FF2B5EF4-FFF2-40B4-BE49-F238E27FC236}">
                  <a16:creationId xmlns:a16="http://schemas.microsoft.com/office/drawing/2014/main" id="{C15A1CC3-2560-4831-8FDF-F037C97F5FD8}"/>
                </a:ext>
              </a:extLst>
            </p:cNvPr>
            <p:cNvSpPr/>
            <p:nvPr/>
          </p:nvSpPr>
          <p:spPr bwMode="auto">
            <a:xfrm>
              <a:off x="1752600" y="4538246"/>
              <a:ext cx="762000" cy="68607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B</a:t>
              </a:r>
            </a:p>
          </p:txBody>
        </p:sp>
        <p:sp>
          <p:nvSpPr>
            <p:cNvPr id="16" name="Rectangle 15">
              <a:extLst>
                <a:ext uri="{FF2B5EF4-FFF2-40B4-BE49-F238E27FC236}">
                  <a16:creationId xmlns:a16="http://schemas.microsoft.com/office/drawing/2014/main" id="{7020026A-6E42-47B8-A77C-D2DD4EEE4E01}"/>
                </a:ext>
              </a:extLst>
            </p:cNvPr>
            <p:cNvSpPr/>
            <p:nvPr/>
          </p:nvSpPr>
          <p:spPr bwMode="auto">
            <a:xfrm>
              <a:off x="2438400" y="4538246"/>
              <a:ext cx="762000" cy="686079"/>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C</a:t>
              </a:r>
            </a:p>
          </p:txBody>
        </p:sp>
      </p:grpSp>
      <p:pic>
        <p:nvPicPr>
          <p:cNvPr id="48152" name="Picture 2">
            <a:extLst>
              <a:ext uri="{FF2B5EF4-FFF2-40B4-BE49-F238E27FC236}">
                <a16:creationId xmlns:a16="http://schemas.microsoft.com/office/drawing/2014/main" id="{56428B68-563D-4EDC-8687-F61C25A5610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1712"/>
          <a:stretch/>
        </p:blipFill>
        <p:spPr bwMode="auto">
          <a:xfrm>
            <a:off x="838199" y="5631656"/>
            <a:ext cx="7467601"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64610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4">
            <a:extLst>
              <a:ext uri="{FF2B5EF4-FFF2-40B4-BE49-F238E27FC236}">
                <a16:creationId xmlns:a16="http://schemas.microsoft.com/office/drawing/2014/main" id="{6A385645-27FA-424F-AB9A-4D95F1BB622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5ADFFE6-F251-4896-933F-27C3F703A2EA}"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48</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49155" name="Group 5">
            <a:extLst>
              <a:ext uri="{FF2B5EF4-FFF2-40B4-BE49-F238E27FC236}">
                <a16:creationId xmlns:a16="http://schemas.microsoft.com/office/drawing/2014/main" id="{A3F36EA1-6AA0-47C0-AB83-0C86FB001A18}"/>
              </a:ext>
            </a:extLst>
          </p:cNvPr>
          <p:cNvGrpSpPr>
            <a:grpSpLocks/>
          </p:cNvGrpSpPr>
          <p:nvPr/>
        </p:nvGrpSpPr>
        <p:grpSpPr bwMode="auto">
          <a:xfrm>
            <a:off x="381000" y="5605463"/>
            <a:ext cx="7467600" cy="1023937"/>
            <a:chOff x="990600" y="1295400"/>
            <a:chExt cx="7467600" cy="1024354"/>
          </a:xfrm>
        </p:grpSpPr>
        <p:sp>
          <p:nvSpPr>
            <p:cNvPr id="49172" name="TextBox 6">
              <a:extLst>
                <a:ext uri="{FF2B5EF4-FFF2-40B4-BE49-F238E27FC236}">
                  <a16:creationId xmlns:a16="http://schemas.microsoft.com/office/drawing/2014/main" id="{6805CFC9-647A-46A1-BE0A-C67411DCB87E}"/>
                </a:ext>
              </a:extLst>
            </p:cNvPr>
            <p:cNvSpPr txBox="1">
              <a:spLocks noChangeArrowheads="1"/>
            </p:cNvSpPr>
            <p:nvPr/>
          </p:nvSpPr>
          <p:spPr bwMode="auto">
            <a:xfrm>
              <a:off x="990600" y="1981200"/>
              <a:ext cx="7467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1600" b="0" i="0" u="none" strike="noStrike" kern="1200" cap="none" spc="0" normalizeH="0" baseline="0" noProof="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0     1     2     3	    5               9             14</a:t>
              </a:r>
            </a:p>
          </p:txBody>
        </p:sp>
        <p:grpSp>
          <p:nvGrpSpPr>
            <p:cNvPr id="3" name="Group 24">
              <a:extLst>
                <a:ext uri="{FF2B5EF4-FFF2-40B4-BE49-F238E27FC236}">
                  <a16:creationId xmlns:a16="http://schemas.microsoft.com/office/drawing/2014/main" id="{26E67A2D-3686-4D51-8352-17BDE33C7FBD}"/>
                </a:ext>
              </a:extLst>
            </p:cNvPr>
            <p:cNvGrpSpPr/>
            <p:nvPr/>
          </p:nvGrpSpPr>
          <p:grpSpPr>
            <a:xfrm>
              <a:off x="1143000" y="1295400"/>
              <a:ext cx="6934200" cy="685800"/>
              <a:chOff x="1143000" y="1295400"/>
              <a:chExt cx="6934200" cy="685800"/>
            </a:xfrm>
            <a:effectLst>
              <a:outerShdw blurRad="50800" dist="38100" dir="2700000" algn="tl" rotWithShape="0">
                <a:prstClr val="black">
                  <a:alpha val="40000"/>
                </a:prstClr>
              </a:outerShdw>
            </a:effectLst>
          </p:grpSpPr>
          <p:sp>
            <p:nvSpPr>
              <p:cNvPr id="9" name="Rectangle 8">
                <a:extLst>
                  <a:ext uri="{FF2B5EF4-FFF2-40B4-BE49-F238E27FC236}">
                    <a16:creationId xmlns:a16="http://schemas.microsoft.com/office/drawing/2014/main" id="{008E3C69-7E31-43E9-BFD0-E9EFA4CEEF17}"/>
                  </a:ext>
                </a:extLst>
              </p:cNvPr>
              <p:cNvSpPr/>
              <p:nvPr/>
            </p:nvSpPr>
            <p:spPr bwMode="auto">
              <a:xfrm>
                <a:off x="4419600" y="1295400"/>
                <a:ext cx="1905000" cy="685800"/>
              </a:xfrm>
              <a:prstGeom prst="rect">
                <a:avLst/>
              </a:prstGeom>
              <a:solidFill>
                <a:srgbClr val="92D050"/>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a:ea typeface="MS PGothic" panose="020B0600070205080204" pitchFamily="34" charset="-128"/>
                    <a:cs typeface="Courier New" pitchFamily="49" charset="0"/>
                  </a:rPr>
                  <a:t>D</a:t>
                </a:r>
              </a:p>
            </p:txBody>
          </p:sp>
          <p:sp>
            <p:nvSpPr>
              <p:cNvPr id="10" name="Rectangle 9">
                <a:extLst>
                  <a:ext uri="{FF2B5EF4-FFF2-40B4-BE49-F238E27FC236}">
                    <a16:creationId xmlns:a16="http://schemas.microsoft.com/office/drawing/2014/main" id="{27D0BB56-0311-4F2C-AA7F-0787CBC8F700}"/>
                  </a:ext>
                </a:extLst>
              </p:cNvPr>
              <p:cNvSpPr/>
              <p:nvPr/>
            </p:nvSpPr>
            <p:spPr bwMode="auto">
              <a:xfrm>
                <a:off x="3352800" y="1295400"/>
                <a:ext cx="10668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B</a:t>
                </a:r>
              </a:p>
            </p:txBody>
          </p:sp>
          <p:sp>
            <p:nvSpPr>
              <p:cNvPr id="11" name="Rectangle 10">
                <a:extLst>
                  <a:ext uri="{FF2B5EF4-FFF2-40B4-BE49-F238E27FC236}">
                    <a16:creationId xmlns:a16="http://schemas.microsoft.com/office/drawing/2014/main" id="{62D39AD7-B42C-43B2-B1D5-D58C3DAC464B}"/>
                  </a:ext>
                </a:extLst>
              </p:cNvPr>
              <p:cNvSpPr/>
              <p:nvPr/>
            </p:nvSpPr>
            <p:spPr bwMode="auto">
              <a:xfrm>
                <a:off x="1143000" y="1295400"/>
                <a:ext cx="762000" cy="685800"/>
              </a:xfrm>
              <a:prstGeom prst="rect">
                <a:avLst/>
              </a:prstGeom>
              <a:solidFill>
                <a:srgbClr val="FFFF99"/>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A</a:t>
                </a:r>
              </a:p>
            </p:txBody>
          </p:sp>
          <p:sp>
            <p:nvSpPr>
              <p:cNvPr id="12" name="Rectangle 11">
                <a:extLst>
                  <a:ext uri="{FF2B5EF4-FFF2-40B4-BE49-F238E27FC236}">
                    <a16:creationId xmlns:a16="http://schemas.microsoft.com/office/drawing/2014/main" id="{341A5BA2-9AEB-4DA0-82B6-17B16968E1F3}"/>
                  </a:ext>
                </a:extLst>
              </p:cNvPr>
              <p:cNvSpPr/>
              <p:nvPr/>
            </p:nvSpPr>
            <p:spPr bwMode="auto">
              <a:xfrm>
                <a:off x="6324600" y="1295400"/>
                <a:ext cx="1752600" cy="685800"/>
              </a:xfrm>
              <a:prstGeom prst="rect">
                <a:avLst/>
              </a:prstGeom>
              <a:solidFill>
                <a:srgbClr val="FFFF99"/>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   A</a:t>
                </a:r>
              </a:p>
            </p:txBody>
          </p:sp>
          <p:sp>
            <p:nvSpPr>
              <p:cNvPr id="13" name="Rectangle 12">
                <a:extLst>
                  <a:ext uri="{FF2B5EF4-FFF2-40B4-BE49-F238E27FC236}">
                    <a16:creationId xmlns:a16="http://schemas.microsoft.com/office/drawing/2014/main" id="{E427E1DB-1AD0-4EB6-8251-75C077583258}"/>
                  </a:ext>
                </a:extLst>
              </p:cNvPr>
              <p:cNvSpPr/>
              <p:nvPr/>
            </p:nvSpPr>
            <p:spPr bwMode="auto">
              <a:xfrm>
                <a:off x="1905000" y="1295400"/>
                <a:ext cx="7620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B</a:t>
                </a:r>
              </a:p>
            </p:txBody>
          </p:sp>
          <p:sp>
            <p:nvSpPr>
              <p:cNvPr id="14" name="Rectangle 13">
                <a:extLst>
                  <a:ext uri="{FF2B5EF4-FFF2-40B4-BE49-F238E27FC236}">
                    <a16:creationId xmlns:a16="http://schemas.microsoft.com/office/drawing/2014/main" id="{8692AD46-81EF-4DD8-864E-B0717234A931}"/>
                  </a:ext>
                </a:extLst>
              </p:cNvPr>
              <p:cNvSpPr/>
              <p:nvPr/>
            </p:nvSpPr>
            <p:spPr bwMode="auto">
              <a:xfrm>
                <a:off x="2590800" y="1295400"/>
                <a:ext cx="762000" cy="685800"/>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C</a:t>
                </a:r>
              </a:p>
            </p:txBody>
          </p:sp>
        </p:grpSp>
      </p:grpSp>
      <p:grpSp>
        <p:nvGrpSpPr>
          <p:cNvPr id="4" name="Group 1">
            <a:extLst>
              <a:ext uri="{FF2B5EF4-FFF2-40B4-BE49-F238E27FC236}">
                <a16:creationId xmlns:a16="http://schemas.microsoft.com/office/drawing/2014/main" id="{CB3E97A8-E2DD-4A2C-83D0-F9D6CD7C0727}"/>
              </a:ext>
            </a:extLst>
          </p:cNvPr>
          <p:cNvGrpSpPr>
            <a:grpSpLocks/>
          </p:cNvGrpSpPr>
          <p:nvPr/>
        </p:nvGrpSpPr>
        <p:grpSpPr bwMode="auto">
          <a:xfrm>
            <a:off x="522288" y="2133600"/>
            <a:ext cx="7402512" cy="3354388"/>
            <a:chOff x="979488" y="1066800"/>
            <a:chExt cx="7402512" cy="3354388"/>
          </a:xfrm>
        </p:grpSpPr>
        <p:sp>
          <p:nvSpPr>
            <p:cNvPr id="17" name="TextBox 16">
              <a:extLst>
                <a:ext uri="{FF2B5EF4-FFF2-40B4-BE49-F238E27FC236}">
                  <a16:creationId xmlns:a16="http://schemas.microsoft.com/office/drawing/2014/main" id="{01BBCC3F-D718-4F2A-BAF9-21DEC48C8F83}"/>
                </a:ext>
              </a:extLst>
            </p:cNvPr>
            <p:cNvSpPr txBox="1"/>
            <p:nvPr/>
          </p:nvSpPr>
          <p:spPr bwMode="auto">
            <a:xfrm>
              <a:off x="979488" y="1066800"/>
              <a:ext cx="7402512" cy="338138"/>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panose="020B0604020202020204" pitchFamily="34" charset="0"/>
                </a:rPr>
                <a:t>Here Job A is </a:t>
              </a:r>
              <a:r>
                <a:rPr kumimoji="0" lang="en-US" sz="16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panose="020B0604020202020204" pitchFamily="34" charset="0"/>
                </a:rPr>
                <a:t>preempted</a:t>
              </a: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panose="020B0604020202020204" pitchFamily="34" charset="0"/>
                </a:rPr>
                <a:t> by Job B because Job B has less CPU time remaining.</a:t>
              </a:r>
            </a:p>
          </p:txBody>
        </p:sp>
        <p:cxnSp>
          <p:nvCxnSpPr>
            <p:cNvPr id="49171" name="Straight Arrow Connector 22">
              <a:extLst>
                <a:ext uri="{FF2B5EF4-FFF2-40B4-BE49-F238E27FC236}">
                  <a16:creationId xmlns:a16="http://schemas.microsoft.com/office/drawing/2014/main" id="{E8584478-13DC-44BC-9164-417F7A330B86}"/>
                </a:ext>
              </a:extLst>
            </p:cNvPr>
            <p:cNvCxnSpPr>
              <a:cxnSpLocks noChangeShapeType="1"/>
            </p:cNvCxnSpPr>
            <p:nvPr/>
          </p:nvCxnSpPr>
          <p:spPr bwMode="auto">
            <a:xfrm rot="5400000">
              <a:off x="267494" y="2934494"/>
              <a:ext cx="2971800" cy="1588"/>
            </a:xfrm>
            <a:prstGeom prst="straightConnector1">
              <a:avLst/>
            </a:prstGeom>
            <a:noFill/>
            <a:ln w="9525">
              <a:solidFill>
                <a:schemeClr val="tx1"/>
              </a:solidFill>
              <a:prstDash val="lgDash"/>
              <a:round/>
              <a:headEnd/>
              <a:tailEnd type="arrow" w="med" len="med"/>
            </a:ln>
            <a:extLst>
              <a:ext uri="{909E8E84-426E-40DD-AFC4-6F175D3DCCD1}">
                <a14:hiddenFill xmlns:a14="http://schemas.microsoft.com/office/drawing/2010/main">
                  <a:noFill/>
                </a14:hiddenFill>
              </a:ext>
            </a:extLst>
          </p:spPr>
        </p:cxnSp>
      </p:grpSp>
      <p:grpSp>
        <p:nvGrpSpPr>
          <p:cNvPr id="5" name="Group 3">
            <a:extLst>
              <a:ext uri="{FF2B5EF4-FFF2-40B4-BE49-F238E27FC236}">
                <a16:creationId xmlns:a16="http://schemas.microsoft.com/office/drawing/2014/main" id="{6352C0A1-01FF-406A-8089-1E01C9D479F1}"/>
              </a:ext>
            </a:extLst>
          </p:cNvPr>
          <p:cNvGrpSpPr>
            <a:grpSpLocks/>
          </p:cNvGrpSpPr>
          <p:nvPr/>
        </p:nvGrpSpPr>
        <p:grpSpPr bwMode="auto">
          <a:xfrm>
            <a:off x="1447800" y="2633663"/>
            <a:ext cx="6705600" cy="2854325"/>
            <a:chOff x="1905000" y="1566863"/>
            <a:chExt cx="6705600" cy="2854325"/>
          </a:xfrm>
        </p:grpSpPr>
        <p:sp>
          <p:nvSpPr>
            <p:cNvPr id="18" name="TextBox 17">
              <a:extLst>
                <a:ext uri="{FF2B5EF4-FFF2-40B4-BE49-F238E27FC236}">
                  <a16:creationId xmlns:a16="http://schemas.microsoft.com/office/drawing/2014/main" id="{013750A6-881C-4BA0-AA10-FD7CF95D9EBC}"/>
                </a:ext>
              </a:extLst>
            </p:cNvPr>
            <p:cNvSpPr txBox="1"/>
            <p:nvPr/>
          </p:nvSpPr>
          <p:spPr bwMode="auto">
            <a:xfrm>
              <a:off x="1905000" y="1566863"/>
              <a:ext cx="6705600" cy="584200"/>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panose="020B0604020202020204" pitchFamily="34" charset="0"/>
                </a:rPr>
                <a:t>Here Job B is </a:t>
              </a:r>
              <a:r>
                <a:rPr kumimoji="0" lang="en-US" sz="16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panose="020B0604020202020204" pitchFamily="34" charset="0"/>
                </a:rPr>
                <a:t>preempted</a:t>
              </a: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panose="020B0604020202020204" pitchFamily="34" charset="0"/>
                </a:rPr>
                <a:t> by Job C because Job C has less CPU time remaining.</a:t>
              </a:r>
            </a:p>
          </p:txBody>
        </p:sp>
        <p:cxnSp>
          <p:nvCxnSpPr>
            <p:cNvPr id="49169" name="Straight Arrow Connector 23">
              <a:extLst>
                <a:ext uri="{FF2B5EF4-FFF2-40B4-BE49-F238E27FC236}">
                  <a16:creationId xmlns:a16="http://schemas.microsoft.com/office/drawing/2014/main" id="{A2884189-2E62-44A2-957E-E32B39E68ADD}"/>
                </a:ext>
              </a:extLst>
            </p:cNvPr>
            <p:cNvCxnSpPr>
              <a:cxnSpLocks noChangeShapeType="1"/>
            </p:cNvCxnSpPr>
            <p:nvPr/>
          </p:nvCxnSpPr>
          <p:spPr bwMode="auto">
            <a:xfrm rot="5400000">
              <a:off x="1293813" y="3276600"/>
              <a:ext cx="2287588" cy="1587"/>
            </a:xfrm>
            <a:prstGeom prst="straightConnector1">
              <a:avLst/>
            </a:prstGeom>
            <a:noFill/>
            <a:ln w="9525">
              <a:solidFill>
                <a:schemeClr val="tx1"/>
              </a:solidFill>
              <a:prstDash val="lgDash"/>
              <a:round/>
              <a:headEnd/>
              <a:tailEnd type="arrow" w="med" len="med"/>
            </a:ln>
            <a:extLst>
              <a:ext uri="{909E8E84-426E-40DD-AFC4-6F175D3DCCD1}">
                <a14:hiddenFill xmlns:a14="http://schemas.microsoft.com/office/drawing/2010/main">
                  <a:noFill/>
                </a14:hiddenFill>
              </a:ext>
            </a:extLst>
          </p:spPr>
        </p:cxnSp>
      </p:grpSp>
      <p:grpSp>
        <p:nvGrpSpPr>
          <p:cNvPr id="6" name="Group 4">
            <a:extLst>
              <a:ext uri="{FF2B5EF4-FFF2-40B4-BE49-F238E27FC236}">
                <a16:creationId xmlns:a16="http://schemas.microsoft.com/office/drawing/2014/main" id="{6909B5EF-CD96-4E31-B6EC-C09D2285220A}"/>
              </a:ext>
            </a:extLst>
          </p:cNvPr>
          <p:cNvGrpSpPr>
            <a:grpSpLocks/>
          </p:cNvGrpSpPr>
          <p:nvPr/>
        </p:nvGrpSpPr>
        <p:grpSpPr bwMode="auto">
          <a:xfrm>
            <a:off x="2514600" y="3276600"/>
            <a:ext cx="4938713" cy="2211388"/>
            <a:chOff x="2971800" y="2209800"/>
            <a:chExt cx="4938713" cy="2211388"/>
          </a:xfrm>
        </p:grpSpPr>
        <p:sp>
          <p:nvSpPr>
            <p:cNvPr id="19" name="TextBox 18">
              <a:extLst>
                <a:ext uri="{FF2B5EF4-FFF2-40B4-BE49-F238E27FC236}">
                  <a16:creationId xmlns:a16="http://schemas.microsoft.com/office/drawing/2014/main" id="{129E3A3C-141D-4BDC-8D07-9224B58DD1DF}"/>
                </a:ext>
              </a:extLst>
            </p:cNvPr>
            <p:cNvSpPr txBox="1"/>
            <p:nvPr/>
          </p:nvSpPr>
          <p:spPr bwMode="auto">
            <a:xfrm>
              <a:off x="2971800" y="2209800"/>
              <a:ext cx="4938713" cy="338138"/>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panose="020B0604020202020204" pitchFamily="34" charset="0"/>
                </a:rPr>
                <a:t>Now Job B can </a:t>
              </a:r>
              <a:r>
                <a:rPr kumimoji="0" lang="en-US" sz="16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panose="020B0604020202020204" pitchFamily="34" charset="0"/>
                </a:rPr>
                <a:t>resume</a:t>
              </a: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panose="020B0604020202020204" pitchFamily="34" charset="0"/>
                </a:rPr>
                <a:t> because Job C has finished.</a:t>
              </a:r>
            </a:p>
          </p:txBody>
        </p:sp>
        <p:cxnSp>
          <p:nvCxnSpPr>
            <p:cNvPr id="49167" name="Straight Arrow Connector 26">
              <a:extLst>
                <a:ext uri="{FF2B5EF4-FFF2-40B4-BE49-F238E27FC236}">
                  <a16:creationId xmlns:a16="http://schemas.microsoft.com/office/drawing/2014/main" id="{4440E44B-6FCD-4811-8117-F7F058279604}"/>
                </a:ext>
              </a:extLst>
            </p:cNvPr>
            <p:cNvCxnSpPr>
              <a:cxnSpLocks noChangeShapeType="1"/>
            </p:cNvCxnSpPr>
            <p:nvPr/>
          </p:nvCxnSpPr>
          <p:spPr bwMode="auto">
            <a:xfrm rot="5400000">
              <a:off x="2284413" y="3505200"/>
              <a:ext cx="1830388" cy="1587"/>
            </a:xfrm>
            <a:prstGeom prst="straightConnector1">
              <a:avLst/>
            </a:prstGeom>
            <a:noFill/>
            <a:ln w="9525">
              <a:solidFill>
                <a:schemeClr val="tx1"/>
              </a:solidFill>
              <a:prstDash val="lgDash"/>
              <a:round/>
              <a:headEnd/>
              <a:tailEnd type="arrow" w="med" len="med"/>
            </a:ln>
            <a:extLst>
              <a:ext uri="{909E8E84-426E-40DD-AFC4-6F175D3DCCD1}">
                <a14:hiddenFill xmlns:a14="http://schemas.microsoft.com/office/drawing/2010/main">
                  <a:noFill/>
                </a14:hiddenFill>
              </a:ext>
            </a:extLst>
          </p:spPr>
        </p:cxnSp>
      </p:grpSp>
      <p:grpSp>
        <p:nvGrpSpPr>
          <p:cNvPr id="7" name="Group 5">
            <a:extLst>
              <a:ext uri="{FF2B5EF4-FFF2-40B4-BE49-F238E27FC236}">
                <a16:creationId xmlns:a16="http://schemas.microsoft.com/office/drawing/2014/main" id="{D95C5D6B-CA7F-47EB-AB7C-555FB8358D48}"/>
              </a:ext>
            </a:extLst>
          </p:cNvPr>
          <p:cNvGrpSpPr>
            <a:grpSpLocks/>
          </p:cNvGrpSpPr>
          <p:nvPr/>
        </p:nvGrpSpPr>
        <p:grpSpPr bwMode="auto">
          <a:xfrm>
            <a:off x="3048000" y="3759200"/>
            <a:ext cx="5029200" cy="1728788"/>
            <a:chOff x="3505200" y="2692400"/>
            <a:chExt cx="5029200" cy="1728788"/>
          </a:xfrm>
        </p:grpSpPr>
        <p:sp>
          <p:nvSpPr>
            <p:cNvPr id="20" name="TextBox 19">
              <a:extLst>
                <a:ext uri="{FF2B5EF4-FFF2-40B4-BE49-F238E27FC236}">
                  <a16:creationId xmlns:a16="http://schemas.microsoft.com/office/drawing/2014/main" id="{0073325F-3DBC-4023-8C6D-3CE9210516E7}"/>
                </a:ext>
              </a:extLst>
            </p:cNvPr>
            <p:cNvSpPr txBox="1"/>
            <p:nvPr/>
          </p:nvSpPr>
          <p:spPr bwMode="auto">
            <a:xfrm>
              <a:off x="3505200" y="2692400"/>
              <a:ext cx="5029200" cy="584200"/>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panose="020B0604020202020204" pitchFamily="34" charset="0"/>
                </a:rPr>
                <a:t>Job  D run next because it needs less CPU time to finish than does Job A.</a:t>
              </a:r>
            </a:p>
          </p:txBody>
        </p:sp>
        <p:cxnSp>
          <p:nvCxnSpPr>
            <p:cNvPr id="49165" name="Straight Arrow Connector 29">
              <a:extLst>
                <a:ext uri="{FF2B5EF4-FFF2-40B4-BE49-F238E27FC236}">
                  <a16:creationId xmlns:a16="http://schemas.microsoft.com/office/drawing/2014/main" id="{F7858C54-5555-4E34-BD3A-AEC11F8C1A4A}"/>
                </a:ext>
              </a:extLst>
            </p:cNvPr>
            <p:cNvCxnSpPr>
              <a:cxnSpLocks noChangeShapeType="1"/>
            </p:cNvCxnSpPr>
            <p:nvPr/>
          </p:nvCxnSpPr>
          <p:spPr bwMode="auto">
            <a:xfrm rot="5400000">
              <a:off x="3732213" y="3886200"/>
              <a:ext cx="1068388" cy="1587"/>
            </a:xfrm>
            <a:prstGeom prst="straightConnector1">
              <a:avLst/>
            </a:prstGeom>
            <a:noFill/>
            <a:ln w="9525">
              <a:solidFill>
                <a:schemeClr val="tx1"/>
              </a:solidFill>
              <a:prstDash val="lgDash"/>
              <a:round/>
              <a:headEnd/>
              <a:tailEnd type="arrow" w="med" len="med"/>
            </a:ln>
            <a:extLst>
              <a:ext uri="{909E8E84-426E-40DD-AFC4-6F175D3DCCD1}">
                <a14:hiddenFill xmlns:a14="http://schemas.microsoft.com/office/drawing/2010/main">
                  <a:noFill/>
                </a14:hiddenFill>
              </a:ext>
            </a:extLst>
          </p:spPr>
        </p:cxnSp>
      </p:grpSp>
      <p:grpSp>
        <p:nvGrpSpPr>
          <p:cNvPr id="8" name="Group 6">
            <a:extLst>
              <a:ext uri="{FF2B5EF4-FFF2-40B4-BE49-F238E27FC236}">
                <a16:creationId xmlns:a16="http://schemas.microsoft.com/office/drawing/2014/main" id="{5FFDDD32-4D3C-4233-BEE7-B3DC94E06F75}"/>
              </a:ext>
            </a:extLst>
          </p:cNvPr>
          <p:cNvGrpSpPr>
            <a:grpSpLocks/>
          </p:cNvGrpSpPr>
          <p:nvPr/>
        </p:nvGrpSpPr>
        <p:grpSpPr bwMode="auto">
          <a:xfrm>
            <a:off x="4267200" y="4538663"/>
            <a:ext cx="4198938" cy="949325"/>
            <a:chOff x="4724400" y="3471863"/>
            <a:chExt cx="4198938" cy="949325"/>
          </a:xfrm>
        </p:grpSpPr>
        <p:sp>
          <p:nvSpPr>
            <p:cNvPr id="21" name="TextBox 20">
              <a:extLst>
                <a:ext uri="{FF2B5EF4-FFF2-40B4-BE49-F238E27FC236}">
                  <a16:creationId xmlns:a16="http://schemas.microsoft.com/office/drawing/2014/main" id="{5E5B3A7B-9CB3-48C8-841C-329862358407}"/>
                </a:ext>
              </a:extLst>
            </p:cNvPr>
            <p:cNvSpPr txBox="1"/>
            <p:nvPr/>
          </p:nvSpPr>
          <p:spPr bwMode="auto">
            <a:xfrm>
              <a:off x="4724400" y="3471863"/>
              <a:ext cx="4198938" cy="338137"/>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panose="020B0604020202020204" pitchFamily="34" charset="0"/>
                </a:rPr>
                <a:t>Here Job A is finally allow to finish (</a:t>
              </a:r>
              <a:r>
                <a:rPr kumimoji="0" lang="en-US" sz="16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panose="020B0604020202020204" pitchFamily="34" charset="0"/>
                </a:rPr>
                <a:t>resume</a:t>
              </a:r>
              <a:r>
                <a:rPr kumimoji="0" lang="en-US" sz="16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panose="020B0604020202020204" pitchFamily="34" charset="0"/>
                </a:rPr>
                <a:t>).</a:t>
              </a:r>
            </a:p>
          </p:txBody>
        </p:sp>
        <p:cxnSp>
          <p:nvCxnSpPr>
            <p:cNvPr id="49163" name="Straight Arrow Connector 31">
              <a:extLst>
                <a:ext uri="{FF2B5EF4-FFF2-40B4-BE49-F238E27FC236}">
                  <a16:creationId xmlns:a16="http://schemas.microsoft.com/office/drawing/2014/main" id="{527238B1-C528-4587-B93E-BE34C0690509}"/>
                </a:ext>
              </a:extLst>
            </p:cNvPr>
            <p:cNvCxnSpPr>
              <a:cxnSpLocks noChangeShapeType="1"/>
            </p:cNvCxnSpPr>
            <p:nvPr/>
          </p:nvCxnSpPr>
          <p:spPr bwMode="auto">
            <a:xfrm rot="5400000">
              <a:off x="5867401" y="4114800"/>
              <a:ext cx="609600" cy="3175"/>
            </a:xfrm>
            <a:prstGeom prst="straightConnector1">
              <a:avLst/>
            </a:prstGeom>
            <a:noFill/>
            <a:ln w="9525">
              <a:solidFill>
                <a:schemeClr val="tx1"/>
              </a:solidFill>
              <a:prstDash val="lgDash"/>
              <a:round/>
              <a:headEnd/>
              <a:tailEnd type="arrow" w="med" len="med"/>
            </a:ln>
            <a:extLst>
              <a:ext uri="{909E8E84-426E-40DD-AFC4-6F175D3DCCD1}">
                <a14:hiddenFill xmlns:a14="http://schemas.microsoft.com/office/drawing/2010/main">
                  <a:noFill/>
                </a14:hiddenFill>
              </a:ext>
            </a:extLst>
          </p:spPr>
        </p:cxnSp>
      </p:grpSp>
      <p:pic>
        <p:nvPicPr>
          <p:cNvPr id="15" name="Picture 14">
            <a:extLst>
              <a:ext uri="{FF2B5EF4-FFF2-40B4-BE49-F238E27FC236}">
                <a16:creationId xmlns:a16="http://schemas.microsoft.com/office/drawing/2014/main" id="{8E8015FE-9A4B-4510-99F4-604AB06976A1}"/>
              </a:ext>
            </a:extLst>
          </p:cNvPr>
          <p:cNvPicPr>
            <a:picLocks noChangeAspect="1"/>
          </p:cNvPicPr>
          <p:nvPr/>
        </p:nvPicPr>
        <p:blipFill>
          <a:blip r:embed="rId2"/>
          <a:stretch>
            <a:fillRect/>
          </a:stretch>
        </p:blipFill>
        <p:spPr>
          <a:xfrm>
            <a:off x="6081713" y="715169"/>
            <a:ext cx="2743200" cy="1171575"/>
          </a:xfrm>
          <a:prstGeom prst="rect">
            <a:avLst/>
          </a:prstGeom>
        </p:spPr>
      </p:pic>
    </p:spTree>
    <p:extLst>
      <p:ext uri="{BB962C8B-B14F-4D97-AF65-F5344CB8AC3E}">
        <p14:creationId xmlns:p14="http://schemas.microsoft.com/office/powerpoint/2010/main" val="314982524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Number Placeholder 4">
            <a:extLst>
              <a:ext uri="{FF2B5EF4-FFF2-40B4-BE49-F238E27FC236}">
                <a16:creationId xmlns:a16="http://schemas.microsoft.com/office/drawing/2014/main" id="{035B3A13-2D66-4F17-9713-F80B3960C5E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70B1B92-3FA2-4931-8946-4CFA549E5396}"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49</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aphicFrame>
        <p:nvGraphicFramePr>
          <p:cNvPr id="30" name="Table 29">
            <a:extLst>
              <a:ext uri="{FF2B5EF4-FFF2-40B4-BE49-F238E27FC236}">
                <a16:creationId xmlns:a16="http://schemas.microsoft.com/office/drawing/2014/main" id="{3D497124-C05C-4874-B93D-CDADD8DAB653}"/>
              </a:ext>
            </a:extLst>
          </p:cNvPr>
          <p:cNvGraphicFramePr>
            <a:graphicFrameLocks noGrp="1"/>
          </p:cNvGraphicFramePr>
          <p:nvPr>
            <p:extLst>
              <p:ext uri="{D42A27DB-BD31-4B8C-83A1-F6EECF244321}">
                <p14:modId xmlns:p14="http://schemas.microsoft.com/office/powerpoint/2010/main" val="3809590236"/>
              </p:ext>
            </p:extLst>
          </p:nvPr>
        </p:nvGraphicFramePr>
        <p:xfrm>
          <a:off x="1295400" y="1752600"/>
          <a:ext cx="6705600" cy="1854200"/>
        </p:xfrm>
        <a:graphic>
          <a:graphicData uri="http://schemas.openxmlformats.org/drawingml/2006/table">
            <a:tbl>
              <a:tblPr firstRow="1" bandRow="1">
                <a:tableStyleId>{74C1A8A3-306A-4EB7-A6B1-4F7E0EB9C5D6}</a:tableStyleId>
              </a:tblPr>
              <a:tblGrid>
                <a:gridCol w="16002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576552">
                  <a:extLst>
                    <a:ext uri="{9D8B030D-6E8A-4147-A177-3AD203B41FA5}">
                      <a16:colId xmlns:a16="http://schemas.microsoft.com/office/drawing/2014/main" val="20002"/>
                    </a:ext>
                  </a:extLst>
                </a:gridCol>
                <a:gridCol w="2081048">
                  <a:extLst>
                    <a:ext uri="{9D8B030D-6E8A-4147-A177-3AD203B41FA5}">
                      <a16:colId xmlns:a16="http://schemas.microsoft.com/office/drawing/2014/main" val="20003"/>
                    </a:ext>
                  </a:extLst>
                </a:gridCol>
              </a:tblGrid>
              <a:tr h="370840">
                <a:tc>
                  <a:txBody>
                    <a:bodyPr/>
                    <a:lstStyle/>
                    <a:p>
                      <a:pPr algn="ctr"/>
                      <a:r>
                        <a:rPr lang="en-US" dirty="0">
                          <a:solidFill>
                            <a:schemeClr val="tx1"/>
                          </a:solidFill>
                        </a:rPr>
                        <a:t>Process</a:t>
                      </a:r>
                    </a:p>
                  </a:txBody>
                  <a:tcPr/>
                </a:tc>
                <a:tc>
                  <a:txBody>
                    <a:bodyPr/>
                    <a:lstStyle/>
                    <a:p>
                      <a:pPr algn="ctr"/>
                      <a:r>
                        <a:rPr lang="en-US" dirty="0">
                          <a:solidFill>
                            <a:schemeClr val="tx1"/>
                          </a:solidFill>
                        </a:rPr>
                        <a:t>Burst Time</a:t>
                      </a:r>
                    </a:p>
                  </a:txBody>
                  <a:tcPr/>
                </a:tc>
                <a:tc>
                  <a:txBody>
                    <a:bodyPr/>
                    <a:lstStyle/>
                    <a:p>
                      <a:pPr algn="ctr"/>
                      <a:r>
                        <a:rPr lang="en-US" dirty="0">
                          <a:solidFill>
                            <a:schemeClr val="tx1"/>
                          </a:solidFill>
                        </a:rPr>
                        <a:t>Arrival Time</a:t>
                      </a:r>
                    </a:p>
                  </a:txBody>
                  <a:tcPr/>
                </a:tc>
                <a:tc>
                  <a:txBody>
                    <a:bodyPr/>
                    <a:lstStyle/>
                    <a:p>
                      <a:pPr algn="ctr"/>
                      <a:r>
                        <a:rPr lang="en-US" dirty="0">
                          <a:solidFill>
                            <a:schemeClr val="tx1"/>
                          </a:solidFill>
                        </a:rPr>
                        <a:t>Completion Time</a:t>
                      </a:r>
                    </a:p>
                  </a:txBody>
                  <a:tcPr/>
                </a:tc>
                <a:extLst>
                  <a:ext uri="{0D108BD9-81ED-4DB2-BD59-A6C34878D82A}">
                    <a16:rowId xmlns:a16="http://schemas.microsoft.com/office/drawing/2014/main" val="10000"/>
                  </a:ext>
                </a:extLst>
              </a:tr>
              <a:tr h="370840">
                <a:tc>
                  <a:txBody>
                    <a:bodyPr/>
                    <a:lstStyle/>
                    <a:p>
                      <a:pPr algn="ctr"/>
                      <a:r>
                        <a:rPr lang="en-US" dirty="0"/>
                        <a:t>Job A</a:t>
                      </a:r>
                    </a:p>
                  </a:txBody>
                  <a:tcPr/>
                </a:tc>
                <a:tc>
                  <a:txBody>
                    <a:bodyPr/>
                    <a:lstStyle/>
                    <a:p>
                      <a:pPr algn="ctr"/>
                      <a:r>
                        <a:rPr lang="en-US" dirty="0"/>
                        <a:t>6</a:t>
                      </a:r>
                    </a:p>
                  </a:txBody>
                  <a:tcPr/>
                </a:tc>
                <a:tc>
                  <a:txBody>
                    <a:bodyPr/>
                    <a:lstStyle/>
                    <a:p>
                      <a:pPr algn="ctr"/>
                      <a:r>
                        <a:rPr lang="en-US" dirty="0"/>
                        <a:t>0.0</a:t>
                      </a:r>
                    </a:p>
                  </a:txBody>
                  <a:tcPr/>
                </a:tc>
                <a:tc>
                  <a:txBody>
                    <a:bodyPr/>
                    <a:lstStyle/>
                    <a:p>
                      <a:pPr algn="ctr"/>
                      <a:r>
                        <a:rPr lang="en-US" dirty="0"/>
                        <a:t>14</a:t>
                      </a:r>
                    </a:p>
                  </a:txBody>
                  <a:tcPr/>
                </a:tc>
                <a:extLst>
                  <a:ext uri="{0D108BD9-81ED-4DB2-BD59-A6C34878D82A}">
                    <a16:rowId xmlns:a16="http://schemas.microsoft.com/office/drawing/2014/main" val="10001"/>
                  </a:ext>
                </a:extLst>
              </a:tr>
              <a:tr h="370840">
                <a:tc>
                  <a:txBody>
                    <a:bodyPr/>
                    <a:lstStyle/>
                    <a:p>
                      <a:pPr algn="ctr"/>
                      <a:r>
                        <a:rPr lang="en-US" dirty="0"/>
                        <a:t>Job B</a:t>
                      </a:r>
                    </a:p>
                  </a:txBody>
                  <a:tcPr/>
                </a:tc>
                <a:tc>
                  <a:txBody>
                    <a:bodyPr/>
                    <a:lstStyle/>
                    <a:p>
                      <a:pPr algn="ctr"/>
                      <a:r>
                        <a:rPr lang="en-US" dirty="0"/>
                        <a:t>3</a:t>
                      </a:r>
                    </a:p>
                  </a:txBody>
                  <a:tcPr/>
                </a:tc>
                <a:tc>
                  <a:txBody>
                    <a:bodyPr/>
                    <a:lstStyle/>
                    <a:p>
                      <a:pPr algn="ctr"/>
                      <a:r>
                        <a:rPr lang="en-US" dirty="0"/>
                        <a:t>1.0</a:t>
                      </a:r>
                    </a:p>
                  </a:txBody>
                  <a:tcPr/>
                </a:tc>
                <a:tc>
                  <a:txBody>
                    <a:bodyPr/>
                    <a:lstStyle/>
                    <a:p>
                      <a:pPr algn="ctr"/>
                      <a:r>
                        <a:rPr lang="en-US" dirty="0"/>
                        <a:t>5</a:t>
                      </a:r>
                    </a:p>
                  </a:txBody>
                  <a:tcPr/>
                </a:tc>
                <a:extLst>
                  <a:ext uri="{0D108BD9-81ED-4DB2-BD59-A6C34878D82A}">
                    <a16:rowId xmlns:a16="http://schemas.microsoft.com/office/drawing/2014/main" val="10002"/>
                  </a:ext>
                </a:extLst>
              </a:tr>
              <a:tr h="370840">
                <a:tc>
                  <a:txBody>
                    <a:bodyPr/>
                    <a:lstStyle/>
                    <a:p>
                      <a:pPr algn="ctr"/>
                      <a:r>
                        <a:rPr lang="en-US" dirty="0"/>
                        <a:t>Job C</a:t>
                      </a:r>
                    </a:p>
                  </a:txBody>
                  <a:tcPr/>
                </a:tc>
                <a:tc>
                  <a:txBody>
                    <a:bodyPr/>
                    <a:lstStyle/>
                    <a:p>
                      <a:pPr algn="ctr"/>
                      <a:r>
                        <a:rPr lang="en-US" dirty="0"/>
                        <a:t>1</a:t>
                      </a:r>
                    </a:p>
                  </a:txBody>
                  <a:tcPr/>
                </a:tc>
                <a:tc>
                  <a:txBody>
                    <a:bodyPr/>
                    <a:lstStyle/>
                    <a:p>
                      <a:pPr algn="ctr"/>
                      <a:r>
                        <a:rPr lang="en-US" dirty="0"/>
                        <a:t>2.0</a:t>
                      </a:r>
                    </a:p>
                  </a:txBody>
                  <a:tcPr/>
                </a:tc>
                <a:tc>
                  <a:txBody>
                    <a:bodyPr/>
                    <a:lstStyle/>
                    <a:p>
                      <a:pPr algn="ctr"/>
                      <a:r>
                        <a:rPr lang="en-US" dirty="0"/>
                        <a:t>3</a:t>
                      </a:r>
                    </a:p>
                  </a:txBody>
                  <a:tcPr/>
                </a:tc>
                <a:extLst>
                  <a:ext uri="{0D108BD9-81ED-4DB2-BD59-A6C34878D82A}">
                    <a16:rowId xmlns:a16="http://schemas.microsoft.com/office/drawing/2014/main" val="10003"/>
                  </a:ext>
                </a:extLst>
              </a:tr>
              <a:tr h="370840">
                <a:tc>
                  <a:txBody>
                    <a:bodyPr/>
                    <a:lstStyle/>
                    <a:p>
                      <a:pPr algn="ctr"/>
                      <a:r>
                        <a:rPr lang="en-US" dirty="0"/>
                        <a:t>Job D</a:t>
                      </a:r>
                    </a:p>
                  </a:txBody>
                  <a:tcPr/>
                </a:tc>
                <a:tc>
                  <a:txBody>
                    <a:bodyPr/>
                    <a:lstStyle/>
                    <a:p>
                      <a:pPr algn="ctr"/>
                      <a:r>
                        <a:rPr lang="en-US" dirty="0"/>
                        <a:t>4</a:t>
                      </a:r>
                    </a:p>
                  </a:txBody>
                  <a:tcPr/>
                </a:tc>
                <a:tc>
                  <a:txBody>
                    <a:bodyPr/>
                    <a:lstStyle/>
                    <a:p>
                      <a:pPr algn="ctr"/>
                      <a:r>
                        <a:rPr lang="en-US" dirty="0"/>
                        <a:t>3.0</a:t>
                      </a:r>
                    </a:p>
                  </a:txBody>
                  <a:tcPr/>
                </a:tc>
                <a:tc>
                  <a:txBody>
                    <a:bodyPr/>
                    <a:lstStyle/>
                    <a:p>
                      <a:pPr algn="ctr"/>
                      <a:r>
                        <a:rPr lang="en-US" dirty="0"/>
                        <a:t>9</a:t>
                      </a:r>
                    </a:p>
                  </a:txBody>
                  <a:tcPr/>
                </a:tc>
                <a:extLst>
                  <a:ext uri="{0D108BD9-81ED-4DB2-BD59-A6C34878D82A}">
                    <a16:rowId xmlns:a16="http://schemas.microsoft.com/office/drawing/2014/main" val="10004"/>
                  </a:ext>
                </a:extLst>
              </a:tr>
            </a:tbl>
          </a:graphicData>
        </a:graphic>
      </p:graphicFrame>
      <p:grpSp>
        <p:nvGrpSpPr>
          <p:cNvPr id="50203" name="Group 16">
            <a:extLst>
              <a:ext uri="{FF2B5EF4-FFF2-40B4-BE49-F238E27FC236}">
                <a16:creationId xmlns:a16="http://schemas.microsoft.com/office/drawing/2014/main" id="{DEDEF90B-C7FE-4342-9660-572F804D9B24}"/>
              </a:ext>
            </a:extLst>
          </p:cNvPr>
          <p:cNvGrpSpPr>
            <a:grpSpLocks/>
          </p:cNvGrpSpPr>
          <p:nvPr/>
        </p:nvGrpSpPr>
        <p:grpSpPr bwMode="auto">
          <a:xfrm>
            <a:off x="838200" y="4495800"/>
            <a:ext cx="7467600" cy="1023938"/>
            <a:chOff x="838200" y="4538246"/>
            <a:chExt cx="7467600" cy="1024354"/>
          </a:xfrm>
        </p:grpSpPr>
        <p:sp>
          <p:nvSpPr>
            <p:cNvPr id="50206" name="TextBox 6">
              <a:extLst>
                <a:ext uri="{FF2B5EF4-FFF2-40B4-BE49-F238E27FC236}">
                  <a16:creationId xmlns:a16="http://schemas.microsoft.com/office/drawing/2014/main" id="{9D3113C7-CA6F-4D36-842D-60B9563AA7DD}"/>
                </a:ext>
              </a:extLst>
            </p:cNvPr>
            <p:cNvSpPr txBox="1">
              <a:spLocks noChangeArrowheads="1"/>
            </p:cNvSpPr>
            <p:nvPr/>
          </p:nvSpPr>
          <p:spPr bwMode="auto">
            <a:xfrm>
              <a:off x="838200" y="5224046"/>
              <a:ext cx="74676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1600" b="0" i="0" u="none" strike="noStrike" kern="1200" cap="none" spc="0" normalizeH="0" baseline="0" noProof="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0     1     2     3	    5               9             14</a:t>
              </a:r>
            </a:p>
          </p:txBody>
        </p:sp>
        <p:sp>
          <p:nvSpPr>
            <p:cNvPr id="10" name="Rectangle 9">
              <a:extLst>
                <a:ext uri="{FF2B5EF4-FFF2-40B4-BE49-F238E27FC236}">
                  <a16:creationId xmlns:a16="http://schemas.microsoft.com/office/drawing/2014/main" id="{E03B9862-ADF8-4472-B02D-BCE3B9BCED2C}"/>
                </a:ext>
              </a:extLst>
            </p:cNvPr>
            <p:cNvSpPr/>
            <p:nvPr/>
          </p:nvSpPr>
          <p:spPr bwMode="auto">
            <a:xfrm>
              <a:off x="4267200" y="4538246"/>
              <a:ext cx="1905000" cy="686079"/>
            </a:xfrm>
            <a:prstGeom prst="rect">
              <a:avLst/>
            </a:prstGeom>
            <a:solidFill>
              <a:srgbClr val="92D050"/>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a:ea typeface="MS PGothic" panose="020B0600070205080204" pitchFamily="34" charset="-128"/>
                  <a:cs typeface="Courier New" pitchFamily="49" charset="0"/>
                </a:rPr>
                <a:t>D</a:t>
              </a:r>
            </a:p>
          </p:txBody>
        </p:sp>
        <p:sp>
          <p:nvSpPr>
            <p:cNvPr id="11" name="Rectangle 10">
              <a:extLst>
                <a:ext uri="{FF2B5EF4-FFF2-40B4-BE49-F238E27FC236}">
                  <a16:creationId xmlns:a16="http://schemas.microsoft.com/office/drawing/2014/main" id="{2147A363-DE44-498E-9658-792A67BC165D}"/>
                </a:ext>
              </a:extLst>
            </p:cNvPr>
            <p:cNvSpPr/>
            <p:nvPr/>
          </p:nvSpPr>
          <p:spPr bwMode="auto">
            <a:xfrm>
              <a:off x="3200400" y="4538246"/>
              <a:ext cx="1066800" cy="68607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B</a:t>
              </a:r>
            </a:p>
          </p:txBody>
        </p:sp>
        <p:sp>
          <p:nvSpPr>
            <p:cNvPr id="12" name="Rectangle 11">
              <a:extLst>
                <a:ext uri="{FF2B5EF4-FFF2-40B4-BE49-F238E27FC236}">
                  <a16:creationId xmlns:a16="http://schemas.microsoft.com/office/drawing/2014/main" id="{83FF4441-16C9-49CB-B464-051755A74FEF}"/>
                </a:ext>
              </a:extLst>
            </p:cNvPr>
            <p:cNvSpPr/>
            <p:nvPr/>
          </p:nvSpPr>
          <p:spPr bwMode="auto">
            <a:xfrm>
              <a:off x="990600" y="4538246"/>
              <a:ext cx="762000" cy="686079"/>
            </a:xfrm>
            <a:prstGeom prst="rect">
              <a:avLst/>
            </a:prstGeom>
            <a:solidFill>
              <a:srgbClr val="FFFF99"/>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A</a:t>
              </a:r>
            </a:p>
          </p:txBody>
        </p:sp>
        <p:sp>
          <p:nvSpPr>
            <p:cNvPr id="13" name="Rectangle 12">
              <a:extLst>
                <a:ext uri="{FF2B5EF4-FFF2-40B4-BE49-F238E27FC236}">
                  <a16:creationId xmlns:a16="http://schemas.microsoft.com/office/drawing/2014/main" id="{ABF25C20-A712-46C9-B8EF-74DCAD4FB8A5}"/>
                </a:ext>
              </a:extLst>
            </p:cNvPr>
            <p:cNvSpPr/>
            <p:nvPr/>
          </p:nvSpPr>
          <p:spPr bwMode="auto">
            <a:xfrm>
              <a:off x="6172200" y="4538246"/>
              <a:ext cx="1752600" cy="686079"/>
            </a:xfrm>
            <a:prstGeom prst="rect">
              <a:avLst/>
            </a:prstGeom>
            <a:solidFill>
              <a:srgbClr val="FFFF99"/>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   A</a:t>
              </a:r>
            </a:p>
          </p:txBody>
        </p:sp>
        <p:sp>
          <p:nvSpPr>
            <p:cNvPr id="15" name="Rectangle 14">
              <a:extLst>
                <a:ext uri="{FF2B5EF4-FFF2-40B4-BE49-F238E27FC236}">
                  <a16:creationId xmlns:a16="http://schemas.microsoft.com/office/drawing/2014/main" id="{F8F9036E-9FB8-4F0B-A41B-D31DA5EFD7D1}"/>
                </a:ext>
              </a:extLst>
            </p:cNvPr>
            <p:cNvSpPr/>
            <p:nvPr/>
          </p:nvSpPr>
          <p:spPr bwMode="auto">
            <a:xfrm>
              <a:off x="1752600" y="4538246"/>
              <a:ext cx="762000" cy="686079"/>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B</a:t>
              </a:r>
            </a:p>
          </p:txBody>
        </p:sp>
        <p:sp>
          <p:nvSpPr>
            <p:cNvPr id="16" name="Rectangle 15">
              <a:extLst>
                <a:ext uri="{FF2B5EF4-FFF2-40B4-BE49-F238E27FC236}">
                  <a16:creationId xmlns:a16="http://schemas.microsoft.com/office/drawing/2014/main" id="{4153A4B2-2A48-4796-ABF8-5C299A791B4D}"/>
                </a:ext>
              </a:extLst>
            </p:cNvPr>
            <p:cNvSpPr/>
            <p:nvPr/>
          </p:nvSpPr>
          <p:spPr bwMode="auto">
            <a:xfrm>
              <a:off x="2438400" y="4538246"/>
              <a:ext cx="762000" cy="686079"/>
            </a:xfrm>
            <a:prstGeom prst="rect">
              <a:avLst/>
            </a:prstGeom>
            <a:solidFill>
              <a:schemeClr val="accent2">
                <a:lumMod val="20000"/>
                <a:lumOff val="80000"/>
              </a:schemeClr>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C</a:t>
              </a:r>
            </a:p>
          </p:txBody>
        </p:sp>
      </p:grpSp>
      <p:sp>
        <p:nvSpPr>
          <p:cNvPr id="2" name="Oval 1">
            <a:extLst>
              <a:ext uri="{FF2B5EF4-FFF2-40B4-BE49-F238E27FC236}">
                <a16:creationId xmlns:a16="http://schemas.microsoft.com/office/drawing/2014/main" id="{ED8624E4-F0CC-47CE-9776-7C2E1DBF04E2}"/>
              </a:ext>
            </a:extLst>
          </p:cNvPr>
          <p:cNvSpPr>
            <a:spLocks noChangeArrowheads="1"/>
          </p:cNvSpPr>
          <p:nvPr/>
        </p:nvSpPr>
        <p:spPr bwMode="auto">
          <a:xfrm>
            <a:off x="5638800" y="1371600"/>
            <a:ext cx="2598738" cy="2514600"/>
          </a:xfrm>
          <a:prstGeom prst="ellipse">
            <a:avLst/>
          </a:prstGeom>
          <a:noFill/>
          <a:ln w="28575">
            <a:solidFill>
              <a:srgbClr val="FF0000"/>
            </a:solidFill>
            <a:prstDash val="dash"/>
            <a:round/>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25810146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4">
            <a:extLst>
              <a:ext uri="{FF2B5EF4-FFF2-40B4-BE49-F238E27FC236}">
                <a16:creationId xmlns:a16="http://schemas.microsoft.com/office/drawing/2014/main" id="{0038F8F3-787E-4D3D-B7DA-E3B4F77D7EE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A6E6F9C-7460-44B4-B53C-8855D264BC90}"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50</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3" name="Google Shape;955;p48"/>
          <p:cNvSpPr txBox="1"/>
          <p:nvPr/>
        </p:nvSpPr>
        <p:spPr>
          <a:xfrm>
            <a:off x="928500" y="4562525"/>
            <a:ext cx="7543800" cy="1220285"/>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440"/>
              </a:spcBef>
              <a:spcAft>
                <a:spcPts val="0"/>
              </a:spcAft>
              <a:buClr>
                <a:srgbClr val="222222"/>
              </a:buClr>
              <a:buSzPts val="2200"/>
              <a:buFont typeface="Arial"/>
              <a:buChar char="•"/>
            </a:pPr>
            <a:r>
              <a:rPr lang="en-US" sz="1600" b="1" i="0" u="none" strike="noStrike" cap="none" dirty="0">
                <a:solidFill>
                  <a:srgbClr val="222222"/>
                </a:solidFill>
                <a:sym typeface="Arial"/>
              </a:rPr>
              <a:t>Average turnaround time</a:t>
            </a:r>
            <a:r>
              <a:rPr lang="en-US" sz="1600" b="1" dirty="0">
                <a:solidFill>
                  <a:srgbClr val="222222"/>
                </a:solidFill>
              </a:rPr>
              <a:t> = </a:t>
            </a:r>
            <a:r>
              <a:rPr lang="en-US" sz="1600" dirty="0">
                <a:solidFill>
                  <a:srgbClr val="222222"/>
                </a:solidFill>
              </a:rPr>
              <a:t>(14+4+1+6)/4 = 6.25 </a:t>
            </a:r>
            <a:r>
              <a:rPr lang="en-US" sz="1600" dirty="0" err="1">
                <a:solidFill>
                  <a:srgbClr val="222222"/>
                </a:solidFill>
              </a:rPr>
              <a:t>ms</a:t>
            </a:r>
            <a:endParaRPr lang="en-US" sz="1600" dirty="0">
              <a:solidFill>
                <a:srgbClr val="222222"/>
              </a:solidFill>
            </a:endParaRPr>
          </a:p>
          <a:p>
            <a:pPr marL="342900" marR="0" lvl="0" indent="-342900" algn="l" rtl="0">
              <a:lnSpc>
                <a:spcPct val="90000"/>
              </a:lnSpc>
              <a:spcBef>
                <a:spcPts val="440"/>
              </a:spcBef>
              <a:spcAft>
                <a:spcPts val="0"/>
              </a:spcAft>
              <a:buClr>
                <a:srgbClr val="222222"/>
              </a:buClr>
              <a:buSzPts val="2200"/>
              <a:buFont typeface="Arial"/>
              <a:buChar char="•"/>
            </a:pPr>
            <a:endParaRPr lang="en-US" sz="1600" b="1" dirty="0"/>
          </a:p>
          <a:p>
            <a:pPr marL="342900" marR="0" lvl="0" indent="-342900" algn="l" rtl="0">
              <a:lnSpc>
                <a:spcPct val="90000"/>
              </a:lnSpc>
              <a:spcBef>
                <a:spcPts val="440"/>
              </a:spcBef>
              <a:spcAft>
                <a:spcPts val="0"/>
              </a:spcAft>
              <a:buClr>
                <a:srgbClr val="222222"/>
              </a:buClr>
              <a:buSzPts val="2200"/>
              <a:buFont typeface="Arial"/>
              <a:buChar char="•"/>
            </a:pPr>
            <a:r>
              <a:rPr lang="en-US" sz="1600" b="1" dirty="0"/>
              <a:t>Average waiting time = </a:t>
            </a:r>
            <a:r>
              <a:rPr lang="en-US" sz="1600" dirty="0"/>
              <a:t>(8+1+0+2)/4 = 2.75 </a:t>
            </a:r>
            <a:r>
              <a:rPr lang="en-US" sz="1600" dirty="0" err="1"/>
              <a:t>ms</a:t>
            </a:r>
            <a:endParaRPr sz="1600" dirty="0"/>
          </a:p>
        </p:txBody>
      </p:sp>
      <p:grpSp>
        <p:nvGrpSpPr>
          <p:cNvPr id="15" name="Google Shape;956;p48"/>
          <p:cNvGrpSpPr/>
          <p:nvPr/>
        </p:nvGrpSpPr>
        <p:grpSpPr>
          <a:xfrm>
            <a:off x="1091513" y="3153270"/>
            <a:ext cx="7467600" cy="1075332"/>
            <a:chOff x="862913" y="4538246"/>
            <a:chExt cx="7467600" cy="1075769"/>
          </a:xfrm>
        </p:grpSpPr>
        <p:sp>
          <p:nvSpPr>
            <p:cNvPr id="16" name="Google Shape;957;p48"/>
            <p:cNvSpPr txBox="1"/>
            <p:nvPr/>
          </p:nvSpPr>
          <p:spPr>
            <a:xfrm>
              <a:off x="862913" y="5275461"/>
              <a:ext cx="7467600" cy="338554"/>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ourier New"/>
                <a:buNone/>
              </a:pPr>
              <a:r>
                <a:rPr lang="en-US" sz="1600" b="0" i="0" u="none" strike="noStrike" cap="none" dirty="0">
                  <a:solidFill>
                    <a:srgbClr val="000000"/>
                  </a:solidFill>
                  <a:latin typeface="Courier New"/>
                  <a:ea typeface="Courier New"/>
                  <a:cs typeface="Courier New"/>
                  <a:sym typeface="Courier New"/>
                </a:rPr>
                <a:t>0     1     2     3	    5               9             14</a:t>
              </a:r>
              <a:endParaRPr dirty="0"/>
            </a:p>
          </p:txBody>
        </p:sp>
        <p:sp>
          <p:nvSpPr>
            <p:cNvPr id="17" name="Google Shape;958;p48"/>
            <p:cNvSpPr/>
            <p:nvPr/>
          </p:nvSpPr>
          <p:spPr>
            <a:xfrm>
              <a:off x="4267200" y="4538246"/>
              <a:ext cx="1905000" cy="686079"/>
            </a:xfrm>
            <a:prstGeom prst="rect">
              <a:avLst/>
            </a:prstGeom>
            <a:solidFill>
              <a:srgbClr val="92D050"/>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FFFF"/>
                </a:buClr>
                <a:buSzPts val="2000"/>
                <a:buFont typeface="Arial"/>
                <a:buNone/>
              </a:pPr>
              <a:r>
                <a:rPr lang="en-US" sz="2000" b="0" i="0" u="none" strike="noStrike" cap="none">
                  <a:solidFill>
                    <a:srgbClr val="FFFFFF"/>
                  </a:solidFill>
                  <a:latin typeface="Arial"/>
                  <a:ea typeface="Arial"/>
                  <a:cs typeface="Arial"/>
                  <a:sym typeface="Arial"/>
                </a:rPr>
                <a:t>Job </a:t>
              </a:r>
              <a:endParaRPr/>
            </a:p>
            <a:p>
              <a:pPr marL="0" marR="0" lvl="0" indent="0" algn="ctr" rtl="0">
                <a:lnSpc>
                  <a:spcPct val="100000"/>
                </a:lnSpc>
                <a:spcBef>
                  <a:spcPts val="0"/>
                </a:spcBef>
                <a:spcAft>
                  <a:spcPts val="0"/>
                </a:spcAft>
                <a:buClr>
                  <a:srgbClr val="FFFFFF"/>
                </a:buClr>
                <a:buSzPts val="2000"/>
                <a:buFont typeface="Arial"/>
                <a:buNone/>
              </a:pPr>
              <a:r>
                <a:rPr lang="en-US" sz="2000" b="0" i="0" u="none" strike="noStrike" cap="none">
                  <a:solidFill>
                    <a:srgbClr val="FFFFFF"/>
                  </a:solidFill>
                  <a:latin typeface="Arial"/>
                  <a:ea typeface="Arial"/>
                  <a:cs typeface="Arial"/>
                  <a:sym typeface="Arial"/>
                </a:rPr>
                <a:t>D</a:t>
              </a:r>
              <a:endParaRPr/>
            </a:p>
          </p:txBody>
        </p:sp>
        <p:sp>
          <p:nvSpPr>
            <p:cNvPr id="18" name="Google Shape;959;p48"/>
            <p:cNvSpPr/>
            <p:nvPr/>
          </p:nvSpPr>
          <p:spPr>
            <a:xfrm>
              <a:off x="3200400" y="4538246"/>
              <a:ext cx="1066800" cy="686079"/>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a:solidFill>
                    <a:srgbClr val="0070C0"/>
                  </a:solidFill>
                  <a:latin typeface="Arial"/>
                  <a:ea typeface="Arial"/>
                  <a:cs typeface="Arial"/>
                  <a:sym typeface="Arial"/>
                </a:rPr>
                <a:t>Job</a:t>
              </a:r>
              <a:endParaRPr/>
            </a:p>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a:solidFill>
                    <a:srgbClr val="0070C0"/>
                  </a:solidFill>
                  <a:latin typeface="Arial"/>
                  <a:ea typeface="Arial"/>
                  <a:cs typeface="Arial"/>
                  <a:sym typeface="Arial"/>
                </a:rPr>
                <a:t>B</a:t>
              </a:r>
              <a:endParaRPr/>
            </a:p>
          </p:txBody>
        </p:sp>
        <p:sp>
          <p:nvSpPr>
            <p:cNvPr id="19" name="Google Shape;960;p48"/>
            <p:cNvSpPr/>
            <p:nvPr/>
          </p:nvSpPr>
          <p:spPr>
            <a:xfrm>
              <a:off x="990600" y="4538246"/>
              <a:ext cx="762000" cy="686079"/>
            </a:xfrm>
            <a:prstGeom prst="rect">
              <a:avLst/>
            </a:prstGeom>
            <a:solidFill>
              <a:srgbClr val="FFFF99"/>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dirty="0">
                  <a:solidFill>
                    <a:srgbClr val="0070C0"/>
                  </a:solidFill>
                  <a:latin typeface="Arial"/>
                  <a:ea typeface="Arial"/>
                  <a:cs typeface="Arial"/>
                  <a:sym typeface="Arial"/>
                </a:rPr>
                <a:t>Job</a:t>
              </a:r>
              <a:endParaRPr dirty="0"/>
            </a:p>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dirty="0">
                  <a:solidFill>
                    <a:srgbClr val="0070C0"/>
                  </a:solidFill>
                  <a:latin typeface="Arial"/>
                  <a:ea typeface="Arial"/>
                  <a:cs typeface="Arial"/>
                  <a:sym typeface="Arial"/>
                </a:rPr>
                <a:t>A</a:t>
              </a:r>
              <a:endParaRPr dirty="0"/>
            </a:p>
          </p:txBody>
        </p:sp>
        <p:sp>
          <p:nvSpPr>
            <p:cNvPr id="20" name="Google Shape;961;p48"/>
            <p:cNvSpPr/>
            <p:nvPr/>
          </p:nvSpPr>
          <p:spPr>
            <a:xfrm>
              <a:off x="6172200" y="4538246"/>
              <a:ext cx="1752600" cy="686079"/>
            </a:xfrm>
            <a:prstGeom prst="rect">
              <a:avLst/>
            </a:prstGeom>
            <a:solidFill>
              <a:srgbClr val="FFFF99"/>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a:solidFill>
                    <a:srgbClr val="0070C0"/>
                  </a:solidFill>
                  <a:latin typeface="Arial"/>
                  <a:ea typeface="Arial"/>
                  <a:cs typeface="Arial"/>
                  <a:sym typeface="Arial"/>
                </a:rPr>
                <a:t>Job </a:t>
              </a:r>
              <a:endParaRPr/>
            </a:p>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a:solidFill>
                    <a:srgbClr val="0070C0"/>
                  </a:solidFill>
                  <a:latin typeface="Arial"/>
                  <a:ea typeface="Arial"/>
                  <a:cs typeface="Arial"/>
                  <a:sym typeface="Arial"/>
                </a:rPr>
                <a:t>   A</a:t>
              </a:r>
              <a:endParaRPr/>
            </a:p>
          </p:txBody>
        </p:sp>
        <p:sp>
          <p:nvSpPr>
            <p:cNvPr id="21" name="Google Shape;962;p48"/>
            <p:cNvSpPr/>
            <p:nvPr/>
          </p:nvSpPr>
          <p:spPr>
            <a:xfrm>
              <a:off x="1752600" y="4538246"/>
              <a:ext cx="762000" cy="686079"/>
            </a:xfrm>
            <a:prstGeom prst="rect">
              <a:avLst/>
            </a:prstGeom>
            <a:solidFill>
              <a:schemeClr val="accent1"/>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a:solidFill>
                    <a:srgbClr val="0070C0"/>
                  </a:solidFill>
                  <a:latin typeface="Arial"/>
                  <a:ea typeface="Arial"/>
                  <a:cs typeface="Arial"/>
                  <a:sym typeface="Arial"/>
                </a:rPr>
                <a:t>Job</a:t>
              </a:r>
              <a:endParaRPr/>
            </a:p>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a:solidFill>
                    <a:srgbClr val="0070C0"/>
                  </a:solidFill>
                  <a:latin typeface="Arial"/>
                  <a:ea typeface="Arial"/>
                  <a:cs typeface="Arial"/>
                  <a:sym typeface="Arial"/>
                </a:rPr>
                <a:t>B</a:t>
              </a:r>
              <a:endParaRPr/>
            </a:p>
          </p:txBody>
        </p:sp>
        <p:sp>
          <p:nvSpPr>
            <p:cNvPr id="22" name="Google Shape;963;p48"/>
            <p:cNvSpPr/>
            <p:nvPr/>
          </p:nvSpPr>
          <p:spPr>
            <a:xfrm>
              <a:off x="2438400" y="4538246"/>
              <a:ext cx="762000" cy="686079"/>
            </a:xfrm>
            <a:prstGeom prst="rect">
              <a:avLst/>
            </a:prstGeom>
            <a:solidFill>
              <a:srgbClr val="F4F4DF"/>
            </a:solidFill>
            <a:ln w="9525"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a:solidFill>
                    <a:srgbClr val="0070C0"/>
                  </a:solidFill>
                  <a:latin typeface="Arial"/>
                  <a:ea typeface="Arial"/>
                  <a:cs typeface="Arial"/>
                  <a:sym typeface="Arial"/>
                </a:rPr>
                <a:t>Job</a:t>
              </a:r>
              <a:endParaRPr/>
            </a:p>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a:solidFill>
                    <a:srgbClr val="0070C0"/>
                  </a:solidFill>
                  <a:latin typeface="Arial"/>
                  <a:ea typeface="Arial"/>
                  <a:cs typeface="Arial"/>
                  <a:sym typeface="Arial"/>
                </a:rPr>
                <a:t>C</a:t>
              </a:r>
              <a:endParaRPr/>
            </a:p>
          </p:txBody>
        </p:sp>
      </p:grpSp>
      <p:graphicFrame>
        <p:nvGraphicFramePr>
          <p:cNvPr id="23" name="Google Shape;940;p47"/>
          <p:cNvGraphicFramePr/>
          <p:nvPr>
            <p:extLst>
              <p:ext uri="{D42A27DB-BD31-4B8C-83A1-F6EECF244321}">
                <p14:modId xmlns:p14="http://schemas.microsoft.com/office/powerpoint/2010/main" val="2429000600"/>
              </p:ext>
            </p:extLst>
          </p:nvPr>
        </p:nvGraphicFramePr>
        <p:xfrm>
          <a:off x="928500" y="989083"/>
          <a:ext cx="7489636" cy="1854250"/>
        </p:xfrm>
        <a:graphic>
          <a:graphicData uri="http://schemas.openxmlformats.org/drawingml/2006/table">
            <a:tbl>
              <a:tblPr firstRow="1" bandRow="1">
                <a:noFill/>
              </a:tblPr>
              <a:tblGrid>
                <a:gridCol w="1060556">
                  <a:extLst>
                    <a:ext uri="{9D8B030D-6E8A-4147-A177-3AD203B41FA5}">
                      <a16:colId xmlns:a16="http://schemas.microsoft.com/office/drawing/2014/main" val="20000"/>
                    </a:ext>
                  </a:extLst>
                </a:gridCol>
                <a:gridCol w="1265549">
                  <a:extLst>
                    <a:ext uri="{9D8B030D-6E8A-4147-A177-3AD203B41FA5}">
                      <a16:colId xmlns:a16="http://schemas.microsoft.com/office/drawing/2014/main" val="20001"/>
                    </a:ext>
                  </a:extLst>
                </a:gridCol>
                <a:gridCol w="1402236">
                  <a:extLst>
                    <a:ext uri="{9D8B030D-6E8A-4147-A177-3AD203B41FA5}">
                      <a16:colId xmlns:a16="http://schemas.microsoft.com/office/drawing/2014/main" val="20002"/>
                    </a:ext>
                  </a:extLst>
                </a:gridCol>
                <a:gridCol w="1960775">
                  <a:extLst>
                    <a:ext uri="{9D8B030D-6E8A-4147-A177-3AD203B41FA5}">
                      <a16:colId xmlns:a16="http://schemas.microsoft.com/office/drawing/2014/main" val="20003"/>
                    </a:ext>
                  </a:extLst>
                </a:gridCol>
                <a:gridCol w="1800520">
                  <a:extLst>
                    <a:ext uri="{9D8B030D-6E8A-4147-A177-3AD203B41FA5}">
                      <a16:colId xmlns:a16="http://schemas.microsoft.com/office/drawing/2014/main" val="2049527395"/>
                    </a:ext>
                  </a:extLst>
                </a:gridCol>
              </a:tblGrid>
              <a:tr h="370850">
                <a:tc>
                  <a:txBody>
                    <a:bodyPr/>
                    <a:lstStyle/>
                    <a:p>
                      <a:pPr marL="0" marR="0" lvl="0" indent="0" algn="ctr" rtl="0">
                        <a:spcBef>
                          <a:spcPts val="0"/>
                        </a:spcBef>
                        <a:spcAft>
                          <a:spcPts val="0"/>
                        </a:spcAft>
                        <a:buNone/>
                      </a:pPr>
                      <a:r>
                        <a:rPr lang="en-US" sz="1600" b="1" u="none" strike="noStrike" cap="none" dirty="0">
                          <a:solidFill>
                            <a:schemeClr val="dk1"/>
                          </a:solidFill>
                        </a:rPr>
                        <a:t>Process</a:t>
                      </a:r>
                      <a:endParaRPr sz="1600" b="1" dirty="0"/>
                    </a:p>
                  </a:txBody>
                  <a:tcPr marL="91450" marR="91450" marT="45725" marB="45725"/>
                </a:tc>
                <a:tc>
                  <a:txBody>
                    <a:bodyPr/>
                    <a:lstStyle/>
                    <a:p>
                      <a:pPr marL="0" marR="0" lvl="0" indent="0" algn="ctr" rtl="0">
                        <a:spcBef>
                          <a:spcPts val="0"/>
                        </a:spcBef>
                        <a:spcAft>
                          <a:spcPts val="0"/>
                        </a:spcAft>
                        <a:buNone/>
                      </a:pPr>
                      <a:r>
                        <a:rPr lang="en-US" sz="1600" b="1" u="none" strike="noStrike" cap="none" dirty="0">
                          <a:solidFill>
                            <a:schemeClr val="dk1"/>
                          </a:solidFill>
                        </a:rPr>
                        <a:t>Burst Time</a:t>
                      </a:r>
                      <a:endParaRPr sz="1600" b="1" dirty="0"/>
                    </a:p>
                  </a:txBody>
                  <a:tcPr marL="91450" marR="91450" marT="45725" marB="45725"/>
                </a:tc>
                <a:tc>
                  <a:txBody>
                    <a:bodyPr/>
                    <a:lstStyle/>
                    <a:p>
                      <a:pPr marL="0" marR="0" lvl="0" indent="0" algn="ctr" rtl="0">
                        <a:spcBef>
                          <a:spcPts val="0"/>
                        </a:spcBef>
                        <a:spcAft>
                          <a:spcPts val="0"/>
                        </a:spcAft>
                        <a:buNone/>
                      </a:pPr>
                      <a:r>
                        <a:rPr lang="en-US" sz="1600" b="1" u="none" strike="noStrike" cap="none" dirty="0">
                          <a:solidFill>
                            <a:schemeClr val="dk1"/>
                          </a:solidFill>
                        </a:rPr>
                        <a:t>Arrival Time</a:t>
                      </a:r>
                      <a:endParaRPr sz="1600" b="1" dirty="0"/>
                    </a:p>
                  </a:txBody>
                  <a:tcPr marL="91450" marR="91450" marT="45725" marB="45725"/>
                </a:tc>
                <a:tc>
                  <a:txBody>
                    <a:bodyPr/>
                    <a:lstStyle/>
                    <a:p>
                      <a:pPr marL="0" marR="0" lvl="0" indent="0" algn="ctr" rtl="0">
                        <a:spcBef>
                          <a:spcPts val="0"/>
                        </a:spcBef>
                        <a:spcAft>
                          <a:spcPts val="0"/>
                        </a:spcAft>
                        <a:buNone/>
                      </a:pPr>
                      <a:r>
                        <a:rPr lang="en-US" sz="1600" b="1" u="none" strike="noStrike" cap="none" dirty="0">
                          <a:solidFill>
                            <a:schemeClr val="dk1"/>
                          </a:solidFill>
                        </a:rPr>
                        <a:t>Turnaround time</a:t>
                      </a:r>
                      <a:endParaRPr sz="1600" b="1" dirty="0"/>
                    </a:p>
                  </a:txBody>
                  <a:tcPr marL="91450" marR="91450" marT="45725" marB="45725"/>
                </a:tc>
                <a:tc>
                  <a:txBody>
                    <a:bodyPr/>
                    <a:lstStyle/>
                    <a:p>
                      <a:pPr marL="0" marR="0" lvl="0" indent="0" algn="ctr" rtl="0">
                        <a:spcBef>
                          <a:spcPts val="0"/>
                        </a:spcBef>
                        <a:spcAft>
                          <a:spcPts val="0"/>
                        </a:spcAft>
                        <a:buNone/>
                      </a:pPr>
                      <a:r>
                        <a:rPr lang="en-US" sz="1600" b="1" dirty="0"/>
                        <a:t>Waiting time</a:t>
                      </a:r>
                      <a:endParaRPr sz="1600" b="1" dirty="0"/>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n-US" sz="1600" u="none" strike="noStrike" cap="none"/>
                        <a:t>Job A</a:t>
                      </a:r>
                      <a:endParaRPr sz="1600"/>
                    </a:p>
                  </a:txBody>
                  <a:tcPr marL="91450" marR="91450" marT="45725" marB="45725"/>
                </a:tc>
                <a:tc>
                  <a:txBody>
                    <a:bodyPr/>
                    <a:lstStyle/>
                    <a:p>
                      <a:pPr marL="0" marR="0" lvl="0" indent="0" algn="ctr" rtl="0">
                        <a:spcBef>
                          <a:spcPts val="0"/>
                        </a:spcBef>
                        <a:spcAft>
                          <a:spcPts val="0"/>
                        </a:spcAft>
                        <a:buNone/>
                      </a:pPr>
                      <a:r>
                        <a:rPr lang="en-US" sz="1600" u="none" strike="noStrike" cap="none"/>
                        <a:t>6</a:t>
                      </a:r>
                      <a:endParaRPr sz="1600"/>
                    </a:p>
                  </a:txBody>
                  <a:tcPr marL="91450" marR="91450" marT="45725" marB="45725"/>
                </a:tc>
                <a:tc>
                  <a:txBody>
                    <a:bodyPr/>
                    <a:lstStyle/>
                    <a:p>
                      <a:pPr marL="0" marR="0" lvl="0" indent="0" algn="ctr" rtl="0">
                        <a:spcBef>
                          <a:spcPts val="0"/>
                        </a:spcBef>
                        <a:spcAft>
                          <a:spcPts val="0"/>
                        </a:spcAft>
                        <a:buNone/>
                      </a:pPr>
                      <a:r>
                        <a:rPr lang="en-US" sz="1600" u="none" strike="noStrike" cap="none" dirty="0"/>
                        <a:t>0.0</a:t>
                      </a:r>
                      <a:endParaRPr sz="1600" dirty="0"/>
                    </a:p>
                  </a:txBody>
                  <a:tcPr marL="91450" marR="91450" marT="45725" marB="45725"/>
                </a:tc>
                <a:tc>
                  <a:txBody>
                    <a:bodyPr/>
                    <a:lstStyle/>
                    <a:p>
                      <a:pPr marL="0" marR="0" lvl="0" indent="0" algn="ctr" rtl="0">
                        <a:spcBef>
                          <a:spcPts val="0"/>
                        </a:spcBef>
                        <a:spcAft>
                          <a:spcPts val="0"/>
                        </a:spcAft>
                        <a:buNone/>
                      </a:pPr>
                      <a:r>
                        <a:rPr lang="en-US" sz="1600" u="none" strike="noStrike" cap="none" dirty="0"/>
                        <a:t>14 – 0 = 14</a:t>
                      </a:r>
                      <a:endParaRPr sz="1600" dirty="0"/>
                    </a:p>
                  </a:txBody>
                  <a:tcPr marL="91450" marR="91450" marT="45725" marB="45725"/>
                </a:tc>
                <a:tc>
                  <a:txBody>
                    <a:bodyPr/>
                    <a:lstStyle/>
                    <a:p>
                      <a:pPr marL="0" marR="0" lvl="0" indent="0" algn="ctr" rtl="0">
                        <a:spcBef>
                          <a:spcPts val="0"/>
                        </a:spcBef>
                        <a:spcAft>
                          <a:spcPts val="0"/>
                        </a:spcAft>
                        <a:buNone/>
                      </a:pPr>
                      <a:r>
                        <a:rPr lang="en-US" sz="1600" dirty="0"/>
                        <a:t>14 – 6 = 8</a:t>
                      </a:r>
                      <a:endParaRPr sz="1600" dirty="0"/>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r>
                        <a:rPr lang="en-US" sz="1600" u="none" strike="noStrike" cap="none" dirty="0"/>
                        <a:t>Job B</a:t>
                      </a:r>
                      <a:endParaRPr sz="1600" dirty="0"/>
                    </a:p>
                  </a:txBody>
                  <a:tcPr marL="91450" marR="91450" marT="45725" marB="45725"/>
                </a:tc>
                <a:tc>
                  <a:txBody>
                    <a:bodyPr/>
                    <a:lstStyle/>
                    <a:p>
                      <a:pPr marL="0" marR="0" lvl="0" indent="0" algn="ctr" rtl="0">
                        <a:spcBef>
                          <a:spcPts val="0"/>
                        </a:spcBef>
                        <a:spcAft>
                          <a:spcPts val="0"/>
                        </a:spcAft>
                        <a:buNone/>
                      </a:pPr>
                      <a:r>
                        <a:rPr lang="en-US" sz="1600" u="none" strike="noStrike" cap="none"/>
                        <a:t>3</a:t>
                      </a:r>
                      <a:endParaRPr sz="1600"/>
                    </a:p>
                  </a:txBody>
                  <a:tcPr marL="91450" marR="91450" marT="45725" marB="45725"/>
                </a:tc>
                <a:tc>
                  <a:txBody>
                    <a:bodyPr/>
                    <a:lstStyle/>
                    <a:p>
                      <a:pPr marL="0" marR="0" lvl="0" indent="0" algn="ctr" rtl="0">
                        <a:spcBef>
                          <a:spcPts val="0"/>
                        </a:spcBef>
                        <a:spcAft>
                          <a:spcPts val="0"/>
                        </a:spcAft>
                        <a:buNone/>
                      </a:pPr>
                      <a:r>
                        <a:rPr lang="en-US" sz="1600" u="none" strike="noStrike" cap="none"/>
                        <a:t>1.0</a:t>
                      </a:r>
                      <a:endParaRPr sz="1600"/>
                    </a:p>
                  </a:txBody>
                  <a:tcPr marL="91450" marR="91450" marT="45725" marB="45725"/>
                </a:tc>
                <a:tc>
                  <a:txBody>
                    <a:bodyPr/>
                    <a:lstStyle/>
                    <a:p>
                      <a:pPr marL="0" marR="0" lvl="0" indent="0" algn="ctr" rtl="0">
                        <a:spcBef>
                          <a:spcPts val="0"/>
                        </a:spcBef>
                        <a:spcAft>
                          <a:spcPts val="0"/>
                        </a:spcAft>
                        <a:buNone/>
                      </a:pPr>
                      <a:r>
                        <a:rPr lang="en-US" sz="1600" u="none" strike="noStrike" cap="none" dirty="0"/>
                        <a:t>5 –</a:t>
                      </a:r>
                      <a:r>
                        <a:rPr lang="en-US" sz="1600" u="none" strike="noStrike" cap="none" baseline="0" dirty="0"/>
                        <a:t> 1 = 4</a:t>
                      </a:r>
                      <a:endParaRPr sz="1600" dirty="0"/>
                    </a:p>
                  </a:txBody>
                  <a:tcPr marL="91450" marR="91450" marT="45725" marB="45725"/>
                </a:tc>
                <a:tc>
                  <a:txBody>
                    <a:bodyPr/>
                    <a:lstStyle/>
                    <a:p>
                      <a:pPr marL="0" marR="0" lvl="0" indent="0" algn="ctr" rtl="0">
                        <a:spcBef>
                          <a:spcPts val="0"/>
                        </a:spcBef>
                        <a:spcAft>
                          <a:spcPts val="0"/>
                        </a:spcAft>
                        <a:buNone/>
                      </a:pPr>
                      <a:r>
                        <a:rPr lang="en-US" sz="1600" dirty="0"/>
                        <a:t>4 – 3 = 1</a:t>
                      </a:r>
                      <a:endParaRPr sz="1600" dirty="0"/>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n-US" sz="1600" u="none" strike="noStrike" cap="none"/>
                        <a:t>Job C</a:t>
                      </a:r>
                      <a:endParaRPr sz="1600"/>
                    </a:p>
                  </a:txBody>
                  <a:tcPr marL="91450" marR="91450" marT="45725" marB="45725"/>
                </a:tc>
                <a:tc>
                  <a:txBody>
                    <a:bodyPr/>
                    <a:lstStyle/>
                    <a:p>
                      <a:pPr marL="0" marR="0" lvl="0" indent="0" algn="ctr" rtl="0">
                        <a:spcBef>
                          <a:spcPts val="0"/>
                        </a:spcBef>
                        <a:spcAft>
                          <a:spcPts val="0"/>
                        </a:spcAft>
                        <a:buNone/>
                      </a:pPr>
                      <a:r>
                        <a:rPr lang="en-US" sz="1600" u="none" strike="noStrike" cap="none"/>
                        <a:t>1</a:t>
                      </a:r>
                      <a:endParaRPr sz="1600"/>
                    </a:p>
                  </a:txBody>
                  <a:tcPr marL="91450" marR="91450" marT="45725" marB="45725"/>
                </a:tc>
                <a:tc>
                  <a:txBody>
                    <a:bodyPr/>
                    <a:lstStyle/>
                    <a:p>
                      <a:pPr marL="0" marR="0" lvl="0" indent="0" algn="ctr" rtl="0">
                        <a:spcBef>
                          <a:spcPts val="0"/>
                        </a:spcBef>
                        <a:spcAft>
                          <a:spcPts val="0"/>
                        </a:spcAft>
                        <a:buNone/>
                      </a:pPr>
                      <a:r>
                        <a:rPr lang="en-US" sz="1600" u="none" strike="noStrike" cap="none"/>
                        <a:t>2.0</a:t>
                      </a:r>
                      <a:endParaRPr sz="1600"/>
                    </a:p>
                  </a:txBody>
                  <a:tcPr marL="91450" marR="91450" marT="45725" marB="45725"/>
                </a:tc>
                <a:tc>
                  <a:txBody>
                    <a:bodyPr/>
                    <a:lstStyle/>
                    <a:p>
                      <a:pPr marL="0" marR="0" lvl="0" indent="0" algn="ctr" rtl="0">
                        <a:spcBef>
                          <a:spcPts val="0"/>
                        </a:spcBef>
                        <a:spcAft>
                          <a:spcPts val="0"/>
                        </a:spcAft>
                        <a:buNone/>
                      </a:pPr>
                      <a:r>
                        <a:rPr lang="en-US" sz="1600" u="none" strike="noStrike" cap="none" dirty="0"/>
                        <a:t>3 –</a:t>
                      </a:r>
                      <a:r>
                        <a:rPr lang="en-US" sz="1600" u="none" strike="noStrike" cap="none" baseline="0" dirty="0"/>
                        <a:t> 2 = 1</a:t>
                      </a:r>
                      <a:endParaRPr sz="1600" dirty="0"/>
                    </a:p>
                  </a:txBody>
                  <a:tcPr marL="91450" marR="91450" marT="45725" marB="45725"/>
                </a:tc>
                <a:tc>
                  <a:txBody>
                    <a:bodyPr/>
                    <a:lstStyle/>
                    <a:p>
                      <a:pPr marL="0" marR="0" lvl="0" indent="0" algn="ctr" rtl="0">
                        <a:spcBef>
                          <a:spcPts val="0"/>
                        </a:spcBef>
                        <a:spcAft>
                          <a:spcPts val="0"/>
                        </a:spcAft>
                        <a:buNone/>
                      </a:pPr>
                      <a:r>
                        <a:rPr lang="en-US" sz="1600" dirty="0"/>
                        <a:t>1 – 1 = 0 </a:t>
                      </a:r>
                      <a:endParaRPr sz="1600" dirty="0"/>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None/>
                      </a:pPr>
                      <a:r>
                        <a:rPr lang="en-US" sz="1600" u="none" strike="noStrike" cap="none" dirty="0"/>
                        <a:t>Job D</a:t>
                      </a:r>
                      <a:endParaRPr sz="1600" dirty="0"/>
                    </a:p>
                  </a:txBody>
                  <a:tcPr marL="91450" marR="91450" marT="45725" marB="45725"/>
                </a:tc>
                <a:tc>
                  <a:txBody>
                    <a:bodyPr/>
                    <a:lstStyle/>
                    <a:p>
                      <a:pPr marL="0" marR="0" lvl="0" indent="0" algn="ctr" rtl="0">
                        <a:spcBef>
                          <a:spcPts val="0"/>
                        </a:spcBef>
                        <a:spcAft>
                          <a:spcPts val="0"/>
                        </a:spcAft>
                        <a:buNone/>
                      </a:pPr>
                      <a:r>
                        <a:rPr lang="en-US" sz="1600" u="none" strike="noStrike" cap="none"/>
                        <a:t>4</a:t>
                      </a:r>
                      <a:endParaRPr sz="1600"/>
                    </a:p>
                  </a:txBody>
                  <a:tcPr marL="91450" marR="91450" marT="45725" marB="45725"/>
                </a:tc>
                <a:tc>
                  <a:txBody>
                    <a:bodyPr/>
                    <a:lstStyle/>
                    <a:p>
                      <a:pPr marL="0" marR="0" lvl="0" indent="0" algn="ctr" rtl="0">
                        <a:spcBef>
                          <a:spcPts val="0"/>
                        </a:spcBef>
                        <a:spcAft>
                          <a:spcPts val="0"/>
                        </a:spcAft>
                        <a:buNone/>
                      </a:pPr>
                      <a:r>
                        <a:rPr lang="en-US" sz="1600" u="none" strike="noStrike" cap="none"/>
                        <a:t>3.0</a:t>
                      </a:r>
                      <a:endParaRPr sz="1600"/>
                    </a:p>
                  </a:txBody>
                  <a:tcPr marL="91450" marR="91450" marT="45725" marB="45725"/>
                </a:tc>
                <a:tc>
                  <a:txBody>
                    <a:bodyPr/>
                    <a:lstStyle/>
                    <a:p>
                      <a:pPr marL="0" marR="0" lvl="0" indent="0" algn="ctr" rtl="0">
                        <a:spcBef>
                          <a:spcPts val="0"/>
                        </a:spcBef>
                        <a:spcAft>
                          <a:spcPts val="0"/>
                        </a:spcAft>
                        <a:buNone/>
                      </a:pPr>
                      <a:r>
                        <a:rPr lang="en-US" sz="1600" u="none" strike="noStrike" cap="none" dirty="0"/>
                        <a:t>9 – 3 = 6</a:t>
                      </a:r>
                      <a:endParaRPr sz="1600" dirty="0"/>
                    </a:p>
                  </a:txBody>
                  <a:tcPr marL="91450" marR="91450" marT="45725" marB="45725"/>
                </a:tc>
                <a:tc>
                  <a:txBody>
                    <a:bodyPr/>
                    <a:lstStyle/>
                    <a:p>
                      <a:pPr marL="0" marR="0" lvl="0" indent="0" algn="ctr" rtl="0">
                        <a:spcBef>
                          <a:spcPts val="0"/>
                        </a:spcBef>
                        <a:spcAft>
                          <a:spcPts val="0"/>
                        </a:spcAft>
                        <a:buNone/>
                      </a:pPr>
                      <a:r>
                        <a:rPr lang="en-US" sz="1600" dirty="0"/>
                        <a:t>6 – 4 = 2</a:t>
                      </a:r>
                      <a:endParaRPr sz="1600" dirty="0"/>
                    </a:p>
                  </a:txBody>
                  <a:tcPr marL="91450" marR="91450" marT="45725" marB="45725"/>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5162566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250" name="Group 23">
            <a:extLst>
              <a:ext uri="{FF2B5EF4-FFF2-40B4-BE49-F238E27FC236}">
                <a16:creationId xmlns:a16="http://schemas.microsoft.com/office/drawing/2014/main" id="{805C582C-22E8-49B5-9EE2-2E010570797F}"/>
              </a:ext>
            </a:extLst>
          </p:cNvPr>
          <p:cNvGrpSpPr>
            <a:grpSpLocks/>
          </p:cNvGrpSpPr>
          <p:nvPr/>
        </p:nvGrpSpPr>
        <p:grpSpPr bwMode="auto">
          <a:xfrm>
            <a:off x="914400" y="1600200"/>
            <a:ext cx="7391400" cy="1023938"/>
            <a:chOff x="1066800" y="3810000"/>
            <a:chExt cx="7391400" cy="1024354"/>
          </a:xfrm>
        </p:grpSpPr>
        <p:sp>
          <p:nvSpPr>
            <p:cNvPr id="53280" name="TextBox 7">
              <a:extLst>
                <a:ext uri="{FF2B5EF4-FFF2-40B4-BE49-F238E27FC236}">
                  <a16:creationId xmlns:a16="http://schemas.microsoft.com/office/drawing/2014/main" id="{7AF8882F-DE82-492B-92E2-A5B173CBD18C}"/>
                </a:ext>
              </a:extLst>
            </p:cNvPr>
            <p:cNvSpPr txBox="1">
              <a:spLocks noChangeArrowheads="1"/>
            </p:cNvSpPr>
            <p:nvPr/>
          </p:nvSpPr>
          <p:spPr bwMode="auto">
            <a:xfrm>
              <a:off x="1066800" y="4495800"/>
              <a:ext cx="7391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1600" b="0" i="0" u="none" strike="noStrike" kern="1200" cap="none" spc="0" normalizeH="0" baseline="0" noProof="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0     		      6     7		     10		    14</a:t>
              </a:r>
            </a:p>
          </p:txBody>
        </p:sp>
        <p:grpSp>
          <p:nvGrpSpPr>
            <p:cNvPr id="3" name="Group 22">
              <a:extLst>
                <a:ext uri="{FF2B5EF4-FFF2-40B4-BE49-F238E27FC236}">
                  <a16:creationId xmlns:a16="http://schemas.microsoft.com/office/drawing/2014/main" id="{62F9A22A-4BE5-4907-B9DA-1CFF67FD6B03}"/>
                </a:ext>
              </a:extLst>
            </p:cNvPr>
            <p:cNvGrpSpPr/>
            <p:nvPr/>
          </p:nvGrpSpPr>
          <p:grpSpPr>
            <a:xfrm>
              <a:off x="1219200" y="3810000"/>
              <a:ext cx="6934200" cy="685800"/>
              <a:chOff x="1219200" y="3810000"/>
              <a:chExt cx="6934200" cy="685800"/>
            </a:xfrm>
            <a:effectLst>
              <a:outerShdw blurRad="50800" dist="38100" dir="2700000" algn="tl" rotWithShape="0">
                <a:prstClr val="black">
                  <a:alpha val="40000"/>
                </a:prstClr>
              </a:outerShdw>
            </a:effectLst>
          </p:grpSpPr>
          <p:sp>
            <p:nvSpPr>
              <p:cNvPr id="10" name="Rectangle 9">
                <a:extLst>
                  <a:ext uri="{FF2B5EF4-FFF2-40B4-BE49-F238E27FC236}">
                    <a16:creationId xmlns:a16="http://schemas.microsoft.com/office/drawing/2014/main" id="{155176CF-503C-4519-AEC0-77BACD780C1F}"/>
                  </a:ext>
                </a:extLst>
              </p:cNvPr>
              <p:cNvSpPr/>
              <p:nvPr/>
            </p:nvSpPr>
            <p:spPr bwMode="auto">
              <a:xfrm>
                <a:off x="1219200" y="3810000"/>
                <a:ext cx="2590800" cy="685800"/>
              </a:xfrm>
              <a:prstGeom prst="rect">
                <a:avLst/>
              </a:prstGeom>
              <a:solidFill>
                <a:srgbClr val="FFFF99"/>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   A</a:t>
                </a:r>
              </a:p>
            </p:txBody>
          </p:sp>
          <p:sp>
            <p:nvSpPr>
              <p:cNvPr id="11" name="Rectangle 10">
                <a:extLst>
                  <a:ext uri="{FF2B5EF4-FFF2-40B4-BE49-F238E27FC236}">
                    <a16:creationId xmlns:a16="http://schemas.microsoft.com/office/drawing/2014/main" id="{826C8D9E-5DE5-4CD2-ACA5-C479DA0D2091}"/>
                  </a:ext>
                </a:extLst>
              </p:cNvPr>
              <p:cNvSpPr/>
              <p:nvPr/>
            </p:nvSpPr>
            <p:spPr bwMode="auto">
              <a:xfrm>
                <a:off x="6477000" y="3810000"/>
                <a:ext cx="1676400" cy="685800"/>
              </a:xfrm>
              <a:prstGeom prst="rect">
                <a:avLst/>
              </a:prstGeom>
              <a:solidFill>
                <a:srgbClr val="92D050"/>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a:ea typeface="MS PGothic" panose="020B0600070205080204" pitchFamily="34" charset="-128"/>
                    <a:cs typeface="Courier New" pitchFamily="49" charset="0"/>
                  </a:rPr>
                  <a:t>D</a:t>
                </a:r>
              </a:p>
            </p:txBody>
          </p:sp>
          <p:sp>
            <p:nvSpPr>
              <p:cNvPr id="12" name="Rectangle 11">
                <a:extLst>
                  <a:ext uri="{FF2B5EF4-FFF2-40B4-BE49-F238E27FC236}">
                    <a16:creationId xmlns:a16="http://schemas.microsoft.com/office/drawing/2014/main" id="{27E7E016-D9CA-41C8-8F93-B45BB248E283}"/>
                  </a:ext>
                </a:extLst>
              </p:cNvPr>
              <p:cNvSpPr/>
              <p:nvPr/>
            </p:nvSpPr>
            <p:spPr bwMode="auto">
              <a:xfrm>
                <a:off x="3810000" y="3810000"/>
                <a:ext cx="762000" cy="685800"/>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C</a:t>
                </a:r>
              </a:p>
            </p:txBody>
          </p:sp>
          <p:sp>
            <p:nvSpPr>
              <p:cNvPr id="13" name="Rectangle 12">
                <a:extLst>
                  <a:ext uri="{FF2B5EF4-FFF2-40B4-BE49-F238E27FC236}">
                    <a16:creationId xmlns:a16="http://schemas.microsoft.com/office/drawing/2014/main" id="{1EC071D5-A748-4F79-8436-F5F3BBE6382E}"/>
                  </a:ext>
                </a:extLst>
              </p:cNvPr>
              <p:cNvSpPr/>
              <p:nvPr/>
            </p:nvSpPr>
            <p:spPr bwMode="auto">
              <a:xfrm>
                <a:off x="4572000" y="3810000"/>
                <a:ext cx="19050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   B</a:t>
                </a:r>
              </a:p>
            </p:txBody>
          </p:sp>
        </p:grpSp>
      </p:grpSp>
      <p:pic>
        <p:nvPicPr>
          <p:cNvPr id="53251" name="Picture 3">
            <a:extLst>
              <a:ext uri="{FF2B5EF4-FFF2-40B4-BE49-F238E27FC236}">
                <a16:creationId xmlns:a16="http://schemas.microsoft.com/office/drawing/2014/main" id="{FB17DA0A-38D5-4454-9DB7-538B96D7996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8805"/>
          <a:stretch/>
        </p:blipFill>
        <p:spPr bwMode="auto">
          <a:xfrm>
            <a:off x="2464286" y="2607983"/>
            <a:ext cx="3936514"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Slide Number Placeholder 4">
            <a:extLst>
              <a:ext uri="{FF2B5EF4-FFF2-40B4-BE49-F238E27FC236}">
                <a16:creationId xmlns:a16="http://schemas.microsoft.com/office/drawing/2014/main" id="{04260C91-023C-4B49-91B5-BB68086E88DE}"/>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E776B65-1C5E-4AE7-B4A9-3489DBCBC946}"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51</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5" name="Rectangle 9">
            <a:extLst>
              <a:ext uri="{FF2B5EF4-FFF2-40B4-BE49-F238E27FC236}">
                <a16:creationId xmlns:a16="http://schemas.microsoft.com/office/drawing/2014/main" id="{2203069D-5009-49AE-BE03-C7E4C6712DAD}"/>
              </a:ext>
            </a:extLst>
          </p:cNvPr>
          <p:cNvSpPr txBox="1">
            <a:spLocks noChangeArrowheads="1"/>
          </p:cNvSpPr>
          <p:nvPr/>
        </p:nvSpPr>
        <p:spPr>
          <a:xfrm>
            <a:off x="990600" y="838200"/>
            <a:ext cx="7620000" cy="609600"/>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600" b="1"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Example </a:t>
            </a:r>
            <a:r>
              <a:rPr lang="en-US" sz="2600" b="1" kern="0" dirty="0">
                <a:solidFill>
                  <a:srgbClr val="222222"/>
                </a:solidFill>
                <a:latin typeface="Arial"/>
              </a:rPr>
              <a:t>5 (</a:t>
            </a:r>
            <a:r>
              <a:rPr lang="en-US" sz="2600" b="1" kern="0" dirty="0" err="1">
                <a:solidFill>
                  <a:srgbClr val="222222"/>
                </a:solidFill>
                <a:latin typeface="Arial"/>
              </a:rPr>
              <a:t>Nonpreemptive</a:t>
            </a:r>
            <a:r>
              <a:rPr lang="en-US" sz="2600" b="1" kern="0" dirty="0">
                <a:solidFill>
                  <a:srgbClr val="222222"/>
                </a:solidFill>
                <a:latin typeface="Arial"/>
              </a:rPr>
              <a:t> SJN/SJF)</a:t>
            </a:r>
            <a:endParaRPr kumimoji="0" lang="en-US" sz="26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6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p:txBody>
      </p:sp>
      <p:sp>
        <p:nvSpPr>
          <p:cNvPr id="16" name="TextBox 15">
            <a:extLst>
              <a:ext uri="{FF2B5EF4-FFF2-40B4-BE49-F238E27FC236}">
                <a16:creationId xmlns:a16="http://schemas.microsoft.com/office/drawing/2014/main" id="{178707D2-BFAD-4A89-AEFE-47E36EC76900}"/>
              </a:ext>
            </a:extLst>
          </p:cNvPr>
          <p:cNvSpPr txBox="1"/>
          <p:nvPr/>
        </p:nvSpPr>
        <p:spPr>
          <a:xfrm>
            <a:off x="1371600" y="5562600"/>
            <a:ext cx="6096000" cy="584200"/>
          </a:xfrm>
          <a:prstGeom prst="rect">
            <a:avLst/>
          </a:prstGeom>
          <a:noFill/>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Arial" charset="0"/>
              </a:rPr>
              <a:t>Note: </a:t>
            </a:r>
            <a:r>
              <a:rPr kumimoji="0" lang="en-US" sz="1600" b="1" i="0" u="none" strike="noStrike" kern="1200" cap="none" spc="0" normalizeH="0" baseline="0" noProof="0" dirty="0">
                <a:ln>
                  <a:noFill/>
                </a:ln>
                <a:solidFill>
                  <a:srgbClr val="0070C0"/>
                </a:solidFill>
                <a:effectLst/>
                <a:uLnTx/>
                <a:uFillTx/>
                <a:latin typeface="Arial"/>
                <a:ea typeface="MS PGothic" panose="020B0600070205080204" pitchFamily="34" charset="-128"/>
                <a:cs typeface="Arial" charset="0"/>
              </a:rPr>
              <a:t>Job A </a:t>
            </a:r>
            <a:r>
              <a:rPr kumimoji="0" lang="en-US" sz="16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Arial" charset="0"/>
              </a:rPr>
              <a:t>initially in the READY queue so it runs first and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6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Arial" charset="0"/>
              </a:rPr>
              <a:t>          continues with the rest.</a:t>
            </a:r>
          </a:p>
        </p:txBody>
      </p:sp>
      <p:sp>
        <p:nvSpPr>
          <p:cNvPr id="17" name="TextBox 16">
            <a:extLst>
              <a:ext uri="{FF2B5EF4-FFF2-40B4-BE49-F238E27FC236}">
                <a16:creationId xmlns:a16="http://schemas.microsoft.com/office/drawing/2014/main" id="{B5666321-602D-4167-A7C1-B6E9D08DB194}"/>
              </a:ext>
            </a:extLst>
          </p:cNvPr>
          <p:cNvSpPr txBox="1"/>
          <p:nvPr/>
        </p:nvSpPr>
        <p:spPr>
          <a:xfrm>
            <a:off x="6400800" y="6321425"/>
            <a:ext cx="1538288" cy="307975"/>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panose="020B0604020202020204" pitchFamily="34" charset="0"/>
              </a:rPr>
              <a:t>(Continued Next)</a:t>
            </a:r>
          </a:p>
        </p:txBody>
      </p:sp>
      <p:graphicFrame>
        <p:nvGraphicFramePr>
          <p:cNvPr id="19" name="Google Shape;999;p50"/>
          <p:cNvGraphicFramePr/>
          <p:nvPr>
            <p:extLst>
              <p:ext uri="{D42A27DB-BD31-4B8C-83A1-F6EECF244321}">
                <p14:modId xmlns:p14="http://schemas.microsoft.com/office/powerpoint/2010/main" val="1450476212"/>
              </p:ext>
            </p:extLst>
          </p:nvPr>
        </p:nvGraphicFramePr>
        <p:xfrm>
          <a:off x="1257300" y="3369933"/>
          <a:ext cx="6705600" cy="1854250"/>
        </p:xfrm>
        <a:graphic>
          <a:graphicData uri="http://schemas.openxmlformats.org/drawingml/2006/table">
            <a:tbl>
              <a:tblPr firstRow="1" bandRow="1">
                <a:noFill/>
              </a:tblPr>
              <a:tblGrid>
                <a:gridCol w="1600200">
                  <a:extLst>
                    <a:ext uri="{9D8B030D-6E8A-4147-A177-3AD203B41FA5}">
                      <a16:colId xmlns:a16="http://schemas.microsoft.com/office/drawing/2014/main" val="20000"/>
                    </a:ext>
                  </a:extLst>
                </a:gridCol>
                <a:gridCol w="1447800">
                  <a:extLst>
                    <a:ext uri="{9D8B030D-6E8A-4147-A177-3AD203B41FA5}">
                      <a16:colId xmlns:a16="http://schemas.microsoft.com/office/drawing/2014/main" val="20001"/>
                    </a:ext>
                  </a:extLst>
                </a:gridCol>
                <a:gridCol w="1576550">
                  <a:extLst>
                    <a:ext uri="{9D8B030D-6E8A-4147-A177-3AD203B41FA5}">
                      <a16:colId xmlns:a16="http://schemas.microsoft.com/office/drawing/2014/main" val="20002"/>
                    </a:ext>
                  </a:extLst>
                </a:gridCol>
                <a:gridCol w="2081050">
                  <a:extLst>
                    <a:ext uri="{9D8B030D-6E8A-4147-A177-3AD203B41FA5}">
                      <a16:colId xmlns:a16="http://schemas.microsoft.com/office/drawing/2014/main" val="20003"/>
                    </a:ext>
                  </a:extLst>
                </a:gridCol>
              </a:tblGrid>
              <a:tr h="370850">
                <a:tc>
                  <a:txBody>
                    <a:bodyPr/>
                    <a:lstStyle/>
                    <a:p>
                      <a:pPr marL="0" marR="0" lvl="0" indent="0" algn="ctr" rtl="0">
                        <a:spcBef>
                          <a:spcPts val="0"/>
                        </a:spcBef>
                        <a:spcAft>
                          <a:spcPts val="0"/>
                        </a:spcAft>
                        <a:buNone/>
                      </a:pPr>
                      <a:r>
                        <a:rPr lang="en-US" sz="1800" u="none" strike="noStrike" cap="none">
                          <a:solidFill>
                            <a:schemeClr val="dk1"/>
                          </a:solidFill>
                        </a:rPr>
                        <a:t>Process</a:t>
                      </a:r>
                      <a:endParaRPr/>
                    </a:p>
                  </a:txBody>
                  <a:tcPr marL="91450" marR="91450" marT="45725" marB="45725"/>
                </a:tc>
                <a:tc>
                  <a:txBody>
                    <a:bodyPr/>
                    <a:lstStyle/>
                    <a:p>
                      <a:pPr marL="0" marR="0" lvl="0" indent="0" algn="ctr" rtl="0">
                        <a:spcBef>
                          <a:spcPts val="0"/>
                        </a:spcBef>
                        <a:spcAft>
                          <a:spcPts val="0"/>
                        </a:spcAft>
                        <a:buNone/>
                      </a:pPr>
                      <a:r>
                        <a:rPr lang="en-US" sz="1800" u="none" strike="noStrike" cap="none" dirty="0">
                          <a:solidFill>
                            <a:schemeClr val="dk1"/>
                          </a:solidFill>
                        </a:rPr>
                        <a:t>CPU Burst</a:t>
                      </a:r>
                      <a:endParaRPr dirty="0"/>
                    </a:p>
                  </a:txBody>
                  <a:tcPr marL="91450" marR="91450" marT="45725" marB="45725"/>
                </a:tc>
                <a:tc>
                  <a:txBody>
                    <a:bodyPr/>
                    <a:lstStyle/>
                    <a:p>
                      <a:pPr marL="0" marR="0" lvl="0" indent="0" algn="ctr" rtl="0">
                        <a:spcBef>
                          <a:spcPts val="0"/>
                        </a:spcBef>
                        <a:spcAft>
                          <a:spcPts val="0"/>
                        </a:spcAft>
                        <a:buNone/>
                      </a:pPr>
                      <a:r>
                        <a:rPr lang="en-US" sz="1800" u="none" strike="noStrike" cap="none">
                          <a:solidFill>
                            <a:schemeClr val="dk1"/>
                          </a:solidFill>
                        </a:rPr>
                        <a:t>Arrival Time</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solidFill>
                            <a:schemeClr val="dk1"/>
                          </a:solidFill>
                        </a:rPr>
                        <a:t>Completion Time</a:t>
                      </a:r>
                      <a:endParaRPr/>
                    </a:p>
                  </a:txBody>
                  <a:tcPr marL="91450" marR="91450" marT="45725" marB="45725"/>
                </a:tc>
                <a:extLst>
                  <a:ext uri="{0D108BD9-81ED-4DB2-BD59-A6C34878D82A}">
                    <a16:rowId xmlns:a16="http://schemas.microsoft.com/office/drawing/2014/main" val="10000"/>
                  </a:ext>
                </a:extLst>
              </a:tr>
              <a:tr h="370850">
                <a:tc>
                  <a:txBody>
                    <a:bodyPr/>
                    <a:lstStyle/>
                    <a:p>
                      <a:pPr marL="0" marR="0" lvl="0" indent="0" algn="ctr" rtl="0">
                        <a:spcBef>
                          <a:spcPts val="0"/>
                        </a:spcBef>
                        <a:spcAft>
                          <a:spcPts val="0"/>
                        </a:spcAft>
                        <a:buNone/>
                      </a:pPr>
                      <a:r>
                        <a:rPr lang="en-US" sz="1800" u="none" strike="noStrike" cap="none"/>
                        <a:t>Job A</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6</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0.0</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6</a:t>
                      </a:r>
                      <a:endParaRPr/>
                    </a:p>
                  </a:txBody>
                  <a:tcPr marL="91450" marR="91450" marT="45725" marB="45725"/>
                </a:tc>
                <a:extLst>
                  <a:ext uri="{0D108BD9-81ED-4DB2-BD59-A6C34878D82A}">
                    <a16:rowId xmlns:a16="http://schemas.microsoft.com/office/drawing/2014/main" val="10001"/>
                  </a:ext>
                </a:extLst>
              </a:tr>
              <a:tr h="370850">
                <a:tc>
                  <a:txBody>
                    <a:bodyPr/>
                    <a:lstStyle/>
                    <a:p>
                      <a:pPr marL="0" marR="0" lvl="0" indent="0" algn="ctr" rtl="0">
                        <a:spcBef>
                          <a:spcPts val="0"/>
                        </a:spcBef>
                        <a:spcAft>
                          <a:spcPts val="0"/>
                        </a:spcAft>
                        <a:buNone/>
                      </a:pPr>
                      <a:r>
                        <a:rPr lang="en-US" sz="1800" u="none" strike="noStrike" cap="none"/>
                        <a:t>Job B</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3</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10</a:t>
                      </a:r>
                      <a:endParaRPr/>
                    </a:p>
                  </a:txBody>
                  <a:tcPr marL="91450" marR="91450" marT="45725" marB="45725"/>
                </a:tc>
                <a:extLst>
                  <a:ext uri="{0D108BD9-81ED-4DB2-BD59-A6C34878D82A}">
                    <a16:rowId xmlns:a16="http://schemas.microsoft.com/office/drawing/2014/main" val="10002"/>
                  </a:ext>
                </a:extLst>
              </a:tr>
              <a:tr h="370850">
                <a:tc>
                  <a:txBody>
                    <a:bodyPr/>
                    <a:lstStyle/>
                    <a:p>
                      <a:pPr marL="0" marR="0" lvl="0" indent="0" algn="ctr" rtl="0">
                        <a:spcBef>
                          <a:spcPts val="0"/>
                        </a:spcBef>
                        <a:spcAft>
                          <a:spcPts val="0"/>
                        </a:spcAft>
                        <a:buNone/>
                      </a:pPr>
                      <a:r>
                        <a:rPr lang="en-US" sz="1800" u="none" strike="noStrike" cap="none"/>
                        <a:t>Job C</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2.0</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7</a:t>
                      </a:r>
                      <a:endParaRPr/>
                    </a:p>
                  </a:txBody>
                  <a:tcPr marL="91450" marR="91450" marT="45725" marB="45725"/>
                </a:tc>
                <a:extLst>
                  <a:ext uri="{0D108BD9-81ED-4DB2-BD59-A6C34878D82A}">
                    <a16:rowId xmlns:a16="http://schemas.microsoft.com/office/drawing/2014/main" val="10003"/>
                  </a:ext>
                </a:extLst>
              </a:tr>
              <a:tr h="370850">
                <a:tc>
                  <a:txBody>
                    <a:bodyPr/>
                    <a:lstStyle/>
                    <a:p>
                      <a:pPr marL="0" marR="0" lvl="0" indent="0" algn="ctr" rtl="0">
                        <a:spcBef>
                          <a:spcPts val="0"/>
                        </a:spcBef>
                        <a:spcAft>
                          <a:spcPts val="0"/>
                        </a:spcAft>
                        <a:buNone/>
                      </a:pPr>
                      <a:r>
                        <a:rPr lang="en-US" sz="1800" u="none" strike="noStrike" cap="none"/>
                        <a:t>Job D</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4</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3.0</a:t>
                      </a:r>
                      <a:endParaRPr/>
                    </a:p>
                  </a:txBody>
                  <a:tcPr marL="91450" marR="91450" marT="45725" marB="45725"/>
                </a:tc>
                <a:tc>
                  <a:txBody>
                    <a:bodyPr/>
                    <a:lstStyle/>
                    <a:p>
                      <a:pPr marL="0" marR="0" lvl="0" indent="0" algn="ctr" rtl="0">
                        <a:spcBef>
                          <a:spcPts val="0"/>
                        </a:spcBef>
                        <a:spcAft>
                          <a:spcPts val="0"/>
                        </a:spcAft>
                        <a:buNone/>
                      </a:pPr>
                      <a:r>
                        <a:rPr lang="en-US" sz="1800" u="none" strike="noStrike" cap="none" dirty="0"/>
                        <a:t>14</a:t>
                      </a:r>
                      <a:endParaRPr dirty="0"/>
                    </a:p>
                  </a:txBody>
                  <a:tcPr marL="91450" marR="91450" marT="45725" marB="45725"/>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0637350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274" name="Group 23">
            <a:extLst>
              <a:ext uri="{FF2B5EF4-FFF2-40B4-BE49-F238E27FC236}">
                <a16:creationId xmlns:a16="http://schemas.microsoft.com/office/drawing/2014/main" id="{F3EFED24-4DBF-4AB8-AA7F-AF0816689327}"/>
              </a:ext>
            </a:extLst>
          </p:cNvPr>
          <p:cNvGrpSpPr>
            <a:grpSpLocks/>
          </p:cNvGrpSpPr>
          <p:nvPr/>
        </p:nvGrpSpPr>
        <p:grpSpPr bwMode="auto">
          <a:xfrm>
            <a:off x="914400" y="1143000"/>
            <a:ext cx="7391400" cy="1023938"/>
            <a:chOff x="1066800" y="3810000"/>
            <a:chExt cx="7391400" cy="1024354"/>
          </a:xfrm>
        </p:grpSpPr>
        <p:sp>
          <p:nvSpPr>
            <p:cNvPr id="54321" name="TextBox 7">
              <a:extLst>
                <a:ext uri="{FF2B5EF4-FFF2-40B4-BE49-F238E27FC236}">
                  <a16:creationId xmlns:a16="http://schemas.microsoft.com/office/drawing/2014/main" id="{0B12DA49-FABF-4220-8E0C-B03925C5262E}"/>
                </a:ext>
              </a:extLst>
            </p:cNvPr>
            <p:cNvSpPr txBox="1">
              <a:spLocks noChangeArrowheads="1"/>
            </p:cNvSpPr>
            <p:nvPr/>
          </p:nvSpPr>
          <p:spPr bwMode="auto">
            <a:xfrm>
              <a:off x="1066800" y="4495800"/>
              <a:ext cx="7391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1600" b="0" i="0" u="none" strike="noStrike" kern="1200" cap="none" spc="0" normalizeH="0" baseline="0" noProof="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0     		      6     7		     10		    14</a:t>
              </a:r>
            </a:p>
          </p:txBody>
        </p:sp>
        <p:grpSp>
          <p:nvGrpSpPr>
            <p:cNvPr id="3" name="Group 22">
              <a:extLst>
                <a:ext uri="{FF2B5EF4-FFF2-40B4-BE49-F238E27FC236}">
                  <a16:creationId xmlns:a16="http://schemas.microsoft.com/office/drawing/2014/main" id="{B0880F98-0C85-4950-A5FF-F5C5A4E3193A}"/>
                </a:ext>
              </a:extLst>
            </p:cNvPr>
            <p:cNvGrpSpPr/>
            <p:nvPr/>
          </p:nvGrpSpPr>
          <p:grpSpPr>
            <a:xfrm>
              <a:off x="1219200" y="3810000"/>
              <a:ext cx="6934200" cy="685800"/>
              <a:chOff x="1219200" y="3810000"/>
              <a:chExt cx="6934200" cy="685800"/>
            </a:xfrm>
            <a:effectLst>
              <a:outerShdw blurRad="50800" dist="38100" dir="2700000" algn="tl" rotWithShape="0">
                <a:prstClr val="black">
                  <a:alpha val="40000"/>
                </a:prstClr>
              </a:outerShdw>
            </a:effectLst>
          </p:grpSpPr>
          <p:sp>
            <p:nvSpPr>
              <p:cNvPr id="10" name="Rectangle 9">
                <a:extLst>
                  <a:ext uri="{FF2B5EF4-FFF2-40B4-BE49-F238E27FC236}">
                    <a16:creationId xmlns:a16="http://schemas.microsoft.com/office/drawing/2014/main" id="{2697B95E-B308-4863-AC67-620B8E9A9BB1}"/>
                  </a:ext>
                </a:extLst>
              </p:cNvPr>
              <p:cNvSpPr/>
              <p:nvPr/>
            </p:nvSpPr>
            <p:spPr bwMode="auto">
              <a:xfrm>
                <a:off x="1219200" y="3810000"/>
                <a:ext cx="2590800" cy="685800"/>
              </a:xfrm>
              <a:prstGeom prst="rect">
                <a:avLst/>
              </a:prstGeom>
              <a:solidFill>
                <a:srgbClr val="FFFF99"/>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   A</a:t>
                </a:r>
              </a:p>
            </p:txBody>
          </p:sp>
          <p:sp>
            <p:nvSpPr>
              <p:cNvPr id="11" name="Rectangle 10">
                <a:extLst>
                  <a:ext uri="{FF2B5EF4-FFF2-40B4-BE49-F238E27FC236}">
                    <a16:creationId xmlns:a16="http://schemas.microsoft.com/office/drawing/2014/main" id="{38190BA1-DD21-42B0-B4FE-0C53B901F7CD}"/>
                  </a:ext>
                </a:extLst>
              </p:cNvPr>
              <p:cNvSpPr/>
              <p:nvPr/>
            </p:nvSpPr>
            <p:spPr bwMode="auto">
              <a:xfrm>
                <a:off x="6477000" y="3810000"/>
                <a:ext cx="1676400" cy="685800"/>
              </a:xfrm>
              <a:prstGeom prst="rect">
                <a:avLst/>
              </a:prstGeom>
              <a:solidFill>
                <a:srgbClr val="92D050"/>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a:ea typeface="MS PGothic" panose="020B0600070205080204" pitchFamily="34" charset="-128"/>
                    <a:cs typeface="Courier New" pitchFamily="49" charset="0"/>
                  </a:rPr>
                  <a:t>D</a:t>
                </a:r>
              </a:p>
            </p:txBody>
          </p:sp>
          <p:sp>
            <p:nvSpPr>
              <p:cNvPr id="12" name="Rectangle 11">
                <a:extLst>
                  <a:ext uri="{FF2B5EF4-FFF2-40B4-BE49-F238E27FC236}">
                    <a16:creationId xmlns:a16="http://schemas.microsoft.com/office/drawing/2014/main" id="{53B7AD14-F923-4F4C-9435-976C3E1BEA17}"/>
                  </a:ext>
                </a:extLst>
              </p:cNvPr>
              <p:cNvSpPr/>
              <p:nvPr/>
            </p:nvSpPr>
            <p:spPr bwMode="auto">
              <a:xfrm>
                <a:off x="3810000" y="3810000"/>
                <a:ext cx="762000" cy="685800"/>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C</a:t>
                </a:r>
              </a:p>
            </p:txBody>
          </p:sp>
          <p:sp>
            <p:nvSpPr>
              <p:cNvPr id="13" name="Rectangle 12">
                <a:extLst>
                  <a:ext uri="{FF2B5EF4-FFF2-40B4-BE49-F238E27FC236}">
                    <a16:creationId xmlns:a16="http://schemas.microsoft.com/office/drawing/2014/main" id="{B9CF1CF7-CF3E-476B-8923-33E0A83ADEEA}"/>
                  </a:ext>
                </a:extLst>
              </p:cNvPr>
              <p:cNvSpPr/>
              <p:nvPr/>
            </p:nvSpPr>
            <p:spPr bwMode="auto">
              <a:xfrm>
                <a:off x="4572000" y="3810000"/>
                <a:ext cx="19050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   B</a:t>
                </a:r>
              </a:p>
            </p:txBody>
          </p:sp>
        </p:grpSp>
      </p:grpSp>
      <p:sp>
        <p:nvSpPr>
          <p:cNvPr id="54275" name="Slide Number Placeholder 4">
            <a:extLst>
              <a:ext uri="{FF2B5EF4-FFF2-40B4-BE49-F238E27FC236}">
                <a16:creationId xmlns:a16="http://schemas.microsoft.com/office/drawing/2014/main" id="{A410B6B0-E6B4-44B1-96C4-2B0D1ECAFCD7}"/>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07CB67E-89CE-47DD-B0B0-48A39668895A}"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52</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7" name="TextBox 16">
            <a:extLst>
              <a:ext uri="{FF2B5EF4-FFF2-40B4-BE49-F238E27FC236}">
                <a16:creationId xmlns:a16="http://schemas.microsoft.com/office/drawing/2014/main" id="{FA813B76-F223-469C-9FCB-A257FCF0E233}"/>
              </a:ext>
            </a:extLst>
          </p:cNvPr>
          <p:cNvSpPr txBox="1"/>
          <p:nvPr/>
        </p:nvSpPr>
        <p:spPr>
          <a:xfrm>
            <a:off x="6400800" y="6321425"/>
            <a:ext cx="1538288" cy="307975"/>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panose="020B0604020202020204" pitchFamily="34" charset="0"/>
              </a:rPr>
              <a:t>(Continued Next)</a:t>
            </a:r>
          </a:p>
        </p:txBody>
      </p:sp>
      <p:graphicFrame>
        <p:nvGraphicFramePr>
          <p:cNvPr id="18" name="Table 17">
            <a:extLst>
              <a:ext uri="{FF2B5EF4-FFF2-40B4-BE49-F238E27FC236}">
                <a16:creationId xmlns:a16="http://schemas.microsoft.com/office/drawing/2014/main" id="{0BAE68AE-3CE8-4565-B5ED-996BBB76FC86}"/>
              </a:ext>
            </a:extLst>
          </p:cNvPr>
          <p:cNvGraphicFramePr>
            <a:graphicFrameLocks noGrp="1"/>
          </p:cNvGraphicFramePr>
          <p:nvPr>
            <p:extLst>
              <p:ext uri="{D42A27DB-BD31-4B8C-83A1-F6EECF244321}">
                <p14:modId xmlns:p14="http://schemas.microsoft.com/office/powerpoint/2010/main" val="2599782072"/>
              </p:ext>
            </p:extLst>
          </p:nvPr>
        </p:nvGraphicFramePr>
        <p:xfrm>
          <a:off x="1066800" y="2667000"/>
          <a:ext cx="6172200" cy="3267074"/>
        </p:xfrm>
        <a:graphic>
          <a:graphicData uri="http://schemas.openxmlformats.org/drawingml/2006/table">
            <a:tbl>
              <a:tblPr firstRow="1" bandRow="1">
                <a:tableStyleId>{74C1A8A3-306A-4EB7-A6B1-4F7E0EB9C5D6}</a:tableStyleId>
              </a:tblPr>
              <a:tblGrid>
                <a:gridCol w="1295400">
                  <a:extLst>
                    <a:ext uri="{9D8B030D-6E8A-4147-A177-3AD203B41FA5}">
                      <a16:colId xmlns:a16="http://schemas.microsoft.com/office/drawing/2014/main" val="20000"/>
                    </a:ext>
                  </a:extLst>
                </a:gridCol>
                <a:gridCol w="1036982">
                  <a:extLst>
                    <a:ext uri="{9D8B030D-6E8A-4147-A177-3AD203B41FA5}">
                      <a16:colId xmlns:a16="http://schemas.microsoft.com/office/drawing/2014/main" val="20001"/>
                    </a:ext>
                  </a:extLst>
                </a:gridCol>
                <a:gridCol w="944218">
                  <a:extLst>
                    <a:ext uri="{9D8B030D-6E8A-4147-A177-3AD203B41FA5}">
                      <a16:colId xmlns:a16="http://schemas.microsoft.com/office/drawing/2014/main" val="20002"/>
                    </a:ext>
                  </a:extLst>
                </a:gridCol>
                <a:gridCol w="1066800">
                  <a:extLst>
                    <a:ext uri="{9D8B030D-6E8A-4147-A177-3AD203B41FA5}">
                      <a16:colId xmlns:a16="http://schemas.microsoft.com/office/drawing/2014/main" val="20003"/>
                    </a:ext>
                  </a:extLst>
                </a:gridCol>
                <a:gridCol w="1828800">
                  <a:extLst>
                    <a:ext uri="{9D8B030D-6E8A-4147-A177-3AD203B41FA5}">
                      <a16:colId xmlns:a16="http://schemas.microsoft.com/office/drawing/2014/main" val="20004"/>
                    </a:ext>
                  </a:extLst>
                </a:gridCol>
              </a:tblGrid>
              <a:tr h="670690">
                <a:tc>
                  <a:txBody>
                    <a:bodyPr/>
                    <a:lstStyle/>
                    <a:p>
                      <a:pPr algn="ctr"/>
                      <a:r>
                        <a:rPr lang="en-US" sz="1800" dirty="0">
                          <a:solidFill>
                            <a:schemeClr val="tx1"/>
                          </a:solidFill>
                        </a:rPr>
                        <a:t>Process</a:t>
                      </a:r>
                    </a:p>
                  </a:txBody>
                  <a:tcPr marT="45729" marB="45729"/>
                </a:tc>
                <a:tc>
                  <a:txBody>
                    <a:bodyPr/>
                    <a:lstStyle/>
                    <a:p>
                      <a:pPr algn="ctr"/>
                      <a:r>
                        <a:rPr lang="en-US" sz="1800" dirty="0">
                          <a:solidFill>
                            <a:schemeClr val="tx1"/>
                          </a:solidFill>
                        </a:rPr>
                        <a:t>CPU Burst</a:t>
                      </a:r>
                    </a:p>
                  </a:txBody>
                  <a:tcPr marT="45729" marB="45729"/>
                </a:tc>
                <a:tc>
                  <a:txBody>
                    <a:bodyPr/>
                    <a:lstStyle/>
                    <a:p>
                      <a:pPr algn="ctr"/>
                      <a:r>
                        <a:rPr lang="en-US" sz="1800" dirty="0">
                          <a:solidFill>
                            <a:schemeClr val="tx1"/>
                          </a:solidFill>
                        </a:rPr>
                        <a:t>Time</a:t>
                      </a:r>
                    </a:p>
                  </a:txBody>
                  <a:tcPr marT="45729" marB="45729"/>
                </a:tc>
                <a:tc>
                  <a:txBody>
                    <a:bodyPr/>
                    <a:lstStyle/>
                    <a:p>
                      <a:pPr algn="ctr"/>
                      <a:r>
                        <a:rPr lang="en-US" sz="1800" dirty="0">
                          <a:solidFill>
                            <a:schemeClr val="tx1"/>
                          </a:solidFill>
                        </a:rPr>
                        <a:t>Job in CPU</a:t>
                      </a:r>
                    </a:p>
                  </a:txBody>
                  <a:tcPr marT="45729" marB="45729">
                    <a:noFill/>
                  </a:tcPr>
                </a:tc>
                <a:tc>
                  <a:txBody>
                    <a:bodyPr/>
                    <a:lstStyle/>
                    <a:p>
                      <a:pPr algn="ctr"/>
                      <a:r>
                        <a:rPr lang="en-US" sz="1800" dirty="0">
                          <a:solidFill>
                            <a:schemeClr val="tx1"/>
                          </a:solidFill>
                        </a:rPr>
                        <a:t>Job in </a:t>
                      </a:r>
                      <a:r>
                        <a:rPr lang="en-US" sz="2000" b="0" dirty="0">
                          <a:solidFill>
                            <a:schemeClr val="tx1"/>
                          </a:solidFill>
                          <a:latin typeface="Courier New"/>
                          <a:cs typeface="Courier New"/>
                        </a:rPr>
                        <a:t>READY</a:t>
                      </a:r>
                      <a:r>
                        <a:rPr lang="en-US" sz="1800" dirty="0">
                          <a:solidFill>
                            <a:schemeClr val="tx1"/>
                          </a:solidFill>
                        </a:rPr>
                        <a:t> queue</a:t>
                      </a:r>
                    </a:p>
                  </a:txBody>
                  <a:tcPr marT="45729" marB="45729">
                    <a:noFill/>
                  </a:tcPr>
                </a:tc>
                <a:extLst>
                  <a:ext uri="{0D108BD9-81ED-4DB2-BD59-A6C34878D82A}">
                    <a16:rowId xmlns:a16="http://schemas.microsoft.com/office/drawing/2014/main" val="10000"/>
                  </a:ext>
                </a:extLst>
              </a:tr>
              <a:tr h="370912">
                <a:tc>
                  <a:txBody>
                    <a:bodyPr/>
                    <a:lstStyle/>
                    <a:p>
                      <a:pPr algn="ctr"/>
                      <a:r>
                        <a:rPr lang="en-US" sz="1800" dirty="0"/>
                        <a:t>Job A</a:t>
                      </a:r>
                    </a:p>
                  </a:txBody>
                  <a:tcPr marT="45729" marB="45729"/>
                </a:tc>
                <a:tc>
                  <a:txBody>
                    <a:bodyPr/>
                    <a:lstStyle/>
                    <a:p>
                      <a:pPr algn="ctr"/>
                      <a:r>
                        <a:rPr lang="en-US" sz="1800" dirty="0"/>
                        <a:t>6</a:t>
                      </a:r>
                    </a:p>
                  </a:txBody>
                  <a:tcPr marT="45729" marB="45729"/>
                </a:tc>
                <a:tc>
                  <a:txBody>
                    <a:bodyPr/>
                    <a:lstStyle/>
                    <a:p>
                      <a:pPr algn="ctr"/>
                      <a:r>
                        <a:rPr lang="en-US" sz="1800" dirty="0"/>
                        <a:t>0.0</a:t>
                      </a:r>
                    </a:p>
                  </a:txBody>
                  <a:tcPr marT="45729" marB="45729"/>
                </a:tc>
                <a:tc>
                  <a:txBody>
                    <a:bodyPr/>
                    <a:lstStyle/>
                    <a:p>
                      <a:pPr algn="ctr"/>
                      <a:r>
                        <a:rPr lang="en-US" sz="1800" dirty="0">
                          <a:solidFill>
                            <a:schemeClr val="accent6">
                              <a:lumMod val="60000"/>
                              <a:lumOff val="40000"/>
                            </a:schemeClr>
                          </a:solidFill>
                        </a:rPr>
                        <a:t>A</a:t>
                      </a:r>
                    </a:p>
                  </a:txBody>
                  <a:tcPr marT="45729" marB="45729">
                    <a:solidFill>
                      <a:srgbClr val="FFFF99"/>
                    </a:solidFill>
                  </a:tcPr>
                </a:tc>
                <a:tc>
                  <a:txBody>
                    <a:bodyPr/>
                    <a:lstStyle/>
                    <a:p>
                      <a:pPr algn="ctr"/>
                      <a:r>
                        <a:rPr lang="en-US" sz="1800" dirty="0">
                          <a:solidFill>
                            <a:schemeClr val="tx1"/>
                          </a:solidFill>
                        </a:rPr>
                        <a:t>-</a:t>
                      </a:r>
                    </a:p>
                  </a:txBody>
                  <a:tcPr marT="45729" marB="45729">
                    <a:noFill/>
                  </a:tcPr>
                </a:tc>
                <a:extLst>
                  <a:ext uri="{0D108BD9-81ED-4DB2-BD59-A6C34878D82A}">
                    <a16:rowId xmlns:a16="http://schemas.microsoft.com/office/drawing/2014/main" val="10001"/>
                  </a:ext>
                </a:extLst>
              </a:tr>
              <a:tr h="370912">
                <a:tc>
                  <a:txBody>
                    <a:bodyPr/>
                    <a:lstStyle/>
                    <a:p>
                      <a:pPr algn="ctr"/>
                      <a:r>
                        <a:rPr lang="en-US" sz="1800" dirty="0"/>
                        <a:t>Job B</a:t>
                      </a:r>
                    </a:p>
                  </a:txBody>
                  <a:tcPr marT="45729" marB="45729"/>
                </a:tc>
                <a:tc>
                  <a:txBody>
                    <a:bodyPr/>
                    <a:lstStyle/>
                    <a:p>
                      <a:pPr algn="ctr"/>
                      <a:r>
                        <a:rPr lang="en-US" sz="1800" dirty="0"/>
                        <a:t>3</a:t>
                      </a:r>
                    </a:p>
                  </a:txBody>
                  <a:tcPr marT="45729" marB="45729"/>
                </a:tc>
                <a:tc>
                  <a:txBody>
                    <a:bodyPr/>
                    <a:lstStyle/>
                    <a:p>
                      <a:pPr algn="ctr"/>
                      <a:r>
                        <a:rPr lang="en-US" sz="1800" dirty="0"/>
                        <a:t>1.0</a:t>
                      </a:r>
                    </a:p>
                  </a:txBody>
                  <a:tcPr marT="45729" marB="45729"/>
                </a:tc>
                <a:tc>
                  <a:txBody>
                    <a:bodyPr/>
                    <a:lstStyle/>
                    <a:p>
                      <a:pPr algn="ctr"/>
                      <a:r>
                        <a:rPr lang="en-US" sz="1800" dirty="0">
                          <a:solidFill>
                            <a:schemeClr val="accent6">
                              <a:lumMod val="60000"/>
                              <a:lumOff val="40000"/>
                            </a:schemeClr>
                          </a:solidFill>
                        </a:rPr>
                        <a:t>A</a:t>
                      </a:r>
                    </a:p>
                  </a:txBody>
                  <a:tcPr marT="45729" marB="45729">
                    <a:solidFill>
                      <a:srgbClr val="FFFF99"/>
                    </a:solidFill>
                  </a:tcPr>
                </a:tc>
                <a:tc>
                  <a:txBody>
                    <a:bodyPr/>
                    <a:lstStyle/>
                    <a:p>
                      <a:pPr algn="ctr"/>
                      <a:r>
                        <a:rPr lang="en-US" sz="1800" dirty="0">
                          <a:solidFill>
                            <a:schemeClr val="bg1"/>
                          </a:solidFill>
                        </a:rPr>
                        <a:t>B</a:t>
                      </a:r>
                    </a:p>
                  </a:txBody>
                  <a:tcPr marT="45729" marB="45729">
                    <a:solidFill>
                      <a:schemeClr val="bg1">
                        <a:lumMod val="50000"/>
                      </a:schemeClr>
                    </a:solidFill>
                  </a:tcPr>
                </a:tc>
                <a:extLst>
                  <a:ext uri="{0D108BD9-81ED-4DB2-BD59-A6C34878D82A}">
                    <a16:rowId xmlns:a16="http://schemas.microsoft.com/office/drawing/2014/main" val="10002"/>
                  </a:ext>
                </a:extLst>
              </a:tr>
              <a:tr h="370912">
                <a:tc>
                  <a:txBody>
                    <a:bodyPr/>
                    <a:lstStyle/>
                    <a:p>
                      <a:pPr algn="ctr"/>
                      <a:r>
                        <a:rPr lang="en-US" sz="1800" dirty="0"/>
                        <a:t>Job C</a:t>
                      </a:r>
                    </a:p>
                  </a:txBody>
                  <a:tcPr marT="45729" marB="45729"/>
                </a:tc>
                <a:tc>
                  <a:txBody>
                    <a:bodyPr/>
                    <a:lstStyle/>
                    <a:p>
                      <a:pPr algn="ctr"/>
                      <a:r>
                        <a:rPr lang="en-US" sz="1800" dirty="0"/>
                        <a:t>1</a:t>
                      </a:r>
                    </a:p>
                  </a:txBody>
                  <a:tcPr marT="45729" marB="45729"/>
                </a:tc>
                <a:tc>
                  <a:txBody>
                    <a:bodyPr/>
                    <a:lstStyle/>
                    <a:p>
                      <a:pPr algn="ctr"/>
                      <a:r>
                        <a:rPr lang="en-US" sz="1800" dirty="0"/>
                        <a:t>2.0</a:t>
                      </a:r>
                    </a:p>
                  </a:txBody>
                  <a:tcPr marT="45729" marB="45729"/>
                </a:tc>
                <a:tc>
                  <a:txBody>
                    <a:bodyPr/>
                    <a:lstStyle/>
                    <a:p>
                      <a:pPr algn="ctr"/>
                      <a:r>
                        <a:rPr lang="en-US" sz="1800" dirty="0">
                          <a:solidFill>
                            <a:schemeClr val="accent6">
                              <a:lumMod val="60000"/>
                              <a:lumOff val="40000"/>
                            </a:schemeClr>
                          </a:solidFill>
                        </a:rPr>
                        <a:t>A</a:t>
                      </a:r>
                    </a:p>
                  </a:txBody>
                  <a:tcPr marT="45729" marB="45729">
                    <a:solidFill>
                      <a:srgbClr val="FFFF99"/>
                    </a:solidFill>
                  </a:tcPr>
                </a:tc>
                <a:tc>
                  <a:txBody>
                    <a:bodyPr/>
                    <a:lstStyle/>
                    <a:p>
                      <a:pPr algn="ctr"/>
                      <a:r>
                        <a:rPr lang="en-US" sz="1800" dirty="0">
                          <a:solidFill>
                            <a:schemeClr val="bg1"/>
                          </a:solidFill>
                        </a:rPr>
                        <a:t>B, C</a:t>
                      </a:r>
                    </a:p>
                  </a:txBody>
                  <a:tcPr marT="45729" marB="45729">
                    <a:solidFill>
                      <a:schemeClr val="bg1">
                        <a:lumMod val="50000"/>
                      </a:schemeClr>
                    </a:solidFill>
                  </a:tcPr>
                </a:tc>
                <a:extLst>
                  <a:ext uri="{0D108BD9-81ED-4DB2-BD59-A6C34878D82A}">
                    <a16:rowId xmlns:a16="http://schemas.microsoft.com/office/drawing/2014/main" val="10003"/>
                  </a:ext>
                </a:extLst>
              </a:tr>
              <a:tr h="370912">
                <a:tc>
                  <a:txBody>
                    <a:bodyPr/>
                    <a:lstStyle/>
                    <a:p>
                      <a:pPr algn="ctr"/>
                      <a:r>
                        <a:rPr lang="en-US" sz="1800" dirty="0"/>
                        <a:t>Job D</a:t>
                      </a:r>
                    </a:p>
                  </a:txBody>
                  <a:tcPr marT="45729" marB="45729"/>
                </a:tc>
                <a:tc>
                  <a:txBody>
                    <a:bodyPr/>
                    <a:lstStyle/>
                    <a:p>
                      <a:pPr algn="ctr"/>
                      <a:r>
                        <a:rPr lang="en-US" sz="1800" dirty="0"/>
                        <a:t>4</a:t>
                      </a:r>
                    </a:p>
                  </a:txBody>
                  <a:tcPr marT="45729" marB="45729"/>
                </a:tc>
                <a:tc>
                  <a:txBody>
                    <a:bodyPr/>
                    <a:lstStyle/>
                    <a:p>
                      <a:pPr algn="ctr"/>
                      <a:r>
                        <a:rPr lang="en-US" sz="1800" dirty="0"/>
                        <a:t>3.0</a:t>
                      </a:r>
                    </a:p>
                  </a:txBody>
                  <a:tcPr marT="45729" marB="45729"/>
                </a:tc>
                <a:tc>
                  <a:txBody>
                    <a:bodyPr/>
                    <a:lstStyle/>
                    <a:p>
                      <a:pPr algn="ctr"/>
                      <a:r>
                        <a:rPr lang="en-US" sz="1800" dirty="0">
                          <a:solidFill>
                            <a:schemeClr val="accent6">
                              <a:lumMod val="60000"/>
                              <a:lumOff val="40000"/>
                            </a:schemeClr>
                          </a:solidFill>
                        </a:rPr>
                        <a:t>A</a:t>
                      </a:r>
                    </a:p>
                  </a:txBody>
                  <a:tcPr marT="45729" marB="45729">
                    <a:solidFill>
                      <a:srgbClr val="FFFF99"/>
                    </a:solidFill>
                  </a:tcPr>
                </a:tc>
                <a:tc>
                  <a:txBody>
                    <a:bodyPr/>
                    <a:lstStyle/>
                    <a:p>
                      <a:pPr algn="ctr"/>
                      <a:r>
                        <a:rPr lang="en-US" sz="1800" dirty="0">
                          <a:solidFill>
                            <a:schemeClr val="bg1"/>
                          </a:solidFill>
                        </a:rPr>
                        <a:t>B, C, D</a:t>
                      </a:r>
                    </a:p>
                  </a:txBody>
                  <a:tcPr marT="45729" marB="45729">
                    <a:solidFill>
                      <a:schemeClr val="bg1">
                        <a:lumMod val="50000"/>
                      </a:schemeClr>
                    </a:solidFill>
                  </a:tcPr>
                </a:tc>
                <a:extLst>
                  <a:ext uri="{0D108BD9-81ED-4DB2-BD59-A6C34878D82A}">
                    <a16:rowId xmlns:a16="http://schemas.microsoft.com/office/drawing/2014/main" val="10004"/>
                  </a:ext>
                </a:extLst>
              </a:tr>
              <a:tr h="370912">
                <a:tc>
                  <a:txBody>
                    <a:bodyPr/>
                    <a:lstStyle/>
                    <a:p>
                      <a:pPr algn="ctr"/>
                      <a:endParaRPr lang="en-US" sz="1800" dirty="0"/>
                    </a:p>
                  </a:txBody>
                  <a:tcPr marT="45729" marB="45729"/>
                </a:tc>
                <a:tc>
                  <a:txBody>
                    <a:bodyPr/>
                    <a:lstStyle/>
                    <a:p>
                      <a:pPr algn="ctr"/>
                      <a:endParaRPr lang="en-US" sz="1800" dirty="0"/>
                    </a:p>
                  </a:txBody>
                  <a:tcPr marT="45729" marB="45729"/>
                </a:tc>
                <a:tc>
                  <a:txBody>
                    <a:bodyPr/>
                    <a:lstStyle/>
                    <a:p>
                      <a:pPr algn="ctr"/>
                      <a:r>
                        <a:rPr lang="en-US" sz="1800" dirty="0"/>
                        <a:t>6.0</a:t>
                      </a:r>
                    </a:p>
                  </a:txBody>
                  <a:tcPr marT="45729" marB="45729"/>
                </a:tc>
                <a:tc>
                  <a:txBody>
                    <a:bodyPr/>
                    <a:lstStyle/>
                    <a:p>
                      <a:pPr algn="ctr"/>
                      <a:r>
                        <a:rPr lang="en-US" sz="1800" dirty="0">
                          <a:solidFill>
                            <a:schemeClr val="accent6">
                              <a:lumMod val="60000"/>
                              <a:lumOff val="40000"/>
                            </a:schemeClr>
                          </a:solidFill>
                        </a:rPr>
                        <a:t>C</a:t>
                      </a:r>
                    </a:p>
                  </a:txBody>
                  <a:tcPr marT="45729" marB="45729">
                    <a:solidFill>
                      <a:schemeClr val="accent2">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bg1"/>
                          </a:solidFill>
                        </a:rPr>
                        <a:t>B, D</a:t>
                      </a:r>
                    </a:p>
                  </a:txBody>
                  <a:tcPr marT="45729" marB="45729">
                    <a:solidFill>
                      <a:schemeClr val="bg1">
                        <a:lumMod val="50000"/>
                      </a:schemeClr>
                    </a:solidFill>
                  </a:tcPr>
                </a:tc>
                <a:extLst>
                  <a:ext uri="{0D108BD9-81ED-4DB2-BD59-A6C34878D82A}">
                    <a16:rowId xmlns:a16="http://schemas.microsoft.com/office/drawing/2014/main" val="10005"/>
                  </a:ext>
                </a:extLst>
              </a:tr>
              <a:tr h="370912">
                <a:tc>
                  <a:txBody>
                    <a:bodyPr/>
                    <a:lstStyle/>
                    <a:p>
                      <a:pPr algn="ctr"/>
                      <a:endParaRPr lang="en-US" sz="1800" dirty="0"/>
                    </a:p>
                  </a:txBody>
                  <a:tcPr marT="45729" marB="45729"/>
                </a:tc>
                <a:tc>
                  <a:txBody>
                    <a:bodyPr/>
                    <a:lstStyle/>
                    <a:p>
                      <a:pPr algn="ctr"/>
                      <a:endParaRPr lang="en-US" sz="1800" dirty="0"/>
                    </a:p>
                  </a:txBody>
                  <a:tcPr marT="45729" marB="45729"/>
                </a:tc>
                <a:tc>
                  <a:txBody>
                    <a:bodyPr/>
                    <a:lstStyle/>
                    <a:p>
                      <a:pPr algn="ctr"/>
                      <a:r>
                        <a:rPr lang="en-US" sz="1800" dirty="0"/>
                        <a:t>7.0</a:t>
                      </a:r>
                    </a:p>
                  </a:txBody>
                  <a:tcPr marT="45729" marB="45729"/>
                </a:tc>
                <a:tc>
                  <a:txBody>
                    <a:bodyPr/>
                    <a:lstStyle/>
                    <a:p>
                      <a:pPr algn="ctr"/>
                      <a:r>
                        <a:rPr lang="en-US" sz="1800" dirty="0">
                          <a:solidFill>
                            <a:schemeClr val="accent6">
                              <a:lumMod val="60000"/>
                              <a:lumOff val="40000"/>
                            </a:schemeClr>
                          </a:solidFill>
                        </a:rPr>
                        <a:t>B</a:t>
                      </a:r>
                    </a:p>
                  </a:txBody>
                  <a:tcPr marT="45729" marB="45729">
                    <a:no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bg1"/>
                          </a:solidFill>
                        </a:rPr>
                        <a:t>D</a:t>
                      </a:r>
                    </a:p>
                  </a:txBody>
                  <a:tcPr marT="45729" marB="45729">
                    <a:solidFill>
                      <a:schemeClr val="bg1">
                        <a:lumMod val="50000"/>
                      </a:schemeClr>
                    </a:solidFill>
                  </a:tcPr>
                </a:tc>
                <a:extLst>
                  <a:ext uri="{0D108BD9-81ED-4DB2-BD59-A6C34878D82A}">
                    <a16:rowId xmlns:a16="http://schemas.microsoft.com/office/drawing/2014/main" val="10006"/>
                  </a:ext>
                </a:extLst>
              </a:tr>
              <a:tr h="370912">
                <a:tc>
                  <a:txBody>
                    <a:bodyPr/>
                    <a:lstStyle/>
                    <a:p>
                      <a:pPr algn="ctr"/>
                      <a:endParaRPr lang="en-US" sz="1800" dirty="0"/>
                    </a:p>
                  </a:txBody>
                  <a:tcPr marT="45729" marB="45729"/>
                </a:tc>
                <a:tc>
                  <a:txBody>
                    <a:bodyPr/>
                    <a:lstStyle/>
                    <a:p>
                      <a:pPr algn="ctr"/>
                      <a:endParaRPr lang="en-US" sz="1800" dirty="0"/>
                    </a:p>
                  </a:txBody>
                  <a:tcPr marT="45729" marB="45729"/>
                </a:tc>
                <a:tc>
                  <a:txBody>
                    <a:bodyPr/>
                    <a:lstStyle/>
                    <a:p>
                      <a:pPr algn="ctr"/>
                      <a:r>
                        <a:rPr lang="en-US" sz="1800" dirty="0"/>
                        <a:t>10.0</a:t>
                      </a:r>
                    </a:p>
                  </a:txBody>
                  <a:tcPr marT="45729" marB="45729"/>
                </a:tc>
                <a:tc>
                  <a:txBody>
                    <a:bodyPr/>
                    <a:lstStyle/>
                    <a:p>
                      <a:pPr algn="ctr"/>
                      <a:r>
                        <a:rPr lang="en-US" sz="1800" dirty="0">
                          <a:solidFill>
                            <a:srgbClr val="FFFFFF"/>
                          </a:solidFill>
                        </a:rPr>
                        <a:t>D</a:t>
                      </a:r>
                    </a:p>
                  </a:txBody>
                  <a:tcPr marT="45729" marB="45729">
                    <a:solidFill>
                      <a:srgbClr val="00CC00"/>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a:t>
                      </a:r>
                    </a:p>
                  </a:txBody>
                  <a:tcPr marT="45729" marB="45729">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2718869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ounded Rectangle 10">
            <a:extLst>
              <a:ext uri="{FF2B5EF4-FFF2-40B4-BE49-F238E27FC236}">
                <a16:creationId xmlns:a16="http://schemas.microsoft.com/office/drawing/2014/main" id="{C19792F1-CE7E-4E17-9604-A6B814A007A4}"/>
              </a:ext>
            </a:extLst>
          </p:cNvPr>
          <p:cNvSpPr>
            <a:spLocks noChangeArrowheads="1"/>
          </p:cNvSpPr>
          <p:nvPr/>
        </p:nvSpPr>
        <p:spPr bwMode="auto">
          <a:xfrm>
            <a:off x="990600" y="4998303"/>
            <a:ext cx="6629400" cy="1447800"/>
          </a:xfrm>
          <a:prstGeom prst="roundRect">
            <a:avLst>
              <a:gd name="adj" fmla="val 16667"/>
            </a:avLst>
          </a:prstGeom>
          <a:solidFill>
            <a:srgbClr val="FFFF99"/>
          </a:solidFill>
          <a:ln>
            <a:noFill/>
          </a:ln>
          <a:effectLst>
            <a:outerShdw dist="139700" dir="2700000" algn="tl" rotWithShape="0">
              <a:srgbClr val="808080">
                <a:alpha val="42998"/>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FFFFFF"/>
                </a:solidFill>
                <a:latin typeface="Times New Roman" panose="02020603050405020304" pitchFamily="18" charset="0"/>
                <a:ea typeface="MS PGothic" panose="020B0600070205080204" pitchFamily="34" charset="-128"/>
              </a:defRPr>
            </a:lvl1pPr>
            <a:lvl2pPr marL="742950" indent="-285750">
              <a:defRPr sz="2000">
                <a:solidFill>
                  <a:srgbClr val="FFFFFF"/>
                </a:solidFill>
                <a:latin typeface="Times New Roman" panose="02020603050405020304" pitchFamily="18" charset="0"/>
                <a:ea typeface="MS PGothic" panose="020B0600070205080204" pitchFamily="34" charset="-128"/>
              </a:defRPr>
            </a:lvl2pPr>
            <a:lvl3pPr marL="1143000" indent="-228600">
              <a:defRPr sz="2000">
                <a:solidFill>
                  <a:srgbClr val="FFFFFF"/>
                </a:solidFill>
                <a:latin typeface="Times New Roman" panose="02020603050405020304" pitchFamily="18" charset="0"/>
                <a:ea typeface="MS PGothic" panose="020B0600070205080204" pitchFamily="34" charset="-128"/>
              </a:defRPr>
            </a:lvl3pPr>
            <a:lvl4pPr marL="1600200" indent="-228600">
              <a:defRPr sz="2000">
                <a:solidFill>
                  <a:srgbClr val="FFFFFF"/>
                </a:solidFill>
                <a:latin typeface="Times New Roman" panose="02020603050405020304" pitchFamily="18" charset="0"/>
                <a:ea typeface="MS PGothic" panose="020B0600070205080204" pitchFamily="34" charset="-128"/>
              </a:defRPr>
            </a:lvl4pPr>
            <a:lvl5pPr marL="2057400" indent="-22860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55299" name="Rectangle 11">
            <a:extLst>
              <a:ext uri="{FF2B5EF4-FFF2-40B4-BE49-F238E27FC236}">
                <a16:creationId xmlns:a16="http://schemas.microsoft.com/office/drawing/2014/main" id="{F5EC319A-3FC9-43A9-B679-67CF0E7A1D9E}"/>
              </a:ext>
            </a:extLst>
          </p:cNvPr>
          <p:cNvSpPr>
            <a:spLocks noGrp="1" noChangeArrowheads="1"/>
          </p:cNvSpPr>
          <p:nvPr>
            <p:ph type="body" idx="1"/>
          </p:nvPr>
        </p:nvSpPr>
        <p:spPr>
          <a:xfrm>
            <a:off x="914400" y="2586038"/>
            <a:ext cx="8229600" cy="2514600"/>
          </a:xfrm>
        </p:spPr>
        <p:txBody>
          <a:bodyPr/>
          <a:lstStyle/>
          <a:p>
            <a:pPr eaLnBrk="1" hangingPunct="1"/>
            <a:r>
              <a:rPr lang="en-CA" altLang="ms-MY" dirty="0"/>
              <a:t>Turnaround time:</a:t>
            </a:r>
          </a:p>
          <a:p>
            <a:pPr marL="1257300" lvl="2" indent="-342900">
              <a:lnSpc>
                <a:spcPct val="90000"/>
              </a:lnSpc>
              <a:buFontTx/>
              <a:buNone/>
            </a:pPr>
            <a:r>
              <a:rPr lang="en-US" altLang="ms-MY" sz="2200" b="1" dirty="0">
                <a:sym typeface="Wingdings" panose="05000000000000000000" pitchFamily="2" charset="2"/>
              </a:rPr>
              <a:t>	Job	   	   :  A    B   C    D</a:t>
            </a:r>
          </a:p>
          <a:p>
            <a:pPr marL="1257300" lvl="2" indent="-342900">
              <a:lnSpc>
                <a:spcPct val="90000"/>
              </a:lnSpc>
              <a:buFontTx/>
              <a:buNone/>
            </a:pPr>
            <a:r>
              <a:rPr lang="en-US" altLang="ms-MY" sz="2200" dirty="0">
                <a:sym typeface="Wingdings" panose="05000000000000000000" pitchFamily="2" charset="2"/>
              </a:rPr>
              <a:t>	Turnaround    :  6     9    5   11</a:t>
            </a:r>
          </a:p>
          <a:p>
            <a:pPr marL="1257300" lvl="2" indent="-342900">
              <a:lnSpc>
                <a:spcPct val="90000"/>
              </a:lnSpc>
              <a:buFontTx/>
              <a:buNone/>
            </a:pPr>
            <a:endParaRPr lang="en-US" altLang="ms-MY" sz="2200" dirty="0">
              <a:sym typeface="Wingdings" panose="05000000000000000000" pitchFamily="2" charset="2"/>
            </a:endParaRPr>
          </a:p>
          <a:p>
            <a:pPr eaLnBrk="1" hangingPunct="1"/>
            <a:r>
              <a:rPr lang="en-CA" altLang="ms-MY" dirty="0"/>
              <a:t>Average turnaround time: </a:t>
            </a:r>
            <a:r>
              <a:rPr lang="en-CA" altLang="ms-MY" u="sng" dirty="0"/>
              <a:t>6 + 9 + 5 + 11</a:t>
            </a:r>
            <a:r>
              <a:rPr lang="en-CA" altLang="ms-MY" dirty="0"/>
              <a:t> = 7.75</a:t>
            </a:r>
          </a:p>
          <a:p>
            <a:pPr eaLnBrk="1" hangingPunct="1">
              <a:buFontTx/>
              <a:buNone/>
            </a:pPr>
            <a:r>
              <a:rPr lang="en-CA" altLang="ms-MY" dirty="0"/>
              <a:t>						     4</a:t>
            </a:r>
          </a:p>
          <a:p>
            <a:pPr lvl="1" eaLnBrk="1" hangingPunct="1">
              <a:buFontTx/>
              <a:buChar char="-"/>
            </a:pPr>
            <a:endParaRPr lang="en-CA" altLang="ms-MY" dirty="0"/>
          </a:p>
          <a:p>
            <a:pPr eaLnBrk="1" hangingPunct="1"/>
            <a:endParaRPr lang="en-CA" altLang="ms-MY" dirty="0"/>
          </a:p>
        </p:txBody>
      </p:sp>
      <p:sp>
        <p:nvSpPr>
          <p:cNvPr id="55300" name="Slide Number Placeholder 4">
            <a:extLst>
              <a:ext uri="{FF2B5EF4-FFF2-40B4-BE49-F238E27FC236}">
                <a16:creationId xmlns:a16="http://schemas.microsoft.com/office/drawing/2014/main" id="{99042CA5-6423-4A42-A389-22285EF9FD5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347DAEF-ACE2-4AFF-8407-A36E31FA5D5D}"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53</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55301" name="Group 23">
            <a:extLst>
              <a:ext uri="{FF2B5EF4-FFF2-40B4-BE49-F238E27FC236}">
                <a16:creationId xmlns:a16="http://schemas.microsoft.com/office/drawing/2014/main" id="{939D11F4-444E-4922-8352-B873C011E96E}"/>
              </a:ext>
            </a:extLst>
          </p:cNvPr>
          <p:cNvGrpSpPr>
            <a:grpSpLocks/>
          </p:cNvGrpSpPr>
          <p:nvPr/>
        </p:nvGrpSpPr>
        <p:grpSpPr bwMode="auto">
          <a:xfrm>
            <a:off x="914400" y="1600200"/>
            <a:ext cx="7391400" cy="1023938"/>
            <a:chOff x="1066800" y="3810000"/>
            <a:chExt cx="7391400" cy="1024354"/>
          </a:xfrm>
        </p:grpSpPr>
        <p:sp>
          <p:nvSpPr>
            <p:cNvPr id="55303" name="TextBox 7">
              <a:extLst>
                <a:ext uri="{FF2B5EF4-FFF2-40B4-BE49-F238E27FC236}">
                  <a16:creationId xmlns:a16="http://schemas.microsoft.com/office/drawing/2014/main" id="{0F35FAEA-1AC0-4AE5-A70E-730FCB6F8322}"/>
                </a:ext>
              </a:extLst>
            </p:cNvPr>
            <p:cNvSpPr txBox="1">
              <a:spLocks noChangeArrowheads="1"/>
            </p:cNvSpPr>
            <p:nvPr/>
          </p:nvSpPr>
          <p:spPr bwMode="auto">
            <a:xfrm>
              <a:off x="1066800" y="4495800"/>
              <a:ext cx="73914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1600" b="0" i="0" u="none" strike="noStrike" kern="1200" cap="none" spc="0" normalizeH="0" baseline="0" noProof="0">
                  <a:ln>
                    <a:noFill/>
                  </a:ln>
                  <a:solidFill>
                    <a:srgbClr val="000000"/>
                  </a:solidFill>
                  <a:effectLst/>
                  <a:uLnTx/>
                  <a:uFillTx/>
                  <a:latin typeface="Courier New" panose="02070309020205020404" pitchFamily="49" charset="0"/>
                  <a:ea typeface="MS PGothic" panose="020B0600070205080204" pitchFamily="34" charset="-128"/>
                  <a:cs typeface="Courier New" panose="02070309020205020404" pitchFamily="49" charset="0"/>
                </a:rPr>
                <a:t>0     		      6     7		     10		    14</a:t>
              </a:r>
            </a:p>
          </p:txBody>
        </p:sp>
        <p:grpSp>
          <p:nvGrpSpPr>
            <p:cNvPr id="3" name="Group 22">
              <a:extLst>
                <a:ext uri="{FF2B5EF4-FFF2-40B4-BE49-F238E27FC236}">
                  <a16:creationId xmlns:a16="http://schemas.microsoft.com/office/drawing/2014/main" id="{D8525007-C6BB-4231-A272-2B9059E08B7C}"/>
                </a:ext>
              </a:extLst>
            </p:cNvPr>
            <p:cNvGrpSpPr/>
            <p:nvPr/>
          </p:nvGrpSpPr>
          <p:grpSpPr>
            <a:xfrm>
              <a:off x="1219200" y="3810000"/>
              <a:ext cx="6934200" cy="685800"/>
              <a:chOff x="1219200" y="3810000"/>
              <a:chExt cx="6934200" cy="685800"/>
            </a:xfrm>
            <a:effectLst>
              <a:outerShdw blurRad="50800" dist="38100" dir="2700000" algn="tl" rotWithShape="0">
                <a:prstClr val="black">
                  <a:alpha val="40000"/>
                </a:prstClr>
              </a:outerShdw>
            </a:effectLst>
          </p:grpSpPr>
          <p:sp>
            <p:nvSpPr>
              <p:cNvPr id="14" name="Rectangle 13">
                <a:extLst>
                  <a:ext uri="{FF2B5EF4-FFF2-40B4-BE49-F238E27FC236}">
                    <a16:creationId xmlns:a16="http://schemas.microsoft.com/office/drawing/2014/main" id="{DF33D094-4C41-4C68-83D8-264A99F8ACD4}"/>
                  </a:ext>
                </a:extLst>
              </p:cNvPr>
              <p:cNvSpPr/>
              <p:nvPr/>
            </p:nvSpPr>
            <p:spPr bwMode="auto">
              <a:xfrm>
                <a:off x="1219200" y="3810000"/>
                <a:ext cx="2590800" cy="685800"/>
              </a:xfrm>
              <a:prstGeom prst="rect">
                <a:avLst/>
              </a:prstGeom>
              <a:solidFill>
                <a:srgbClr val="FFFF99"/>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   A</a:t>
                </a:r>
              </a:p>
            </p:txBody>
          </p:sp>
          <p:sp>
            <p:nvSpPr>
              <p:cNvPr id="15" name="Rectangle 14">
                <a:extLst>
                  <a:ext uri="{FF2B5EF4-FFF2-40B4-BE49-F238E27FC236}">
                    <a16:creationId xmlns:a16="http://schemas.microsoft.com/office/drawing/2014/main" id="{762BF75A-E923-4312-99B9-30972B2925B6}"/>
                  </a:ext>
                </a:extLst>
              </p:cNvPr>
              <p:cNvSpPr/>
              <p:nvPr/>
            </p:nvSpPr>
            <p:spPr bwMode="auto">
              <a:xfrm>
                <a:off x="6477000" y="3810000"/>
                <a:ext cx="1676400" cy="685800"/>
              </a:xfrm>
              <a:prstGeom prst="rect">
                <a:avLst/>
              </a:prstGeom>
              <a:solidFill>
                <a:srgbClr val="92D050"/>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Arial"/>
                    <a:ea typeface="MS PGothic" panose="020B0600070205080204" pitchFamily="34" charset="-128"/>
                    <a:cs typeface="Courier New" pitchFamily="49" charset="0"/>
                  </a:rPr>
                  <a:t>D</a:t>
                </a:r>
              </a:p>
            </p:txBody>
          </p:sp>
          <p:sp>
            <p:nvSpPr>
              <p:cNvPr id="16" name="Rectangle 15">
                <a:extLst>
                  <a:ext uri="{FF2B5EF4-FFF2-40B4-BE49-F238E27FC236}">
                    <a16:creationId xmlns:a16="http://schemas.microsoft.com/office/drawing/2014/main" id="{2A1A106E-B7FF-4080-8F90-E50B5DC6C947}"/>
                  </a:ext>
                </a:extLst>
              </p:cNvPr>
              <p:cNvSpPr/>
              <p:nvPr/>
            </p:nvSpPr>
            <p:spPr bwMode="auto">
              <a:xfrm>
                <a:off x="3810000" y="3810000"/>
                <a:ext cx="762000" cy="685800"/>
              </a:xfrm>
              <a:prstGeom prst="rect">
                <a:avLst/>
              </a:prstGeom>
              <a:solidFill>
                <a:schemeClr val="accent6">
                  <a:lumMod val="20000"/>
                  <a:lumOff val="80000"/>
                </a:schemeClr>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C</a:t>
                </a:r>
              </a:p>
            </p:txBody>
          </p:sp>
          <p:sp>
            <p:nvSpPr>
              <p:cNvPr id="17" name="Rectangle 16">
                <a:extLst>
                  <a:ext uri="{FF2B5EF4-FFF2-40B4-BE49-F238E27FC236}">
                    <a16:creationId xmlns:a16="http://schemas.microsoft.com/office/drawing/2014/main" id="{D9E351DF-CA08-47B1-97E3-090C8F49F870}"/>
                  </a:ext>
                </a:extLst>
              </p:cNvPr>
              <p:cNvSpPr/>
              <p:nvPr/>
            </p:nvSpPr>
            <p:spPr bwMode="auto">
              <a:xfrm>
                <a:off x="4572000" y="3810000"/>
                <a:ext cx="1905000" cy="68580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Job </a:t>
                </a: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70C0"/>
                    </a:solidFill>
                    <a:effectLst/>
                    <a:uLnTx/>
                    <a:uFillTx/>
                    <a:latin typeface="Arial"/>
                    <a:ea typeface="MS PGothic" panose="020B0600070205080204" pitchFamily="34" charset="-128"/>
                    <a:cs typeface="Courier New" pitchFamily="49" charset="0"/>
                  </a:rPr>
                  <a:t>   B</a:t>
                </a:r>
              </a:p>
            </p:txBody>
          </p:sp>
        </p:grpSp>
      </p:grpSp>
      <p:sp>
        <p:nvSpPr>
          <p:cNvPr id="12" name="Rectangle 11">
            <a:extLst>
              <a:ext uri="{FF2B5EF4-FFF2-40B4-BE49-F238E27FC236}">
                <a16:creationId xmlns:a16="http://schemas.microsoft.com/office/drawing/2014/main" id="{9960D80A-E085-4A72-80D0-F38A236AA9D3}"/>
              </a:ext>
            </a:extLst>
          </p:cNvPr>
          <p:cNvSpPr txBox="1">
            <a:spLocks noChangeArrowheads="1"/>
          </p:cNvSpPr>
          <p:nvPr/>
        </p:nvSpPr>
        <p:spPr bwMode="auto">
          <a:xfrm>
            <a:off x="1066800" y="5026819"/>
            <a:ext cx="6781800" cy="1524000"/>
          </a:xfrm>
          <a:prstGeom prst="rect">
            <a:avLst/>
          </a:prstGeom>
          <a:noFill/>
          <a:ln>
            <a:noFill/>
          </a:ln>
        </p:spPr>
        <p:txBody>
          <a:bodyPr/>
          <a:lstStyle>
            <a:lvl1pPr marL="342900" indent="-342900" algn="l" rtl="0" eaLnBrk="0" fontAlgn="base" hangingPunct="0">
              <a:spcBef>
                <a:spcPct val="20000"/>
              </a:spcBef>
              <a:spcAft>
                <a:spcPct val="0"/>
              </a:spcAft>
              <a:buChar char="•"/>
              <a:defRPr sz="2600">
                <a:solidFill>
                  <a:srgbClr val="222222"/>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400">
                <a:solidFill>
                  <a:srgbClr val="222222"/>
                </a:solidFill>
                <a:latin typeface="+mn-lt"/>
                <a:ea typeface="ＭＳ Ｐゴシック" charset="0"/>
              </a:defRPr>
            </a:lvl2pPr>
            <a:lvl3pPr marL="1143000" indent="-228600" algn="l" rtl="0" eaLnBrk="0" fontAlgn="base" hangingPunct="0">
              <a:spcBef>
                <a:spcPct val="20000"/>
              </a:spcBef>
              <a:spcAft>
                <a:spcPct val="0"/>
              </a:spcAft>
              <a:buChar char="•"/>
              <a:defRPr sz="2200">
                <a:solidFill>
                  <a:srgbClr val="222222"/>
                </a:solidFill>
                <a:latin typeface="+mn-lt"/>
                <a:ea typeface="ＭＳ Ｐゴシック" charset="0"/>
              </a:defRPr>
            </a:lvl3pPr>
            <a:lvl4pPr marL="1600200" indent="-228600" algn="l" rtl="0" eaLnBrk="0" fontAlgn="base" hangingPunct="0">
              <a:spcBef>
                <a:spcPct val="20000"/>
              </a:spcBef>
              <a:spcAft>
                <a:spcPct val="0"/>
              </a:spcAft>
              <a:buChar char="–"/>
              <a:defRPr sz="2200">
                <a:solidFill>
                  <a:srgbClr val="222222"/>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ＭＳ Ｐゴシック" charset="0"/>
              </a:defRPr>
            </a:lvl5pPr>
            <a:lvl6pPr marL="2514600" indent="-228600" algn="l" rtl="0" fontAlgn="base">
              <a:spcBef>
                <a:spcPct val="20000"/>
              </a:spcBef>
              <a:spcAft>
                <a:spcPct val="0"/>
              </a:spcAft>
              <a:buChar char="»"/>
              <a:defRPr sz="2000">
                <a:solidFill>
                  <a:schemeClr val="tx1"/>
                </a:solidFill>
                <a:latin typeface="Times New Roman" pitchFamily="18" charset="0"/>
              </a:defRPr>
            </a:lvl6pPr>
            <a:lvl7pPr marL="2971800" indent="-228600" algn="l" rtl="0" fontAlgn="base">
              <a:spcBef>
                <a:spcPct val="20000"/>
              </a:spcBef>
              <a:spcAft>
                <a:spcPct val="0"/>
              </a:spcAft>
              <a:buChar char="»"/>
              <a:defRPr sz="2000">
                <a:solidFill>
                  <a:schemeClr val="tx1"/>
                </a:solidFill>
                <a:latin typeface="Times New Roman" pitchFamily="18" charset="0"/>
              </a:defRPr>
            </a:lvl7pPr>
            <a:lvl8pPr marL="3429000" indent="-228600" algn="l" rtl="0" fontAlgn="base">
              <a:spcBef>
                <a:spcPct val="20000"/>
              </a:spcBef>
              <a:spcAft>
                <a:spcPct val="0"/>
              </a:spcAft>
              <a:buChar char="»"/>
              <a:defRPr sz="2000">
                <a:solidFill>
                  <a:schemeClr val="tx1"/>
                </a:solidFill>
                <a:latin typeface="Times New Roman" pitchFamily="18" charset="0"/>
              </a:defRPr>
            </a:lvl8pPr>
            <a:lvl9pPr marL="3886200" indent="-228600" algn="l" rtl="0" fontAlgn="base">
              <a:spcBef>
                <a:spcPct val="20000"/>
              </a:spcBef>
              <a:spcAft>
                <a:spcPct val="0"/>
              </a:spcAft>
              <a:buChar char="»"/>
              <a:defRPr sz="2000">
                <a:solidFill>
                  <a:schemeClr val="tx1"/>
                </a:solidFill>
                <a:latin typeface="Times New Roman" pitchFamily="18" charset="0"/>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CA" sz="2200" b="0" i="0" u="none" strike="noStrike" kern="1200" cap="none" spc="0" normalizeH="0" baseline="0" noProof="0" dirty="0">
                <a:ln>
                  <a:noFill/>
                </a:ln>
                <a:solidFill>
                  <a:srgbClr val="222222"/>
                </a:solidFill>
                <a:effectLst/>
                <a:uLnTx/>
                <a:uFillTx/>
                <a:latin typeface="Arial"/>
                <a:ea typeface="ＭＳ Ｐゴシック" charset="0"/>
              </a:rPr>
              <a:t>Comparison between example </a:t>
            </a:r>
            <a:r>
              <a:rPr lang="en-CA" sz="2200" dirty="0">
                <a:latin typeface="Arial"/>
              </a:rPr>
              <a:t>4</a:t>
            </a:r>
            <a:r>
              <a:rPr kumimoji="0" lang="en-CA" sz="2200" b="0" i="0" u="none" strike="noStrike" kern="1200" cap="none" spc="0" normalizeH="0" baseline="0" noProof="0" dirty="0">
                <a:ln>
                  <a:noFill/>
                </a:ln>
                <a:solidFill>
                  <a:srgbClr val="222222"/>
                </a:solidFill>
                <a:effectLst/>
                <a:uLnTx/>
                <a:uFillTx/>
                <a:latin typeface="Arial"/>
                <a:ea typeface="ＭＳ Ｐゴシック" charset="0"/>
              </a:rPr>
              <a:t> and 5:</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CA" sz="2200"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rPr>
              <a:t>SRT (6.25) is faster than SJN/SJF (7.75) </a:t>
            </a:r>
          </a:p>
          <a:p>
            <a:pPr marL="457200" marR="0" lvl="1" indent="0" algn="l" defTabSz="914400" rtl="0" eaLnBrk="1" fontAlgn="base" latinLnBrk="0" hangingPunct="1">
              <a:lnSpc>
                <a:spcPct val="100000"/>
              </a:lnSpc>
              <a:spcBef>
                <a:spcPct val="20000"/>
              </a:spcBef>
              <a:spcAft>
                <a:spcPct val="0"/>
              </a:spcAft>
              <a:buClrTx/>
              <a:buSzTx/>
              <a:buFontTx/>
              <a:buNone/>
              <a:tabLst/>
              <a:defRPr/>
            </a:pPr>
            <a:r>
              <a:rPr kumimoji="0" lang="en-CA" sz="2200"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sym typeface="Wingdings" charset="0"/>
              </a:rPr>
              <a:t>	</a:t>
            </a:r>
            <a:r>
              <a:rPr kumimoji="0" lang="en-CA" sz="2200"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rPr>
              <a:t> (0.12% faster)</a:t>
            </a:r>
          </a:p>
        </p:txBody>
      </p:sp>
    </p:spTree>
    <p:extLst>
      <p:ext uri="{BB962C8B-B14F-4D97-AF65-F5344CB8AC3E}">
        <p14:creationId xmlns:p14="http://schemas.microsoft.com/office/powerpoint/2010/main" val="40279503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linds(horizontal)">
                                      <p:cBhvr>
                                        <p:cTn id="7" dur="500"/>
                                        <p:tgtEl>
                                          <p:spTgt spid="12"/>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6">
            <a:extLst>
              <a:ext uri="{FF2B5EF4-FFF2-40B4-BE49-F238E27FC236}">
                <a16:creationId xmlns:a16="http://schemas.microsoft.com/office/drawing/2014/main" id="{0F3B77AA-0284-4F42-A904-FA207A0573AB}"/>
              </a:ext>
            </a:extLst>
          </p:cNvPr>
          <p:cNvSpPr>
            <a:spLocks noGrp="1" noChangeArrowheads="1"/>
          </p:cNvSpPr>
          <p:nvPr>
            <p:ph type="title"/>
          </p:nvPr>
        </p:nvSpPr>
        <p:spPr>
          <a:xfrm>
            <a:off x="533400" y="990600"/>
            <a:ext cx="8077200" cy="914400"/>
          </a:xfrm>
        </p:spPr>
        <p:txBody>
          <a:bodyPr/>
          <a:lstStyle/>
          <a:p>
            <a:pPr algn="l" eaLnBrk="1" hangingPunct="1"/>
            <a:r>
              <a:rPr lang="en-CA" altLang="ms-MY" sz="3200"/>
              <a:t>SRT:</a:t>
            </a:r>
          </a:p>
        </p:txBody>
      </p:sp>
      <p:sp>
        <p:nvSpPr>
          <p:cNvPr id="56323" name="Rectangle 17">
            <a:extLst>
              <a:ext uri="{FF2B5EF4-FFF2-40B4-BE49-F238E27FC236}">
                <a16:creationId xmlns:a16="http://schemas.microsoft.com/office/drawing/2014/main" id="{E991615C-6F6C-4BB5-A467-5DFBDF272778}"/>
              </a:ext>
            </a:extLst>
          </p:cNvPr>
          <p:cNvSpPr>
            <a:spLocks noGrp="1" noChangeArrowheads="1"/>
          </p:cNvSpPr>
          <p:nvPr>
            <p:ph type="body" idx="1"/>
          </p:nvPr>
        </p:nvSpPr>
        <p:spPr>
          <a:xfrm>
            <a:off x="685800" y="2057400"/>
            <a:ext cx="8077200" cy="3962400"/>
          </a:xfrm>
        </p:spPr>
        <p:txBody>
          <a:bodyPr/>
          <a:lstStyle/>
          <a:p>
            <a:pPr eaLnBrk="1" hangingPunct="1">
              <a:lnSpc>
                <a:spcPct val="90000"/>
              </a:lnSpc>
            </a:pPr>
            <a:r>
              <a:rPr lang="en-US" altLang="ms-MY" sz="2200" dirty="0"/>
              <a:t>Often used in batch environments</a:t>
            </a:r>
          </a:p>
          <a:p>
            <a:pPr lvl="1" eaLnBrk="1" hangingPunct="1">
              <a:lnSpc>
                <a:spcPct val="90000"/>
              </a:lnSpc>
            </a:pPr>
            <a:r>
              <a:rPr lang="en-US" altLang="ms-MY" sz="2200" dirty="0"/>
              <a:t>Short jobs given priority</a:t>
            </a:r>
          </a:p>
          <a:p>
            <a:pPr lvl="1" eaLnBrk="1" hangingPunct="1">
              <a:lnSpc>
                <a:spcPct val="90000"/>
              </a:lnSpc>
            </a:pPr>
            <a:endParaRPr lang="en-US" altLang="ms-MY" sz="2200" dirty="0"/>
          </a:p>
          <a:p>
            <a:pPr eaLnBrk="1" hangingPunct="1">
              <a:lnSpc>
                <a:spcPct val="90000"/>
              </a:lnSpc>
            </a:pPr>
            <a:r>
              <a:rPr lang="en-CA" altLang="ms-MY" sz="2200" dirty="0"/>
              <a:t>Cannot implement in interactive system</a:t>
            </a:r>
          </a:p>
          <a:p>
            <a:pPr lvl="1" eaLnBrk="1" hangingPunct="1">
              <a:lnSpc>
                <a:spcPct val="90000"/>
              </a:lnSpc>
            </a:pPr>
            <a:r>
              <a:rPr lang="en-US" altLang="ms-MY" sz="2200" dirty="0"/>
              <a:t>Requires advance CPU time knowledge</a:t>
            </a:r>
          </a:p>
          <a:p>
            <a:pPr lvl="1" eaLnBrk="1" hangingPunct="1">
              <a:lnSpc>
                <a:spcPct val="90000"/>
              </a:lnSpc>
            </a:pPr>
            <a:endParaRPr lang="en-US" altLang="ms-MY" sz="2200" dirty="0"/>
          </a:p>
          <a:p>
            <a:pPr eaLnBrk="1" hangingPunct="1">
              <a:lnSpc>
                <a:spcPct val="90000"/>
              </a:lnSpc>
            </a:pPr>
            <a:r>
              <a:rPr lang="en-CA" altLang="ms-MY" sz="2200" dirty="0"/>
              <a:t>Involves </a:t>
            </a:r>
            <a:r>
              <a:rPr lang="en-CA" altLang="ms-MY" sz="2200" dirty="0">
                <a:solidFill>
                  <a:srgbClr val="FF0000"/>
                </a:solidFill>
              </a:rPr>
              <a:t>more overhead </a:t>
            </a:r>
            <a:r>
              <a:rPr lang="en-CA" altLang="ms-MY" sz="2200" dirty="0"/>
              <a:t>than SJN/SJF</a:t>
            </a:r>
          </a:p>
          <a:p>
            <a:pPr lvl="1" eaLnBrk="1" hangingPunct="1">
              <a:lnSpc>
                <a:spcPct val="90000"/>
              </a:lnSpc>
            </a:pPr>
            <a:r>
              <a:rPr lang="en-CA" altLang="ms-MY" sz="2200" dirty="0"/>
              <a:t>System monitors CPU time for </a:t>
            </a:r>
            <a:r>
              <a:rPr lang="en-CA" altLang="ms-MY" sz="2200" dirty="0">
                <a:solidFill>
                  <a:srgbClr val="0070C0"/>
                </a:solidFill>
                <a:latin typeface="Courier New" panose="02070309020205020404" pitchFamily="49" charset="0"/>
                <a:cs typeface="Courier New" panose="02070309020205020404" pitchFamily="49" charset="0"/>
              </a:rPr>
              <a:t>READY</a:t>
            </a:r>
            <a:r>
              <a:rPr lang="en-CA" altLang="ms-MY" sz="2200" dirty="0"/>
              <a:t> queue jobs</a:t>
            </a:r>
          </a:p>
          <a:p>
            <a:pPr lvl="1" eaLnBrk="1" hangingPunct="1">
              <a:lnSpc>
                <a:spcPct val="90000"/>
              </a:lnSpc>
            </a:pPr>
            <a:r>
              <a:rPr lang="en-CA" altLang="ms-MY" sz="2200" dirty="0"/>
              <a:t>Performs context switching</a:t>
            </a:r>
          </a:p>
          <a:p>
            <a:pPr lvl="1" eaLnBrk="1" hangingPunct="1">
              <a:lnSpc>
                <a:spcPct val="90000"/>
              </a:lnSpc>
            </a:pPr>
            <a:endParaRPr lang="en-US" altLang="ms-MY" sz="2200" dirty="0"/>
          </a:p>
        </p:txBody>
      </p:sp>
      <p:sp>
        <p:nvSpPr>
          <p:cNvPr id="56324" name="Slide Number Placeholder 4">
            <a:extLst>
              <a:ext uri="{FF2B5EF4-FFF2-40B4-BE49-F238E27FC236}">
                <a16:creationId xmlns:a16="http://schemas.microsoft.com/office/drawing/2014/main" id="{E040E4C2-8B69-4B62-B2ED-4F2A42C1576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D5D6D9E-1A67-46B4-851D-755EFA0B4123}"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12332118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5EA0F3A-3F53-4222-B28E-67071A6C8686}"/>
              </a:ext>
            </a:extLst>
          </p:cNvPr>
          <p:cNvSpPr>
            <a:spLocks noGrp="1" noChangeArrowheads="1"/>
          </p:cNvSpPr>
          <p:nvPr>
            <p:ph type="title"/>
          </p:nvPr>
        </p:nvSpPr>
        <p:spPr>
          <a:xfrm>
            <a:off x="655638" y="176213"/>
            <a:ext cx="8229600" cy="576262"/>
          </a:xfrm>
        </p:spPr>
        <p:txBody>
          <a:bodyPr/>
          <a:lstStyle/>
          <a:p>
            <a:pPr eaLnBrk="1" hangingPunct="1"/>
            <a:r>
              <a:rPr lang="en-US" altLang="en-US" dirty="0"/>
              <a:t>Round Robin (RR)</a:t>
            </a:r>
          </a:p>
        </p:txBody>
      </p:sp>
      <p:sp>
        <p:nvSpPr>
          <p:cNvPr id="23555" name="Rectangle 3">
            <a:extLst>
              <a:ext uri="{FF2B5EF4-FFF2-40B4-BE49-F238E27FC236}">
                <a16:creationId xmlns:a16="http://schemas.microsoft.com/office/drawing/2014/main" id="{2473C9F2-774E-4D99-9432-6C09470F6C67}"/>
              </a:ext>
            </a:extLst>
          </p:cNvPr>
          <p:cNvSpPr>
            <a:spLocks noGrp="1" noChangeArrowheads="1"/>
          </p:cNvSpPr>
          <p:nvPr>
            <p:ph type="body" idx="1"/>
          </p:nvPr>
        </p:nvSpPr>
        <p:spPr>
          <a:xfrm>
            <a:off x="568036" y="956693"/>
            <a:ext cx="8317202" cy="4483100"/>
          </a:xfrm>
        </p:spPr>
        <p:txBody>
          <a:bodyPr/>
          <a:lstStyle/>
          <a:p>
            <a:r>
              <a:rPr lang="en-US" altLang="en-US" sz="2200" dirty="0"/>
              <a:t>Preemptive. Used extensively in interactive systems.</a:t>
            </a:r>
          </a:p>
          <a:p>
            <a:endParaRPr lang="en-US" altLang="en-US" sz="800" dirty="0"/>
          </a:p>
          <a:p>
            <a:r>
              <a:rPr lang="en-US" altLang="en-US" sz="2200" dirty="0"/>
              <a:t>Each process gets a small unit of CPU time (</a:t>
            </a:r>
            <a:r>
              <a:rPr lang="en-US" altLang="en-US" sz="2200" b="1" dirty="0">
                <a:solidFill>
                  <a:srgbClr val="3366FF"/>
                </a:solidFill>
              </a:rPr>
              <a:t>time</a:t>
            </a:r>
            <a:r>
              <a:rPr lang="en-US" altLang="en-US" sz="2200" b="1" dirty="0"/>
              <a:t> </a:t>
            </a:r>
            <a:r>
              <a:rPr lang="en-US" altLang="en-US" sz="2200" b="1" dirty="0">
                <a:solidFill>
                  <a:srgbClr val="3366FF"/>
                </a:solidFill>
              </a:rPr>
              <a:t>quantum</a:t>
            </a:r>
            <a:r>
              <a:rPr lang="en-US" altLang="en-US" sz="2200" b="1" dirty="0"/>
              <a:t> </a:t>
            </a:r>
            <a:r>
              <a:rPr lang="en-US" altLang="en-US" sz="2200" i="1" dirty="0"/>
              <a:t>q</a:t>
            </a:r>
            <a:r>
              <a:rPr lang="en-US" altLang="en-US" sz="2200" dirty="0"/>
              <a:t>). After this time has elapsed, the process is preempted and added to the end of the ready queue (FCFS).</a:t>
            </a:r>
          </a:p>
          <a:p>
            <a:endParaRPr lang="en-US" altLang="en-US" sz="800" dirty="0"/>
          </a:p>
          <a:p>
            <a:r>
              <a:rPr lang="en-US" altLang="en-US" sz="2200" dirty="0"/>
              <a:t>Time quantum size</a:t>
            </a:r>
          </a:p>
          <a:p>
            <a:pPr lvl="1"/>
            <a:r>
              <a:rPr lang="en-US" altLang="en-US" sz="2000" dirty="0"/>
              <a:t>Crucial to system performance</a:t>
            </a:r>
          </a:p>
          <a:p>
            <a:pPr lvl="1"/>
            <a:r>
              <a:rPr lang="en-US" altLang="en-US" sz="2000" dirty="0"/>
              <a:t>Varies from 100 </a:t>
            </a:r>
            <a:r>
              <a:rPr lang="en-US" altLang="en-US" sz="2000" dirty="0" err="1"/>
              <a:t>ms</a:t>
            </a:r>
            <a:r>
              <a:rPr lang="en-US" altLang="en-US" sz="2000" dirty="0"/>
              <a:t> to 1-2 seconds</a:t>
            </a:r>
          </a:p>
          <a:p>
            <a:pPr lvl="1"/>
            <a:endParaRPr lang="en-US" altLang="en-US" sz="800" dirty="0"/>
          </a:p>
          <a:p>
            <a:r>
              <a:rPr lang="en-US" altLang="en-US" sz="2200" dirty="0"/>
              <a:t>If there are </a:t>
            </a:r>
            <a:r>
              <a:rPr lang="en-US" altLang="en-US" sz="2200" i="1" dirty="0"/>
              <a:t>N</a:t>
            </a:r>
            <a:r>
              <a:rPr lang="en-US" altLang="en-US" sz="2200" dirty="0"/>
              <a:t> processes in the ready queue and the time quantum is </a:t>
            </a:r>
            <a:r>
              <a:rPr lang="en-US" altLang="en-US" sz="2200" i="1" dirty="0"/>
              <a:t>q</a:t>
            </a:r>
            <a:r>
              <a:rPr lang="en-US" altLang="en-US" sz="2200" dirty="0"/>
              <a:t>, then each process gets 1/</a:t>
            </a:r>
            <a:r>
              <a:rPr lang="en-US" altLang="en-US" sz="2200" i="1" dirty="0"/>
              <a:t>N</a:t>
            </a:r>
            <a:r>
              <a:rPr lang="en-US" altLang="en-US" sz="2200" dirty="0"/>
              <a:t> of the CPU time in chunks of at most </a:t>
            </a:r>
            <a:r>
              <a:rPr lang="en-US" altLang="en-US" sz="2200" i="1" dirty="0"/>
              <a:t>q</a:t>
            </a:r>
            <a:r>
              <a:rPr lang="en-US" altLang="en-US" sz="2200" dirty="0"/>
              <a:t> time units at once.  No process waits more than (</a:t>
            </a:r>
            <a:r>
              <a:rPr lang="en-US" altLang="en-US" sz="2200" i="1" dirty="0"/>
              <a:t>N</a:t>
            </a:r>
            <a:r>
              <a:rPr lang="en-US" altLang="en-US" sz="2200" dirty="0"/>
              <a:t>-1)</a:t>
            </a:r>
            <a:r>
              <a:rPr lang="en-US" altLang="en-US" sz="2200" i="1" dirty="0"/>
              <a:t>q </a:t>
            </a:r>
            <a:r>
              <a:rPr lang="en-US" altLang="en-US" sz="2200" dirty="0"/>
              <a:t>time units.</a:t>
            </a:r>
          </a:p>
          <a:p>
            <a:endParaRPr lang="en-US" altLang="en-US" sz="800" dirty="0"/>
          </a:p>
          <a:p>
            <a:r>
              <a:rPr lang="en-US" altLang="en-US" sz="2200" dirty="0"/>
              <a:t>Timer interrupts every quantum to schedule next process.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4">
            <a:extLst>
              <a:ext uri="{FF2B5EF4-FFF2-40B4-BE49-F238E27FC236}">
                <a16:creationId xmlns:a16="http://schemas.microsoft.com/office/drawing/2014/main" id="{D9791D73-FBB0-4F34-B24E-80A988A03F54}"/>
              </a:ext>
            </a:extLst>
          </p:cNvPr>
          <p:cNvSpPr>
            <a:spLocks noChangeArrowheads="1"/>
          </p:cNvSpPr>
          <p:nvPr/>
        </p:nvSpPr>
        <p:spPr bwMode="auto">
          <a:xfrm>
            <a:off x="1752600" y="1066800"/>
            <a:ext cx="4191000" cy="457200"/>
          </a:xfrm>
          <a:prstGeom prst="rect">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44036" name="Rectangle 5">
            <a:extLst>
              <a:ext uri="{FF2B5EF4-FFF2-40B4-BE49-F238E27FC236}">
                <a16:creationId xmlns:a16="http://schemas.microsoft.com/office/drawing/2014/main" id="{6268CD02-83F6-4F84-BE8B-C0B8633256D9}"/>
              </a:ext>
            </a:extLst>
          </p:cNvPr>
          <p:cNvSpPr>
            <a:spLocks noGrp="1" noChangeArrowheads="1"/>
          </p:cNvSpPr>
          <p:nvPr>
            <p:ph type="body" idx="1"/>
          </p:nvPr>
        </p:nvSpPr>
        <p:spPr>
          <a:xfrm>
            <a:off x="533400" y="1066800"/>
            <a:ext cx="8229600" cy="1524000"/>
          </a:xfrm>
        </p:spPr>
        <p:txBody>
          <a:bodyPr/>
          <a:lstStyle/>
          <a:p>
            <a:pPr eaLnBrk="1" hangingPunct="1">
              <a:defRPr/>
            </a:pPr>
            <a:r>
              <a:rPr lang="en-US" dirty="0">
                <a:ea typeface="+mn-ea"/>
                <a:cs typeface="+mn-cs"/>
              </a:rPr>
              <a:t>If job  CPU burst &gt; time quantum</a:t>
            </a:r>
          </a:p>
          <a:p>
            <a:pPr lvl="1" eaLnBrk="1" hangingPunct="1">
              <a:defRPr/>
            </a:pPr>
            <a:r>
              <a:rPr lang="en-US" dirty="0">
                <a:ea typeface="ＭＳ Ｐゴシック" charset="0"/>
              </a:rPr>
              <a:t>Job preempted and placed at end of </a:t>
            </a:r>
            <a:r>
              <a:rPr lang="en-US" dirty="0">
                <a:solidFill>
                  <a:srgbClr val="0070C0"/>
                </a:solidFill>
                <a:latin typeface="Courier New" pitchFamily="49" charset="0"/>
                <a:ea typeface="ＭＳ Ｐゴシック" charset="0"/>
                <a:cs typeface="Courier New" pitchFamily="49" charset="0"/>
              </a:rPr>
              <a:t>READY</a:t>
            </a:r>
            <a:r>
              <a:rPr lang="en-US" dirty="0">
                <a:ea typeface="ＭＳ Ｐゴシック" charset="0"/>
              </a:rPr>
              <a:t> queue</a:t>
            </a:r>
          </a:p>
          <a:p>
            <a:pPr lvl="1" eaLnBrk="1" hangingPunct="1">
              <a:defRPr/>
            </a:pPr>
            <a:r>
              <a:rPr lang="en-US" dirty="0">
                <a:ea typeface="ＭＳ Ｐゴシック" charset="0"/>
              </a:rPr>
              <a:t>Information saved in PCB</a:t>
            </a:r>
          </a:p>
        </p:txBody>
      </p:sp>
      <p:sp>
        <p:nvSpPr>
          <p:cNvPr id="59396" name="Slide Number Placeholder 4">
            <a:extLst>
              <a:ext uri="{FF2B5EF4-FFF2-40B4-BE49-F238E27FC236}">
                <a16:creationId xmlns:a16="http://schemas.microsoft.com/office/drawing/2014/main" id="{03187CB2-7887-49FD-902F-C494999E48D9}"/>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BB8B67F-9169-4478-BD38-62DE8DC58B28}"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56</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742B39AD-32ED-4AE2-87A2-B23B33BD4A06}"/>
              </a:ext>
            </a:extLst>
          </p:cNvPr>
          <p:cNvSpPr txBox="1"/>
          <p:nvPr/>
        </p:nvSpPr>
        <p:spPr>
          <a:xfrm>
            <a:off x="6400800" y="6321425"/>
            <a:ext cx="1538288" cy="307975"/>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panose="020B0604020202020204" pitchFamily="34" charset="0"/>
              </a:rPr>
              <a:t>(Continued Next)</a:t>
            </a:r>
          </a:p>
        </p:txBody>
      </p:sp>
      <p:sp>
        <p:nvSpPr>
          <p:cNvPr id="7" name="Rectangle 4">
            <a:extLst>
              <a:ext uri="{FF2B5EF4-FFF2-40B4-BE49-F238E27FC236}">
                <a16:creationId xmlns:a16="http://schemas.microsoft.com/office/drawing/2014/main" id="{C163E065-30C0-4811-A6B6-769630BE1594}"/>
              </a:ext>
            </a:extLst>
          </p:cNvPr>
          <p:cNvSpPr>
            <a:spLocks noChangeArrowheads="1"/>
          </p:cNvSpPr>
          <p:nvPr/>
        </p:nvSpPr>
        <p:spPr bwMode="auto">
          <a:xfrm>
            <a:off x="1752600" y="3048000"/>
            <a:ext cx="4191000" cy="457200"/>
          </a:xfrm>
          <a:prstGeom prst="rect">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 name="Rectangle 5">
            <a:extLst>
              <a:ext uri="{FF2B5EF4-FFF2-40B4-BE49-F238E27FC236}">
                <a16:creationId xmlns:a16="http://schemas.microsoft.com/office/drawing/2014/main" id="{2744030E-311E-4C3F-BC45-9F271044F719}"/>
              </a:ext>
            </a:extLst>
          </p:cNvPr>
          <p:cNvSpPr txBox="1">
            <a:spLocks noChangeArrowheads="1"/>
          </p:cNvSpPr>
          <p:nvPr/>
        </p:nvSpPr>
        <p:spPr bwMode="auto">
          <a:xfrm>
            <a:off x="533400" y="3048000"/>
            <a:ext cx="8001000" cy="3505200"/>
          </a:xfrm>
          <a:prstGeom prst="rect">
            <a:avLst/>
          </a:prstGeom>
          <a:noFill/>
          <a:ln>
            <a:noFill/>
          </a:ln>
        </p:spPr>
        <p:txBody>
          <a:bodyPr/>
          <a:lstStyle>
            <a:lvl1pPr marL="342900" indent="-342900" algn="l" rtl="0" eaLnBrk="0" fontAlgn="base" hangingPunct="0">
              <a:spcBef>
                <a:spcPct val="20000"/>
              </a:spcBef>
              <a:spcAft>
                <a:spcPct val="0"/>
              </a:spcAft>
              <a:buChar char="•"/>
              <a:defRPr sz="2600">
                <a:solidFill>
                  <a:srgbClr val="222222"/>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Char char="–"/>
              <a:defRPr sz="2400">
                <a:solidFill>
                  <a:srgbClr val="222222"/>
                </a:solidFill>
                <a:latin typeface="+mn-lt"/>
                <a:ea typeface="ＭＳ Ｐゴシック" charset="0"/>
              </a:defRPr>
            </a:lvl2pPr>
            <a:lvl3pPr marL="1143000" indent="-228600" algn="l" rtl="0" eaLnBrk="0" fontAlgn="base" hangingPunct="0">
              <a:spcBef>
                <a:spcPct val="20000"/>
              </a:spcBef>
              <a:spcAft>
                <a:spcPct val="0"/>
              </a:spcAft>
              <a:buChar char="•"/>
              <a:defRPr sz="2200">
                <a:solidFill>
                  <a:srgbClr val="222222"/>
                </a:solidFill>
                <a:latin typeface="+mn-lt"/>
                <a:ea typeface="ＭＳ Ｐゴシック" charset="0"/>
              </a:defRPr>
            </a:lvl3pPr>
            <a:lvl4pPr marL="1600200" indent="-228600" algn="l" rtl="0" eaLnBrk="0" fontAlgn="base" hangingPunct="0">
              <a:spcBef>
                <a:spcPct val="20000"/>
              </a:spcBef>
              <a:spcAft>
                <a:spcPct val="0"/>
              </a:spcAft>
              <a:buChar char="–"/>
              <a:defRPr sz="2200">
                <a:solidFill>
                  <a:srgbClr val="222222"/>
                </a:solidFill>
                <a:latin typeface="+mn-lt"/>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8" charset="0"/>
                <a:ea typeface="ＭＳ Ｐゴシック" charset="0"/>
              </a:defRPr>
            </a:lvl5pPr>
            <a:lvl6pPr marL="2514600" indent="-228600" algn="l" rtl="0" fontAlgn="base">
              <a:spcBef>
                <a:spcPct val="20000"/>
              </a:spcBef>
              <a:spcAft>
                <a:spcPct val="0"/>
              </a:spcAft>
              <a:buChar char="»"/>
              <a:defRPr sz="2000">
                <a:solidFill>
                  <a:schemeClr val="tx1"/>
                </a:solidFill>
                <a:latin typeface="Times New Roman" pitchFamily="18" charset="0"/>
              </a:defRPr>
            </a:lvl6pPr>
            <a:lvl7pPr marL="2971800" indent="-228600" algn="l" rtl="0" fontAlgn="base">
              <a:spcBef>
                <a:spcPct val="20000"/>
              </a:spcBef>
              <a:spcAft>
                <a:spcPct val="0"/>
              </a:spcAft>
              <a:buChar char="»"/>
              <a:defRPr sz="2000">
                <a:solidFill>
                  <a:schemeClr val="tx1"/>
                </a:solidFill>
                <a:latin typeface="Times New Roman" pitchFamily="18" charset="0"/>
              </a:defRPr>
            </a:lvl7pPr>
            <a:lvl8pPr marL="3429000" indent="-228600" algn="l" rtl="0" fontAlgn="base">
              <a:spcBef>
                <a:spcPct val="20000"/>
              </a:spcBef>
              <a:spcAft>
                <a:spcPct val="0"/>
              </a:spcAft>
              <a:buChar char="»"/>
              <a:defRPr sz="2000">
                <a:solidFill>
                  <a:schemeClr val="tx1"/>
                </a:solidFill>
                <a:latin typeface="Times New Roman" pitchFamily="18" charset="0"/>
              </a:defRPr>
            </a:lvl8pPr>
            <a:lvl9pPr marL="3886200" indent="-228600" algn="l" rtl="0" fontAlgn="base">
              <a:spcBef>
                <a:spcPct val="20000"/>
              </a:spcBef>
              <a:spcAft>
                <a:spcPct val="0"/>
              </a:spcAft>
              <a:buChar char="»"/>
              <a:defRPr sz="2000">
                <a:solidFill>
                  <a:schemeClr val="tx1"/>
                </a:solidFill>
                <a:latin typeface="Times New Roman" pitchFamily="18" charset="0"/>
              </a:defRPr>
            </a:lvl9p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US" sz="2200" b="0" i="0" u="none" strike="noStrike" kern="1200" cap="none" spc="0" normalizeH="0" baseline="0" noProof="0" dirty="0">
                <a:ln>
                  <a:noFill/>
                </a:ln>
                <a:solidFill>
                  <a:srgbClr val="222222"/>
                </a:solidFill>
                <a:effectLst/>
                <a:uLnTx/>
                <a:uFillTx/>
                <a:latin typeface="Arial"/>
                <a:ea typeface="ＭＳ Ｐゴシック" charset="0"/>
                <a:cs typeface="+mn-cs"/>
              </a:rPr>
              <a:t>If job  CPU burst &lt; time quantum</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CA" sz="2200"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rPr>
              <a:t>1) Job finished: </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0" lang="en-CA"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rPr>
              <a:t>allocated resources</a:t>
            </a:r>
            <a:r>
              <a:rPr kumimoji="0" lang="en-US"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rPr>
              <a:t> </a:t>
            </a:r>
            <a:r>
              <a:rPr kumimoji="0" lang="en-CA"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rPr>
              <a:t>released and job returned to</a:t>
            </a:r>
            <a:r>
              <a:rPr kumimoji="0" lang="en-US"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rPr>
              <a:t> </a:t>
            </a:r>
            <a:r>
              <a:rPr kumimoji="0" lang="en-CA"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rPr>
              <a:t>user</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endParaRPr kumimoji="0" lang="en-US"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endParaRP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CA" sz="2200"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rPr>
              <a:t>2) Interrupted by I/O request:</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0" lang="en-CA"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rPr>
              <a:t>information saved in PCB and linked to I/O queue</a:t>
            </a:r>
          </a:p>
          <a:p>
            <a:pPr marL="1143000" marR="0" lvl="2" indent="-228600" algn="l" defTabSz="914400" rtl="0" eaLnBrk="1" fontAlgn="base" latinLnBrk="0" hangingPunct="1">
              <a:lnSpc>
                <a:spcPct val="100000"/>
              </a:lnSpc>
              <a:spcBef>
                <a:spcPct val="20000"/>
              </a:spcBef>
              <a:spcAft>
                <a:spcPct val="0"/>
              </a:spcAft>
              <a:buClrTx/>
              <a:buSzTx/>
              <a:buFontTx/>
              <a:buChar char="•"/>
              <a:tabLst/>
              <a:defRPr/>
            </a:pPr>
            <a:r>
              <a:rPr kumimoji="0" lang="en-US"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rPr>
              <a:t>Once</a:t>
            </a:r>
            <a:r>
              <a:rPr kumimoji="0" lang="en-CA"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rPr>
              <a:t> I/O request satisfied, </a:t>
            </a:r>
            <a:r>
              <a:rPr kumimoji="0" lang="en-US"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rPr>
              <a:t>Job</a:t>
            </a:r>
            <a:r>
              <a:rPr kumimoji="0" lang="en-CA"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rPr>
              <a:t> return</a:t>
            </a:r>
            <a:r>
              <a:rPr kumimoji="0" lang="en-US"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rPr>
              <a:t>s </a:t>
            </a:r>
            <a:r>
              <a:rPr kumimoji="0" lang="en-CA"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rPr>
              <a:t>to end of </a:t>
            </a:r>
            <a:r>
              <a:rPr kumimoji="0" lang="en-CA" b="0" i="0" u="none" strike="noStrike" kern="1200" cap="none" spc="0" normalizeH="0" baseline="0" noProof="0" dirty="0">
                <a:ln>
                  <a:noFill/>
                </a:ln>
                <a:solidFill>
                  <a:srgbClr val="0070C0"/>
                </a:solidFill>
                <a:effectLst/>
                <a:uLnTx/>
                <a:uFillTx/>
                <a:latin typeface="Courier New" pitchFamily="49" charset="0"/>
                <a:ea typeface="ＭＳ Ｐゴシック" charset="0"/>
                <a:cs typeface="Courier New" pitchFamily="49" charset="0"/>
              </a:rPr>
              <a:t>READY</a:t>
            </a:r>
            <a:r>
              <a:rPr kumimoji="0" lang="en-CA" b="0" i="0" u="none" strike="noStrike" kern="1200" cap="none" spc="0" normalizeH="0" baseline="0" noProof="0" dirty="0">
                <a:ln>
                  <a:noFill/>
                </a:ln>
                <a:solidFill>
                  <a:srgbClr val="222222"/>
                </a:solidFill>
                <a:effectLst/>
                <a:uLnTx/>
                <a:uFillTx/>
                <a:latin typeface="Arial"/>
                <a:ea typeface="ＭＳ Ｐゴシック" charset="0"/>
                <a:cs typeface="ＭＳ Ｐゴシック" charset="0"/>
              </a:rPr>
              <a:t> queue and awaits CPU</a:t>
            </a:r>
          </a:p>
        </p:txBody>
      </p:sp>
    </p:spTree>
    <p:extLst>
      <p:ext uri="{BB962C8B-B14F-4D97-AF65-F5344CB8AC3E}">
        <p14:creationId xmlns:p14="http://schemas.microsoft.com/office/powerpoint/2010/main" val="22622373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blinds(horizontal)">
                                      <p:cBhvr>
                                        <p:cTn id="1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7" grpId="0" animBg="1"/>
      <p:bldP spid="8"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ounded Rectangle 6">
            <a:extLst>
              <a:ext uri="{FF2B5EF4-FFF2-40B4-BE49-F238E27FC236}">
                <a16:creationId xmlns:a16="http://schemas.microsoft.com/office/drawing/2014/main" id="{74C621B4-FEBC-4F7C-87FA-3811FEA88720}"/>
              </a:ext>
            </a:extLst>
          </p:cNvPr>
          <p:cNvSpPr>
            <a:spLocks noChangeArrowheads="1"/>
          </p:cNvSpPr>
          <p:nvPr/>
        </p:nvSpPr>
        <p:spPr bwMode="auto">
          <a:xfrm>
            <a:off x="533400" y="4495800"/>
            <a:ext cx="6324600" cy="1752600"/>
          </a:xfrm>
          <a:prstGeom prst="roundRect">
            <a:avLst>
              <a:gd name="adj" fmla="val 16667"/>
            </a:avLst>
          </a:prstGeom>
          <a:solidFill>
            <a:srgbClr val="FFFF99"/>
          </a:solidFill>
          <a:ln>
            <a:noFill/>
          </a:ln>
          <a:effectLst>
            <a:outerShdw dist="139700" dir="2700000" algn="tl" rotWithShape="0">
              <a:srgbClr val="808080">
                <a:alpha val="42998"/>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FFFFFF"/>
                </a:solidFill>
                <a:latin typeface="Times New Roman" panose="02020603050405020304" pitchFamily="18" charset="0"/>
                <a:ea typeface="MS PGothic" panose="020B0600070205080204" pitchFamily="34" charset="-128"/>
              </a:defRPr>
            </a:lvl1pPr>
            <a:lvl2pPr marL="742950" indent="-285750">
              <a:defRPr sz="2000">
                <a:solidFill>
                  <a:srgbClr val="FFFFFF"/>
                </a:solidFill>
                <a:latin typeface="Times New Roman" panose="02020603050405020304" pitchFamily="18" charset="0"/>
                <a:ea typeface="MS PGothic" panose="020B0600070205080204" pitchFamily="34" charset="-128"/>
              </a:defRPr>
            </a:lvl2pPr>
            <a:lvl3pPr marL="1143000" indent="-228600">
              <a:defRPr sz="2000">
                <a:solidFill>
                  <a:srgbClr val="FFFFFF"/>
                </a:solidFill>
                <a:latin typeface="Times New Roman" panose="02020603050405020304" pitchFamily="18" charset="0"/>
                <a:ea typeface="MS PGothic" panose="020B0600070205080204" pitchFamily="34" charset="-128"/>
              </a:defRPr>
            </a:lvl3pPr>
            <a:lvl4pPr marL="1600200" indent="-228600">
              <a:defRPr sz="2000">
                <a:solidFill>
                  <a:srgbClr val="FFFFFF"/>
                </a:solidFill>
                <a:latin typeface="Times New Roman" panose="02020603050405020304" pitchFamily="18" charset="0"/>
                <a:ea typeface="MS PGothic" panose="020B0600070205080204" pitchFamily="34" charset="-128"/>
              </a:defRPr>
            </a:lvl4pPr>
            <a:lvl5pPr marL="2057400" indent="-22860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pic>
        <p:nvPicPr>
          <p:cNvPr id="60419" name="Picture 6" descr="http://t2.gstatic.com/images?q=tbn:ANd9GcQz3d98Lk-U9m9afhaeB9wFAXHM-3-girnPeUG7rvcAwYJDk3m45w">
            <a:extLst>
              <a:ext uri="{FF2B5EF4-FFF2-40B4-BE49-F238E27FC236}">
                <a16:creationId xmlns:a16="http://schemas.microsoft.com/office/drawing/2014/main" id="{17B7C3DB-4E96-4EA6-9A7F-24A684CE80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05600" y="1981200"/>
            <a:ext cx="2209800"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420" name="Rounded Rectangle 5">
            <a:extLst>
              <a:ext uri="{FF2B5EF4-FFF2-40B4-BE49-F238E27FC236}">
                <a16:creationId xmlns:a16="http://schemas.microsoft.com/office/drawing/2014/main" id="{76AD6F14-9E78-4307-B933-F16BE5C8F795}"/>
              </a:ext>
            </a:extLst>
          </p:cNvPr>
          <p:cNvSpPr>
            <a:spLocks noChangeArrowheads="1"/>
          </p:cNvSpPr>
          <p:nvPr/>
        </p:nvSpPr>
        <p:spPr bwMode="auto">
          <a:xfrm>
            <a:off x="533400" y="2667000"/>
            <a:ext cx="6324600" cy="1447800"/>
          </a:xfrm>
          <a:prstGeom prst="roundRect">
            <a:avLst>
              <a:gd name="adj" fmla="val 16667"/>
            </a:avLst>
          </a:prstGeom>
          <a:solidFill>
            <a:srgbClr val="FFFF99"/>
          </a:solidFill>
          <a:ln>
            <a:noFill/>
          </a:ln>
          <a:effectLst>
            <a:outerShdw dist="139700" dir="2700000" algn="tl" rotWithShape="0">
              <a:srgbClr val="808080">
                <a:alpha val="42998"/>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FFFFFF"/>
                </a:solidFill>
                <a:latin typeface="Times New Roman" panose="02020603050405020304" pitchFamily="18" charset="0"/>
                <a:ea typeface="MS PGothic" panose="020B0600070205080204" pitchFamily="34" charset="-128"/>
              </a:defRPr>
            </a:lvl1pPr>
            <a:lvl2pPr marL="742950" indent="-285750">
              <a:defRPr sz="2000">
                <a:solidFill>
                  <a:srgbClr val="FFFFFF"/>
                </a:solidFill>
                <a:latin typeface="Times New Roman" panose="02020603050405020304" pitchFamily="18" charset="0"/>
                <a:ea typeface="MS PGothic" panose="020B0600070205080204" pitchFamily="34" charset="-128"/>
              </a:defRPr>
            </a:lvl2pPr>
            <a:lvl3pPr marL="1143000" indent="-228600">
              <a:defRPr sz="2000">
                <a:solidFill>
                  <a:srgbClr val="FFFFFF"/>
                </a:solidFill>
                <a:latin typeface="Times New Roman" panose="02020603050405020304" pitchFamily="18" charset="0"/>
                <a:ea typeface="MS PGothic" panose="020B0600070205080204" pitchFamily="34" charset="-128"/>
              </a:defRPr>
            </a:lvl3pPr>
            <a:lvl4pPr marL="1600200" indent="-228600">
              <a:defRPr sz="2000">
                <a:solidFill>
                  <a:srgbClr val="FFFFFF"/>
                </a:solidFill>
                <a:latin typeface="Times New Roman" panose="02020603050405020304" pitchFamily="18" charset="0"/>
                <a:ea typeface="MS PGothic" panose="020B0600070205080204" pitchFamily="34" charset="-128"/>
              </a:defRPr>
            </a:lvl4pPr>
            <a:lvl5pPr marL="2057400" indent="-22860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60421" name="Rectangle 11">
            <a:extLst>
              <a:ext uri="{FF2B5EF4-FFF2-40B4-BE49-F238E27FC236}">
                <a16:creationId xmlns:a16="http://schemas.microsoft.com/office/drawing/2014/main" id="{9C4F9488-5DE5-4566-8BE6-3817B29AD2E5}"/>
              </a:ext>
            </a:extLst>
          </p:cNvPr>
          <p:cNvSpPr>
            <a:spLocks noGrp="1" noChangeArrowheads="1"/>
          </p:cNvSpPr>
          <p:nvPr>
            <p:ph type="body" idx="1"/>
          </p:nvPr>
        </p:nvSpPr>
        <p:spPr>
          <a:xfrm>
            <a:off x="609600" y="914400"/>
            <a:ext cx="7620000" cy="5029200"/>
          </a:xfrm>
        </p:spPr>
        <p:txBody>
          <a:bodyPr/>
          <a:lstStyle/>
          <a:p>
            <a:pPr eaLnBrk="1" hangingPunct="1"/>
            <a:r>
              <a:rPr lang="en-CA" altLang="ms-MY" dirty="0"/>
              <a:t>Efficiency </a:t>
            </a:r>
          </a:p>
          <a:p>
            <a:pPr lvl="1" eaLnBrk="1" hangingPunct="1"/>
            <a:r>
              <a:rPr lang="en-CA" altLang="ms-MY" dirty="0"/>
              <a:t>Depends on time quantum size </a:t>
            </a:r>
          </a:p>
          <a:p>
            <a:pPr lvl="2" eaLnBrk="1" hangingPunct="1"/>
            <a:r>
              <a:rPr lang="en-CA" altLang="ms-MY" sz="2200" dirty="0"/>
              <a:t>In relation to average CPU burst</a:t>
            </a:r>
          </a:p>
          <a:p>
            <a:pPr lvl="2" eaLnBrk="1" hangingPunct="1"/>
            <a:endParaRPr lang="en-US" altLang="ms-MY" sz="2200" dirty="0"/>
          </a:p>
          <a:p>
            <a:pPr eaLnBrk="1" hangingPunct="1"/>
            <a:endParaRPr lang="en-CA" altLang="ms-MY" dirty="0"/>
          </a:p>
          <a:p>
            <a:pPr eaLnBrk="1" hangingPunct="1"/>
            <a:r>
              <a:rPr lang="en-CA" altLang="ms-MY" dirty="0"/>
              <a:t>Quantum too </a:t>
            </a:r>
            <a:r>
              <a:rPr lang="en-CA" altLang="ms-MY" b="1" dirty="0"/>
              <a:t>large</a:t>
            </a:r>
            <a:r>
              <a:rPr lang="en-US" altLang="ms-MY" dirty="0"/>
              <a:t> (</a:t>
            </a:r>
            <a:r>
              <a:rPr lang="en-CA" altLang="ms-MY" dirty="0"/>
              <a:t>larger than most </a:t>
            </a:r>
          </a:p>
          <a:p>
            <a:pPr eaLnBrk="1" hangingPunct="1">
              <a:buFontTx/>
              <a:buNone/>
            </a:pPr>
            <a:r>
              <a:rPr lang="en-CA" altLang="ms-MY" dirty="0"/>
              <a:t>    CPU bursts)</a:t>
            </a:r>
            <a:endParaRPr lang="en-US" altLang="ms-MY" dirty="0"/>
          </a:p>
          <a:p>
            <a:pPr lvl="1" eaLnBrk="1" hangingPunct="1"/>
            <a:r>
              <a:rPr lang="en-CA" altLang="ms-MY" dirty="0"/>
              <a:t>Algorithm reduces to FCFS scheme</a:t>
            </a:r>
          </a:p>
          <a:p>
            <a:pPr marL="457200" lvl="1" indent="0" eaLnBrk="1" hangingPunct="1">
              <a:buNone/>
            </a:pPr>
            <a:endParaRPr lang="en-US" altLang="ms-MY" dirty="0"/>
          </a:p>
          <a:p>
            <a:pPr eaLnBrk="1" hangingPunct="1"/>
            <a:r>
              <a:rPr lang="en-CA" altLang="ms-MY" dirty="0"/>
              <a:t>Quantum too </a:t>
            </a:r>
            <a:r>
              <a:rPr lang="en-CA" altLang="ms-MY" b="1" dirty="0"/>
              <a:t>small</a:t>
            </a:r>
          </a:p>
          <a:p>
            <a:pPr lvl="1" eaLnBrk="1" hangingPunct="1"/>
            <a:r>
              <a:rPr lang="en-CA" altLang="ms-MY" dirty="0"/>
              <a:t>Context switching occurs</a:t>
            </a:r>
          </a:p>
          <a:p>
            <a:pPr lvl="2" eaLnBrk="1" hangingPunct="1"/>
            <a:r>
              <a:rPr lang="en-CA" altLang="ms-MY" sz="2200" dirty="0"/>
              <a:t>Job execution slows down</a:t>
            </a:r>
          </a:p>
          <a:p>
            <a:pPr lvl="2" eaLnBrk="1" hangingPunct="1"/>
            <a:r>
              <a:rPr lang="en-CA" altLang="ms-MY" sz="2200" dirty="0"/>
              <a:t>Overhead dramatically increased</a:t>
            </a:r>
          </a:p>
        </p:txBody>
      </p:sp>
      <p:sp>
        <p:nvSpPr>
          <p:cNvPr id="60422" name="Slide Number Placeholder 4">
            <a:extLst>
              <a:ext uri="{FF2B5EF4-FFF2-40B4-BE49-F238E27FC236}">
                <a16:creationId xmlns:a16="http://schemas.microsoft.com/office/drawing/2014/main" id="{B54890AD-55DE-4C4E-AC63-CB3FA640BE7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6481A76-216E-459F-8458-4719B7D15C68}"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57</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60423" name="Picture 6" descr="http://t2.gstatic.com/images?q=tbn:ANd9GcQz3d98Lk-U9m9afhaeB9wFAXHM-3-girnPeUG7rvcAwYJDk3m45w">
            <a:extLst>
              <a:ext uri="{FF2B5EF4-FFF2-40B4-BE49-F238E27FC236}">
                <a16:creationId xmlns:a16="http://schemas.microsoft.com/office/drawing/2014/main" id="{1E1DED92-115A-4BB7-903D-23B23E3469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86600" y="5181600"/>
            <a:ext cx="1066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44536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AFEFC6FB-53A5-4321-8EEC-0D7C7EEB3C91}"/>
              </a:ext>
            </a:extLst>
          </p:cNvPr>
          <p:cNvSpPr>
            <a:spLocks noGrp="1" noChangeArrowheads="1"/>
          </p:cNvSpPr>
          <p:nvPr>
            <p:ph type="title"/>
          </p:nvPr>
        </p:nvSpPr>
        <p:spPr>
          <a:xfrm>
            <a:off x="1358900" y="53975"/>
            <a:ext cx="7750175" cy="647700"/>
          </a:xfrm>
        </p:spPr>
        <p:txBody>
          <a:bodyPr/>
          <a:lstStyle/>
          <a:p>
            <a:pPr eaLnBrk="1" hangingPunct="1"/>
            <a:r>
              <a:rPr lang="en-US" altLang="en-US" sz="2800"/>
              <a:t>Example of RR with Time Quantum = 4</a:t>
            </a:r>
          </a:p>
        </p:txBody>
      </p:sp>
      <p:sp>
        <p:nvSpPr>
          <p:cNvPr id="24579" name="Rectangle 3">
            <a:extLst>
              <a:ext uri="{FF2B5EF4-FFF2-40B4-BE49-F238E27FC236}">
                <a16:creationId xmlns:a16="http://schemas.microsoft.com/office/drawing/2014/main" id="{24335F13-DFCA-44E1-8AF5-696A0F7D4626}"/>
              </a:ext>
            </a:extLst>
          </p:cNvPr>
          <p:cNvSpPr>
            <a:spLocks noGrp="1" noChangeArrowheads="1"/>
          </p:cNvSpPr>
          <p:nvPr>
            <p:ph type="body" idx="1"/>
          </p:nvPr>
        </p:nvSpPr>
        <p:spPr>
          <a:xfrm>
            <a:off x="585496" y="3150972"/>
            <a:ext cx="8123068" cy="3311611"/>
          </a:xfrm>
        </p:spPr>
        <p:txBody>
          <a:bodyPr/>
          <a:lstStyle/>
          <a:p>
            <a:pPr>
              <a:lnSpc>
                <a:spcPct val="90000"/>
              </a:lnSpc>
              <a:tabLst>
                <a:tab pos="2219325" algn="ctr"/>
                <a:tab pos="3994150" algn="ctr"/>
              </a:tabLst>
            </a:pPr>
            <a:r>
              <a:rPr lang="en-US" altLang="en-US" sz="2200" dirty="0"/>
              <a:t>The Gantt chart is: </a:t>
            </a:r>
          </a:p>
          <a:p>
            <a:pPr>
              <a:lnSpc>
                <a:spcPct val="90000"/>
              </a:lnSpc>
              <a:tabLst>
                <a:tab pos="2219325" algn="ctr"/>
                <a:tab pos="3994150" algn="ctr"/>
              </a:tabLst>
            </a:pPr>
            <a:endParaRPr lang="en-US" altLang="en-US" dirty="0"/>
          </a:p>
          <a:p>
            <a:pPr>
              <a:lnSpc>
                <a:spcPct val="90000"/>
              </a:lnSpc>
              <a:buFont typeface="Monotype Sorts" pitchFamily="-84" charset="2"/>
              <a:buNone/>
              <a:tabLst>
                <a:tab pos="2219325" algn="ctr"/>
                <a:tab pos="3994150" algn="ctr"/>
              </a:tabLst>
            </a:pPr>
            <a:endParaRPr lang="en-US" altLang="en-US" dirty="0"/>
          </a:p>
          <a:p>
            <a:pPr>
              <a:lnSpc>
                <a:spcPct val="90000"/>
              </a:lnSpc>
              <a:tabLst>
                <a:tab pos="2219325" algn="ctr"/>
                <a:tab pos="3994150" algn="ctr"/>
              </a:tabLst>
            </a:pPr>
            <a:r>
              <a:rPr lang="en-US" altLang="en-US" sz="2200" dirty="0"/>
              <a:t>The average waiting time under the RR policy is often longer.</a:t>
            </a:r>
          </a:p>
          <a:p>
            <a:pPr>
              <a:lnSpc>
                <a:spcPct val="90000"/>
              </a:lnSpc>
              <a:tabLst>
                <a:tab pos="2219325" algn="ctr"/>
                <a:tab pos="3994150" algn="ctr"/>
              </a:tabLst>
            </a:pPr>
            <a:r>
              <a:rPr lang="en-US" altLang="en-US" sz="2200" dirty="0"/>
              <a:t>Typically, higher average turnaround than SJF, but better </a:t>
            </a:r>
            <a:r>
              <a:rPr lang="en-US" altLang="en-US" sz="2200" b="1" i="1" dirty="0"/>
              <a:t>response.</a:t>
            </a:r>
          </a:p>
          <a:p>
            <a:pPr>
              <a:lnSpc>
                <a:spcPct val="90000"/>
              </a:lnSpc>
              <a:tabLst>
                <a:tab pos="2219325" algn="ctr"/>
                <a:tab pos="3994150" algn="ctr"/>
              </a:tabLst>
            </a:pPr>
            <a:r>
              <a:rPr lang="en-US" altLang="en-US" sz="2200" dirty="0"/>
              <a:t>q should be large compared to context switch time.</a:t>
            </a:r>
          </a:p>
          <a:p>
            <a:pPr>
              <a:lnSpc>
                <a:spcPct val="90000"/>
              </a:lnSpc>
              <a:tabLst>
                <a:tab pos="2219325" algn="ctr"/>
                <a:tab pos="3994150" algn="ctr"/>
              </a:tabLst>
            </a:pPr>
            <a:r>
              <a:rPr lang="en-US" altLang="en-US" sz="2200" dirty="0"/>
              <a:t>q  is usually 10ms to 100ms, context switch &lt; 10 </a:t>
            </a:r>
            <a:r>
              <a:rPr lang="en-US" altLang="en-US" sz="2200" dirty="0" err="1"/>
              <a:t>usec</a:t>
            </a:r>
            <a:endParaRPr lang="en-US" altLang="en-US" sz="2200" dirty="0"/>
          </a:p>
        </p:txBody>
      </p:sp>
      <p:pic>
        <p:nvPicPr>
          <p:cNvPr id="24580" name="Picture 1">
            <a:extLst>
              <a:ext uri="{FF2B5EF4-FFF2-40B4-BE49-F238E27FC236}">
                <a16:creationId xmlns:a16="http://schemas.microsoft.com/office/drawing/2014/main" id="{747959EE-882C-4B94-A9CB-9449740DBEE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90713" y="3546327"/>
            <a:ext cx="6007100" cy="69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TextBox 4">
            <a:extLst>
              <a:ext uri="{FF2B5EF4-FFF2-40B4-BE49-F238E27FC236}">
                <a16:creationId xmlns:a16="http://schemas.microsoft.com/office/drawing/2014/main" id="{38A7145F-CEF9-4088-85CA-1955D9941F4F}"/>
              </a:ext>
            </a:extLst>
          </p:cNvPr>
          <p:cNvSpPr txBox="1">
            <a:spLocks noChangeArrowheads="1"/>
          </p:cNvSpPr>
          <p:nvPr/>
        </p:nvSpPr>
        <p:spPr bwMode="auto">
          <a:xfrm>
            <a:off x="585496" y="1024832"/>
            <a:ext cx="7786688" cy="769441"/>
          </a:xfrm>
          <a:prstGeom prst="rect">
            <a:avLst/>
          </a:prstGeom>
          <a:noFill/>
          <a:ln>
            <a:noFill/>
          </a:ln>
        </p:spPr>
        <p:txBody>
          <a:bodyPr wrap="squar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285750" indent="-285750">
              <a:buClr>
                <a:srgbClr val="993300"/>
              </a:buClr>
              <a:buSzPct val="90000"/>
              <a:buFont typeface="Wingdings" panose="05000000000000000000" pitchFamily="2" charset="2"/>
              <a:buChar char="n"/>
              <a:defRPr/>
            </a:pPr>
            <a:r>
              <a:rPr lang="en-US" altLang="en-US" sz="2200" dirty="0">
                <a:latin typeface="+mn-lt"/>
              </a:rPr>
              <a:t>Consider the following three processes and their burst time</a:t>
            </a:r>
          </a:p>
          <a:p>
            <a:pPr>
              <a:buFont typeface="Arial" panose="020B0604020202020204" pitchFamily="34" charset="0"/>
              <a:buChar char="•"/>
              <a:defRPr/>
            </a:pPr>
            <a:endParaRPr lang="en-US" altLang="en-US" sz="2200" dirty="0"/>
          </a:p>
        </p:txBody>
      </p:sp>
      <p:graphicFrame>
        <p:nvGraphicFramePr>
          <p:cNvPr id="6" name="Table 5"/>
          <p:cNvGraphicFramePr>
            <a:graphicFrameLocks noGrp="1"/>
          </p:cNvGraphicFramePr>
          <p:nvPr>
            <p:extLst>
              <p:ext uri="{D42A27DB-BD31-4B8C-83A1-F6EECF244321}">
                <p14:modId xmlns:p14="http://schemas.microsoft.com/office/powerpoint/2010/main" val="3893627581"/>
              </p:ext>
            </p:extLst>
          </p:nvPr>
        </p:nvGraphicFramePr>
        <p:xfrm>
          <a:off x="2615937" y="1469935"/>
          <a:ext cx="3412504" cy="1483360"/>
        </p:xfrm>
        <a:graphic>
          <a:graphicData uri="http://schemas.openxmlformats.org/drawingml/2006/table">
            <a:tbl>
              <a:tblPr firstRow="1" bandRow="1"/>
              <a:tblGrid>
                <a:gridCol w="1494149">
                  <a:extLst>
                    <a:ext uri="{9D8B030D-6E8A-4147-A177-3AD203B41FA5}">
                      <a16:colId xmlns:a16="http://schemas.microsoft.com/office/drawing/2014/main" val="451093636"/>
                    </a:ext>
                  </a:extLst>
                </a:gridCol>
                <a:gridCol w="1918355">
                  <a:extLst>
                    <a:ext uri="{9D8B030D-6E8A-4147-A177-3AD203B41FA5}">
                      <a16:colId xmlns:a16="http://schemas.microsoft.com/office/drawing/2014/main" val="2727657620"/>
                    </a:ext>
                  </a:extLst>
                </a:gridCol>
              </a:tblGrid>
              <a:tr h="370840">
                <a:tc>
                  <a:txBody>
                    <a:bodyPr/>
                    <a:lstStyle/>
                    <a:p>
                      <a:pPr algn="ctr"/>
                      <a:r>
                        <a:rPr lang="en-US" b="1" dirty="0"/>
                        <a:t>Process</a:t>
                      </a:r>
                      <a:endParaRPr lang="en-MY" b="1" dirty="0"/>
                    </a:p>
                  </a:txBody>
                  <a:tcPr/>
                </a:tc>
                <a:tc>
                  <a:txBody>
                    <a:bodyPr/>
                    <a:lstStyle/>
                    <a:p>
                      <a:pPr algn="ctr"/>
                      <a:r>
                        <a:rPr lang="en-US" b="1" dirty="0"/>
                        <a:t>Burst Time</a:t>
                      </a:r>
                      <a:endParaRPr lang="en-MY" b="1" dirty="0"/>
                    </a:p>
                  </a:txBody>
                  <a:tcPr/>
                </a:tc>
                <a:extLst>
                  <a:ext uri="{0D108BD9-81ED-4DB2-BD59-A6C34878D82A}">
                    <a16:rowId xmlns:a16="http://schemas.microsoft.com/office/drawing/2014/main" val="1136292481"/>
                  </a:ext>
                </a:extLst>
              </a:tr>
              <a:tr h="370840">
                <a:tc>
                  <a:txBody>
                    <a:bodyPr/>
                    <a:lstStyle/>
                    <a:p>
                      <a:pPr algn="ctr"/>
                      <a:r>
                        <a:rPr lang="en-US" sz="1400" i="1" dirty="0"/>
                        <a:t>P</a:t>
                      </a:r>
                      <a:r>
                        <a:rPr lang="en-US" sz="1400" i="1" baseline="-25000" dirty="0"/>
                        <a:t>1</a:t>
                      </a:r>
                      <a:endParaRPr lang="en-MY" dirty="0"/>
                    </a:p>
                  </a:txBody>
                  <a:tcPr/>
                </a:tc>
                <a:tc>
                  <a:txBody>
                    <a:bodyPr/>
                    <a:lstStyle/>
                    <a:p>
                      <a:pPr algn="ctr"/>
                      <a:r>
                        <a:rPr lang="en-US" dirty="0"/>
                        <a:t>24</a:t>
                      </a:r>
                      <a:endParaRPr lang="en-MY" dirty="0"/>
                    </a:p>
                  </a:txBody>
                  <a:tcPr/>
                </a:tc>
                <a:extLst>
                  <a:ext uri="{0D108BD9-81ED-4DB2-BD59-A6C34878D82A}">
                    <a16:rowId xmlns:a16="http://schemas.microsoft.com/office/drawing/2014/main" val="769654368"/>
                  </a:ext>
                </a:extLst>
              </a:tr>
              <a:tr h="370840">
                <a:tc>
                  <a:txBody>
                    <a:bodyPr/>
                    <a:lstStyle/>
                    <a:p>
                      <a:pPr algn="ctr"/>
                      <a:r>
                        <a:rPr lang="en-US" sz="1400" i="1" dirty="0"/>
                        <a:t>P</a:t>
                      </a:r>
                      <a:r>
                        <a:rPr lang="en-US" sz="1400" i="1" baseline="-25000" dirty="0"/>
                        <a:t>2</a:t>
                      </a:r>
                      <a:endParaRPr lang="en-MY" dirty="0"/>
                    </a:p>
                  </a:txBody>
                  <a:tcPr/>
                </a:tc>
                <a:tc>
                  <a:txBody>
                    <a:bodyPr/>
                    <a:lstStyle/>
                    <a:p>
                      <a:pPr algn="ctr"/>
                      <a:r>
                        <a:rPr lang="en-US" dirty="0"/>
                        <a:t>3</a:t>
                      </a:r>
                      <a:endParaRPr lang="en-MY" dirty="0"/>
                    </a:p>
                  </a:txBody>
                  <a:tcPr/>
                </a:tc>
                <a:extLst>
                  <a:ext uri="{0D108BD9-81ED-4DB2-BD59-A6C34878D82A}">
                    <a16:rowId xmlns:a16="http://schemas.microsoft.com/office/drawing/2014/main" val="630074268"/>
                  </a:ext>
                </a:extLst>
              </a:tr>
              <a:tr h="370840">
                <a:tc>
                  <a:txBody>
                    <a:bodyPr/>
                    <a:lstStyle/>
                    <a:p>
                      <a:pPr algn="ctr"/>
                      <a:r>
                        <a:rPr lang="en-US" sz="1400" i="1" dirty="0"/>
                        <a:t>P</a:t>
                      </a:r>
                      <a:r>
                        <a:rPr lang="en-US" sz="1400" i="1" baseline="-25000" dirty="0"/>
                        <a:t>3</a:t>
                      </a:r>
                      <a:endParaRPr lang="en-MY" dirty="0"/>
                    </a:p>
                  </a:txBody>
                  <a:tcPr/>
                </a:tc>
                <a:tc>
                  <a:txBody>
                    <a:bodyPr/>
                    <a:lstStyle/>
                    <a:p>
                      <a:pPr algn="ctr"/>
                      <a:r>
                        <a:rPr lang="en-US" dirty="0"/>
                        <a:t>3</a:t>
                      </a:r>
                      <a:endParaRPr lang="en-MY" dirty="0"/>
                    </a:p>
                  </a:txBody>
                  <a:tcPr/>
                </a:tc>
                <a:extLst>
                  <a:ext uri="{0D108BD9-81ED-4DB2-BD59-A6C34878D82A}">
                    <a16:rowId xmlns:a16="http://schemas.microsoft.com/office/drawing/2014/main" val="2538656785"/>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42" name="Picture 28" descr="http://www.postwonder.com/mtm/images/SandClock4.jpg">
            <a:extLst>
              <a:ext uri="{FF2B5EF4-FFF2-40B4-BE49-F238E27FC236}">
                <a16:creationId xmlns:a16="http://schemas.microsoft.com/office/drawing/2014/main" id="{089979C7-C401-416B-B863-A4FE176250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00800" y="3276600"/>
            <a:ext cx="2286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3" name="Rectangle 5">
            <a:extLst>
              <a:ext uri="{FF2B5EF4-FFF2-40B4-BE49-F238E27FC236}">
                <a16:creationId xmlns:a16="http://schemas.microsoft.com/office/drawing/2014/main" id="{206684E6-A99A-42B3-899D-EF914119E3F7}"/>
              </a:ext>
            </a:extLst>
          </p:cNvPr>
          <p:cNvSpPr>
            <a:spLocks noGrp="1" noChangeArrowheads="1"/>
          </p:cNvSpPr>
          <p:nvPr>
            <p:ph type="body" idx="1"/>
          </p:nvPr>
        </p:nvSpPr>
        <p:spPr>
          <a:xfrm>
            <a:off x="6400800" y="5410200"/>
            <a:ext cx="1524000" cy="685800"/>
          </a:xfrm>
        </p:spPr>
        <p:txBody>
          <a:bodyPr/>
          <a:lstStyle/>
          <a:p>
            <a:pPr algn="ctr" eaLnBrk="1" hangingPunct="1">
              <a:buFontTx/>
              <a:buNone/>
            </a:pPr>
            <a:r>
              <a:rPr lang="en-US" altLang="ms-MY" sz="1600"/>
              <a:t>Time Slice = </a:t>
            </a:r>
          </a:p>
          <a:p>
            <a:pPr algn="ctr" eaLnBrk="1" hangingPunct="1">
              <a:buFontTx/>
              <a:buNone/>
            </a:pPr>
            <a:r>
              <a:rPr lang="en-US" altLang="ms-MY" sz="1600"/>
              <a:t>4 milliseconds</a:t>
            </a:r>
            <a:endParaRPr lang="en-CA" altLang="ms-MY" sz="1600"/>
          </a:p>
        </p:txBody>
      </p:sp>
      <p:sp>
        <p:nvSpPr>
          <p:cNvPr id="61444" name="Slide Number Placeholder 4">
            <a:extLst>
              <a:ext uri="{FF2B5EF4-FFF2-40B4-BE49-F238E27FC236}">
                <a16:creationId xmlns:a16="http://schemas.microsoft.com/office/drawing/2014/main" id="{FBD198A7-4A79-4B22-AD5D-5D63F5C57B27}"/>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D377E22-3029-4B14-B7A0-0C8855B2B78E}"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59</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61445" name="Picture 2">
            <a:extLst>
              <a:ext uri="{FF2B5EF4-FFF2-40B4-BE49-F238E27FC236}">
                <a16:creationId xmlns:a16="http://schemas.microsoft.com/office/drawing/2014/main" id="{A6A37062-93A9-4B3C-A3B3-F7D4968353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676400"/>
            <a:ext cx="826293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6" name="Picture 3">
            <a:extLst>
              <a:ext uri="{FF2B5EF4-FFF2-40B4-BE49-F238E27FC236}">
                <a16:creationId xmlns:a16="http://schemas.microsoft.com/office/drawing/2014/main" id="{C5F3F119-F4F7-426C-8539-7DA893202E8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5977"/>
          <a:stretch/>
        </p:blipFill>
        <p:spPr bwMode="auto">
          <a:xfrm>
            <a:off x="1624404" y="2895600"/>
            <a:ext cx="5336783"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9B228C37-F3A7-47A3-AC7A-885257057DA0}"/>
              </a:ext>
            </a:extLst>
          </p:cNvPr>
          <p:cNvSpPr txBox="1"/>
          <p:nvPr/>
        </p:nvSpPr>
        <p:spPr>
          <a:xfrm>
            <a:off x="6400800" y="6321425"/>
            <a:ext cx="1538288" cy="307975"/>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panose="020B0604020202020204" pitchFamily="34" charset="0"/>
              </a:rPr>
              <a:t>(Continued Next)</a:t>
            </a:r>
          </a:p>
        </p:txBody>
      </p:sp>
      <p:sp>
        <p:nvSpPr>
          <p:cNvPr id="7" name="Rectangle 9">
            <a:extLst>
              <a:ext uri="{FF2B5EF4-FFF2-40B4-BE49-F238E27FC236}">
                <a16:creationId xmlns:a16="http://schemas.microsoft.com/office/drawing/2014/main" id="{B84A517D-7836-45D5-845C-A5C4A565DF31}"/>
              </a:ext>
            </a:extLst>
          </p:cNvPr>
          <p:cNvSpPr txBox="1">
            <a:spLocks noChangeArrowheads="1"/>
          </p:cNvSpPr>
          <p:nvPr/>
        </p:nvSpPr>
        <p:spPr>
          <a:xfrm>
            <a:off x="685800" y="990600"/>
            <a:ext cx="7620000" cy="609600"/>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600" b="1"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RR : Example </a:t>
            </a:r>
            <a:r>
              <a:rPr lang="en-US" sz="2600" b="1" kern="0" dirty="0">
                <a:solidFill>
                  <a:srgbClr val="222222"/>
                </a:solidFill>
                <a:latin typeface="Arial"/>
              </a:rPr>
              <a:t>6</a:t>
            </a:r>
            <a:r>
              <a:rPr kumimoji="0" lang="en-US" sz="2600" b="1"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6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6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p:txBody>
      </p:sp>
      <p:graphicFrame>
        <p:nvGraphicFramePr>
          <p:cNvPr id="8" name="Table 7">
            <a:extLst>
              <a:ext uri="{FF2B5EF4-FFF2-40B4-BE49-F238E27FC236}">
                <a16:creationId xmlns:a16="http://schemas.microsoft.com/office/drawing/2014/main" id="{91B34CE4-F4F8-4811-BE20-75A302656A4C}"/>
              </a:ext>
            </a:extLst>
          </p:cNvPr>
          <p:cNvGraphicFramePr>
            <a:graphicFrameLocks noGrp="1"/>
          </p:cNvGraphicFramePr>
          <p:nvPr>
            <p:extLst>
              <p:ext uri="{D42A27DB-BD31-4B8C-83A1-F6EECF244321}">
                <p14:modId xmlns:p14="http://schemas.microsoft.com/office/powerpoint/2010/main" val="1503231089"/>
              </p:ext>
            </p:extLst>
          </p:nvPr>
        </p:nvGraphicFramePr>
        <p:xfrm>
          <a:off x="609600" y="3886200"/>
          <a:ext cx="3505200" cy="2124075"/>
        </p:xfrm>
        <a:graphic>
          <a:graphicData uri="http://schemas.openxmlformats.org/drawingml/2006/table">
            <a:tbl>
              <a:tblPr firstRow="1" bandRow="1">
                <a:tableStyleId>{74C1A8A3-306A-4EB7-A6B1-4F7E0EB9C5D6}</a:tableStyleId>
              </a:tblPr>
              <a:tblGrid>
                <a:gridCol w="1072494">
                  <a:extLst>
                    <a:ext uri="{9D8B030D-6E8A-4147-A177-3AD203B41FA5}">
                      <a16:colId xmlns:a16="http://schemas.microsoft.com/office/drawing/2014/main" val="20000"/>
                    </a:ext>
                  </a:extLst>
                </a:gridCol>
                <a:gridCol w="984906">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tblGrid>
              <a:tr h="640271">
                <a:tc>
                  <a:txBody>
                    <a:bodyPr/>
                    <a:lstStyle/>
                    <a:p>
                      <a:pPr algn="ctr"/>
                      <a:r>
                        <a:rPr lang="en-US" sz="1800" dirty="0">
                          <a:solidFill>
                            <a:schemeClr val="tx1"/>
                          </a:solidFill>
                        </a:rPr>
                        <a:t>Process</a:t>
                      </a:r>
                    </a:p>
                  </a:txBody>
                  <a:tcPr marL="91437" marR="91437" marT="45734" marB="45734"/>
                </a:tc>
                <a:tc>
                  <a:txBody>
                    <a:bodyPr/>
                    <a:lstStyle/>
                    <a:p>
                      <a:pPr algn="ctr"/>
                      <a:r>
                        <a:rPr lang="en-US" sz="1800" dirty="0">
                          <a:solidFill>
                            <a:schemeClr val="tx1"/>
                          </a:solidFill>
                        </a:rPr>
                        <a:t>CPU Burst</a:t>
                      </a:r>
                    </a:p>
                  </a:txBody>
                  <a:tcPr marL="91437" marR="91437" marT="45734" marB="45734"/>
                </a:tc>
                <a:tc>
                  <a:txBody>
                    <a:bodyPr/>
                    <a:lstStyle/>
                    <a:p>
                      <a:pPr algn="ctr"/>
                      <a:r>
                        <a:rPr lang="en-US" sz="1800" dirty="0">
                          <a:solidFill>
                            <a:schemeClr val="tx1"/>
                          </a:solidFill>
                        </a:rPr>
                        <a:t>Arrival Time</a:t>
                      </a:r>
                    </a:p>
                  </a:txBody>
                  <a:tcPr marL="91437" marR="91437" marT="45734" marB="45734"/>
                </a:tc>
                <a:extLst>
                  <a:ext uri="{0D108BD9-81ED-4DB2-BD59-A6C34878D82A}">
                    <a16:rowId xmlns:a16="http://schemas.microsoft.com/office/drawing/2014/main" val="10000"/>
                  </a:ext>
                </a:extLst>
              </a:tr>
              <a:tr h="370951">
                <a:tc>
                  <a:txBody>
                    <a:bodyPr/>
                    <a:lstStyle/>
                    <a:p>
                      <a:pPr algn="ctr"/>
                      <a:r>
                        <a:rPr lang="en-US" sz="1800" dirty="0"/>
                        <a:t>Job A</a:t>
                      </a:r>
                    </a:p>
                  </a:txBody>
                  <a:tcPr marL="91437" marR="91437" marT="45734" marB="45734"/>
                </a:tc>
                <a:tc>
                  <a:txBody>
                    <a:bodyPr/>
                    <a:lstStyle/>
                    <a:p>
                      <a:pPr algn="ctr"/>
                      <a:r>
                        <a:rPr lang="en-US" sz="1800" dirty="0"/>
                        <a:t>8</a:t>
                      </a:r>
                    </a:p>
                  </a:txBody>
                  <a:tcPr marL="91437" marR="91437" marT="45734" marB="45734"/>
                </a:tc>
                <a:tc>
                  <a:txBody>
                    <a:bodyPr/>
                    <a:lstStyle/>
                    <a:p>
                      <a:pPr algn="ctr"/>
                      <a:r>
                        <a:rPr lang="en-US" sz="1800" dirty="0"/>
                        <a:t>0.0</a:t>
                      </a:r>
                    </a:p>
                  </a:txBody>
                  <a:tcPr marL="91437" marR="91437" marT="45734" marB="45734"/>
                </a:tc>
                <a:extLst>
                  <a:ext uri="{0D108BD9-81ED-4DB2-BD59-A6C34878D82A}">
                    <a16:rowId xmlns:a16="http://schemas.microsoft.com/office/drawing/2014/main" val="10001"/>
                  </a:ext>
                </a:extLst>
              </a:tr>
              <a:tr h="370951">
                <a:tc>
                  <a:txBody>
                    <a:bodyPr/>
                    <a:lstStyle/>
                    <a:p>
                      <a:pPr algn="ctr"/>
                      <a:r>
                        <a:rPr lang="en-US" sz="1800" dirty="0"/>
                        <a:t>Job B</a:t>
                      </a:r>
                    </a:p>
                  </a:txBody>
                  <a:tcPr marL="91437" marR="91437" marT="45734" marB="45734"/>
                </a:tc>
                <a:tc>
                  <a:txBody>
                    <a:bodyPr/>
                    <a:lstStyle/>
                    <a:p>
                      <a:pPr algn="ctr"/>
                      <a:r>
                        <a:rPr lang="en-US" sz="1800" dirty="0"/>
                        <a:t>4</a:t>
                      </a:r>
                    </a:p>
                  </a:txBody>
                  <a:tcPr marL="91437" marR="91437" marT="45734" marB="45734"/>
                </a:tc>
                <a:tc>
                  <a:txBody>
                    <a:bodyPr/>
                    <a:lstStyle/>
                    <a:p>
                      <a:pPr algn="ctr"/>
                      <a:r>
                        <a:rPr lang="en-US" sz="1800" dirty="0"/>
                        <a:t>1.0</a:t>
                      </a:r>
                    </a:p>
                  </a:txBody>
                  <a:tcPr marL="91437" marR="91437" marT="45734" marB="45734"/>
                </a:tc>
                <a:extLst>
                  <a:ext uri="{0D108BD9-81ED-4DB2-BD59-A6C34878D82A}">
                    <a16:rowId xmlns:a16="http://schemas.microsoft.com/office/drawing/2014/main" val="10002"/>
                  </a:ext>
                </a:extLst>
              </a:tr>
              <a:tr h="370951">
                <a:tc>
                  <a:txBody>
                    <a:bodyPr/>
                    <a:lstStyle/>
                    <a:p>
                      <a:pPr algn="ctr"/>
                      <a:r>
                        <a:rPr lang="en-US" sz="1800" dirty="0"/>
                        <a:t>Job C</a:t>
                      </a:r>
                    </a:p>
                  </a:txBody>
                  <a:tcPr marL="91437" marR="91437" marT="45734" marB="45734"/>
                </a:tc>
                <a:tc>
                  <a:txBody>
                    <a:bodyPr/>
                    <a:lstStyle/>
                    <a:p>
                      <a:pPr algn="ctr"/>
                      <a:r>
                        <a:rPr lang="en-US" sz="1800" dirty="0"/>
                        <a:t>9</a:t>
                      </a:r>
                    </a:p>
                  </a:txBody>
                  <a:tcPr marL="91437" marR="91437" marT="45734" marB="45734"/>
                </a:tc>
                <a:tc>
                  <a:txBody>
                    <a:bodyPr/>
                    <a:lstStyle/>
                    <a:p>
                      <a:pPr algn="ctr"/>
                      <a:r>
                        <a:rPr lang="en-US" sz="1800" dirty="0"/>
                        <a:t>2.0</a:t>
                      </a:r>
                    </a:p>
                  </a:txBody>
                  <a:tcPr marL="91437" marR="91437" marT="45734" marB="45734"/>
                </a:tc>
                <a:extLst>
                  <a:ext uri="{0D108BD9-81ED-4DB2-BD59-A6C34878D82A}">
                    <a16:rowId xmlns:a16="http://schemas.microsoft.com/office/drawing/2014/main" val="10003"/>
                  </a:ext>
                </a:extLst>
              </a:tr>
              <a:tr h="370951">
                <a:tc>
                  <a:txBody>
                    <a:bodyPr/>
                    <a:lstStyle/>
                    <a:p>
                      <a:pPr algn="ctr"/>
                      <a:r>
                        <a:rPr lang="en-US" sz="1800" dirty="0"/>
                        <a:t>Job D</a:t>
                      </a:r>
                    </a:p>
                  </a:txBody>
                  <a:tcPr marL="91437" marR="91437" marT="45734" marB="45734"/>
                </a:tc>
                <a:tc>
                  <a:txBody>
                    <a:bodyPr/>
                    <a:lstStyle/>
                    <a:p>
                      <a:pPr algn="ctr"/>
                      <a:r>
                        <a:rPr lang="en-US" sz="1800" dirty="0"/>
                        <a:t>5</a:t>
                      </a:r>
                    </a:p>
                  </a:txBody>
                  <a:tcPr marL="91437" marR="91437" marT="45734" marB="45734"/>
                </a:tc>
                <a:tc>
                  <a:txBody>
                    <a:bodyPr/>
                    <a:lstStyle/>
                    <a:p>
                      <a:pPr algn="ctr"/>
                      <a:r>
                        <a:rPr lang="en-US" sz="1800" dirty="0"/>
                        <a:t>3.0</a:t>
                      </a:r>
                    </a:p>
                  </a:txBody>
                  <a:tcPr marL="91437" marR="91437" marT="45734" marB="45734"/>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4703294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4">
            <a:extLst>
              <a:ext uri="{FF2B5EF4-FFF2-40B4-BE49-F238E27FC236}">
                <a16:creationId xmlns:a16="http://schemas.microsoft.com/office/drawing/2014/main" id="{E4AC44F7-43B1-436D-9F76-D4FD1C582352}"/>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EEC9958-024C-420F-9363-6FAA5CAF9B11}"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60</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2" name="Group 11">
            <a:extLst>
              <a:ext uri="{FF2B5EF4-FFF2-40B4-BE49-F238E27FC236}">
                <a16:creationId xmlns:a16="http://schemas.microsoft.com/office/drawing/2014/main" id="{8DCF80C3-B128-4C7F-AB6F-6DAE49D388F5}"/>
              </a:ext>
            </a:extLst>
          </p:cNvPr>
          <p:cNvGrpSpPr>
            <a:grpSpLocks/>
          </p:cNvGrpSpPr>
          <p:nvPr/>
        </p:nvGrpSpPr>
        <p:grpSpPr bwMode="auto">
          <a:xfrm>
            <a:off x="382588" y="3276600"/>
            <a:ext cx="455612" cy="1238250"/>
            <a:chOff x="533400" y="2819400"/>
            <a:chExt cx="455149" cy="1238211"/>
          </a:xfrm>
        </p:grpSpPr>
        <p:cxnSp>
          <p:nvCxnSpPr>
            <p:cNvPr id="62519" name="Straight Arrow Connector 2">
              <a:extLst>
                <a:ext uri="{FF2B5EF4-FFF2-40B4-BE49-F238E27FC236}">
                  <a16:creationId xmlns:a16="http://schemas.microsoft.com/office/drawing/2014/main" id="{36DCC003-1E9F-48A5-B519-A5AA2CA85162}"/>
                </a:ext>
              </a:extLst>
            </p:cNvPr>
            <p:cNvCxnSpPr>
              <a:cxnSpLocks noChangeShapeType="1"/>
            </p:cNvCxnSpPr>
            <p:nvPr/>
          </p:nvCxnSpPr>
          <p:spPr bwMode="auto">
            <a:xfrm>
              <a:off x="762000" y="2819400"/>
              <a:ext cx="0" cy="685800"/>
            </a:xfrm>
            <a:prstGeom prst="straightConnector1">
              <a:avLst/>
            </a:prstGeom>
            <a:noFill/>
            <a:ln w="952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62520" name="TextBox 7">
              <a:extLst>
                <a:ext uri="{FF2B5EF4-FFF2-40B4-BE49-F238E27FC236}">
                  <a16:creationId xmlns:a16="http://schemas.microsoft.com/office/drawing/2014/main" id="{065D2800-5CFA-4FA6-813D-21C4F3E60502}"/>
                </a:ext>
              </a:extLst>
            </p:cNvPr>
            <p:cNvSpPr txBox="1">
              <a:spLocks noChangeArrowheads="1"/>
            </p:cNvSpPr>
            <p:nvPr/>
          </p:nvSpPr>
          <p:spPr bwMode="auto">
            <a:xfrm>
              <a:off x="533400" y="3657600"/>
              <a:ext cx="455149" cy="4000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A</a:t>
              </a:r>
              <a:r>
                <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8</a:t>
              </a:r>
            </a:p>
          </p:txBody>
        </p:sp>
      </p:grpSp>
      <p:grpSp>
        <p:nvGrpSpPr>
          <p:cNvPr id="3" name="Group 31">
            <a:extLst>
              <a:ext uri="{FF2B5EF4-FFF2-40B4-BE49-F238E27FC236}">
                <a16:creationId xmlns:a16="http://schemas.microsoft.com/office/drawing/2014/main" id="{3B42A786-D362-4EE2-BAE8-BEE92DC0FF80}"/>
              </a:ext>
            </a:extLst>
          </p:cNvPr>
          <p:cNvGrpSpPr/>
          <p:nvPr/>
        </p:nvGrpSpPr>
        <p:grpSpPr bwMode="auto">
          <a:xfrm>
            <a:off x="3581400" y="5867400"/>
            <a:ext cx="1600200" cy="609600"/>
            <a:chOff x="6934200" y="3810000"/>
            <a:chExt cx="1600200" cy="609600"/>
          </a:xfrm>
          <a:effectLst>
            <a:outerShdw blurRad="50800" dist="139700" dir="2700000" algn="tl" rotWithShape="0">
              <a:srgbClr val="000000">
                <a:alpha val="43000"/>
              </a:srgbClr>
            </a:outerShdw>
          </a:effectLst>
        </p:grpSpPr>
        <p:sp>
          <p:nvSpPr>
            <p:cNvPr id="35" name="Rectangle 34">
              <a:extLst>
                <a:ext uri="{FF2B5EF4-FFF2-40B4-BE49-F238E27FC236}">
                  <a16:creationId xmlns:a16="http://schemas.microsoft.com/office/drawing/2014/main" id="{66FCB3D9-5571-4461-87C6-55AF399635E6}"/>
                </a:ext>
              </a:extLst>
            </p:cNvPr>
            <p:cNvSpPr/>
            <p:nvPr/>
          </p:nvSpPr>
          <p:spPr bwMode="auto">
            <a:xfrm>
              <a:off x="6934200" y="3810000"/>
              <a:ext cx="1600200" cy="609600"/>
            </a:xfrm>
            <a:prstGeom prst="rect">
              <a:avLst/>
            </a:prstGeom>
            <a:solidFill>
              <a:schemeClr val="accent2">
                <a:lumMod val="40000"/>
                <a:lumOff val="60000"/>
              </a:schemeClr>
            </a:solidFill>
            <a:ln w="9525" cap="flat" cmpd="sng" algn="ctr">
              <a:no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000" b="0" i="0" u="none" strike="noStrike" kern="1200" cap="none" spc="0" normalizeH="0" baseline="0" noProof="0">
                <a:ln>
                  <a:noFill/>
                </a:ln>
                <a:solidFill>
                  <a:srgbClr val="FFFFFF"/>
                </a:solidFill>
                <a:effectLst/>
                <a:uLnTx/>
                <a:uFillTx/>
                <a:latin typeface="Times New Roman" panose="02020603050405020304" pitchFamily="18" charset="0"/>
                <a:ea typeface="ＭＳ Ｐゴシック" charset="0"/>
                <a:cs typeface="ＭＳ Ｐゴシック" charset="0"/>
              </a:endParaRPr>
            </a:p>
          </p:txBody>
        </p:sp>
        <p:sp>
          <p:nvSpPr>
            <p:cNvPr id="36" name="TextBox 35">
              <a:extLst>
                <a:ext uri="{FF2B5EF4-FFF2-40B4-BE49-F238E27FC236}">
                  <a16:creationId xmlns:a16="http://schemas.microsoft.com/office/drawing/2014/main" id="{0DADB43A-B6F7-479A-A769-C99DDB3E89E2}"/>
                </a:ext>
              </a:extLst>
            </p:cNvPr>
            <p:cNvSpPr txBox="1"/>
            <p:nvPr/>
          </p:nvSpPr>
          <p:spPr>
            <a:xfrm>
              <a:off x="7010400" y="3886200"/>
              <a:ext cx="1520343" cy="40011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Times New Roman" charset="0"/>
                  <a:ea typeface="ＭＳ Ｐゴシック" charset="0"/>
                  <a:cs typeface="ＭＳ Ｐゴシック" charset="0"/>
                </a:rPr>
                <a:t>Note: </a:t>
              </a:r>
              <a:r>
                <a:rPr kumimoji="0" lang="en-US" sz="2000" b="0" i="0" u="none" strike="noStrike" kern="1200" cap="none" spc="0" normalizeH="0" baseline="0" noProof="0" dirty="0" err="1">
                  <a:ln>
                    <a:noFill/>
                  </a:ln>
                  <a:solidFill>
                    <a:srgbClr val="0070C0"/>
                  </a:solidFill>
                  <a:effectLst/>
                  <a:uLnTx/>
                  <a:uFillTx/>
                  <a:latin typeface="Times New Roman" charset="0"/>
                  <a:ea typeface="ＭＳ Ｐゴシック" charset="0"/>
                  <a:cs typeface="ＭＳ Ｐゴシック" charset="0"/>
                </a:rPr>
                <a:t>Job</a:t>
              </a:r>
              <a:r>
                <a:rPr kumimoji="0" lang="en-US" sz="2000" b="0" i="0" u="none" strike="noStrike" kern="1200" cap="none" spc="0" normalizeH="0" baseline="-25000" noProof="0" dirty="0" err="1">
                  <a:ln>
                    <a:noFill/>
                  </a:ln>
                  <a:solidFill>
                    <a:srgbClr val="0070C0"/>
                  </a:solidFill>
                  <a:effectLst/>
                  <a:uLnTx/>
                  <a:uFillTx/>
                  <a:latin typeface="Times New Roman" charset="0"/>
                  <a:ea typeface="ＭＳ Ｐゴシック" charset="0"/>
                  <a:cs typeface="ＭＳ Ｐゴシック" charset="0"/>
                </a:rPr>
                <a:t>CPU</a:t>
              </a:r>
              <a:endParaRPr kumimoji="0" lang="en-US" sz="2000" b="0" i="0" u="none" strike="noStrike" kern="1200" cap="none" spc="0" normalizeH="0" baseline="-25000" noProof="0" dirty="0">
                <a:ln>
                  <a:noFill/>
                </a:ln>
                <a:solidFill>
                  <a:srgbClr val="0070C0"/>
                </a:solidFill>
                <a:effectLst/>
                <a:uLnTx/>
                <a:uFillTx/>
                <a:latin typeface="Times New Roman" charset="0"/>
                <a:ea typeface="ＭＳ Ｐゴシック" charset="0"/>
                <a:cs typeface="ＭＳ Ｐゴシック" charset="0"/>
              </a:endParaRPr>
            </a:p>
          </p:txBody>
        </p:sp>
      </p:grpSp>
      <p:grpSp>
        <p:nvGrpSpPr>
          <p:cNvPr id="4" name="Group 52">
            <a:extLst>
              <a:ext uri="{FF2B5EF4-FFF2-40B4-BE49-F238E27FC236}">
                <a16:creationId xmlns:a16="http://schemas.microsoft.com/office/drawing/2014/main" id="{2433AA2D-F7F4-44BE-B5A3-3EDAD278775F}"/>
              </a:ext>
            </a:extLst>
          </p:cNvPr>
          <p:cNvGrpSpPr>
            <a:grpSpLocks/>
          </p:cNvGrpSpPr>
          <p:nvPr/>
        </p:nvGrpSpPr>
        <p:grpSpPr bwMode="auto">
          <a:xfrm>
            <a:off x="665163" y="3276600"/>
            <a:ext cx="455612" cy="1546225"/>
            <a:chOff x="533400" y="2819400"/>
            <a:chExt cx="455149" cy="1545910"/>
          </a:xfrm>
        </p:grpSpPr>
        <p:cxnSp>
          <p:nvCxnSpPr>
            <p:cNvPr id="62517" name="Straight Arrow Connector 2">
              <a:extLst>
                <a:ext uri="{FF2B5EF4-FFF2-40B4-BE49-F238E27FC236}">
                  <a16:creationId xmlns:a16="http://schemas.microsoft.com/office/drawing/2014/main" id="{3749F10B-9A1D-4DB2-A23D-407DEC562EB9}"/>
                </a:ext>
              </a:extLst>
            </p:cNvPr>
            <p:cNvCxnSpPr>
              <a:cxnSpLocks noChangeShapeType="1"/>
            </p:cNvCxnSpPr>
            <p:nvPr/>
          </p:nvCxnSpPr>
          <p:spPr bwMode="auto">
            <a:xfrm>
              <a:off x="762000" y="2819400"/>
              <a:ext cx="0" cy="685800"/>
            </a:xfrm>
            <a:prstGeom prst="straightConnector1">
              <a:avLst/>
            </a:prstGeom>
            <a:noFill/>
            <a:ln w="952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62518" name="TextBox 7">
              <a:extLst>
                <a:ext uri="{FF2B5EF4-FFF2-40B4-BE49-F238E27FC236}">
                  <a16:creationId xmlns:a16="http://schemas.microsoft.com/office/drawing/2014/main" id="{C3A668ED-A8F1-4A11-8CB8-DF5D178B1DA2}"/>
                </a:ext>
              </a:extLst>
            </p:cNvPr>
            <p:cNvSpPr txBox="1">
              <a:spLocks noChangeArrowheads="1"/>
            </p:cNvSpPr>
            <p:nvPr/>
          </p:nvSpPr>
          <p:spPr bwMode="auto">
            <a:xfrm>
              <a:off x="533400" y="3657600"/>
              <a:ext cx="455149" cy="7077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A</a:t>
              </a:r>
              <a:r>
                <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7</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B</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4</a:t>
              </a:r>
            </a:p>
          </p:txBody>
        </p:sp>
      </p:grpSp>
      <p:grpSp>
        <p:nvGrpSpPr>
          <p:cNvPr id="5" name="Group 55">
            <a:extLst>
              <a:ext uri="{FF2B5EF4-FFF2-40B4-BE49-F238E27FC236}">
                <a16:creationId xmlns:a16="http://schemas.microsoft.com/office/drawing/2014/main" id="{51E99331-D983-422B-8DD2-27BA10681B8B}"/>
              </a:ext>
            </a:extLst>
          </p:cNvPr>
          <p:cNvGrpSpPr>
            <a:grpSpLocks/>
          </p:cNvGrpSpPr>
          <p:nvPr/>
        </p:nvGrpSpPr>
        <p:grpSpPr bwMode="auto">
          <a:xfrm>
            <a:off x="960438" y="3276600"/>
            <a:ext cx="455612" cy="1854200"/>
            <a:chOff x="533400" y="2819400"/>
            <a:chExt cx="455149" cy="1853611"/>
          </a:xfrm>
        </p:grpSpPr>
        <p:cxnSp>
          <p:nvCxnSpPr>
            <p:cNvPr id="62515" name="Straight Arrow Connector 2">
              <a:extLst>
                <a:ext uri="{FF2B5EF4-FFF2-40B4-BE49-F238E27FC236}">
                  <a16:creationId xmlns:a16="http://schemas.microsoft.com/office/drawing/2014/main" id="{0D2BCA64-B390-4DBC-8531-79F0539E1861}"/>
                </a:ext>
              </a:extLst>
            </p:cNvPr>
            <p:cNvCxnSpPr>
              <a:cxnSpLocks noChangeShapeType="1"/>
            </p:cNvCxnSpPr>
            <p:nvPr/>
          </p:nvCxnSpPr>
          <p:spPr bwMode="auto">
            <a:xfrm>
              <a:off x="762000" y="2819400"/>
              <a:ext cx="0" cy="685800"/>
            </a:xfrm>
            <a:prstGeom prst="straightConnector1">
              <a:avLst/>
            </a:prstGeom>
            <a:noFill/>
            <a:ln w="952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62516" name="TextBox 7">
              <a:extLst>
                <a:ext uri="{FF2B5EF4-FFF2-40B4-BE49-F238E27FC236}">
                  <a16:creationId xmlns:a16="http://schemas.microsoft.com/office/drawing/2014/main" id="{DDB5CBF7-D4DA-4066-A1F2-92DA1F9582A6}"/>
                </a:ext>
              </a:extLst>
            </p:cNvPr>
            <p:cNvSpPr txBox="1">
              <a:spLocks noChangeArrowheads="1"/>
            </p:cNvSpPr>
            <p:nvPr/>
          </p:nvSpPr>
          <p:spPr bwMode="auto">
            <a:xfrm>
              <a:off x="533400" y="3657600"/>
              <a:ext cx="455149" cy="10154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A</a:t>
              </a:r>
              <a:r>
                <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6</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B</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9</a:t>
              </a:r>
            </a:p>
          </p:txBody>
        </p:sp>
      </p:grpSp>
      <p:grpSp>
        <p:nvGrpSpPr>
          <p:cNvPr id="6" name="Group 58">
            <a:extLst>
              <a:ext uri="{FF2B5EF4-FFF2-40B4-BE49-F238E27FC236}">
                <a16:creationId xmlns:a16="http://schemas.microsoft.com/office/drawing/2014/main" id="{21DF8EF6-4297-4526-8F70-CEEC01007353}"/>
              </a:ext>
            </a:extLst>
          </p:cNvPr>
          <p:cNvGrpSpPr>
            <a:grpSpLocks/>
          </p:cNvGrpSpPr>
          <p:nvPr/>
        </p:nvGrpSpPr>
        <p:grpSpPr bwMode="auto">
          <a:xfrm>
            <a:off x="1274763" y="3276600"/>
            <a:ext cx="455612" cy="2162175"/>
            <a:chOff x="533400" y="2819400"/>
            <a:chExt cx="455149" cy="2161311"/>
          </a:xfrm>
        </p:grpSpPr>
        <p:cxnSp>
          <p:nvCxnSpPr>
            <p:cNvPr id="62513" name="Straight Arrow Connector 2">
              <a:extLst>
                <a:ext uri="{FF2B5EF4-FFF2-40B4-BE49-F238E27FC236}">
                  <a16:creationId xmlns:a16="http://schemas.microsoft.com/office/drawing/2014/main" id="{96C18FD9-D987-4467-9387-6F9763A82228}"/>
                </a:ext>
              </a:extLst>
            </p:cNvPr>
            <p:cNvCxnSpPr>
              <a:cxnSpLocks noChangeShapeType="1"/>
            </p:cNvCxnSpPr>
            <p:nvPr/>
          </p:nvCxnSpPr>
          <p:spPr bwMode="auto">
            <a:xfrm>
              <a:off x="762000" y="2819400"/>
              <a:ext cx="0" cy="685800"/>
            </a:xfrm>
            <a:prstGeom prst="straightConnector1">
              <a:avLst/>
            </a:prstGeom>
            <a:noFill/>
            <a:ln w="952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62514" name="TextBox 7">
              <a:extLst>
                <a:ext uri="{FF2B5EF4-FFF2-40B4-BE49-F238E27FC236}">
                  <a16:creationId xmlns:a16="http://schemas.microsoft.com/office/drawing/2014/main" id="{40F25C6A-E68B-49F4-ABA5-AB3BDD4408D4}"/>
                </a:ext>
              </a:extLst>
            </p:cNvPr>
            <p:cNvSpPr txBox="1">
              <a:spLocks noChangeArrowheads="1"/>
            </p:cNvSpPr>
            <p:nvPr/>
          </p:nvSpPr>
          <p:spPr bwMode="auto">
            <a:xfrm>
              <a:off x="533400" y="3657600"/>
              <a:ext cx="455149" cy="13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A</a:t>
              </a:r>
              <a:r>
                <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B</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9</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D</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5</a:t>
              </a:r>
            </a:p>
          </p:txBody>
        </p:sp>
      </p:grpSp>
      <p:grpSp>
        <p:nvGrpSpPr>
          <p:cNvPr id="7" name="Group 61">
            <a:extLst>
              <a:ext uri="{FF2B5EF4-FFF2-40B4-BE49-F238E27FC236}">
                <a16:creationId xmlns:a16="http://schemas.microsoft.com/office/drawing/2014/main" id="{B181EC27-7BA9-4F09-98F5-D11EA946E8D3}"/>
              </a:ext>
            </a:extLst>
          </p:cNvPr>
          <p:cNvGrpSpPr>
            <a:grpSpLocks/>
          </p:cNvGrpSpPr>
          <p:nvPr/>
        </p:nvGrpSpPr>
        <p:grpSpPr bwMode="auto">
          <a:xfrm>
            <a:off x="1579563" y="3276600"/>
            <a:ext cx="455612" cy="2162175"/>
            <a:chOff x="533400" y="2819400"/>
            <a:chExt cx="455149" cy="2161311"/>
          </a:xfrm>
        </p:grpSpPr>
        <p:cxnSp>
          <p:nvCxnSpPr>
            <p:cNvPr id="62511" name="Straight Arrow Connector 2">
              <a:extLst>
                <a:ext uri="{FF2B5EF4-FFF2-40B4-BE49-F238E27FC236}">
                  <a16:creationId xmlns:a16="http://schemas.microsoft.com/office/drawing/2014/main" id="{B94F9630-DACE-4DA5-BB4E-4D0CB46644BA}"/>
                </a:ext>
              </a:extLst>
            </p:cNvPr>
            <p:cNvCxnSpPr>
              <a:cxnSpLocks noChangeShapeType="1"/>
            </p:cNvCxnSpPr>
            <p:nvPr/>
          </p:nvCxnSpPr>
          <p:spPr bwMode="auto">
            <a:xfrm>
              <a:off x="762000" y="2819400"/>
              <a:ext cx="0" cy="685800"/>
            </a:xfrm>
            <a:prstGeom prst="straightConnector1">
              <a:avLst/>
            </a:prstGeom>
            <a:noFill/>
            <a:ln w="952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62512" name="TextBox 7">
              <a:extLst>
                <a:ext uri="{FF2B5EF4-FFF2-40B4-BE49-F238E27FC236}">
                  <a16:creationId xmlns:a16="http://schemas.microsoft.com/office/drawing/2014/main" id="{DC1401C7-9BC7-4B92-B2F9-2DCB95DE9519}"/>
                </a:ext>
              </a:extLst>
            </p:cNvPr>
            <p:cNvSpPr txBox="1">
              <a:spLocks noChangeArrowheads="1"/>
            </p:cNvSpPr>
            <p:nvPr/>
          </p:nvSpPr>
          <p:spPr bwMode="auto">
            <a:xfrm>
              <a:off x="533400" y="3657600"/>
              <a:ext cx="455149" cy="13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A</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B</a:t>
              </a:r>
              <a:r>
                <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4</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9</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D</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5</a:t>
              </a:r>
            </a:p>
          </p:txBody>
        </p:sp>
      </p:grpSp>
      <p:grpSp>
        <p:nvGrpSpPr>
          <p:cNvPr id="8" name="Group 64">
            <a:extLst>
              <a:ext uri="{FF2B5EF4-FFF2-40B4-BE49-F238E27FC236}">
                <a16:creationId xmlns:a16="http://schemas.microsoft.com/office/drawing/2014/main" id="{67B7644F-31DA-4453-8478-1CAB4DFBADA3}"/>
              </a:ext>
            </a:extLst>
          </p:cNvPr>
          <p:cNvGrpSpPr>
            <a:grpSpLocks/>
          </p:cNvGrpSpPr>
          <p:nvPr/>
        </p:nvGrpSpPr>
        <p:grpSpPr bwMode="auto">
          <a:xfrm>
            <a:off x="2744788" y="3276600"/>
            <a:ext cx="455612" cy="2058988"/>
            <a:chOff x="533400" y="2819400"/>
            <a:chExt cx="455149" cy="2058744"/>
          </a:xfrm>
        </p:grpSpPr>
        <p:cxnSp>
          <p:nvCxnSpPr>
            <p:cNvPr id="62509" name="Straight Arrow Connector 2">
              <a:extLst>
                <a:ext uri="{FF2B5EF4-FFF2-40B4-BE49-F238E27FC236}">
                  <a16:creationId xmlns:a16="http://schemas.microsoft.com/office/drawing/2014/main" id="{4C7617FC-6B44-4194-BFA4-973DE8CB72CC}"/>
                </a:ext>
              </a:extLst>
            </p:cNvPr>
            <p:cNvCxnSpPr>
              <a:cxnSpLocks noChangeShapeType="1"/>
            </p:cNvCxnSpPr>
            <p:nvPr/>
          </p:nvCxnSpPr>
          <p:spPr bwMode="auto">
            <a:xfrm>
              <a:off x="762000" y="2819400"/>
              <a:ext cx="0" cy="685800"/>
            </a:xfrm>
            <a:prstGeom prst="straightConnector1">
              <a:avLst/>
            </a:prstGeom>
            <a:noFill/>
            <a:ln w="952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62510" name="TextBox 7">
              <a:extLst>
                <a:ext uri="{FF2B5EF4-FFF2-40B4-BE49-F238E27FC236}">
                  <a16:creationId xmlns:a16="http://schemas.microsoft.com/office/drawing/2014/main" id="{E2EF22D7-2EC9-40F2-8D69-4DC7024B0BE7}"/>
                </a:ext>
              </a:extLst>
            </p:cNvPr>
            <p:cNvSpPr txBox="1">
              <a:spLocks noChangeArrowheads="1"/>
            </p:cNvSpPr>
            <p:nvPr/>
          </p:nvSpPr>
          <p:spPr bwMode="auto">
            <a:xfrm>
              <a:off x="533400" y="3657600"/>
              <a:ext cx="455149" cy="1220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A</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4</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C</a:t>
              </a:r>
              <a:r>
                <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9</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D</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5</a:t>
              </a:r>
            </a:p>
          </p:txBody>
        </p:sp>
      </p:grpSp>
      <p:grpSp>
        <p:nvGrpSpPr>
          <p:cNvPr id="9" name="Group 68">
            <a:extLst>
              <a:ext uri="{FF2B5EF4-FFF2-40B4-BE49-F238E27FC236}">
                <a16:creationId xmlns:a16="http://schemas.microsoft.com/office/drawing/2014/main" id="{C353620D-6B73-4B82-A991-0894273E6374}"/>
              </a:ext>
            </a:extLst>
          </p:cNvPr>
          <p:cNvGrpSpPr>
            <a:grpSpLocks/>
          </p:cNvGrpSpPr>
          <p:nvPr/>
        </p:nvGrpSpPr>
        <p:grpSpPr bwMode="auto">
          <a:xfrm>
            <a:off x="3963988" y="3276600"/>
            <a:ext cx="455612" cy="2058988"/>
            <a:chOff x="533400" y="2819400"/>
            <a:chExt cx="455149" cy="2058744"/>
          </a:xfrm>
        </p:grpSpPr>
        <p:cxnSp>
          <p:nvCxnSpPr>
            <p:cNvPr id="62507" name="Straight Arrow Connector 2">
              <a:extLst>
                <a:ext uri="{FF2B5EF4-FFF2-40B4-BE49-F238E27FC236}">
                  <a16:creationId xmlns:a16="http://schemas.microsoft.com/office/drawing/2014/main" id="{6049F289-E2AA-4F40-A619-98D295B6F3BC}"/>
                </a:ext>
              </a:extLst>
            </p:cNvPr>
            <p:cNvCxnSpPr>
              <a:cxnSpLocks noChangeShapeType="1"/>
            </p:cNvCxnSpPr>
            <p:nvPr/>
          </p:nvCxnSpPr>
          <p:spPr bwMode="auto">
            <a:xfrm>
              <a:off x="762000" y="2819400"/>
              <a:ext cx="0" cy="685800"/>
            </a:xfrm>
            <a:prstGeom prst="straightConnector1">
              <a:avLst/>
            </a:prstGeom>
            <a:noFill/>
            <a:ln w="952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62508" name="TextBox 7">
              <a:extLst>
                <a:ext uri="{FF2B5EF4-FFF2-40B4-BE49-F238E27FC236}">
                  <a16:creationId xmlns:a16="http://schemas.microsoft.com/office/drawing/2014/main" id="{E7730929-B7CA-4B9B-9BFE-A3A46CD14CF2}"/>
                </a:ext>
              </a:extLst>
            </p:cNvPr>
            <p:cNvSpPr txBox="1">
              <a:spLocks noChangeArrowheads="1"/>
            </p:cNvSpPr>
            <p:nvPr/>
          </p:nvSpPr>
          <p:spPr bwMode="auto">
            <a:xfrm>
              <a:off x="533400" y="3657600"/>
              <a:ext cx="455149" cy="1220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A</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4</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D</a:t>
              </a:r>
              <a:r>
                <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5</a:t>
              </a:r>
            </a:p>
          </p:txBody>
        </p:sp>
      </p:grpSp>
      <p:grpSp>
        <p:nvGrpSpPr>
          <p:cNvPr id="10" name="Group 72">
            <a:extLst>
              <a:ext uri="{FF2B5EF4-FFF2-40B4-BE49-F238E27FC236}">
                <a16:creationId xmlns:a16="http://schemas.microsoft.com/office/drawing/2014/main" id="{7AC697D9-BDE0-4490-96C3-FE27056ADF5A}"/>
              </a:ext>
            </a:extLst>
          </p:cNvPr>
          <p:cNvGrpSpPr>
            <a:grpSpLocks/>
          </p:cNvGrpSpPr>
          <p:nvPr/>
        </p:nvGrpSpPr>
        <p:grpSpPr bwMode="auto">
          <a:xfrm>
            <a:off x="5106988" y="3276600"/>
            <a:ext cx="455612" cy="2058988"/>
            <a:chOff x="533400" y="2819400"/>
            <a:chExt cx="455149" cy="2058744"/>
          </a:xfrm>
        </p:grpSpPr>
        <p:cxnSp>
          <p:nvCxnSpPr>
            <p:cNvPr id="62505" name="Straight Arrow Connector 2">
              <a:extLst>
                <a:ext uri="{FF2B5EF4-FFF2-40B4-BE49-F238E27FC236}">
                  <a16:creationId xmlns:a16="http://schemas.microsoft.com/office/drawing/2014/main" id="{9BAEF220-626C-458F-83D2-286DFA8B105C}"/>
                </a:ext>
              </a:extLst>
            </p:cNvPr>
            <p:cNvCxnSpPr>
              <a:cxnSpLocks noChangeShapeType="1"/>
            </p:cNvCxnSpPr>
            <p:nvPr/>
          </p:nvCxnSpPr>
          <p:spPr bwMode="auto">
            <a:xfrm>
              <a:off x="762000" y="2819400"/>
              <a:ext cx="0" cy="685800"/>
            </a:xfrm>
            <a:prstGeom prst="straightConnector1">
              <a:avLst/>
            </a:prstGeom>
            <a:noFill/>
            <a:ln w="952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62506" name="TextBox 7">
              <a:extLst>
                <a:ext uri="{FF2B5EF4-FFF2-40B4-BE49-F238E27FC236}">
                  <a16:creationId xmlns:a16="http://schemas.microsoft.com/office/drawing/2014/main" id="{E9FAEB51-24B1-46F1-AFF4-DAC6899D8B33}"/>
                </a:ext>
              </a:extLst>
            </p:cNvPr>
            <p:cNvSpPr txBox="1">
              <a:spLocks noChangeArrowheads="1"/>
            </p:cNvSpPr>
            <p:nvPr/>
          </p:nvSpPr>
          <p:spPr bwMode="auto">
            <a:xfrm>
              <a:off x="533400" y="3657600"/>
              <a:ext cx="455149" cy="12205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A</a:t>
              </a:r>
              <a:r>
                <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4</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D</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1</a:t>
              </a:r>
            </a:p>
          </p:txBody>
        </p:sp>
      </p:grpSp>
      <p:grpSp>
        <p:nvGrpSpPr>
          <p:cNvPr id="11" name="Group 76">
            <a:extLst>
              <a:ext uri="{FF2B5EF4-FFF2-40B4-BE49-F238E27FC236}">
                <a16:creationId xmlns:a16="http://schemas.microsoft.com/office/drawing/2014/main" id="{11A5EF0C-6CE8-463F-9913-66181681075C}"/>
              </a:ext>
            </a:extLst>
          </p:cNvPr>
          <p:cNvGrpSpPr>
            <a:grpSpLocks/>
          </p:cNvGrpSpPr>
          <p:nvPr/>
        </p:nvGrpSpPr>
        <p:grpSpPr bwMode="auto">
          <a:xfrm>
            <a:off x="6324600" y="3276600"/>
            <a:ext cx="455613" cy="2038350"/>
            <a:chOff x="533400" y="2819400"/>
            <a:chExt cx="455149" cy="2038230"/>
          </a:xfrm>
        </p:grpSpPr>
        <p:cxnSp>
          <p:nvCxnSpPr>
            <p:cNvPr id="62503" name="Straight Arrow Connector 2">
              <a:extLst>
                <a:ext uri="{FF2B5EF4-FFF2-40B4-BE49-F238E27FC236}">
                  <a16:creationId xmlns:a16="http://schemas.microsoft.com/office/drawing/2014/main" id="{23F1F75B-6904-4DD1-812D-25115F8BA54C}"/>
                </a:ext>
              </a:extLst>
            </p:cNvPr>
            <p:cNvCxnSpPr>
              <a:cxnSpLocks noChangeShapeType="1"/>
            </p:cNvCxnSpPr>
            <p:nvPr/>
          </p:nvCxnSpPr>
          <p:spPr bwMode="auto">
            <a:xfrm>
              <a:off x="762000" y="2819400"/>
              <a:ext cx="0" cy="685800"/>
            </a:xfrm>
            <a:prstGeom prst="straightConnector1">
              <a:avLst/>
            </a:prstGeom>
            <a:noFill/>
            <a:ln w="952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62504" name="TextBox 7">
              <a:extLst>
                <a:ext uri="{FF2B5EF4-FFF2-40B4-BE49-F238E27FC236}">
                  <a16:creationId xmlns:a16="http://schemas.microsoft.com/office/drawing/2014/main" id="{241F1D16-B22C-4364-BD39-5DEC785EE4D7}"/>
                </a:ext>
              </a:extLst>
            </p:cNvPr>
            <p:cNvSpPr txBox="1">
              <a:spLocks noChangeArrowheads="1"/>
            </p:cNvSpPr>
            <p:nvPr/>
          </p:nvSpPr>
          <p:spPr bwMode="auto">
            <a:xfrm>
              <a:off x="533400" y="3657600"/>
              <a:ext cx="455149" cy="120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ms-MY" sz="28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C</a:t>
              </a:r>
              <a:r>
                <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5</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D</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1</a:t>
              </a:r>
            </a:p>
          </p:txBody>
        </p:sp>
      </p:grpSp>
      <p:grpSp>
        <p:nvGrpSpPr>
          <p:cNvPr id="12" name="Group 80">
            <a:extLst>
              <a:ext uri="{FF2B5EF4-FFF2-40B4-BE49-F238E27FC236}">
                <a16:creationId xmlns:a16="http://schemas.microsoft.com/office/drawing/2014/main" id="{28EC79FF-58B7-4437-8B5B-76B1AF4E369B}"/>
              </a:ext>
            </a:extLst>
          </p:cNvPr>
          <p:cNvGrpSpPr>
            <a:grpSpLocks/>
          </p:cNvGrpSpPr>
          <p:nvPr/>
        </p:nvGrpSpPr>
        <p:grpSpPr bwMode="auto">
          <a:xfrm>
            <a:off x="7469188" y="3276600"/>
            <a:ext cx="455612" cy="2038350"/>
            <a:chOff x="533400" y="2819400"/>
            <a:chExt cx="455149" cy="2038230"/>
          </a:xfrm>
        </p:grpSpPr>
        <p:cxnSp>
          <p:nvCxnSpPr>
            <p:cNvPr id="62501" name="Straight Arrow Connector 2">
              <a:extLst>
                <a:ext uri="{FF2B5EF4-FFF2-40B4-BE49-F238E27FC236}">
                  <a16:creationId xmlns:a16="http://schemas.microsoft.com/office/drawing/2014/main" id="{BA9CAEDC-D75A-4159-9DF5-D05E9E0D6659}"/>
                </a:ext>
              </a:extLst>
            </p:cNvPr>
            <p:cNvCxnSpPr>
              <a:cxnSpLocks noChangeShapeType="1"/>
            </p:cNvCxnSpPr>
            <p:nvPr/>
          </p:nvCxnSpPr>
          <p:spPr bwMode="auto">
            <a:xfrm>
              <a:off x="762000" y="2819400"/>
              <a:ext cx="0" cy="685800"/>
            </a:xfrm>
            <a:prstGeom prst="straightConnector1">
              <a:avLst/>
            </a:prstGeom>
            <a:noFill/>
            <a:ln w="952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62502" name="TextBox 7">
              <a:extLst>
                <a:ext uri="{FF2B5EF4-FFF2-40B4-BE49-F238E27FC236}">
                  <a16:creationId xmlns:a16="http://schemas.microsoft.com/office/drawing/2014/main" id="{F6541EC9-9DC3-46DE-AF92-B16A7648E285}"/>
                </a:ext>
              </a:extLst>
            </p:cNvPr>
            <p:cNvSpPr txBox="1">
              <a:spLocks noChangeArrowheads="1"/>
            </p:cNvSpPr>
            <p:nvPr/>
          </p:nvSpPr>
          <p:spPr bwMode="auto">
            <a:xfrm>
              <a:off x="533400" y="3657600"/>
              <a:ext cx="455149" cy="12000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ms-MY" sz="28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a:t>
              </a:r>
              <a:r>
                <a:rPr kumimoji="0" lang="en-US" altLang="ms-MY" sz="2000" b="0" i="0" u="none" strike="noStrike" kern="1200" cap="none" spc="0" normalizeH="0" baseline="-2500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1</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D</a:t>
              </a:r>
              <a:r>
                <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1</a:t>
              </a:r>
            </a:p>
          </p:txBody>
        </p:sp>
      </p:grpSp>
      <p:grpSp>
        <p:nvGrpSpPr>
          <p:cNvPr id="13" name="Group 36">
            <a:extLst>
              <a:ext uri="{FF2B5EF4-FFF2-40B4-BE49-F238E27FC236}">
                <a16:creationId xmlns:a16="http://schemas.microsoft.com/office/drawing/2014/main" id="{3D9F426E-3EFD-4AEA-B00B-00AC7AAAEEDA}"/>
              </a:ext>
            </a:extLst>
          </p:cNvPr>
          <p:cNvGrpSpPr>
            <a:grpSpLocks/>
          </p:cNvGrpSpPr>
          <p:nvPr/>
        </p:nvGrpSpPr>
        <p:grpSpPr bwMode="auto">
          <a:xfrm>
            <a:off x="457200" y="2190750"/>
            <a:ext cx="8305800" cy="890588"/>
            <a:chOff x="457200" y="2190690"/>
            <a:chExt cx="8305800" cy="891064"/>
          </a:xfrm>
        </p:grpSpPr>
        <p:sp>
          <p:nvSpPr>
            <p:cNvPr id="62484" name="TextBox 1">
              <a:extLst>
                <a:ext uri="{FF2B5EF4-FFF2-40B4-BE49-F238E27FC236}">
                  <a16:creationId xmlns:a16="http://schemas.microsoft.com/office/drawing/2014/main" id="{7FF4C79E-0C5D-48B1-A321-57DAD27B053C}"/>
                </a:ext>
              </a:extLst>
            </p:cNvPr>
            <p:cNvSpPr txBox="1">
              <a:spLocks noChangeArrowheads="1"/>
            </p:cNvSpPr>
            <p:nvPr/>
          </p:nvSpPr>
          <p:spPr bwMode="auto">
            <a:xfrm>
              <a:off x="457200" y="2190690"/>
              <a:ext cx="2286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1" u="none" strike="noStrike" kern="1200" cap="none" spc="0" normalizeH="0" baseline="0" noProof="0">
                  <a:ln>
                    <a:noFill/>
                  </a:ln>
                  <a:solidFill>
                    <a:srgbClr val="0070C0"/>
                  </a:solidFill>
                  <a:effectLst/>
                  <a:uLnTx/>
                  <a:uFillTx/>
                  <a:latin typeface="Times New Roman" panose="02020603050405020304" pitchFamily="18" charset="0"/>
                  <a:ea typeface="MS PGothic" panose="020B0600070205080204" pitchFamily="34" charset="-128"/>
                  <a:cs typeface="Arial" panose="020B0604020202020204" pitchFamily="34" charset="0"/>
                </a:rPr>
                <a:t>Time:</a:t>
              </a:r>
              <a:endParaRPr kumimoji="0" lang="en-US" altLang="ms-MY" sz="2000" b="0" i="1" u="none" strike="noStrike" kern="1200" cap="none" spc="0" normalizeH="0" baseline="-25000" noProof="0">
                <a:ln>
                  <a:noFill/>
                </a:ln>
                <a:solidFill>
                  <a:srgbClr val="0070C0"/>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cxnSp>
          <p:nvCxnSpPr>
            <p:cNvPr id="62485" name="Straight Connector 3">
              <a:extLst>
                <a:ext uri="{FF2B5EF4-FFF2-40B4-BE49-F238E27FC236}">
                  <a16:creationId xmlns:a16="http://schemas.microsoft.com/office/drawing/2014/main" id="{139B8DB0-1528-437D-BAA0-260AAD0D55E3}"/>
                </a:ext>
              </a:extLst>
            </p:cNvPr>
            <p:cNvCxnSpPr>
              <a:cxnSpLocks noChangeShapeType="1"/>
            </p:cNvCxnSpPr>
            <p:nvPr/>
          </p:nvCxnSpPr>
          <p:spPr bwMode="auto">
            <a:xfrm>
              <a:off x="609600" y="2667000"/>
              <a:ext cx="8001000" cy="0"/>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cxnSp>
        <p:cxnSp>
          <p:nvCxnSpPr>
            <p:cNvPr id="62486" name="Straight Connector 6">
              <a:extLst>
                <a:ext uri="{FF2B5EF4-FFF2-40B4-BE49-F238E27FC236}">
                  <a16:creationId xmlns:a16="http://schemas.microsoft.com/office/drawing/2014/main" id="{243F75AF-0CC7-468C-92C1-E6B2E0FA60A7}"/>
                </a:ext>
              </a:extLst>
            </p:cNvPr>
            <p:cNvCxnSpPr>
              <a:cxnSpLocks noChangeShapeType="1"/>
            </p:cNvCxnSpPr>
            <p:nvPr/>
          </p:nvCxnSpPr>
          <p:spPr bwMode="auto">
            <a:xfrm>
              <a:off x="609600" y="2590800"/>
              <a:ext cx="0" cy="152400"/>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cxnSp>
        <p:cxnSp>
          <p:nvCxnSpPr>
            <p:cNvPr id="62487" name="Straight Connector 40">
              <a:extLst>
                <a:ext uri="{FF2B5EF4-FFF2-40B4-BE49-F238E27FC236}">
                  <a16:creationId xmlns:a16="http://schemas.microsoft.com/office/drawing/2014/main" id="{2F6368B3-8D1D-4AA8-BBB5-CFBE739FC9BA}"/>
                </a:ext>
              </a:extLst>
            </p:cNvPr>
            <p:cNvCxnSpPr>
              <a:cxnSpLocks noChangeShapeType="1"/>
            </p:cNvCxnSpPr>
            <p:nvPr/>
          </p:nvCxnSpPr>
          <p:spPr bwMode="auto">
            <a:xfrm>
              <a:off x="1796392" y="2590800"/>
              <a:ext cx="0" cy="152400"/>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cxnSp>
        <p:cxnSp>
          <p:nvCxnSpPr>
            <p:cNvPr id="62488" name="Straight Connector 41">
              <a:extLst>
                <a:ext uri="{FF2B5EF4-FFF2-40B4-BE49-F238E27FC236}">
                  <a16:creationId xmlns:a16="http://schemas.microsoft.com/office/drawing/2014/main" id="{54DADFBB-7CBF-4EDD-97A6-14CA80629B06}"/>
                </a:ext>
              </a:extLst>
            </p:cNvPr>
            <p:cNvCxnSpPr>
              <a:cxnSpLocks noChangeShapeType="1"/>
            </p:cNvCxnSpPr>
            <p:nvPr/>
          </p:nvCxnSpPr>
          <p:spPr bwMode="auto">
            <a:xfrm>
              <a:off x="881556" y="2590800"/>
              <a:ext cx="0" cy="152400"/>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cxnSp>
        <p:cxnSp>
          <p:nvCxnSpPr>
            <p:cNvPr id="62489" name="Straight Connector 42">
              <a:extLst>
                <a:ext uri="{FF2B5EF4-FFF2-40B4-BE49-F238E27FC236}">
                  <a16:creationId xmlns:a16="http://schemas.microsoft.com/office/drawing/2014/main" id="{77AA90C1-257F-44F5-866D-A98866858066}"/>
                </a:ext>
              </a:extLst>
            </p:cNvPr>
            <p:cNvCxnSpPr>
              <a:cxnSpLocks noChangeShapeType="1"/>
            </p:cNvCxnSpPr>
            <p:nvPr/>
          </p:nvCxnSpPr>
          <p:spPr bwMode="auto">
            <a:xfrm>
              <a:off x="1175408" y="2590800"/>
              <a:ext cx="0" cy="152400"/>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cxnSp>
        <p:cxnSp>
          <p:nvCxnSpPr>
            <p:cNvPr id="62490" name="Straight Connector 43">
              <a:extLst>
                <a:ext uri="{FF2B5EF4-FFF2-40B4-BE49-F238E27FC236}">
                  <a16:creationId xmlns:a16="http://schemas.microsoft.com/office/drawing/2014/main" id="{87591BCC-3E0C-4682-AC02-4660099A4710}"/>
                </a:ext>
              </a:extLst>
            </p:cNvPr>
            <p:cNvCxnSpPr>
              <a:cxnSpLocks noChangeShapeType="1"/>
            </p:cNvCxnSpPr>
            <p:nvPr/>
          </p:nvCxnSpPr>
          <p:spPr bwMode="auto">
            <a:xfrm>
              <a:off x="1491156" y="2590800"/>
              <a:ext cx="0" cy="152400"/>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cxnSp>
        <p:sp>
          <p:nvSpPr>
            <p:cNvPr id="62491" name="TextBox 7">
              <a:extLst>
                <a:ext uri="{FF2B5EF4-FFF2-40B4-BE49-F238E27FC236}">
                  <a16:creationId xmlns:a16="http://schemas.microsoft.com/office/drawing/2014/main" id="{6EED9D3A-4B74-4459-B480-55F652D49A2E}"/>
                </a:ext>
              </a:extLst>
            </p:cNvPr>
            <p:cNvSpPr txBox="1">
              <a:spLocks noChangeArrowheads="1"/>
            </p:cNvSpPr>
            <p:nvPr/>
          </p:nvSpPr>
          <p:spPr bwMode="auto">
            <a:xfrm>
              <a:off x="457200" y="2743200"/>
              <a:ext cx="8305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1600" b="0" i="0" u="none" strike="noStrike" kern="1200" cap="none" spc="0" normalizeH="0" baseline="0" noProof="0">
                  <a:ln>
                    <a:noFill/>
                  </a:ln>
                  <a:solidFill>
                    <a:srgbClr val="0070C0"/>
                  </a:solidFill>
                  <a:effectLst/>
                  <a:uLnTx/>
                  <a:uFillTx/>
                  <a:latin typeface="Times New Roman" panose="02020603050405020304" pitchFamily="18" charset="0"/>
                  <a:ea typeface="MS PGothic" panose="020B0600070205080204" pitchFamily="34" charset="-128"/>
                  <a:cs typeface="Arial" panose="020B0604020202020204" pitchFamily="34" charset="0"/>
                </a:rPr>
                <a:t>0    1    2    3    4    5    6    7    8                    12	  16	        20	             24    25    26</a:t>
              </a:r>
            </a:p>
          </p:txBody>
        </p:sp>
        <p:cxnSp>
          <p:nvCxnSpPr>
            <p:cNvPr id="62492" name="Straight Connector 45">
              <a:extLst>
                <a:ext uri="{FF2B5EF4-FFF2-40B4-BE49-F238E27FC236}">
                  <a16:creationId xmlns:a16="http://schemas.microsoft.com/office/drawing/2014/main" id="{4066913F-6F9D-48C3-8218-D0573E3EC422}"/>
                </a:ext>
              </a:extLst>
            </p:cNvPr>
            <p:cNvCxnSpPr>
              <a:cxnSpLocks noChangeShapeType="1"/>
            </p:cNvCxnSpPr>
            <p:nvPr/>
          </p:nvCxnSpPr>
          <p:spPr bwMode="auto">
            <a:xfrm>
              <a:off x="2111704" y="2590800"/>
              <a:ext cx="0" cy="152400"/>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cxnSp>
        <p:cxnSp>
          <p:nvCxnSpPr>
            <p:cNvPr id="62493" name="Straight Connector 47">
              <a:extLst>
                <a:ext uri="{FF2B5EF4-FFF2-40B4-BE49-F238E27FC236}">
                  <a16:creationId xmlns:a16="http://schemas.microsoft.com/office/drawing/2014/main" id="{7A8D4158-4138-4F5B-BD08-603C03B82186}"/>
                </a:ext>
              </a:extLst>
            </p:cNvPr>
            <p:cNvCxnSpPr>
              <a:cxnSpLocks noChangeShapeType="1"/>
            </p:cNvCxnSpPr>
            <p:nvPr/>
          </p:nvCxnSpPr>
          <p:spPr bwMode="auto">
            <a:xfrm>
              <a:off x="2405556" y="2590800"/>
              <a:ext cx="0" cy="152400"/>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cxnSp>
        <p:cxnSp>
          <p:nvCxnSpPr>
            <p:cNvPr id="62494" name="Straight Connector 48">
              <a:extLst>
                <a:ext uri="{FF2B5EF4-FFF2-40B4-BE49-F238E27FC236}">
                  <a16:creationId xmlns:a16="http://schemas.microsoft.com/office/drawing/2014/main" id="{1932F73D-82CA-4172-B391-4172ED0A4DC4}"/>
                </a:ext>
              </a:extLst>
            </p:cNvPr>
            <p:cNvCxnSpPr>
              <a:cxnSpLocks noChangeShapeType="1"/>
            </p:cNvCxnSpPr>
            <p:nvPr/>
          </p:nvCxnSpPr>
          <p:spPr bwMode="auto">
            <a:xfrm>
              <a:off x="2688460" y="2590800"/>
              <a:ext cx="0" cy="152400"/>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cxnSp>
        <p:cxnSp>
          <p:nvCxnSpPr>
            <p:cNvPr id="62495" name="Straight Connector 49">
              <a:extLst>
                <a:ext uri="{FF2B5EF4-FFF2-40B4-BE49-F238E27FC236}">
                  <a16:creationId xmlns:a16="http://schemas.microsoft.com/office/drawing/2014/main" id="{71E2BD48-AA44-4F69-BBAD-8FB8739BCD3F}"/>
                </a:ext>
              </a:extLst>
            </p:cNvPr>
            <p:cNvCxnSpPr>
              <a:cxnSpLocks noChangeShapeType="1"/>
            </p:cNvCxnSpPr>
            <p:nvPr/>
          </p:nvCxnSpPr>
          <p:spPr bwMode="auto">
            <a:xfrm>
              <a:off x="2971364" y="2590800"/>
              <a:ext cx="0" cy="152400"/>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cxnSp>
        <p:cxnSp>
          <p:nvCxnSpPr>
            <p:cNvPr id="62496" name="Straight Connector 67">
              <a:extLst>
                <a:ext uri="{FF2B5EF4-FFF2-40B4-BE49-F238E27FC236}">
                  <a16:creationId xmlns:a16="http://schemas.microsoft.com/office/drawing/2014/main" id="{18014479-3E13-4955-B91E-731BB2C86B8A}"/>
                </a:ext>
              </a:extLst>
            </p:cNvPr>
            <p:cNvCxnSpPr>
              <a:cxnSpLocks noChangeShapeType="1"/>
            </p:cNvCxnSpPr>
            <p:nvPr/>
          </p:nvCxnSpPr>
          <p:spPr bwMode="auto">
            <a:xfrm>
              <a:off x="4190564" y="2590800"/>
              <a:ext cx="0" cy="152400"/>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cxnSp>
        <p:cxnSp>
          <p:nvCxnSpPr>
            <p:cNvPr id="62497" name="Straight Connector 71">
              <a:extLst>
                <a:ext uri="{FF2B5EF4-FFF2-40B4-BE49-F238E27FC236}">
                  <a16:creationId xmlns:a16="http://schemas.microsoft.com/office/drawing/2014/main" id="{519D98F1-F3C2-455F-A310-8156BF20FAF9}"/>
                </a:ext>
              </a:extLst>
            </p:cNvPr>
            <p:cNvCxnSpPr>
              <a:cxnSpLocks noChangeShapeType="1"/>
            </p:cNvCxnSpPr>
            <p:nvPr/>
          </p:nvCxnSpPr>
          <p:spPr bwMode="auto">
            <a:xfrm>
              <a:off x="5333564" y="2590800"/>
              <a:ext cx="0" cy="152400"/>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cxnSp>
        <p:cxnSp>
          <p:nvCxnSpPr>
            <p:cNvPr id="62498" name="Straight Connector 75">
              <a:extLst>
                <a:ext uri="{FF2B5EF4-FFF2-40B4-BE49-F238E27FC236}">
                  <a16:creationId xmlns:a16="http://schemas.microsoft.com/office/drawing/2014/main" id="{33762850-4613-4F3A-B7FB-612EBB4250D3}"/>
                </a:ext>
              </a:extLst>
            </p:cNvPr>
            <p:cNvCxnSpPr>
              <a:cxnSpLocks noChangeShapeType="1"/>
            </p:cNvCxnSpPr>
            <p:nvPr/>
          </p:nvCxnSpPr>
          <p:spPr bwMode="auto">
            <a:xfrm>
              <a:off x="6550945" y="2590800"/>
              <a:ext cx="0" cy="152400"/>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cxnSp>
        <p:cxnSp>
          <p:nvCxnSpPr>
            <p:cNvPr id="62499" name="Straight Connector 79">
              <a:extLst>
                <a:ext uri="{FF2B5EF4-FFF2-40B4-BE49-F238E27FC236}">
                  <a16:creationId xmlns:a16="http://schemas.microsoft.com/office/drawing/2014/main" id="{4618FAC1-23D0-4688-9944-34F6123A8A70}"/>
                </a:ext>
              </a:extLst>
            </p:cNvPr>
            <p:cNvCxnSpPr>
              <a:cxnSpLocks noChangeShapeType="1"/>
            </p:cNvCxnSpPr>
            <p:nvPr/>
          </p:nvCxnSpPr>
          <p:spPr bwMode="auto">
            <a:xfrm>
              <a:off x="7695764" y="2590800"/>
              <a:ext cx="0" cy="152400"/>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cxnSp>
        <p:cxnSp>
          <p:nvCxnSpPr>
            <p:cNvPr id="62500" name="Straight Connector 83">
              <a:extLst>
                <a:ext uri="{FF2B5EF4-FFF2-40B4-BE49-F238E27FC236}">
                  <a16:creationId xmlns:a16="http://schemas.microsoft.com/office/drawing/2014/main" id="{3610C607-7CAB-458B-A407-DBC3B8E56296}"/>
                </a:ext>
              </a:extLst>
            </p:cNvPr>
            <p:cNvCxnSpPr>
              <a:cxnSpLocks noChangeShapeType="1"/>
            </p:cNvCxnSpPr>
            <p:nvPr/>
          </p:nvCxnSpPr>
          <p:spPr bwMode="auto">
            <a:xfrm>
              <a:off x="8152964" y="2590800"/>
              <a:ext cx="0" cy="152400"/>
            </a:xfrm>
            <a:prstGeom prst="line">
              <a:avLst/>
            </a:prstGeom>
            <a:noFill/>
            <a:ln w="9525">
              <a:solidFill>
                <a:srgbClr val="0070C0"/>
              </a:solidFill>
              <a:round/>
              <a:headEnd/>
              <a:tailEnd/>
            </a:ln>
            <a:extLst>
              <a:ext uri="{909E8E84-426E-40DD-AFC4-6F175D3DCCD1}">
                <a14:hiddenFill xmlns:a14="http://schemas.microsoft.com/office/drawing/2010/main">
                  <a:noFill/>
                </a14:hiddenFill>
              </a:ext>
            </a:extLst>
          </p:spPr>
        </p:cxnSp>
      </p:grpSp>
      <p:grpSp>
        <p:nvGrpSpPr>
          <p:cNvPr id="14" name="Group 84">
            <a:extLst>
              <a:ext uri="{FF2B5EF4-FFF2-40B4-BE49-F238E27FC236}">
                <a16:creationId xmlns:a16="http://schemas.microsoft.com/office/drawing/2014/main" id="{1A73FABF-AFD2-4D02-8A50-BF427FF8A32F}"/>
              </a:ext>
            </a:extLst>
          </p:cNvPr>
          <p:cNvGrpSpPr>
            <a:grpSpLocks/>
          </p:cNvGrpSpPr>
          <p:nvPr/>
        </p:nvGrpSpPr>
        <p:grpSpPr bwMode="auto">
          <a:xfrm>
            <a:off x="7926388" y="3276600"/>
            <a:ext cx="441325" cy="1936750"/>
            <a:chOff x="533400" y="2819400"/>
            <a:chExt cx="441005" cy="1935664"/>
          </a:xfrm>
        </p:grpSpPr>
        <p:cxnSp>
          <p:nvCxnSpPr>
            <p:cNvPr id="62482" name="Straight Arrow Connector 2">
              <a:extLst>
                <a:ext uri="{FF2B5EF4-FFF2-40B4-BE49-F238E27FC236}">
                  <a16:creationId xmlns:a16="http://schemas.microsoft.com/office/drawing/2014/main" id="{CAFE5799-E21D-41ED-A7FC-85595727AD5F}"/>
                </a:ext>
              </a:extLst>
            </p:cNvPr>
            <p:cNvCxnSpPr>
              <a:cxnSpLocks noChangeShapeType="1"/>
            </p:cNvCxnSpPr>
            <p:nvPr/>
          </p:nvCxnSpPr>
          <p:spPr bwMode="auto">
            <a:xfrm>
              <a:off x="762000" y="2819400"/>
              <a:ext cx="0" cy="685800"/>
            </a:xfrm>
            <a:prstGeom prst="straightConnector1">
              <a:avLst/>
            </a:prstGeom>
            <a:noFill/>
            <a:ln w="9525">
              <a:solidFill>
                <a:srgbClr val="FF0000"/>
              </a:solidFill>
              <a:prstDash val="dash"/>
              <a:round/>
              <a:headEnd/>
              <a:tailEnd type="arrow" w="med" len="med"/>
            </a:ln>
            <a:extLst>
              <a:ext uri="{909E8E84-426E-40DD-AFC4-6F175D3DCCD1}">
                <a14:hiddenFill xmlns:a14="http://schemas.microsoft.com/office/drawing/2010/main">
                  <a:noFill/>
                </a14:hiddenFill>
              </a:ext>
            </a:extLst>
          </p:spPr>
        </p:cxnSp>
        <p:sp>
          <p:nvSpPr>
            <p:cNvPr id="62483" name="TextBox 7">
              <a:extLst>
                <a:ext uri="{FF2B5EF4-FFF2-40B4-BE49-F238E27FC236}">
                  <a16:creationId xmlns:a16="http://schemas.microsoft.com/office/drawing/2014/main" id="{F10AC686-B1A3-445E-B579-8F7BF6936BFE}"/>
                </a:ext>
              </a:extLst>
            </p:cNvPr>
            <p:cNvSpPr txBox="1">
              <a:spLocks noChangeArrowheads="1"/>
            </p:cNvSpPr>
            <p:nvPr/>
          </p:nvSpPr>
          <p:spPr bwMode="auto">
            <a:xfrm>
              <a:off x="533400" y="3657600"/>
              <a:ext cx="441005" cy="10974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ms-MY" sz="28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C</a:t>
              </a:r>
              <a:r>
                <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1</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altLang="ms-MY" sz="2000" b="0" i="0" u="none" strike="noStrike" kern="1200" cap="none" spc="0" normalizeH="0" baseline="-2500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grpSp>
      <p:pic>
        <p:nvPicPr>
          <p:cNvPr id="62480" name="Picture 2">
            <a:extLst>
              <a:ext uri="{FF2B5EF4-FFF2-40B4-BE49-F238E27FC236}">
                <a16:creationId xmlns:a16="http://schemas.microsoft.com/office/drawing/2014/main" id="{23C332F0-20EA-448D-AA68-3D0A173709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914400"/>
            <a:ext cx="826293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0" name="Rectangle 5">
            <a:extLst>
              <a:ext uri="{FF2B5EF4-FFF2-40B4-BE49-F238E27FC236}">
                <a16:creationId xmlns:a16="http://schemas.microsoft.com/office/drawing/2014/main" id="{31F41374-CE80-4020-9526-02D9F4725B04}"/>
              </a:ext>
            </a:extLst>
          </p:cNvPr>
          <p:cNvSpPr txBox="1">
            <a:spLocks noChangeArrowheads="1"/>
          </p:cNvSpPr>
          <p:nvPr/>
        </p:nvSpPr>
        <p:spPr bwMode="auto">
          <a:xfrm>
            <a:off x="5334000" y="6019800"/>
            <a:ext cx="20574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342900" marR="0" lvl="0" indent="-342900" algn="l" defTabSz="914400" rtl="0" eaLnBrk="1" fontAlgn="base" latinLnBrk="0" hangingPunct="1">
              <a:lnSpc>
                <a:spcPct val="100000"/>
              </a:lnSpc>
              <a:spcBef>
                <a:spcPct val="20000"/>
              </a:spcBef>
              <a:spcAft>
                <a:spcPct val="0"/>
              </a:spcAft>
              <a:buClrTx/>
              <a:buSzTx/>
              <a:buFontTx/>
              <a:buNone/>
              <a:tabLst/>
              <a:defRPr/>
            </a:pPr>
            <a:r>
              <a:rPr kumimoji="0" lang="en-US" altLang="ms-MY" sz="1600" b="0" i="0" u="none" strike="noStrike" kern="1200" cap="none" spc="0" normalizeH="0" baseline="0" noProof="0">
                <a:ln>
                  <a:noFill/>
                </a:ln>
                <a:solidFill>
                  <a:srgbClr val="222222"/>
                </a:solidFill>
                <a:effectLst/>
                <a:uLnTx/>
                <a:uFillTx/>
                <a:latin typeface="Arial" panose="020B0604020202020204" pitchFamily="34" charset="0"/>
                <a:ea typeface="MS PGothic" panose="020B0600070205080204" pitchFamily="34" charset="-128"/>
                <a:cs typeface="Arial" panose="020B0604020202020204" pitchFamily="34" charset="0"/>
              </a:rPr>
              <a:t>Time Slice = 4 ms</a:t>
            </a:r>
            <a:endParaRPr kumimoji="0" lang="en-CA" altLang="ms-MY" sz="1600" b="0" i="0" u="none" strike="noStrike" kern="1200" cap="none" spc="0" normalizeH="0" baseline="0" noProof="0">
              <a:ln>
                <a:noFill/>
              </a:ln>
              <a:solidFill>
                <a:srgbClr val="222222"/>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405408335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1"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0-#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7"/>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10"/>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nodeType="click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4">
            <a:extLst>
              <a:ext uri="{FF2B5EF4-FFF2-40B4-BE49-F238E27FC236}">
                <a16:creationId xmlns:a16="http://schemas.microsoft.com/office/drawing/2014/main" id="{6CF6F00F-78C2-4A53-B585-0061BA25B00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DE22530-702C-4846-BBE8-E012411EE349}"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61</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9" name="TextBox 8">
            <a:extLst>
              <a:ext uri="{FF2B5EF4-FFF2-40B4-BE49-F238E27FC236}">
                <a16:creationId xmlns:a16="http://schemas.microsoft.com/office/drawing/2014/main" id="{E54383B6-F93B-4F5E-84F7-3BC3F5E21479}"/>
              </a:ext>
            </a:extLst>
          </p:cNvPr>
          <p:cNvSpPr txBox="1"/>
          <p:nvPr/>
        </p:nvSpPr>
        <p:spPr>
          <a:xfrm>
            <a:off x="6400800" y="6321425"/>
            <a:ext cx="1538288" cy="307975"/>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panose="020B0604020202020204" pitchFamily="34" charset="0"/>
              </a:rPr>
              <a:t>(Continued Next)</a:t>
            </a:r>
          </a:p>
        </p:txBody>
      </p:sp>
      <p:graphicFrame>
        <p:nvGraphicFramePr>
          <p:cNvPr id="11" name="Table 10">
            <a:extLst>
              <a:ext uri="{FF2B5EF4-FFF2-40B4-BE49-F238E27FC236}">
                <a16:creationId xmlns:a16="http://schemas.microsoft.com/office/drawing/2014/main" id="{477D9F6A-22A9-49E2-B1E6-E7753605008C}"/>
              </a:ext>
            </a:extLst>
          </p:cNvPr>
          <p:cNvGraphicFramePr>
            <a:graphicFrameLocks noGrp="1"/>
          </p:cNvGraphicFramePr>
          <p:nvPr/>
        </p:nvGraphicFramePr>
        <p:xfrm>
          <a:off x="4343400" y="2438400"/>
          <a:ext cx="1655763" cy="2124074"/>
        </p:xfrm>
        <a:graphic>
          <a:graphicData uri="http://schemas.openxmlformats.org/drawingml/2006/table">
            <a:tbl>
              <a:tblPr firstRow="1" bandRow="1">
                <a:tableStyleId>{74C1A8A3-306A-4EB7-A6B1-4F7E0EB9C5D6}</a:tableStyleId>
              </a:tblPr>
              <a:tblGrid>
                <a:gridCol w="1655763">
                  <a:extLst>
                    <a:ext uri="{9D8B030D-6E8A-4147-A177-3AD203B41FA5}">
                      <a16:colId xmlns:a16="http://schemas.microsoft.com/office/drawing/2014/main" val="20000"/>
                    </a:ext>
                  </a:extLst>
                </a:gridCol>
              </a:tblGrid>
              <a:tr h="640158">
                <a:tc>
                  <a:txBody>
                    <a:bodyPr/>
                    <a:lstStyle/>
                    <a:p>
                      <a:pPr algn="ctr"/>
                      <a:r>
                        <a:rPr lang="en-US" sz="1800" dirty="0">
                          <a:solidFill>
                            <a:schemeClr val="tx1"/>
                          </a:solidFill>
                        </a:rPr>
                        <a:t>Completion Time</a:t>
                      </a:r>
                    </a:p>
                  </a:txBody>
                  <a:tcPr marL="91420" marR="91420" marT="45738" marB="45738"/>
                </a:tc>
                <a:extLst>
                  <a:ext uri="{0D108BD9-81ED-4DB2-BD59-A6C34878D82A}">
                    <a16:rowId xmlns:a16="http://schemas.microsoft.com/office/drawing/2014/main" val="10000"/>
                  </a:ext>
                </a:extLst>
              </a:tr>
              <a:tr h="370979">
                <a:tc>
                  <a:txBody>
                    <a:bodyPr/>
                    <a:lstStyle/>
                    <a:p>
                      <a:pPr algn="ctr"/>
                      <a:r>
                        <a:rPr lang="en-US" sz="1800" dirty="0"/>
                        <a:t>20</a:t>
                      </a:r>
                    </a:p>
                  </a:txBody>
                  <a:tcPr marL="91420" marR="91420" marT="45738" marB="45738"/>
                </a:tc>
                <a:extLst>
                  <a:ext uri="{0D108BD9-81ED-4DB2-BD59-A6C34878D82A}">
                    <a16:rowId xmlns:a16="http://schemas.microsoft.com/office/drawing/2014/main" val="10001"/>
                  </a:ext>
                </a:extLst>
              </a:tr>
              <a:tr h="370979">
                <a:tc>
                  <a:txBody>
                    <a:bodyPr/>
                    <a:lstStyle/>
                    <a:p>
                      <a:pPr algn="ctr"/>
                      <a:r>
                        <a:rPr lang="en-US" sz="1800" dirty="0"/>
                        <a:t>8</a:t>
                      </a:r>
                    </a:p>
                  </a:txBody>
                  <a:tcPr marL="91420" marR="91420" marT="45738" marB="45738"/>
                </a:tc>
                <a:extLst>
                  <a:ext uri="{0D108BD9-81ED-4DB2-BD59-A6C34878D82A}">
                    <a16:rowId xmlns:a16="http://schemas.microsoft.com/office/drawing/2014/main" val="10002"/>
                  </a:ext>
                </a:extLst>
              </a:tr>
              <a:tr h="370979">
                <a:tc>
                  <a:txBody>
                    <a:bodyPr/>
                    <a:lstStyle/>
                    <a:p>
                      <a:pPr algn="ctr"/>
                      <a:r>
                        <a:rPr lang="en-US" sz="1800" dirty="0"/>
                        <a:t>26</a:t>
                      </a:r>
                    </a:p>
                  </a:txBody>
                  <a:tcPr marL="91420" marR="91420" marT="45738" marB="45738"/>
                </a:tc>
                <a:extLst>
                  <a:ext uri="{0D108BD9-81ED-4DB2-BD59-A6C34878D82A}">
                    <a16:rowId xmlns:a16="http://schemas.microsoft.com/office/drawing/2014/main" val="10003"/>
                  </a:ext>
                </a:extLst>
              </a:tr>
              <a:tr h="370979">
                <a:tc>
                  <a:txBody>
                    <a:bodyPr/>
                    <a:lstStyle/>
                    <a:p>
                      <a:pPr algn="ctr"/>
                      <a:r>
                        <a:rPr lang="en-US" sz="1800" dirty="0"/>
                        <a:t>25</a:t>
                      </a:r>
                    </a:p>
                  </a:txBody>
                  <a:tcPr marL="91420" marR="91420" marT="45738" marB="45738"/>
                </a:tc>
                <a:extLst>
                  <a:ext uri="{0D108BD9-81ED-4DB2-BD59-A6C34878D82A}">
                    <a16:rowId xmlns:a16="http://schemas.microsoft.com/office/drawing/2014/main" val="10004"/>
                  </a:ext>
                </a:extLst>
              </a:tr>
            </a:tbl>
          </a:graphicData>
        </a:graphic>
      </p:graphicFrame>
      <p:graphicFrame>
        <p:nvGraphicFramePr>
          <p:cNvPr id="14" name="Table 13">
            <a:extLst>
              <a:ext uri="{FF2B5EF4-FFF2-40B4-BE49-F238E27FC236}">
                <a16:creationId xmlns:a16="http://schemas.microsoft.com/office/drawing/2014/main" id="{87019435-9C39-4827-A871-B29BFD3D80D2}"/>
              </a:ext>
            </a:extLst>
          </p:cNvPr>
          <p:cNvGraphicFramePr>
            <a:graphicFrameLocks noGrp="1"/>
          </p:cNvGraphicFramePr>
          <p:nvPr>
            <p:extLst>
              <p:ext uri="{D42A27DB-BD31-4B8C-83A1-F6EECF244321}">
                <p14:modId xmlns:p14="http://schemas.microsoft.com/office/powerpoint/2010/main" val="3852602795"/>
              </p:ext>
            </p:extLst>
          </p:nvPr>
        </p:nvGraphicFramePr>
        <p:xfrm>
          <a:off x="609600" y="2438400"/>
          <a:ext cx="3505200" cy="2124075"/>
        </p:xfrm>
        <a:graphic>
          <a:graphicData uri="http://schemas.openxmlformats.org/drawingml/2006/table">
            <a:tbl>
              <a:tblPr firstRow="1" bandRow="1">
                <a:tableStyleId>{74C1A8A3-306A-4EB7-A6B1-4F7E0EB9C5D6}</a:tableStyleId>
              </a:tblPr>
              <a:tblGrid>
                <a:gridCol w="1072494">
                  <a:extLst>
                    <a:ext uri="{9D8B030D-6E8A-4147-A177-3AD203B41FA5}">
                      <a16:colId xmlns:a16="http://schemas.microsoft.com/office/drawing/2014/main" val="20000"/>
                    </a:ext>
                  </a:extLst>
                </a:gridCol>
                <a:gridCol w="984906">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tblGrid>
              <a:tr h="640271">
                <a:tc>
                  <a:txBody>
                    <a:bodyPr/>
                    <a:lstStyle/>
                    <a:p>
                      <a:pPr algn="ctr"/>
                      <a:r>
                        <a:rPr lang="en-US" sz="1800" dirty="0">
                          <a:solidFill>
                            <a:schemeClr val="tx1"/>
                          </a:solidFill>
                        </a:rPr>
                        <a:t>Process</a:t>
                      </a:r>
                    </a:p>
                  </a:txBody>
                  <a:tcPr marL="91437" marR="91437" marT="45734" marB="45734"/>
                </a:tc>
                <a:tc>
                  <a:txBody>
                    <a:bodyPr/>
                    <a:lstStyle/>
                    <a:p>
                      <a:pPr algn="ctr"/>
                      <a:r>
                        <a:rPr lang="en-US" sz="1800" dirty="0">
                          <a:solidFill>
                            <a:schemeClr val="tx1"/>
                          </a:solidFill>
                        </a:rPr>
                        <a:t>CPU Burst</a:t>
                      </a:r>
                    </a:p>
                  </a:txBody>
                  <a:tcPr marL="91437" marR="91437" marT="45734" marB="45734"/>
                </a:tc>
                <a:tc>
                  <a:txBody>
                    <a:bodyPr/>
                    <a:lstStyle/>
                    <a:p>
                      <a:pPr algn="ctr"/>
                      <a:r>
                        <a:rPr lang="en-US" sz="1800" dirty="0">
                          <a:solidFill>
                            <a:schemeClr val="tx1"/>
                          </a:solidFill>
                        </a:rPr>
                        <a:t>Arrival Time</a:t>
                      </a:r>
                    </a:p>
                  </a:txBody>
                  <a:tcPr marL="91437" marR="91437" marT="45734" marB="45734"/>
                </a:tc>
                <a:extLst>
                  <a:ext uri="{0D108BD9-81ED-4DB2-BD59-A6C34878D82A}">
                    <a16:rowId xmlns:a16="http://schemas.microsoft.com/office/drawing/2014/main" val="10000"/>
                  </a:ext>
                </a:extLst>
              </a:tr>
              <a:tr h="370951">
                <a:tc>
                  <a:txBody>
                    <a:bodyPr/>
                    <a:lstStyle/>
                    <a:p>
                      <a:pPr algn="ctr"/>
                      <a:r>
                        <a:rPr lang="en-US" sz="1800" dirty="0"/>
                        <a:t>Job A</a:t>
                      </a:r>
                    </a:p>
                  </a:txBody>
                  <a:tcPr marL="91437" marR="91437" marT="45734" marB="45734"/>
                </a:tc>
                <a:tc>
                  <a:txBody>
                    <a:bodyPr/>
                    <a:lstStyle/>
                    <a:p>
                      <a:pPr algn="ctr"/>
                      <a:r>
                        <a:rPr lang="en-US" sz="1800" dirty="0"/>
                        <a:t>8</a:t>
                      </a:r>
                    </a:p>
                  </a:txBody>
                  <a:tcPr marL="91437" marR="91437" marT="45734" marB="45734"/>
                </a:tc>
                <a:tc>
                  <a:txBody>
                    <a:bodyPr/>
                    <a:lstStyle/>
                    <a:p>
                      <a:pPr algn="ctr"/>
                      <a:r>
                        <a:rPr lang="en-US" sz="1800" dirty="0"/>
                        <a:t>0.0</a:t>
                      </a:r>
                    </a:p>
                  </a:txBody>
                  <a:tcPr marL="91437" marR="91437" marT="45734" marB="45734"/>
                </a:tc>
                <a:extLst>
                  <a:ext uri="{0D108BD9-81ED-4DB2-BD59-A6C34878D82A}">
                    <a16:rowId xmlns:a16="http://schemas.microsoft.com/office/drawing/2014/main" val="10001"/>
                  </a:ext>
                </a:extLst>
              </a:tr>
              <a:tr h="370951">
                <a:tc>
                  <a:txBody>
                    <a:bodyPr/>
                    <a:lstStyle/>
                    <a:p>
                      <a:pPr algn="ctr"/>
                      <a:r>
                        <a:rPr lang="en-US" sz="1800" dirty="0"/>
                        <a:t>Job B</a:t>
                      </a:r>
                    </a:p>
                  </a:txBody>
                  <a:tcPr marL="91437" marR="91437" marT="45734" marB="45734"/>
                </a:tc>
                <a:tc>
                  <a:txBody>
                    <a:bodyPr/>
                    <a:lstStyle/>
                    <a:p>
                      <a:pPr algn="ctr"/>
                      <a:r>
                        <a:rPr lang="en-US" sz="1800" dirty="0"/>
                        <a:t>4</a:t>
                      </a:r>
                    </a:p>
                  </a:txBody>
                  <a:tcPr marL="91437" marR="91437" marT="45734" marB="45734"/>
                </a:tc>
                <a:tc>
                  <a:txBody>
                    <a:bodyPr/>
                    <a:lstStyle/>
                    <a:p>
                      <a:pPr algn="ctr"/>
                      <a:r>
                        <a:rPr lang="en-US" sz="1800" dirty="0"/>
                        <a:t>1.0</a:t>
                      </a:r>
                    </a:p>
                  </a:txBody>
                  <a:tcPr marL="91437" marR="91437" marT="45734" marB="45734"/>
                </a:tc>
                <a:extLst>
                  <a:ext uri="{0D108BD9-81ED-4DB2-BD59-A6C34878D82A}">
                    <a16:rowId xmlns:a16="http://schemas.microsoft.com/office/drawing/2014/main" val="10002"/>
                  </a:ext>
                </a:extLst>
              </a:tr>
              <a:tr h="370951">
                <a:tc>
                  <a:txBody>
                    <a:bodyPr/>
                    <a:lstStyle/>
                    <a:p>
                      <a:pPr algn="ctr"/>
                      <a:r>
                        <a:rPr lang="en-US" sz="1800" dirty="0"/>
                        <a:t>Job C</a:t>
                      </a:r>
                    </a:p>
                  </a:txBody>
                  <a:tcPr marL="91437" marR="91437" marT="45734" marB="45734"/>
                </a:tc>
                <a:tc>
                  <a:txBody>
                    <a:bodyPr/>
                    <a:lstStyle/>
                    <a:p>
                      <a:pPr algn="ctr"/>
                      <a:r>
                        <a:rPr lang="en-US" sz="1800" dirty="0"/>
                        <a:t>9</a:t>
                      </a:r>
                    </a:p>
                  </a:txBody>
                  <a:tcPr marL="91437" marR="91437" marT="45734" marB="45734"/>
                </a:tc>
                <a:tc>
                  <a:txBody>
                    <a:bodyPr/>
                    <a:lstStyle/>
                    <a:p>
                      <a:pPr algn="ctr"/>
                      <a:r>
                        <a:rPr lang="en-US" sz="1800" dirty="0"/>
                        <a:t>2.0</a:t>
                      </a:r>
                    </a:p>
                  </a:txBody>
                  <a:tcPr marL="91437" marR="91437" marT="45734" marB="45734"/>
                </a:tc>
                <a:extLst>
                  <a:ext uri="{0D108BD9-81ED-4DB2-BD59-A6C34878D82A}">
                    <a16:rowId xmlns:a16="http://schemas.microsoft.com/office/drawing/2014/main" val="10003"/>
                  </a:ext>
                </a:extLst>
              </a:tr>
              <a:tr h="370951">
                <a:tc>
                  <a:txBody>
                    <a:bodyPr/>
                    <a:lstStyle/>
                    <a:p>
                      <a:pPr algn="ctr"/>
                      <a:r>
                        <a:rPr lang="en-US" sz="1800" dirty="0"/>
                        <a:t>Job D</a:t>
                      </a:r>
                    </a:p>
                  </a:txBody>
                  <a:tcPr marL="91437" marR="91437" marT="45734" marB="45734"/>
                </a:tc>
                <a:tc>
                  <a:txBody>
                    <a:bodyPr/>
                    <a:lstStyle/>
                    <a:p>
                      <a:pPr algn="ctr"/>
                      <a:r>
                        <a:rPr lang="en-US" sz="1800" dirty="0"/>
                        <a:t>5</a:t>
                      </a:r>
                    </a:p>
                  </a:txBody>
                  <a:tcPr marL="91437" marR="91437" marT="45734" marB="45734"/>
                </a:tc>
                <a:tc>
                  <a:txBody>
                    <a:bodyPr/>
                    <a:lstStyle/>
                    <a:p>
                      <a:pPr algn="ctr"/>
                      <a:r>
                        <a:rPr lang="en-US" sz="1800" dirty="0"/>
                        <a:t>3.0</a:t>
                      </a:r>
                    </a:p>
                  </a:txBody>
                  <a:tcPr marL="91437" marR="91437" marT="45734" marB="45734"/>
                </a:tc>
                <a:extLst>
                  <a:ext uri="{0D108BD9-81ED-4DB2-BD59-A6C34878D82A}">
                    <a16:rowId xmlns:a16="http://schemas.microsoft.com/office/drawing/2014/main" val="10004"/>
                  </a:ext>
                </a:extLst>
              </a:tr>
            </a:tbl>
          </a:graphicData>
        </a:graphic>
      </p:graphicFrame>
      <p:graphicFrame>
        <p:nvGraphicFramePr>
          <p:cNvPr id="15" name="Table 14">
            <a:extLst>
              <a:ext uri="{FF2B5EF4-FFF2-40B4-BE49-F238E27FC236}">
                <a16:creationId xmlns:a16="http://schemas.microsoft.com/office/drawing/2014/main" id="{6AF44B8C-AFF2-4E6E-916E-0DB7B2353424}"/>
              </a:ext>
            </a:extLst>
          </p:cNvPr>
          <p:cNvGraphicFramePr>
            <a:graphicFrameLocks noGrp="1"/>
          </p:cNvGraphicFramePr>
          <p:nvPr/>
        </p:nvGraphicFramePr>
        <p:xfrm>
          <a:off x="6400800" y="2438400"/>
          <a:ext cx="1503363" cy="2125668"/>
        </p:xfrm>
        <a:graphic>
          <a:graphicData uri="http://schemas.openxmlformats.org/drawingml/2006/table">
            <a:tbl>
              <a:tblPr/>
              <a:tblGrid>
                <a:gridCol w="1503363">
                  <a:extLst>
                    <a:ext uri="{9D8B030D-6E8A-4147-A177-3AD203B41FA5}">
                      <a16:colId xmlns:a16="http://schemas.microsoft.com/office/drawing/2014/main" val="20000"/>
                    </a:ext>
                  </a:extLst>
                </a:gridCol>
              </a:tblGrid>
              <a:tr h="64009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rial" pitchFamily="34" charset="0"/>
                          <a:ea typeface="MS PGothic" pitchFamily="34" charset="-128"/>
                        </a:rPr>
                        <a:t>TurnaroundTime</a:t>
                      </a:r>
                    </a:p>
                  </a:txBody>
                  <a:tcPr marL="91418" marR="91418" marT="45728" marB="45728"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7139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0000"/>
                          </a:solidFill>
                          <a:effectLst/>
                          <a:latin typeface="Arial" pitchFamily="34" charset="0"/>
                          <a:ea typeface="MS PGothic" pitchFamily="34" charset="-128"/>
                        </a:rPr>
                        <a:t>20 – 0 = 20</a:t>
                      </a:r>
                    </a:p>
                  </a:txBody>
                  <a:tcPr marL="91418" marR="91418" marT="45728" marB="45728"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7139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0000"/>
                          </a:solidFill>
                          <a:effectLst/>
                          <a:latin typeface="Arial" pitchFamily="34" charset="0"/>
                          <a:ea typeface="MS PGothic" pitchFamily="34" charset="-128"/>
                        </a:rPr>
                        <a:t>8 – 1 = 7</a:t>
                      </a:r>
                    </a:p>
                  </a:txBody>
                  <a:tcPr marL="91418" marR="91418" marT="45728" marB="45728"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7139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0000"/>
                          </a:solidFill>
                          <a:effectLst/>
                          <a:latin typeface="Arial" pitchFamily="34" charset="0"/>
                          <a:ea typeface="MS PGothic" pitchFamily="34" charset="-128"/>
                        </a:rPr>
                        <a:t>26 – 2 = 24</a:t>
                      </a:r>
                    </a:p>
                  </a:txBody>
                  <a:tcPr marL="91418" marR="91418" marT="45728" marB="45728" horzOverflow="overflow">
                    <a:lnL>
                      <a:noFill/>
                    </a:lnL>
                    <a:lnR>
                      <a:noFill/>
                    </a:lnR>
                    <a:lnT>
                      <a:noFill/>
                    </a:lnT>
                    <a:lnB>
                      <a:noFill/>
                    </a:lnB>
                    <a:lnTlToBr>
                      <a:noFill/>
                    </a:lnTlToBr>
                    <a:lnBlToTr>
                      <a:noFill/>
                    </a:lnBlToTr>
                    <a:solidFill>
                      <a:srgbClr val="E7E7E7"/>
                    </a:solidFill>
                  </a:tcPr>
                </a:tc>
                <a:extLst>
                  <a:ext uri="{0D108BD9-81ED-4DB2-BD59-A6C34878D82A}">
                    <a16:rowId xmlns:a16="http://schemas.microsoft.com/office/drawing/2014/main" val="10003"/>
                  </a:ext>
                </a:extLst>
              </a:tr>
              <a:tr h="37139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FF0000"/>
                          </a:solidFill>
                          <a:effectLst/>
                          <a:latin typeface="Arial" pitchFamily="34" charset="0"/>
                          <a:ea typeface="MS PGothic" pitchFamily="34" charset="-128"/>
                        </a:rPr>
                        <a:t>25 – 3 = 22</a:t>
                      </a:r>
                    </a:p>
                  </a:txBody>
                  <a:tcPr marL="91418" marR="91418" marT="45728" marB="45728"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pic>
        <p:nvPicPr>
          <p:cNvPr id="63529" name="Picture 2">
            <a:extLst>
              <a:ext uri="{FF2B5EF4-FFF2-40B4-BE49-F238E27FC236}">
                <a16:creationId xmlns:a16="http://schemas.microsoft.com/office/drawing/2014/main" id="{2DA745DB-7DCD-4AB5-A203-E1FB6CBC6E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400"/>
            <a:ext cx="826293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Rectangle 9">
            <a:extLst>
              <a:ext uri="{FF2B5EF4-FFF2-40B4-BE49-F238E27FC236}">
                <a16:creationId xmlns:a16="http://schemas.microsoft.com/office/drawing/2014/main" id="{19163434-5937-43DB-8FBD-8391A9605AB3}"/>
              </a:ext>
            </a:extLst>
          </p:cNvPr>
          <p:cNvSpPr txBox="1">
            <a:spLocks noChangeArrowheads="1"/>
          </p:cNvSpPr>
          <p:nvPr/>
        </p:nvSpPr>
        <p:spPr>
          <a:xfrm>
            <a:off x="723900" y="5105400"/>
            <a:ext cx="4953000" cy="381000"/>
          </a:xfrm>
          <a:prstGeom prst="rect">
            <a:avLst/>
          </a:prstGeom>
        </p:spPr>
        <p:txBody>
          <a:body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0" lang="en-US" sz="20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Average Turnaround Time =</a:t>
            </a:r>
            <a:endParaRPr kumimoji="0" lang="en-US" sz="2000" b="0" i="0" u="none" strike="noStrike" kern="0" cap="none" spc="0" normalizeH="0" baseline="0" noProof="0" dirty="0">
              <a:ln>
                <a:noFill/>
              </a:ln>
              <a:solidFill>
                <a:srgbClr val="222222"/>
              </a:solidFill>
              <a:effectLst/>
              <a:uLnTx/>
              <a:uFillTx/>
              <a:latin typeface="Arial"/>
              <a:ea typeface="MS PGothic" panose="020B0600070205080204" pitchFamily="34" charset="-128"/>
              <a:cs typeface="Arial" panose="020B0604020202020204" pitchFamily="34" charset="0"/>
            </a:endParaRPr>
          </a:p>
        </p:txBody>
      </p:sp>
      <p:graphicFrame>
        <p:nvGraphicFramePr>
          <p:cNvPr id="12" name="Object 1">
            <a:extLst>
              <a:ext uri="{FF2B5EF4-FFF2-40B4-BE49-F238E27FC236}">
                <a16:creationId xmlns:a16="http://schemas.microsoft.com/office/drawing/2014/main" id="{A71B5E39-F088-42E8-B2C2-EBB306590BC0}"/>
              </a:ext>
            </a:extLst>
          </p:cNvPr>
          <p:cNvGraphicFramePr>
            <a:graphicFrameLocks noChangeAspect="1"/>
          </p:cNvGraphicFramePr>
          <p:nvPr/>
        </p:nvGraphicFramePr>
        <p:xfrm>
          <a:off x="4191000" y="4876800"/>
          <a:ext cx="3556000" cy="787400"/>
        </p:xfrm>
        <a:graphic>
          <a:graphicData uri="http://schemas.openxmlformats.org/presentationml/2006/ole">
            <mc:AlternateContent xmlns:mc="http://schemas.openxmlformats.org/markup-compatibility/2006">
              <mc:Choice xmlns:v="urn:schemas-microsoft-com:vml" Requires="v">
                <p:oleObj name="Equation" r:id="rId4" imgW="1764360" imgH="383760" progId="Equation.3">
                  <p:embed/>
                </p:oleObj>
              </mc:Choice>
              <mc:Fallback>
                <p:oleObj name="Equation" r:id="rId4" imgW="1764360" imgH="383760" progId="Equation.3">
                  <p:embed/>
                  <p:pic>
                    <p:nvPicPr>
                      <p:cNvPr id="12" name="Object 1">
                        <a:extLst>
                          <a:ext uri="{FF2B5EF4-FFF2-40B4-BE49-F238E27FC236}">
                            <a16:creationId xmlns:a16="http://schemas.microsoft.com/office/drawing/2014/main" id="{A71B5E39-F088-42E8-B2C2-EBB306590BC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91000" y="4876800"/>
                        <a:ext cx="35560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6303218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1" nodeType="clickEffect">
                                  <p:stCondLst>
                                    <p:cond delay="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4">
            <a:extLst>
              <a:ext uri="{FF2B5EF4-FFF2-40B4-BE49-F238E27FC236}">
                <a16:creationId xmlns:a16="http://schemas.microsoft.com/office/drawing/2014/main" id="{CACF033A-8479-45BD-9BD3-9608DE3BDC69}"/>
              </a:ext>
            </a:extLst>
          </p:cNvPr>
          <p:cNvGraphicFramePr>
            <a:graphicFrameLocks noGrp="1"/>
          </p:cNvGraphicFramePr>
          <p:nvPr/>
        </p:nvGraphicFramePr>
        <p:xfrm>
          <a:off x="4648200" y="2667000"/>
          <a:ext cx="4114800" cy="2125664"/>
        </p:xfrm>
        <a:graphic>
          <a:graphicData uri="http://schemas.openxmlformats.org/drawingml/2006/table">
            <a:tbl>
              <a:tblPr/>
              <a:tblGrid>
                <a:gridCol w="4114800">
                  <a:extLst>
                    <a:ext uri="{9D8B030D-6E8A-4147-A177-3AD203B41FA5}">
                      <a16:colId xmlns:a16="http://schemas.microsoft.com/office/drawing/2014/main" val="20000"/>
                    </a:ext>
                  </a:extLst>
                </a:gridCol>
              </a:tblGrid>
              <a:tr h="64006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dirty="0">
                          <a:ln>
                            <a:noFill/>
                          </a:ln>
                          <a:solidFill>
                            <a:schemeClr val="tx1"/>
                          </a:solidFill>
                          <a:effectLst/>
                          <a:latin typeface="Arial" charset="0"/>
                          <a:ea typeface="MS PGothic" charset="0"/>
                          <a:cs typeface="MS PGothic" charset="0"/>
                        </a:rPr>
                        <a:t>Waiting Time</a:t>
                      </a:r>
                    </a:p>
                  </a:txBody>
                  <a:tcPr marL="91418" marR="91418" marT="45721" marB="45721"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7140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FF0000"/>
                          </a:solidFill>
                          <a:effectLst/>
                          <a:latin typeface="Arial" charset="0"/>
                          <a:ea typeface="MS PGothic" charset="0"/>
                          <a:cs typeface="MS PGothic" charset="0"/>
                        </a:rPr>
                        <a:t>?</a:t>
                      </a:r>
                    </a:p>
                  </a:txBody>
                  <a:tcPr marL="91418" marR="91418" marT="45721" marB="45721"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7140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FF0000"/>
                          </a:solidFill>
                          <a:effectLst/>
                          <a:latin typeface="Arial" charset="0"/>
                          <a:ea typeface="MS PGothic" charset="0"/>
                          <a:cs typeface="MS PGothic" charset="0"/>
                        </a:rPr>
                        <a:t>?</a:t>
                      </a:r>
                    </a:p>
                  </a:txBody>
                  <a:tcPr marL="91418" marR="91418" marT="45721" marB="45721"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7140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FF0000"/>
                          </a:solidFill>
                          <a:effectLst/>
                          <a:latin typeface="Arial" charset="0"/>
                          <a:ea typeface="MS PGothic" charset="0"/>
                          <a:cs typeface="MS PGothic" charset="0"/>
                        </a:rPr>
                        <a:t>?</a:t>
                      </a:r>
                    </a:p>
                  </a:txBody>
                  <a:tcPr marL="91418" marR="91418" marT="45721" marB="45721" horzOverflow="overflow">
                    <a:lnL>
                      <a:noFill/>
                    </a:lnL>
                    <a:lnR>
                      <a:noFill/>
                    </a:lnR>
                    <a:lnT>
                      <a:noFill/>
                    </a:lnT>
                    <a:lnB>
                      <a:noFill/>
                    </a:lnB>
                    <a:lnTlToBr>
                      <a:noFill/>
                    </a:lnTlToBr>
                    <a:lnBlToTr>
                      <a:noFill/>
                    </a:lnBlToTr>
                    <a:solidFill>
                      <a:srgbClr val="E7E7E7"/>
                    </a:solidFill>
                  </a:tcPr>
                </a:tc>
                <a:extLst>
                  <a:ext uri="{0D108BD9-81ED-4DB2-BD59-A6C34878D82A}">
                    <a16:rowId xmlns:a16="http://schemas.microsoft.com/office/drawing/2014/main" val="10003"/>
                  </a:ext>
                </a:extLst>
              </a:tr>
              <a:tr h="37140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rgbClr val="FF0000"/>
                          </a:solidFill>
                          <a:effectLst/>
                          <a:latin typeface="Arial" charset="0"/>
                          <a:ea typeface="MS PGothic" charset="0"/>
                          <a:cs typeface="MS PGothic" charset="0"/>
                        </a:rPr>
                        <a:t>?</a:t>
                      </a:r>
                    </a:p>
                  </a:txBody>
                  <a:tcPr marL="91418" marR="91418" marT="45721" marB="45721"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65547" name="Slide Number Placeholder 4">
            <a:extLst>
              <a:ext uri="{FF2B5EF4-FFF2-40B4-BE49-F238E27FC236}">
                <a16:creationId xmlns:a16="http://schemas.microsoft.com/office/drawing/2014/main" id="{CDD7CF69-B9AA-46B3-9598-DF5D85D7A28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B4B70D9-7E14-46D8-B96A-1928C19B315C}"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62</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aphicFrame>
        <p:nvGraphicFramePr>
          <p:cNvPr id="21" name="Table 20">
            <a:extLst>
              <a:ext uri="{FF2B5EF4-FFF2-40B4-BE49-F238E27FC236}">
                <a16:creationId xmlns:a16="http://schemas.microsoft.com/office/drawing/2014/main" id="{9099EE58-3DAD-450E-9573-D4051405A7DD}"/>
              </a:ext>
            </a:extLst>
          </p:cNvPr>
          <p:cNvGraphicFramePr>
            <a:graphicFrameLocks noGrp="1"/>
          </p:cNvGraphicFramePr>
          <p:nvPr>
            <p:extLst>
              <p:ext uri="{D42A27DB-BD31-4B8C-83A1-F6EECF244321}">
                <p14:modId xmlns:p14="http://schemas.microsoft.com/office/powerpoint/2010/main" val="2135575345"/>
              </p:ext>
            </p:extLst>
          </p:nvPr>
        </p:nvGraphicFramePr>
        <p:xfrm>
          <a:off x="609600" y="2667000"/>
          <a:ext cx="3505200" cy="2124075"/>
        </p:xfrm>
        <a:graphic>
          <a:graphicData uri="http://schemas.openxmlformats.org/drawingml/2006/table">
            <a:tbl>
              <a:tblPr firstRow="1" bandRow="1">
                <a:tableStyleId>{74C1A8A3-306A-4EB7-A6B1-4F7E0EB9C5D6}</a:tableStyleId>
              </a:tblPr>
              <a:tblGrid>
                <a:gridCol w="1072494">
                  <a:extLst>
                    <a:ext uri="{9D8B030D-6E8A-4147-A177-3AD203B41FA5}">
                      <a16:colId xmlns:a16="http://schemas.microsoft.com/office/drawing/2014/main" val="20000"/>
                    </a:ext>
                  </a:extLst>
                </a:gridCol>
                <a:gridCol w="984906">
                  <a:extLst>
                    <a:ext uri="{9D8B030D-6E8A-4147-A177-3AD203B41FA5}">
                      <a16:colId xmlns:a16="http://schemas.microsoft.com/office/drawing/2014/main" val="20001"/>
                    </a:ext>
                  </a:extLst>
                </a:gridCol>
                <a:gridCol w="1447800">
                  <a:extLst>
                    <a:ext uri="{9D8B030D-6E8A-4147-A177-3AD203B41FA5}">
                      <a16:colId xmlns:a16="http://schemas.microsoft.com/office/drawing/2014/main" val="20002"/>
                    </a:ext>
                  </a:extLst>
                </a:gridCol>
              </a:tblGrid>
              <a:tr h="640271">
                <a:tc>
                  <a:txBody>
                    <a:bodyPr/>
                    <a:lstStyle/>
                    <a:p>
                      <a:pPr algn="ctr"/>
                      <a:r>
                        <a:rPr lang="en-US" sz="1800" dirty="0">
                          <a:solidFill>
                            <a:schemeClr val="tx1"/>
                          </a:solidFill>
                        </a:rPr>
                        <a:t>Process</a:t>
                      </a:r>
                    </a:p>
                  </a:txBody>
                  <a:tcPr marL="91437" marR="91437" marT="45734" marB="45734"/>
                </a:tc>
                <a:tc>
                  <a:txBody>
                    <a:bodyPr/>
                    <a:lstStyle/>
                    <a:p>
                      <a:pPr algn="ctr"/>
                      <a:r>
                        <a:rPr lang="en-US" sz="1800" dirty="0">
                          <a:solidFill>
                            <a:schemeClr val="tx1"/>
                          </a:solidFill>
                        </a:rPr>
                        <a:t>CPU Burst</a:t>
                      </a:r>
                    </a:p>
                  </a:txBody>
                  <a:tcPr marL="91437" marR="91437" marT="45734" marB="45734"/>
                </a:tc>
                <a:tc>
                  <a:txBody>
                    <a:bodyPr/>
                    <a:lstStyle/>
                    <a:p>
                      <a:pPr algn="ctr"/>
                      <a:r>
                        <a:rPr lang="en-US" sz="1800" dirty="0">
                          <a:solidFill>
                            <a:schemeClr val="tx1"/>
                          </a:solidFill>
                        </a:rPr>
                        <a:t>Arrival Time</a:t>
                      </a:r>
                    </a:p>
                  </a:txBody>
                  <a:tcPr marL="91437" marR="91437" marT="45734" marB="45734"/>
                </a:tc>
                <a:extLst>
                  <a:ext uri="{0D108BD9-81ED-4DB2-BD59-A6C34878D82A}">
                    <a16:rowId xmlns:a16="http://schemas.microsoft.com/office/drawing/2014/main" val="10000"/>
                  </a:ext>
                </a:extLst>
              </a:tr>
              <a:tr h="370951">
                <a:tc>
                  <a:txBody>
                    <a:bodyPr/>
                    <a:lstStyle/>
                    <a:p>
                      <a:pPr algn="ctr"/>
                      <a:r>
                        <a:rPr lang="en-US" sz="1800" dirty="0"/>
                        <a:t>Job A</a:t>
                      </a:r>
                    </a:p>
                  </a:txBody>
                  <a:tcPr marL="91437" marR="91437" marT="45734" marB="45734"/>
                </a:tc>
                <a:tc>
                  <a:txBody>
                    <a:bodyPr/>
                    <a:lstStyle/>
                    <a:p>
                      <a:pPr algn="ctr"/>
                      <a:r>
                        <a:rPr lang="en-US" sz="1800" dirty="0"/>
                        <a:t>8</a:t>
                      </a:r>
                    </a:p>
                  </a:txBody>
                  <a:tcPr marL="91437" marR="91437" marT="45734" marB="45734"/>
                </a:tc>
                <a:tc>
                  <a:txBody>
                    <a:bodyPr/>
                    <a:lstStyle/>
                    <a:p>
                      <a:pPr algn="ctr"/>
                      <a:r>
                        <a:rPr lang="en-US" sz="1800" dirty="0"/>
                        <a:t>0.0</a:t>
                      </a:r>
                    </a:p>
                  </a:txBody>
                  <a:tcPr marL="91437" marR="91437" marT="45734" marB="45734"/>
                </a:tc>
                <a:extLst>
                  <a:ext uri="{0D108BD9-81ED-4DB2-BD59-A6C34878D82A}">
                    <a16:rowId xmlns:a16="http://schemas.microsoft.com/office/drawing/2014/main" val="10001"/>
                  </a:ext>
                </a:extLst>
              </a:tr>
              <a:tr h="370951">
                <a:tc>
                  <a:txBody>
                    <a:bodyPr/>
                    <a:lstStyle/>
                    <a:p>
                      <a:pPr algn="ctr"/>
                      <a:r>
                        <a:rPr lang="en-US" sz="1800" dirty="0"/>
                        <a:t>Job B</a:t>
                      </a:r>
                    </a:p>
                  </a:txBody>
                  <a:tcPr marL="91437" marR="91437" marT="45734" marB="45734"/>
                </a:tc>
                <a:tc>
                  <a:txBody>
                    <a:bodyPr/>
                    <a:lstStyle/>
                    <a:p>
                      <a:pPr algn="ctr"/>
                      <a:r>
                        <a:rPr lang="en-US" sz="1800" dirty="0"/>
                        <a:t>4</a:t>
                      </a:r>
                    </a:p>
                  </a:txBody>
                  <a:tcPr marL="91437" marR="91437" marT="45734" marB="45734"/>
                </a:tc>
                <a:tc>
                  <a:txBody>
                    <a:bodyPr/>
                    <a:lstStyle/>
                    <a:p>
                      <a:pPr algn="ctr"/>
                      <a:r>
                        <a:rPr lang="en-US" sz="1800" dirty="0"/>
                        <a:t>1.0</a:t>
                      </a:r>
                    </a:p>
                  </a:txBody>
                  <a:tcPr marL="91437" marR="91437" marT="45734" marB="45734"/>
                </a:tc>
                <a:extLst>
                  <a:ext uri="{0D108BD9-81ED-4DB2-BD59-A6C34878D82A}">
                    <a16:rowId xmlns:a16="http://schemas.microsoft.com/office/drawing/2014/main" val="10002"/>
                  </a:ext>
                </a:extLst>
              </a:tr>
              <a:tr h="370951">
                <a:tc>
                  <a:txBody>
                    <a:bodyPr/>
                    <a:lstStyle/>
                    <a:p>
                      <a:pPr algn="ctr"/>
                      <a:r>
                        <a:rPr lang="en-US" sz="1800" dirty="0"/>
                        <a:t>Job C</a:t>
                      </a:r>
                    </a:p>
                  </a:txBody>
                  <a:tcPr marL="91437" marR="91437" marT="45734" marB="45734"/>
                </a:tc>
                <a:tc>
                  <a:txBody>
                    <a:bodyPr/>
                    <a:lstStyle/>
                    <a:p>
                      <a:pPr algn="ctr"/>
                      <a:r>
                        <a:rPr lang="en-US" sz="1800" dirty="0"/>
                        <a:t>9</a:t>
                      </a:r>
                    </a:p>
                  </a:txBody>
                  <a:tcPr marL="91437" marR="91437" marT="45734" marB="45734"/>
                </a:tc>
                <a:tc>
                  <a:txBody>
                    <a:bodyPr/>
                    <a:lstStyle/>
                    <a:p>
                      <a:pPr algn="ctr"/>
                      <a:r>
                        <a:rPr lang="en-US" sz="1800" dirty="0"/>
                        <a:t>2.0</a:t>
                      </a:r>
                    </a:p>
                  </a:txBody>
                  <a:tcPr marL="91437" marR="91437" marT="45734" marB="45734"/>
                </a:tc>
                <a:extLst>
                  <a:ext uri="{0D108BD9-81ED-4DB2-BD59-A6C34878D82A}">
                    <a16:rowId xmlns:a16="http://schemas.microsoft.com/office/drawing/2014/main" val="10003"/>
                  </a:ext>
                </a:extLst>
              </a:tr>
              <a:tr h="370951">
                <a:tc>
                  <a:txBody>
                    <a:bodyPr/>
                    <a:lstStyle/>
                    <a:p>
                      <a:pPr algn="ctr"/>
                      <a:r>
                        <a:rPr lang="en-US" sz="1800" dirty="0"/>
                        <a:t>Job D</a:t>
                      </a:r>
                    </a:p>
                  </a:txBody>
                  <a:tcPr marL="91437" marR="91437" marT="45734" marB="45734"/>
                </a:tc>
                <a:tc>
                  <a:txBody>
                    <a:bodyPr/>
                    <a:lstStyle/>
                    <a:p>
                      <a:pPr algn="ctr"/>
                      <a:r>
                        <a:rPr lang="en-US" sz="1800" dirty="0"/>
                        <a:t>5</a:t>
                      </a:r>
                    </a:p>
                  </a:txBody>
                  <a:tcPr marL="91437" marR="91437" marT="45734" marB="45734"/>
                </a:tc>
                <a:tc>
                  <a:txBody>
                    <a:bodyPr/>
                    <a:lstStyle/>
                    <a:p>
                      <a:pPr algn="ctr"/>
                      <a:r>
                        <a:rPr lang="en-US" sz="1800" dirty="0"/>
                        <a:t>3.0</a:t>
                      </a:r>
                    </a:p>
                  </a:txBody>
                  <a:tcPr marL="91437" marR="91437" marT="45734" marB="45734"/>
                </a:tc>
                <a:extLst>
                  <a:ext uri="{0D108BD9-81ED-4DB2-BD59-A6C34878D82A}">
                    <a16:rowId xmlns:a16="http://schemas.microsoft.com/office/drawing/2014/main" val="10004"/>
                  </a:ext>
                </a:extLst>
              </a:tr>
            </a:tbl>
          </a:graphicData>
        </a:graphic>
      </p:graphicFrame>
      <p:pic>
        <p:nvPicPr>
          <p:cNvPr id="65567" name="Picture 2">
            <a:extLst>
              <a:ext uri="{FF2B5EF4-FFF2-40B4-BE49-F238E27FC236}">
                <a16:creationId xmlns:a16="http://schemas.microsoft.com/office/drawing/2014/main" id="{DD60CBDF-C6E1-41F6-93CB-4C2C15968C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914400"/>
            <a:ext cx="8262938"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8-Point Star 10">
            <a:extLst>
              <a:ext uri="{FF2B5EF4-FFF2-40B4-BE49-F238E27FC236}">
                <a16:creationId xmlns:a16="http://schemas.microsoft.com/office/drawing/2014/main" id="{529C3AC7-7295-420D-8525-541C01AFF4FE}"/>
              </a:ext>
            </a:extLst>
          </p:cNvPr>
          <p:cNvSpPr>
            <a:spLocks noChangeArrowheads="1"/>
          </p:cNvSpPr>
          <p:nvPr/>
        </p:nvSpPr>
        <p:spPr bwMode="auto">
          <a:xfrm rot="2245177">
            <a:off x="7567613" y="201613"/>
            <a:ext cx="1676400" cy="990600"/>
          </a:xfrm>
          <a:prstGeom prst="star8">
            <a:avLst>
              <a:gd name="adj" fmla="val 37500"/>
            </a:avLst>
          </a:prstGeom>
          <a:solidFill>
            <a:srgbClr val="FF0000"/>
          </a:solidFill>
          <a:ln>
            <a:noFill/>
          </a:ln>
          <a:effectLst>
            <a:outerShdw blurRad="63500" dist="139700" dir="2700000" algn="tl" rotWithShape="0">
              <a:srgbClr val="000000">
                <a:alpha val="42998"/>
              </a:srgbClr>
            </a:outerShdw>
          </a:effec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halkduster" charset="0"/>
                <a:ea typeface="MS PGothic" charset="0"/>
                <a:cs typeface="MS PGothic" charset="0"/>
              </a:rPr>
              <a:t>NEW</a:t>
            </a:r>
          </a:p>
        </p:txBody>
      </p:sp>
      <p:graphicFrame>
        <p:nvGraphicFramePr>
          <p:cNvPr id="24" name="Table 23">
            <a:extLst>
              <a:ext uri="{FF2B5EF4-FFF2-40B4-BE49-F238E27FC236}">
                <a16:creationId xmlns:a16="http://schemas.microsoft.com/office/drawing/2014/main" id="{02CEFB0C-7FB9-4D77-B828-D95ED8E084B7}"/>
              </a:ext>
            </a:extLst>
          </p:cNvPr>
          <p:cNvGraphicFramePr>
            <a:graphicFrameLocks noGrp="1"/>
          </p:cNvGraphicFramePr>
          <p:nvPr/>
        </p:nvGraphicFramePr>
        <p:xfrm>
          <a:off x="4648200" y="2667000"/>
          <a:ext cx="4114800" cy="2125663"/>
        </p:xfrm>
        <a:graphic>
          <a:graphicData uri="http://schemas.openxmlformats.org/drawingml/2006/table">
            <a:tbl>
              <a:tblPr/>
              <a:tblGrid>
                <a:gridCol w="4114800">
                  <a:extLst>
                    <a:ext uri="{9D8B030D-6E8A-4147-A177-3AD203B41FA5}">
                      <a16:colId xmlns:a16="http://schemas.microsoft.com/office/drawing/2014/main" val="20000"/>
                    </a:ext>
                  </a:extLst>
                </a:gridCol>
              </a:tblGrid>
              <a:tr h="6397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1" i="0" u="none" strike="noStrike" cap="none" normalizeH="0" baseline="0">
                          <a:ln>
                            <a:noFill/>
                          </a:ln>
                          <a:solidFill>
                            <a:schemeClr val="tx1"/>
                          </a:solidFill>
                          <a:effectLst/>
                          <a:latin typeface="Arial" pitchFamily="34" charset="0"/>
                          <a:ea typeface="MS PGothic" pitchFamily="34" charset="-128"/>
                        </a:rPr>
                        <a:t>Waiting Time</a:t>
                      </a:r>
                    </a:p>
                  </a:txBody>
                  <a:tcPr marL="91418" marR="91418" marT="45721" marB="45721" horzOverflow="overflow">
                    <a:lnL>
                      <a:noFill/>
                    </a:lnL>
                    <a:lnR>
                      <a:noFill/>
                    </a:lnR>
                    <a:lnT w="25400" cap="flat" cmpd="sng" algn="ctr">
                      <a:solidFill>
                        <a:schemeClr val="tx1"/>
                      </a:solidFill>
                      <a:prstDash val="solid"/>
                      <a:round/>
                      <a:headEnd type="none" w="med" len="med"/>
                      <a:tailEnd type="none" w="med" len="med"/>
                    </a:lnT>
                    <a:lnB w="25400" cap="flat" cmpd="sng" algn="ctr">
                      <a:solidFill>
                        <a:schemeClr val="tx1"/>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0"/>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0000"/>
                          </a:solidFill>
                          <a:effectLst/>
                          <a:latin typeface="Arial" pitchFamily="34" charset="0"/>
                          <a:ea typeface="MS PGothic" pitchFamily="34" charset="-128"/>
                        </a:rPr>
                        <a:t>(0 – 0) + (16 – 4) = 12</a:t>
                      </a:r>
                    </a:p>
                  </a:txBody>
                  <a:tcPr marL="91418" marR="91418" marT="45721" marB="45721" horzOverflow="overflow">
                    <a:lnL>
                      <a:noFill/>
                    </a:lnL>
                    <a:lnR>
                      <a:noFill/>
                    </a:lnR>
                    <a:lnT w="25400" cap="flat" cmpd="sng" algn="ctr">
                      <a:solidFill>
                        <a:schemeClr val="tx1"/>
                      </a:solidFill>
                      <a:prstDash val="solid"/>
                      <a:round/>
                      <a:headEnd type="none" w="med" len="med"/>
                      <a:tailEnd type="none" w="med" len="med"/>
                    </a:lnT>
                    <a:lnB>
                      <a:noFill/>
                    </a:lnB>
                    <a:lnTlToBr>
                      <a:noFill/>
                    </a:lnTlToBr>
                    <a:lnBlToTr>
                      <a:noFill/>
                    </a:lnBlToTr>
                    <a:solidFill>
                      <a:srgbClr val="E7E7E7"/>
                    </a:solidFill>
                  </a:tcPr>
                </a:tc>
                <a:extLst>
                  <a:ext uri="{0D108BD9-81ED-4DB2-BD59-A6C34878D82A}">
                    <a16:rowId xmlns:a16="http://schemas.microsoft.com/office/drawing/2014/main" val="10001"/>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0000"/>
                          </a:solidFill>
                          <a:effectLst/>
                          <a:latin typeface="Arial" pitchFamily="34" charset="0"/>
                          <a:ea typeface="MS PGothic" pitchFamily="34" charset="-128"/>
                        </a:rPr>
                        <a:t>4 – 1 = 3</a:t>
                      </a:r>
                    </a:p>
                  </a:txBody>
                  <a:tcPr marL="91418" marR="91418" marT="45721" marB="45721" horzOverflow="overflow">
                    <a:lnL>
                      <a:noFill/>
                    </a:lnL>
                    <a:lnR>
                      <a:noFill/>
                    </a:lnR>
                    <a:lnT>
                      <a:noFill/>
                    </a:lnT>
                    <a:lnB>
                      <a:noFill/>
                    </a:lnB>
                    <a:lnTlToBr>
                      <a:noFill/>
                    </a:lnTlToBr>
                    <a:lnBlToTr>
                      <a:noFill/>
                    </a:lnBlToTr>
                    <a:solidFill>
                      <a:schemeClr val="bg1"/>
                    </a:solidFill>
                  </a:tcPr>
                </a:tc>
                <a:extLst>
                  <a:ext uri="{0D108BD9-81ED-4DB2-BD59-A6C34878D82A}">
                    <a16:rowId xmlns:a16="http://schemas.microsoft.com/office/drawing/2014/main" val="10002"/>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0000"/>
                          </a:solidFill>
                          <a:effectLst/>
                          <a:latin typeface="Arial" pitchFamily="34" charset="0"/>
                          <a:ea typeface="MS PGothic" pitchFamily="34" charset="-128"/>
                        </a:rPr>
                        <a:t>(8 – 2) + (20 – 12) + (25 – 24) = 15</a:t>
                      </a:r>
                    </a:p>
                  </a:txBody>
                  <a:tcPr marL="91418" marR="91418" marT="45721" marB="45721" horzOverflow="overflow">
                    <a:lnL>
                      <a:noFill/>
                    </a:lnL>
                    <a:lnR>
                      <a:noFill/>
                    </a:lnR>
                    <a:lnT>
                      <a:noFill/>
                    </a:lnT>
                    <a:lnB>
                      <a:noFill/>
                    </a:lnB>
                    <a:lnTlToBr>
                      <a:noFill/>
                    </a:lnTlToBr>
                    <a:lnBlToTr>
                      <a:noFill/>
                    </a:lnBlToTr>
                    <a:solidFill>
                      <a:srgbClr val="E7E7E7"/>
                    </a:solidFill>
                  </a:tcPr>
                </a:tc>
                <a:extLst>
                  <a:ext uri="{0D108BD9-81ED-4DB2-BD59-A6C34878D82A}">
                    <a16:rowId xmlns:a16="http://schemas.microsoft.com/office/drawing/2014/main" val="10003"/>
                  </a:ext>
                </a:extLst>
              </a:tr>
              <a:tr h="371475">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a:ln>
                            <a:noFill/>
                          </a:ln>
                          <a:solidFill>
                            <a:srgbClr val="FF0000"/>
                          </a:solidFill>
                          <a:effectLst/>
                          <a:latin typeface="Arial" pitchFamily="34" charset="0"/>
                          <a:ea typeface="MS PGothic" pitchFamily="34" charset="-128"/>
                        </a:rPr>
                        <a:t>(12 – 3) + (24 – 16) = 17</a:t>
                      </a:r>
                    </a:p>
                  </a:txBody>
                  <a:tcPr marL="91418" marR="91418" marT="45721" marB="45721" horzOverflow="overflow">
                    <a:lnL>
                      <a:noFill/>
                    </a:lnL>
                    <a:lnR>
                      <a:noFill/>
                    </a:lnR>
                    <a:lnT>
                      <a:noFill/>
                    </a:lnT>
                    <a:lnB w="254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4"/>
                  </a:ext>
                </a:extLst>
              </a:tr>
            </a:tbl>
          </a:graphicData>
        </a:graphic>
      </p:graphicFrame>
      <p:sp>
        <p:nvSpPr>
          <p:cNvPr id="26" name="Rectangle 9">
            <a:extLst>
              <a:ext uri="{FF2B5EF4-FFF2-40B4-BE49-F238E27FC236}">
                <a16:creationId xmlns:a16="http://schemas.microsoft.com/office/drawing/2014/main" id="{5DE1F164-23D1-49E9-B979-99C2B2373964}"/>
              </a:ext>
            </a:extLst>
          </p:cNvPr>
          <p:cNvSpPr txBox="1">
            <a:spLocks noChangeArrowheads="1"/>
          </p:cNvSpPr>
          <p:nvPr/>
        </p:nvSpPr>
        <p:spPr>
          <a:xfrm>
            <a:off x="1143000" y="5562600"/>
            <a:ext cx="4953000" cy="381000"/>
          </a:xfrm>
          <a:prstGeom prst="rect">
            <a:avLst/>
          </a:prstGeom>
        </p:spPr>
        <p:txBody>
          <a:body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0" lang="en-US" sz="20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Average Waiting Time =</a:t>
            </a:r>
            <a:endParaRPr kumimoji="0" lang="en-US" sz="2000" b="0" i="0" u="none" strike="noStrike" kern="0" cap="none" spc="0" normalizeH="0" baseline="0" noProof="0" dirty="0">
              <a:ln>
                <a:noFill/>
              </a:ln>
              <a:solidFill>
                <a:srgbClr val="222222"/>
              </a:solidFill>
              <a:effectLst/>
              <a:uLnTx/>
              <a:uFillTx/>
              <a:latin typeface="Arial"/>
              <a:ea typeface="MS PGothic" panose="020B0600070205080204" pitchFamily="34" charset="-128"/>
              <a:cs typeface="Arial" panose="020B0604020202020204" pitchFamily="34" charset="0"/>
            </a:endParaRPr>
          </a:p>
        </p:txBody>
      </p:sp>
      <p:graphicFrame>
        <p:nvGraphicFramePr>
          <p:cNvPr id="27" name="Object 26">
            <a:extLst>
              <a:ext uri="{FF2B5EF4-FFF2-40B4-BE49-F238E27FC236}">
                <a16:creationId xmlns:a16="http://schemas.microsoft.com/office/drawing/2014/main" id="{6239589B-BD4E-47A3-B5C7-A5F36DF8DF3C}"/>
              </a:ext>
            </a:extLst>
          </p:cNvPr>
          <p:cNvGraphicFramePr>
            <a:graphicFrameLocks noChangeAspect="1"/>
          </p:cNvGraphicFramePr>
          <p:nvPr/>
        </p:nvGraphicFramePr>
        <p:xfrm>
          <a:off x="4216400" y="5334000"/>
          <a:ext cx="3429000" cy="787400"/>
        </p:xfrm>
        <a:graphic>
          <a:graphicData uri="http://schemas.openxmlformats.org/presentationml/2006/ole">
            <mc:AlternateContent xmlns:mc="http://schemas.openxmlformats.org/markup-compatibility/2006">
              <mc:Choice xmlns:v="urn:schemas-microsoft-com:vml" Requires="v">
                <p:oleObj name="Equation" r:id="rId3" imgW="1700280" imgH="383760" progId="Equation.3">
                  <p:embed/>
                </p:oleObj>
              </mc:Choice>
              <mc:Fallback>
                <p:oleObj name="Equation" r:id="rId3" imgW="1700280" imgH="383760" progId="Equation.3">
                  <p:embed/>
                  <p:pic>
                    <p:nvPicPr>
                      <p:cNvPr id="27" name="Object 26">
                        <a:extLst>
                          <a:ext uri="{FF2B5EF4-FFF2-40B4-BE49-F238E27FC236}">
                            <a16:creationId xmlns:a16="http://schemas.microsoft.com/office/drawing/2014/main" id="{6239589B-BD4E-47A3-B5C7-A5F36DF8DF3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6400" y="5334000"/>
                        <a:ext cx="34290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8114673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dissolve">
                                      <p:cBhvr>
                                        <p:cTn id="7" dur="500"/>
                                        <p:tgtEl>
                                          <p:spTgt spid="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dissolve">
                                      <p:cBhvr>
                                        <p:cTn id="12" dur="500"/>
                                        <p:tgtEl>
                                          <p:spTgt spid="2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grpId="1"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6" grpId="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4DE35CF9-6AE6-4891-9B1E-585EB26B6CCC}"/>
              </a:ext>
            </a:extLst>
          </p:cNvPr>
          <p:cNvSpPr>
            <a:spLocks noGrp="1" noChangeArrowheads="1"/>
          </p:cNvSpPr>
          <p:nvPr>
            <p:ph type="title"/>
          </p:nvPr>
        </p:nvSpPr>
        <p:spPr>
          <a:xfrm>
            <a:off x="766763" y="176213"/>
            <a:ext cx="8229600" cy="576262"/>
          </a:xfrm>
        </p:spPr>
        <p:txBody>
          <a:bodyPr/>
          <a:lstStyle/>
          <a:p>
            <a:pPr eaLnBrk="1" hangingPunct="1"/>
            <a:br>
              <a:rPr lang="en-US" altLang="en-US"/>
            </a:br>
            <a:r>
              <a:rPr lang="en-US" altLang="en-US"/>
              <a:t> </a:t>
            </a:r>
            <a:r>
              <a:rPr lang="en-US" altLang="en-US" sz="2800"/>
              <a:t>Time Quantum and Context Switch Time</a:t>
            </a:r>
          </a:p>
        </p:txBody>
      </p:sp>
      <p:sp>
        <p:nvSpPr>
          <p:cNvPr id="25603" name="Rectangle 3">
            <a:extLst>
              <a:ext uri="{FF2B5EF4-FFF2-40B4-BE49-F238E27FC236}">
                <a16:creationId xmlns:a16="http://schemas.microsoft.com/office/drawing/2014/main" id="{80EF27FC-9161-4108-A026-14966A4643EE}"/>
              </a:ext>
            </a:extLst>
          </p:cNvPr>
          <p:cNvSpPr>
            <a:spLocks noGrp="1" noChangeArrowheads="1"/>
          </p:cNvSpPr>
          <p:nvPr>
            <p:ph type="body" idx="1"/>
          </p:nvPr>
        </p:nvSpPr>
        <p:spPr>
          <a:xfrm>
            <a:off x="443884" y="1231900"/>
            <a:ext cx="8123068" cy="1103313"/>
          </a:xfrm>
        </p:spPr>
        <p:txBody>
          <a:bodyPr/>
          <a:lstStyle/>
          <a:p>
            <a:pPr algn="just"/>
            <a:r>
              <a:rPr lang="en-US" altLang="en-US" sz="2200" dirty="0"/>
              <a:t>The performance of the RR algorithm depends on the size of the time quantum.  If the time quantum is extremely small (say, 1 millisecond), RR can result in a large number of context  switches. </a:t>
            </a:r>
            <a:endParaRPr lang="en-US" altLang="en-US" sz="2200" dirty="0">
              <a:sym typeface="Symbol" panose="05050102010706020507" pitchFamily="18" charset="2"/>
            </a:endParaRPr>
          </a:p>
        </p:txBody>
      </p:sp>
      <p:pic>
        <p:nvPicPr>
          <p:cNvPr id="25604" name="Picture 7">
            <a:extLst>
              <a:ext uri="{FF2B5EF4-FFF2-40B4-BE49-F238E27FC236}">
                <a16:creationId xmlns:a16="http://schemas.microsoft.com/office/drawing/2014/main" id="{57D2B779-A7E5-436C-B023-7F125E2F7A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80432" y="2896232"/>
            <a:ext cx="5402262" cy="240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325545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B57AB9A6-3406-4E93-92C2-3D1E2A3918EA}"/>
              </a:ext>
            </a:extLst>
          </p:cNvPr>
          <p:cNvSpPr>
            <a:spLocks noGrp="1" noChangeArrowheads="1"/>
          </p:cNvSpPr>
          <p:nvPr>
            <p:ph type="title"/>
          </p:nvPr>
        </p:nvSpPr>
        <p:spPr>
          <a:xfrm>
            <a:off x="1074738" y="77788"/>
            <a:ext cx="8229600" cy="576262"/>
          </a:xfrm>
        </p:spPr>
        <p:txBody>
          <a:bodyPr/>
          <a:lstStyle/>
          <a:p>
            <a:pPr eaLnBrk="1" hangingPunct="1"/>
            <a:br>
              <a:rPr lang="en-US" altLang="en-US"/>
            </a:br>
            <a:r>
              <a:rPr lang="en-US" altLang="en-US" sz="2400"/>
              <a:t>Turnaround Time Varies With The Time Quantum </a:t>
            </a:r>
          </a:p>
        </p:txBody>
      </p:sp>
      <p:sp>
        <p:nvSpPr>
          <p:cNvPr id="26627" name="Rectangle 3">
            <a:extLst>
              <a:ext uri="{FF2B5EF4-FFF2-40B4-BE49-F238E27FC236}">
                <a16:creationId xmlns:a16="http://schemas.microsoft.com/office/drawing/2014/main" id="{BEB75445-E1AF-40E5-82CD-3735B744C97D}"/>
              </a:ext>
            </a:extLst>
          </p:cNvPr>
          <p:cNvSpPr>
            <a:spLocks noGrp="1" noChangeArrowheads="1"/>
          </p:cNvSpPr>
          <p:nvPr>
            <p:ph type="body" idx="1"/>
          </p:nvPr>
        </p:nvSpPr>
        <p:spPr>
          <a:xfrm>
            <a:off x="470517" y="1033463"/>
            <a:ext cx="8069801" cy="1301750"/>
          </a:xfrm>
        </p:spPr>
        <p:txBody>
          <a:bodyPr/>
          <a:lstStyle/>
          <a:p>
            <a:pPr algn="just"/>
            <a:r>
              <a:rPr lang="en-US" altLang="en-US" sz="2200" dirty="0"/>
              <a:t>The average turnaround time of a set of processes does not necessarily improve as the time-quantum size increases. In general, the average turnaround time can be improved if most processes finish their next  CPU burst in a single time quantum. </a:t>
            </a:r>
            <a:endParaRPr lang="en-US" altLang="en-US" sz="2200" dirty="0">
              <a:sym typeface="Symbol" panose="05050102010706020507" pitchFamily="18" charset="2"/>
            </a:endParaRPr>
          </a:p>
        </p:txBody>
      </p:sp>
      <p:pic>
        <p:nvPicPr>
          <p:cNvPr id="26628" name="Picture 7">
            <a:extLst>
              <a:ext uri="{FF2B5EF4-FFF2-40B4-BE49-F238E27FC236}">
                <a16:creationId xmlns:a16="http://schemas.microsoft.com/office/drawing/2014/main" id="{242E7CC1-FEEC-473C-A658-B7CA632292E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0567" y="2896394"/>
            <a:ext cx="3949700" cy="325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2168132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a:extLst>
              <a:ext uri="{FF2B5EF4-FFF2-40B4-BE49-F238E27FC236}">
                <a16:creationId xmlns:a16="http://schemas.microsoft.com/office/drawing/2014/main" id="{87DE23B6-F72A-41B0-AAB8-073F400F54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752600"/>
            <a:ext cx="8631238"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6563" name="Picture 3">
            <a:extLst>
              <a:ext uri="{FF2B5EF4-FFF2-40B4-BE49-F238E27FC236}">
                <a16:creationId xmlns:a16="http://schemas.microsoft.com/office/drawing/2014/main" id="{FD18A79B-AD49-4323-B8C7-77DF3DA31EA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130"/>
          <a:stretch/>
        </p:blipFill>
        <p:spPr bwMode="auto">
          <a:xfrm>
            <a:off x="685800" y="5017545"/>
            <a:ext cx="7848600" cy="8059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9">
            <a:extLst>
              <a:ext uri="{FF2B5EF4-FFF2-40B4-BE49-F238E27FC236}">
                <a16:creationId xmlns:a16="http://schemas.microsoft.com/office/drawing/2014/main" id="{9DC1DEC3-FDD9-4051-82D1-714B283A91A1}"/>
              </a:ext>
            </a:extLst>
          </p:cNvPr>
          <p:cNvSpPr txBox="1">
            <a:spLocks noChangeArrowheads="1"/>
          </p:cNvSpPr>
          <p:nvPr/>
        </p:nvSpPr>
        <p:spPr>
          <a:xfrm>
            <a:off x="685800" y="990600"/>
            <a:ext cx="7620000" cy="609600"/>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600" b="1"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RR : Example 7 </a:t>
            </a: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6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6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p:txBody>
      </p:sp>
      <p:sp>
        <p:nvSpPr>
          <p:cNvPr id="66565" name="Slide Number Placeholder 4">
            <a:extLst>
              <a:ext uri="{FF2B5EF4-FFF2-40B4-BE49-F238E27FC236}">
                <a16:creationId xmlns:a16="http://schemas.microsoft.com/office/drawing/2014/main" id="{D6BDDC01-5421-4147-9C31-97C2BF5C1D31}"/>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2C25877-A3B0-40A8-9FE4-8161A0872D5B}"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65</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205491723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a:extLst>
              <a:ext uri="{FF2B5EF4-FFF2-40B4-BE49-F238E27FC236}">
                <a16:creationId xmlns:a16="http://schemas.microsoft.com/office/drawing/2014/main" id="{C8AF0B7D-8668-4504-BE14-B14FC35BAF44}"/>
              </a:ext>
            </a:extLst>
          </p:cNvPr>
          <p:cNvSpPr txBox="1">
            <a:spLocks noChangeArrowheads="1"/>
          </p:cNvSpPr>
          <p:nvPr/>
        </p:nvSpPr>
        <p:spPr>
          <a:xfrm>
            <a:off x="461639" y="2670174"/>
            <a:ext cx="8453761" cy="4111625"/>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Case (a)</a:t>
            </a:r>
          </a:p>
          <a:p>
            <a:pPr marL="800100" marR="0" lvl="1"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There is no context switch</a:t>
            </a:r>
          </a:p>
          <a:p>
            <a:pPr marL="800100" marR="0" lvl="1"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Job A runs to completion since CPU burst end shortly before time quantum expires</a:t>
            </a:r>
          </a:p>
          <a:p>
            <a:pPr marL="800100" marR="0" lvl="1"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No different between RR and FCFS policies</a:t>
            </a:r>
          </a:p>
          <a:p>
            <a:pPr marL="800100" marR="0" lvl="1" indent="-342900" algn="l" defTabSz="914400" rtl="0" eaLnBrk="1" fontAlgn="base" latinLnBrk="0" hangingPunct="1">
              <a:lnSpc>
                <a:spcPct val="90000"/>
              </a:lnSpc>
              <a:spcBef>
                <a:spcPct val="20000"/>
              </a:spcBef>
              <a:spcAft>
                <a:spcPct val="0"/>
              </a:spcAft>
              <a:buClrTx/>
              <a:buSzTx/>
              <a:buFontTx/>
              <a:buChar char="-"/>
              <a:tabLst/>
              <a:defRPr/>
            </a:pPr>
            <a:endPar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Case (b)</a:t>
            </a:r>
          </a:p>
          <a:p>
            <a:pPr marL="800100" marR="0" lvl="1"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There is 1 context switch for the rest of Job A.</a:t>
            </a:r>
          </a:p>
          <a:p>
            <a:pPr marL="800100" marR="0" lvl="1"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Job A is preempted once when the time quantum expires</a:t>
            </a:r>
          </a:p>
        </p:txBody>
      </p:sp>
      <p:sp>
        <p:nvSpPr>
          <p:cNvPr id="6" name="TextBox 5">
            <a:extLst>
              <a:ext uri="{FF2B5EF4-FFF2-40B4-BE49-F238E27FC236}">
                <a16:creationId xmlns:a16="http://schemas.microsoft.com/office/drawing/2014/main" id="{FE543862-4423-400C-B5E3-DB6C3DCA89C7}"/>
              </a:ext>
            </a:extLst>
          </p:cNvPr>
          <p:cNvSpPr txBox="1"/>
          <p:nvPr/>
        </p:nvSpPr>
        <p:spPr>
          <a:xfrm>
            <a:off x="6400800" y="6321425"/>
            <a:ext cx="1538288" cy="307975"/>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panose="020B0604020202020204" pitchFamily="34" charset="0"/>
              </a:rPr>
              <a:t>(Continued Next)</a:t>
            </a:r>
          </a:p>
        </p:txBody>
      </p:sp>
      <p:sp>
        <p:nvSpPr>
          <p:cNvPr id="67588" name="Slide Number Placeholder 4">
            <a:extLst>
              <a:ext uri="{FF2B5EF4-FFF2-40B4-BE49-F238E27FC236}">
                <a16:creationId xmlns:a16="http://schemas.microsoft.com/office/drawing/2014/main" id="{C43A376B-E844-453E-A9EC-2568C2D4882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083C5C7-9DC2-46A1-A7AA-42F51382DD3C}"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66</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67589" name="Picture 2">
            <a:extLst>
              <a:ext uri="{FF2B5EF4-FFF2-40B4-BE49-F238E27FC236}">
                <a16:creationId xmlns:a16="http://schemas.microsoft.com/office/drawing/2014/main" id="{2E165B21-8BF7-4718-8202-39C1608E20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4113" y="762000"/>
            <a:ext cx="5221287"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4093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9">
            <a:extLst>
              <a:ext uri="{FF2B5EF4-FFF2-40B4-BE49-F238E27FC236}">
                <a16:creationId xmlns:a16="http://schemas.microsoft.com/office/drawing/2014/main" id="{F606F15A-5285-4FE9-9A6C-0D75A5A06CC6}"/>
              </a:ext>
            </a:extLst>
          </p:cNvPr>
          <p:cNvSpPr txBox="1">
            <a:spLocks noChangeArrowheads="1"/>
          </p:cNvSpPr>
          <p:nvPr/>
        </p:nvSpPr>
        <p:spPr>
          <a:xfrm>
            <a:off x="533400" y="2514600"/>
            <a:ext cx="8458200" cy="4038600"/>
          </a:xfrm>
          <a:prstGeom prst="rect">
            <a:avLst/>
          </a:prstGeom>
        </p:spPr>
        <p:txBody>
          <a:bodyPr/>
          <a:lstStyle/>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Case (c)</a:t>
            </a:r>
          </a:p>
          <a:p>
            <a:pPr marL="800100" marR="0" lvl="1"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There is 10 context switches for 2</a:t>
            </a:r>
            <a:r>
              <a:rPr kumimoji="0" lang="en-US" sz="2200" b="0" i="0" u="none" strike="noStrike" kern="0" cap="none" spc="0" normalizeH="0" baseline="30000" noProof="0" dirty="0">
                <a:ln>
                  <a:noFill/>
                </a:ln>
                <a:solidFill>
                  <a:srgbClr val="222222"/>
                </a:solidFill>
                <a:effectLst/>
                <a:uLnTx/>
                <a:uFillTx/>
                <a:latin typeface="Arial"/>
                <a:ea typeface="MS PGothic" panose="020B0600070205080204" pitchFamily="34" charset="-128"/>
                <a:cs typeface="+mn-cs"/>
              </a:rPr>
              <a:t>nd</a:t>
            </a: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cycle of Job A.</a:t>
            </a:r>
          </a:p>
          <a:p>
            <a:pPr marL="800100" marR="0" lvl="1"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The job is preempted every time the time quantum expires</a:t>
            </a:r>
          </a:p>
          <a:p>
            <a:pPr marL="800100" marR="0" lvl="1" indent="-342900" algn="l" defTabSz="914400" rtl="0" eaLnBrk="1" fontAlgn="base" latinLnBrk="0" hangingPunct="1">
              <a:lnSpc>
                <a:spcPct val="90000"/>
              </a:lnSpc>
              <a:spcBef>
                <a:spcPct val="20000"/>
              </a:spcBef>
              <a:spcAft>
                <a:spcPct val="0"/>
              </a:spcAft>
              <a:buClrTx/>
              <a:buSzTx/>
              <a:buFontTx/>
              <a:buNone/>
              <a:tabLst/>
              <a:defRPr/>
            </a:pPr>
            <a:endPar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a:p>
            <a:pPr marL="800100" marR="0" lvl="1" indent="-342900" algn="l" defTabSz="914400" rtl="0" eaLnBrk="1" fontAlgn="base" latinLnBrk="0" hangingPunct="1">
              <a:lnSpc>
                <a:spcPct val="90000"/>
              </a:lnSpc>
              <a:spcBef>
                <a:spcPct val="20000"/>
              </a:spcBef>
              <a:spcAft>
                <a:spcPct val="0"/>
              </a:spcAft>
              <a:buClrTx/>
              <a:buSzTx/>
              <a:buFontTx/>
              <a:buNone/>
              <a:tabLst/>
              <a:defRPr/>
            </a:pPr>
            <a:endPar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rPr>
              <a:t>Weakness</a:t>
            </a: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for case (b) &amp; (c):</a:t>
            </a:r>
          </a:p>
          <a:p>
            <a:pPr marL="800100" marR="0" lvl="1"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Overhead become costly</a:t>
            </a:r>
          </a:p>
          <a:p>
            <a:pPr marL="800100" marR="0" lvl="1" indent="-342900" algn="l" defTabSz="914400" rtl="0" eaLnBrk="1" fontAlgn="base" latinLnBrk="0" hangingPunct="1">
              <a:lnSpc>
                <a:spcPct val="90000"/>
              </a:lnSpc>
              <a:spcBef>
                <a:spcPct val="20000"/>
              </a:spcBef>
              <a:spcAft>
                <a:spcPct val="0"/>
              </a:spcAft>
              <a:buClrTx/>
              <a:buSzTx/>
              <a:buFontTx/>
              <a:buChar char="-"/>
              <a:tabLst/>
              <a:defRPr/>
            </a:pP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Turnaround time suffers</a:t>
            </a:r>
          </a:p>
          <a:p>
            <a:pPr marL="800100" marR="0" lvl="1" indent="-342900" algn="l" defTabSz="914400" rtl="0" eaLnBrk="1" fontAlgn="base" latinLnBrk="0" hangingPunct="1">
              <a:lnSpc>
                <a:spcPct val="90000"/>
              </a:lnSpc>
              <a:spcBef>
                <a:spcPct val="20000"/>
              </a:spcBef>
              <a:spcAft>
                <a:spcPct val="0"/>
              </a:spcAft>
              <a:buClrTx/>
              <a:buSzTx/>
              <a:buFontTx/>
              <a:buChar char="-"/>
              <a:tabLst/>
              <a:defRPr/>
            </a:pPr>
            <a:endPar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p:txBody>
      </p:sp>
      <p:sp>
        <p:nvSpPr>
          <p:cNvPr id="3" name="TextBox 2">
            <a:extLst>
              <a:ext uri="{FF2B5EF4-FFF2-40B4-BE49-F238E27FC236}">
                <a16:creationId xmlns:a16="http://schemas.microsoft.com/office/drawing/2014/main" id="{C904A908-7F1E-406D-8B96-288D28A2EB41}"/>
              </a:ext>
            </a:extLst>
          </p:cNvPr>
          <p:cNvSpPr txBox="1"/>
          <p:nvPr/>
        </p:nvSpPr>
        <p:spPr>
          <a:xfrm>
            <a:off x="6400800" y="6321425"/>
            <a:ext cx="1538288" cy="307975"/>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panose="020B0604020202020204" pitchFamily="34" charset="0"/>
              </a:rPr>
              <a:t>(Continued Next)</a:t>
            </a:r>
          </a:p>
        </p:txBody>
      </p:sp>
      <p:sp>
        <p:nvSpPr>
          <p:cNvPr id="68612" name="Slide Number Placeholder 4">
            <a:extLst>
              <a:ext uri="{FF2B5EF4-FFF2-40B4-BE49-F238E27FC236}">
                <a16:creationId xmlns:a16="http://schemas.microsoft.com/office/drawing/2014/main" id="{46E2EB02-7DDC-41D3-B01D-64BF4A46B8BC}"/>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6E86F57-D81A-441A-AD6F-AF3B47FF03F4}"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67</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pic>
        <p:nvPicPr>
          <p:cNvPr id="68613" name="Picture 2">
            <a:extLst>
              <a:ext uri="{FF2B5EF4-FFF2-40B4-BE49-F238E27FC236}">
                <a16:creationId xmlns:a16="http://schemas.microsoft.com/office/drawing/2014/main" id="{E4B8F86A-5730-428E-9AA7-8409FB5B9F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94113" y="762000"/>
            <a:ext cx="5221287" cy="175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484421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EB6E66BB-7616-42FC-8B02-F3E082122C5F}"/>
              </a:ext>
            </a:extLst>
          </p:cNvPr>
          <p:cNvSpPr>
            <a:spLocks noGrp="1" noChangeArrowheads="1"/>
          </p:cNvSpPr>
          <p:nvPr>
            <p:ph type="title"/>
          </p:nvPr>
        </p:nvSpPr>
        <p:spPr>
          <a:xfrm>
            <a:off x="963613" y="201613"/>
            <a:ext cx="7723187" cy="576262"/>
          </a:xfrm>
        </p:spPr>
        <p:txBody>
          <a:bodyPr/>
          <a:lstStyle/>
          <a:p>
            <a:pPr eaLnBrk="1" hangingPunct="1"/>
            <a:r>
              <a:rPr lang="en-US" altLang="en-US" dirty="0"/>
              <a:t>Priority Scheduling</a:t>
            </a:r>
          </a:p>
        </p:txBody>
      </p:sp>
      <p:sp>
        <p:nvSpPr>
          <p:cNvPr id="3" name="Rectangle 3">
            <a:extLst>
              <a:ext uri="{FF2B5EF4-FFF2-40B4-BE49-F238E27FC236}">
                <a16:creationId xmlns:a16="http://schemas.microsoft.com/office/drawing/2014/main" id="{1B61912D-AC0E-A109-A079-9F776DE6573C}"/>
              </a:ext>
            </a:extLst>
          </p:cNvPr>
          <p:cNvSpPr txBox="1">
            <a:spLocks noChangeArrowheads="1"/>
          </p:cNvSpPr>
          <p:nvPr/>
        </p:nvSpPr>
        <p:spPr bwMode="auto">
          <a:xfrm>
            <a:off x="483848" y="953269"/>
            <a:ext cx="8176303" cy="55212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sz="2200">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sz="20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0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18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18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spcBef>
                <a:spcPts val="0"/>
              </a:spcBef>
              <a:spcAft>
                <a:spcPts val="600"/>
              </a:spcAft>
            </a:pPr>
            <a:r>
              <a:rPr lang="en-US" altLang="en-US" kern="0" dirty="0"/>
              <a:t>A priority number (integer) is associated with each process.</a:t>
            </a:r>
          </a:p>
          <a:p>
            <a:pPr>
              <a:spcBef>
                <a:spcPts val="0"/>
              </a:spcBef>
              <a:spcAft>
                <a:spcPts val="600"/>
              </a:spcAft>
            </a:pPr>
            <a:r>
              <a:rPr lang="en-US" altLang="en-US" kern="0" dirty="0"/>
              <a:t>The CPU is allocated to the process with the highest priority. (smallest integer </a:t>
            </a:r>
            <a:r>
              <a:rPr lang="en-US" altLang="en-US" kern="0" dirty="0">
                <a:sym typeface="Symbol" panose="05050102010706020507" pitchFamily="18" charset="2"/>
              </a:rPr>
              <a:t> highest priority)</a:t>
            </a:r>
          </a:p>
          <a:p>
            <a:pPr lvl="1">
              <a:spcBef>
                <a:spcPts val="0"/>
              </a:spcBef>
              <a:spcAft>
                <a:spcPts val="600"/>
              </a:spcAft>
              <a:buFont typeface="Wingdings" panose="05000000000000000000" pitchFamily="2" charset="2"/>
              <a:buChar char="§"/>
            </a:pPr>
            <a:r>
              <a:rPr lang="en-US" altLang="en-US" sz="2200" kern="0" dirty="0"/>
              <a:t>Preemptive</a:t>
            </a:r>
          </a:p>
          <a:p>
            <a:pPr lvl="1">
              <a:spcBef>
                <a:spcPts val="0"/>
              </a:spcBef>
              <a:spcAft>
                <a:spcPts val="600"/>
              </a:spcAft>
              <a:buFont typeface="Wingdings" panose="05000000000000000000" pitchFamily="2" charset="2"/>
              <a:buChar char="§"/>
            </a:pPr>
            <a:r>
              <a:rPr lang="en-US" altLang="en-US" sz="2200" kern="0" dirty="0" err="1"/>
              <a:t>Nonpreemptive</a:t>
            </a:r>
            <a:endParaRPr lang="en-US" altLang="en-US" sz="2200" kern="0" dirty="0"/>
          </a:p>
          <a:p>
            <a:pPr>
              <a:spcBef>
                <a:spcPts val="0"/>
              </a:spcBef>
              <a:spcAft>
                <a:spcPts val="600"/>
              </a:spcAft>
            </a:pPr>
            <a:r>
              <a:rPr lang="en-US" altLang="en-US" kern="0" dirty="0"/>
              <a:t>SJF is simply of priority scheduling where it uses the inverse of the next CPU burst time as its priority – </a:t>
            </a:r>
          </a:p>
          <a:p>
            <a:pPr lvl="1">
              <a:spcBef>
                <a:spcPts val="0"/>
              </a:spcBef>
              <a:spcAft>
                <a:spcPts val="600"/>
              </a:spcAft>
              <a:buFont typeface="Wingdings" panose="05000000000000000000" pitchFamily="2" charset="2"/>
              <a:buChar char="§"/>
            </a:pPr>
            <a:r>
              <a:rPr lang="en-US" altLang="en-US" sz="2200" kern="0" dirty="0"/>
              <a:t>The smaller the CPU burst, the higher the priority.</a:t>
            </a:r>
          </a:p>
          <a:p>
            <a:pPr>
              <a:spcBef>
                <a:spcPts val="0"/>
              </a:spcBef>
              <a:spcAft>
                <a:spcPts val="600"/>
              </a:spcAft>
            </a:pPr>
            <a:r>
              <a:rPr lang="en-US" altLang="en-US" kern="0" dirty="0"/>
              <a:t>If </a:t>
            </a:r>
            <a:r>
              <a:rPr lang="en-US" altLang="en-US" kern="0" dirty="0">
                <a:solidFill>
                  <a:srgbClr val="FF0000"/>
                </a:solidFill>
                <a:highlight>
                  <a:srgbClr val="FFFF00"/>
                </a:highlight>
              </a:rPr>
              <a:t>two jobs having the same priority </a:t>
            </a:r>
            <a:r>
              <a:rPr lang="en-US" altLang="en-US" kern="0" dirty="0"/>
              <a:t>are </a:t>
            </a:r>
            <a:r>
              <a:rPr lang="en-US" altLang="en-US" kern="0" dirty="0">
                <a:highlight>
                  <a:srgbClr val="FFFF00"/>
                </a:highlight>
              </a:rPr>
              <a:t>READY</a:t>
            </a:r>
            <a:r>
              <a:rPr lang="en-US" altLang="en-US" kern="0" dirty="0"/>
              <a:t>, it works on a </a:t>
            </a:r>
            <a:r>
              <a:rPr lang="en-US" altLang="en-US" kern="0" dirty="0">
                <a:solidFill>
                  <a:srgbClr val="0000FF"/>
                </a:solidFill>
                <a:highlight>
                  <a:srgbClr val="FFFF00"/>
                </a:highlight>
              </a:rPr>
              <a:t>FIRST COME, FIRST SERVED</a:t>
            </a:r>
            <a:r>
              <a:rPr lang="en-US" altLang="en-US" kern="0" dirty="0"/>
              <a:t> basis. </a:t>
            </a:r>
          </a:p>
          <a:p>
            <a:pPr>
              <a:spcBef>
                <a:spcPts val="0"/>
              </a:spcBef>
              <a:spcAft>
                <a:spcPts val="600"/>
              </a:spcAft>
            </a:pPr>
            <a:r>
              <a:rPr lang="en-US" altLang="en-US" kern="0" dirty="0"/>
              <a:t>Problem </a:t>
            </a:r>
            <a:r>
              <a:rPr lang="en-US" altLang="en-US" kern="0" dirty="0">
                <a:sym typeface="Symbol" panose="05050102010706020507" pitchFamily="18" charset="2"/>
              </a:rPr>
              <a:t> </a:t>
            </a:r>
            <a:r>
              <a:rPr lang="en-US" altLang="en-US" b="1" kern="0" dirty="0">
                <a:solidFill>
                  <a:srgbClr val="3366FF"/>
                </a:solidFill>
                <a:sym typeface="Symbol" panose="05050102010706020507" pitchFamily="18" charset="2"/>
              </a:rPr>
              <a:t>Starvation</a:t>
            </a:r>
            <a:r>
              <a:rPr lang="en-US" altLang="en-US" b="1" kern="0" dirty="0">
                <a:sym typeface="Symbol" panose="05050102010706020507" pitchFamily="18" charset="2"/>
              </a:rPr>
              <a:t> </a:t>
            </a:r>
            <a:r>
              <a:rPr lang="en-US" altLang="en-US" kern="0" dirty="0">
                <a:sym typeface="Symbol" panose="05050102010706020507" pitchFamily="18" charset="2"/>
              </a:rPr>
              <a:t>– low priority processes may never execute.</a:t>
            </a:r>
          </a:p>
          <a:p>
            <a:pPr>
              <a:spcBef>
                <a:spcPts val="0"/>
              </a:spcBef>
              <a:spcAft>
                <a:spcPts val="600"/>
              </a:spcAft>
            </a:pPr>
            <a:r>
              <a:rPr lang="en-US" altLang="en-US" kern="0" dirty="0">
                <a:sym typeface="Symbol" panose="05050102010706020507" pitchFamily="18" charset="2"/>
              </a:rPr>
              <a:t>Solution  </a:t>
            </a:r>
            <a:r>
              <a:rPr lang="en-US" altLang="en-US" b="1" kern="0" dirty="0">
                <a:solidFill>
                  <a:srgbClr val="3366FF"/>
                </a:solidFill>
                <a:sym typeface="Symbol" panose="05050102010706020507" pitchFamily="18" charset="2"/>
              </a:rPr>
              <a:t>Aging</a:t>
            </a:r>
            <a:r>
              <a:rPr lang="en-US" altLang="en-US" b="1" kern="0" dirty="0">
                <a:sym typeface="Symbol" panose="05050102010706020507" pitchFamily="18" charset="2"/>
              </a:rPr>
              <a:t> </a:t>
            </a:r>
            <a:r>
              <a:rPr lang="en-US" altLang="en-US" kern="0" dirty="0">
                <a:sym typeface="Symbol" panose="05050102010706020507" pitchFamily="18" charset="2"/>
              </a:rPr>
              <a:t>– as time progresses increase the priority of the process.</a:t>
            </a:r>
          </a:p>
          <a:p>
            <a:pPr>
              <a:spcBef>
                <a:spcPts val="0"/>
              </a:spcBef>
              <a:spcAft>
                <a:spcPts val="600"/>
              </a:spcAft>
              <a:buFont typeface="Monotype Sorts" pitchFamily="-84" charset="2"/>
              <a:buNone/>
            </a:pPr>
            <a:endParaRPr lang="en-US" altLang="en-US" b="1" kern="0" dirty="0">
              <a:solidFill>
                <a:srgbClr val="3366FF"/>
              </a:solidFill>
              <a:sym typeface="Symbol" panose="05050102010706020507" pitchFamily="18" charset="2"/>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08361CE4-0FBD-493F-A6E9-CBC46B3E458C}"/>
              </a:ext>
            </a:extLst>
          </p:cNvPr>
          <p:cNvSpPr>
            <a:spLocks noGrp="1" noChangeArrowheads="1"/>
          </p:cNvSpPr>
          <p:nvPr>
            <p:ph type="title"/>
          </p:nvPr>
        </p:nvSpPr>
        <p:spPr>
          <a:xfrm>
            <a:off x="1406525" y="201613"/>
            <a:ext cx="7280275" cy="576262"/>
          </a:xfrm>
        </p:spPr>
        <p:txBody>
          <a:bodyPr/>
          <a:lstStyle/>
          <a:p>
            <a:pPr eaLnBrk="1" hangingPunct="1"/>
            <a:r>
              <a:rPr lang="en-US" altLang="en-US"/>
              <a:t>Example of Priority Scheduling</a:t>
            </a:r>
          </a:p>
        </p:txBody>
      </p:sp>
      <p:sp>
        <p:nvSpPr>
          <p:cNvPr id="28675" name="Rectangle 36">
            <a:extLst>
              <a:ext uri="{FF2B5EF4-FFF2-40B4-BE49-F238E27FC236}">
                <a16:creationId xmlns:a16="http://schemas.microsoft.com/office/drawing/2014/main" id="{5AC516CA-3656-4125-8093-EE7573D476DE}"/>
              </a:ext>
            </a:extLst>
          </p:cNvPr>
          <p:cNvSpPr>
            <a:spLocks noGrp="1" noChangeArrowheads="1"/>
          </p:cNvSpPr>
          <p:nvPr>
            <p:ph type="body" idx="1"/>
          </p:nvPr>
        </p:nvSpPr>
        <p:spPr>
          <a:xfrm>
            <a:off x="577049" y="1566863"/>
            <a:ext cx="7900201" cy="4859337"/>
          </a:xfrm>
          <a:noFill/>
        </p:spPr>
        <p:txBody>
          <a:bodyPr/>
          <a:lstStyle/>
          <a:p>
            <a:pPr>
              <a:buFont typeface="Monotype Sorts" pitchFamily="-84" charset="2"/>
              <a:buNone/>
              <a:tabLst>
                <a:tab pos="1600200" algn="ctr"/>
                <a:tab pos="3251200" algn="ctr"/>
                <a:tab pos="5140325" algn="ctr"/>
              </a:tabLst>
            </a:pPr>
            <a:r>
              <a:rPr lang="en-US" altLang="en-US" dirty="0"/>
              <a:t>		</a:t>
            </a:r>
          </a:p>
          <a:p>
            <a:pPr>
              <a:buFont typeface="Monotype Sorts" pitchFamily="-84" charset="2"/>
              <a:buNone/>
              <a:tabLst>
                <a:tab pos="1600200" algn="ctr"/>
                <a:tab pos="3251200" algn="ctr"/>
                <a:tab pos="5140325" algn="ctr"/>
              </a:tabLst>
            </a:pPr>
            <a:endParaRPr lang="en-US" altLang="en-US" baseline="-25000" dirty="0"/>
          </a:p>
          <a:p>
            <a:pPr>
              <a:buFont typeface="Monotype Sorts" pitchFamily="-84" charset="2"/>
              <a:buNone/>
              <a:tabLst>
                <a:tab pos="1600200" algn="ctr"/>
                <a:tab pos="3251200" algn="ctr"/>
                <a:tab pos="5140325" algn="ctr"/>
              </a:tabLst>
            </a:pPr>
            <a:endParaRPr lang="en-US" altLang="en-US" baseline="-25000" dirty="0"/>
          </a:p>
          <a:p>
            <a:pPr>
              <a:buFont typeface="Monotype Sorts" pitchFamily="-84" charset="2"/>
              <a:buNone/>
              <a:tabLst>
                <a:tab pos="1600200" algn="ctr"/>
                <a:tab pos="3251200" algn="ctr"/>
                <a:tab pos="5140325" algn="ctr"/>
              </a:tabLst>
            </a:pPr>
            <a:endParaRPr lang="en-US" altLang="en-US" baseline="-25000" dirty="0"/>
          </a:p>
          <a:p>
            <a:pPr>
              <a:buFont typeface="Monotype Sorts" pitchFamily="-84" charset="2"/>
              <a:buNone/>
              <a:tabLst>
                <a:tab pos="1600200" algn="ctr"/>
                <a:tab pos="3251200" algn="ctr"/>
                <a:tab pos="5140325" algn="ctr"/>
              </a:tabLst>
            </a:pPr>
            <a:endParaRPr lang="en-US" altLang="en-US" baseline="-25000" dirty="0"/>
          </a:p>
          <a:p>
            <a:pPr>
              <a:buFont typeface="Monotype Sorts" pitchFamily="-84" charset="2"/>
              <a:buNone/>
              <a:tabLst>
                <a:tab pos="1600200" algn="ctr"/>
                <a:tab pos="3251200" algn="ctr"/>
                <a:tab pos="5140325" algn="ctr"/>
              </a:tabLst>
            </a:pPr>
            <a:endParaRPr lang="en-US" altLang="en-US" baseline="-25000" dirty="0"/>
          </a:p>
          <a:p>
            <a:pPr>
              <a:buFont typeface="Monotype Sorts" pitchFamily="-84" charset="2"/>
              <a:buNone/>
              <a:tabLst>
                <a:tab pos="1600200" algn="ctr"/>
                <a:tab pos="3251200" algn="ctr"/>
                <a:tab pos="5140325" algn="ctr"/>
              </a:tabLst>
            </a:pPr>
            <a:endParaRPr lang="en-US" altLang="en-US" baseline="-25000" dirty="0"/>
          </a:p>
          <a:p>
            <a:pPr>
              <a:buFont typeface="Monotype Sorts" pitchFamily="-84" charset="2"/>
              <a:buNone/>
              <a:tabLst>
                <a:tab pos="1600200" algn="ctr"/>
                <a:tab pos="3251200" algn="ctr"/>
                <a:tab pos="5140325" algn="ctr"/>
              </a:tabLst>
            </a:pPr>
            <a:endParaRPr lang="en-US" altLang="en-US" baseline="-25000" dirty="0"/>
          </a:p>
          <a:p>
            <a:pPr>
              <a:tabLst>
                <a:tab pos="1600200" algn="ctr"/>
                <a:tab pos="3251200" algn="ctr"/>
                <a:tab pos="5140325" algn="ctr"/>
              </a:tabLst>
            </a:pPr>
            <a:r>
              <a:rPr lang="en-US" altLang="en-US" sz="2200" dirty="0"/>
              <a:t>Priority scheduling Gantt Chart</a:t>
            </a:r>
          </a:p>
          <a:p>
            <a:pPr>
              <a:tabLst>
                <a:tab pos="1600200" algn="ctr"/>
                <a:tab pos="3251200" algn="ctr"/>
                <a:tab pos="5140325" algn="ctr"/>
              </a:tabLst>
            </a:pPr>
            <a:endParaRPr lang="en-US" altLang="en-US" dirty="0"/>
          </a:p>
          <a:p>
            <a:pPr>
              <a:buFont typeface="Monotype Sorts" pitchFamily="-84" charset="2"/>
              <a:buNone/>
              <a:tabLst>
                <a:tab pos="1600200" algn="ctr"/>
                <a:tab pos="3251200" algn="ctr"/>
                <a:tab pos="5140325" algn="ctr"/>
              </a:tabLst>
            </a:pPr>
            <a:endParaRPr lang="en-US" altLang="en-US" dirty="0"/>
          </a:p>
          <a:p>
            <a:pPr>
              <a:tabLst>
                <a:tab pos="1600200" algn="ctr"/>
                <a:tab pos="3251200" algn="ctr"/>
                <a:tab pos="5140325" algn="ctr"/>
              </a:tabLst>
            </a:pPr>
            <a:r>
              <a:rPr lang="en-US" altLang="en-US" sz="2200" dirty="0"/>
              <a:t>Average waiting time = 8.2 </a:t>
            </a:r>
            <a:r>
              <a:rPr lang="en-US" altLang="en-US" sz="2200" dirty="0" err="1"/>
              <a:t>msec</a:t>
            </a:r>
            <a:endParaRPr lang="en-US" altLang="en-US" sz="2200" i="1" baseline="-25000" dirty="0"/>
          </a:p>
        </p:txBody>
      </p:sp>
      <p:sp>
        <p:nvSpPr>
          <p:cNvPr id="28677" name="TextBox 4">
            <a:extLst>
              <a:ext uri="{FF2B5EF4-FFF2-40B4-BE49-F238E27FC236}">
                <a16:creationId xmlns:a16="http://schemas.microsoft.com/office/drawing/2014/main" id="{482AD98E-75AB-4DEF-8E6D-54720887E76F}"/>
              </a:ext>
            </a:extLst>
          </p:cNvPr>
          <p:cNvSpPr txBox="1">
            <a:spLocks noChangeArrowheads="1"/>
          </p:cNvSpPr>
          <p:nvPr/>
        </p:nvSpPr>
        <p:spPr bwMode="auto">
          <a:xfrm>
            <a:off x="577049" y="966063"/>
            <a:ext cx="7989902" cy="707886"/>
          </a:xfrm>
          <a:prstGeom prst="rect">
            <a:avLst/>
          </a:prstGeom>
          <a:noFill/>
          <a:ln>
            <a:noFill/>
          </a:ln>
        </p:spPr>
        <p:txBody>
          <a:bodyPr wrap="squar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285750" indent="-285750">
              <a:buClr>
                <a:srgbClr val="993300"/>
              </a:buClr>
              <a:buSzPct val="90000"/>
              <a:buFont typeface="Wingdings" panose="05000000000000000000" pitchFamily="2" charset="2"/>
              <a:buChar char="n"/>
              <a:defRPr/>
            </a:pPr>
            <a:r>
              <a:rPr lang="en-US" altLang="en-US" sz="2200" dirty="0">
                <a:latin typeface="+mn-lt"/>
              </a:rPr>
              <a:t>Consider the following five processes and their burst time</a:t>
            </a:r>
          </a:p>
          <a:p>
            <a:pPr>
              <a:defRPr/>
            </a:pPr>
            <a:endParaRPr lang="en-US" altLang="en-US" dirty="0"/>
          </a:p>
        </p:txBody>
      </p:sp>
      <p:graphicFrame>
        <p:nvGraphicFramePr>
          <p:cNvPr id="8" name="Table 7"/>
          <p:cNvGraphicFramePr>
            <a:graphicFrameLocks noGrp="1"/>
          </p:cNvGraphicFramePr>
          <p:nvPr>
            <p:extLst>
              <p:ext uri="{D42A27DB-BD31-4B8C-83A1-F6EECF244321}">
                <p14:modId xmlns:p14="http://schemas.microsoft.com/office/powerpoint/2010/main" val="2542573108"/>
              </p:ext>
            </p:extLst>
          </p:nvPr>
        </p:nvGraphicFramePr>
        <p:xfrm>
          <a:off x="1117309" y="1480010"/>
          <a:ext cx="7154940" cy="2338060"/>
        </p:xfrm>
        <a:graphic>
          <a:graphicData uri="http://schemas.openxmlformats.org/drawingml/2006/table">
            <a:tbl>
              <a:tblPr firstRow="1" bandRow="1"/>
              <a:tblGrid>
                <a:gridCol w="1036947">
                  <a:extLst>
                    <a:ext uri="{9D8B030D-6E8A-4147-A177-3AD203B41FA5}">
                      <a16:colId xmlns:a16="http://schemas.microsoft.com/office/drawing/2014/main" val="3822742367"/>
                    </a:ext>
                  </a:extLst>
                </a:gridCol>
                <a:gridCol w="1300899">
                  <a:extLst>
                    <a:ext uri="{9D8B030D-6E8A-4147-A177-3AD203B41FA5}">
                      <a16:colId xmlns:a16="http://schemas.microsoft.com/office/drawing/2014/main" val="1830766545"/>
                    </a:ext>
                  </a:extLst>
                </a:gridCol>
                <a:gridCol w="1324235">
                  <a:extLst>
                    <a:ext uri="{9D8B030D-6E8A-4147-A177-3AD203B41FA5}">
                      <a16:colId xmlns:a16="http://schemas.microsoft.com/office/drawing/2014/main" val="3774094202"/>
                    </a:ext>
                  </a:extLst>
                </a:gridCol>
                <a:gridCol w="1739476">
                  <a:extLst>
                    <a:ext uri="{9D8B030D-6E8A-4147-A177-3AD203B41FA5}">
                      <a16:colId xmlns:a16="http://schemas.microsoft.com/office/drawing/2014/main" val="265528111"/>
                    </a:ext>
                  </a:extLst>
                </a:gridCol>
                <a:gridCol w="1753383">
                  <a:extLst>
                    <a:ext uri="{9D8B030D-6E8A-4147-A177-3AD203B41FA5}">
                      <a16:colId xmlns:a16="http://schemas.microsoft.com/office/drawing/2014/main" val="181743593"/>
                    </a:ext>
                  </a:extLst>
                </a:gridCol>
              </a:tblGrid>
              <a:tr h="351788">
                <a:tc>
                  <a:txBody>
                    <a:bodyPr/>
                    <a:lstStyle/>
                    <a:p>
                      <a:pPr algn="ctr"/>
                      <a:r>
                        <a:rPr lang="en-US" sz="1600" b="1" dirty="0"/>
                        <a:t>Process</a:t>
                      </a:r>
                      <a:endParaRPr lang="en-MY" sz="1600" b="1" dirty="0"/>
                    </a:p>
                  </a:txBody>
                  <a:tcPr/>
                </a:tc>
                <a:tc>
                  <a:txBody>
                    <a:bodyPr/>
                    <a:lstStyle/>
                    <a:p>
                      <a:pPr algn="ctr"/>
                      <a:r>
                        <a:rPr lang="en-US" sz="1600" b="1" dirty="0"/>
                        <a:t>CPU Burst</a:t>
                      </a:r>
                      <a:endParaRPr lang="en-MY" sz="1600" b="1" dirty="0"/>
                    </a:p>
                  </a:txBody>
                  <a:tcPr/>
                </a:tc>
                <a:tc>
                  <a:txBody>
                    <a:bodyPr/>
                    <a:lstStyle/>
                    <a:p>
                      <a:pPr algn="ctr"/>
                      <a:r>
                        <a:rPr lang="en-US" sz="1600" b="1" dirty="0"/>
                        <a:t>Priority</a:t>
                      </a:r>
                      <a:endParaRPr lang="en-MY" sz="1600" b="1" dirty="0"/>
                    </a:p>
                  </a:txBody>
                  <a:tcPr/>
                </a:tc>
                <a:tc>
                  <a:txBody>
                    <a:bodyPr/>
                    <a:lstStyle/>
                    <a:p>
                      <a:pPr algn="ctr"/>
                      <a:r>
                        <a:rPr lang="en-US" sz="1600" b="1" dirty="0"/>
                        <a:t>Turnaround time</a:t>
                      </a:r>
                      <a:endParaRPr lang="en-MY" sz="1600" b="1" dirty="0"/>
                    </a:p>
                  </a:txBody>
                  <a:tcPr/>
                </a:tc>
                <a:tc>
                  <a:txBody>
                    <a:bodyPr/>
                    <a:lstStyle/>
                    <a:p>
                      <a:pPr algn="ctr"/>
                      <a:r>
                        <a:rPr lang="en-US" sz="1600" b="1" dirty="0"/>
                        <a:t>Waiting time</a:t>
                      </a:r>
                      <a:endParaRPr lang="en-MY" sz="1600" b="1" dirty="0"/>
                    </a:p>
                  </a:txBody>
                  <a:tcPr/>
                </a:tc>
                <a:extLst>
                  <a:ext uri="{0D108BD9-81ED-4DB2-BD59-A6C34878D82A}">
                    <a16:rowId xmlns:a16="http://schemas.microsoft.com/office/drawing/2014/main" val="1771130330"/>
                  </a:ext>
                </a:extLst>
              </a:tr>
              <a:tr h="351788">
                <a:tc>
                  <a:txBody>
                    <a:bodyPr/>
                    <a:lstStyle/>
                    <a:p>
                      <a:pPr algn="ctr"/>
                      <a:r>
                        <a:rPr lang="en-US" sz="1600" dirty="0"/>
                        <a:t>P1</a:t>
                      </a:r>
                      <a:endParaRPr lang="en-MY" sz="1600" dirty="0"/>
                    </a:p>
                  </a:txBody>
                  <a:tcPr/>
                </a:tc>
                <a:tc>
                  <a:txBody>
                    <a:bodyPr/>
                    <a:lstStyle/>
                    <a:p>
                      <a:pPr algn="ctr"/>
                      <a:r>
                        <a:rPr lang="en-US" sz="1600" dirty="0"/>
                        <a:t>10</a:t>
                      </a:r>
                      <a:endParaRPr lang="en-MY" sz="1600" dirty="0"/>
                    </a:p>
                  </a:txBody>
                  <a:tcPr/>
                </a:tc>
                <a:tc>
                  <a:txBody>
                    <a:bodyPr/>
                    <a:lstStyle/>
                    <a:p>
                      <a:pPr algn="ctr"/>
                      <a:r>
                        <a:rPr lang="en-US" sz="1600" dirty="0"/>
                        <a:t>3</a:t>
                      </a:r>
                      <a:endParaRPr lang="en-MY" sz="1600" dirty="0"/>
                    </a:p>
                  </a:txBody>
                  <a:tcPr/>
                </a:tc>
                <a:tc>
                  <a:txBody>
                    <a:bodyPr/>
                    <a:lstStyle/>
                    <a:p>
                      <a:pPr algn="ctr"/>
                      <a:r>
                        <a:rPr lang="en-US" sz="1600" dirty="0"/>
                        <a:t>16 – 0 = 16</a:t>
                      </a:r>
                      <a:endParaRPr lang="en-MY" sz="1600" dirty="0"/>
                    </a:p>
                  </a:txBody>
                  <a:tcPr/>
                </a:tc>
                <a:tc>
                  <a:txBody>
                    <a:bodyPr/>
                    <a:lstStyle/>
                    <a:p>
                      <a:pPr algn="ctr"/>
                      <a:r>
                        <a:rPr lang="en-US" sz="1600" dirty="0"/>
                        <a:t>16 – 10 = 6</a:t>
                      </a:r>
                      <a:endParaRPr lang="en-MY" sz="1600" dirty="0"/>
                    </a:p>
                  </a:txBody>
                  <a:tcPr/>
                </a:tc>
                <a:extLst>
                  <a:ext uri="{0D108BD9-81ED-4DB2-BD59-A6C34878D82A}">
                    <a16:rowId xmlns:a16="http://schemas.microsoft.com/office/drawing/2014/main" val="1494602084"/>
                  </a:ext>
                </a:extLst>
              </a:tr>
              <a:tr h="351788">
                <a:tc>
                  <a:txBody>
                    <a:bodyPr/>
                    <a:lstStyle/>
                    <a:p>
                      <a:pPr algn="ctr"/>
                      <a:r>
                        <a:rPr lang="en-US" sz="1600" dirty="0"/>
                        <a:t>P2</a:t>
                      </a:r>
                      <a:endParaRPr lang="en-MY" sz="1600" dirty="0"/>
                    </a:p>
                  </a:txBody>
                  <a:tcPr/>
                </a:tc>
                <a:tc>
                  <a:txBody>
                    <a:bodyPr/>
                    <a:lstStyle/>
                    <a:p>
                      <a:pPr algn="ctr"/>
                      <a:r>
                        <a:rPr lang="en-US" sz="1600" dirty="0"/>
                        <a:t>1</a:t>
                      </a:r>
                      <a:endParaRPr lang="en-MY" sz="1600" dirty="0"/>
                    </a:p>
                  </a:txBody>
                  <a:tcPr/>
                </a:tc>
                <a:tc>
                  <a:txBody>
                    <a:bodyPr/>
                    <a:lstStyle/>
                    <a:p>
                      <a:pPr algn="ctr"/>
                      <a:r>
                        <a:rPr lang="en-US" sz="1600" dirty="0"/>
                        <a:t>1</a:t>
                      </a:r>
                      <a:endParaRPr lang="en-MY" sz="1600" dirty="0"/>
                    </a:p>
                  </a:txBody>
                  <a:tcPr/>
                </a:tc>
                <a:tc>
                  <a:txBody>
                    <a:bodyPr/>
                    <a:lstStyle/>
                    <a:p>
                      <a:pPr algn="ctr"/>
                      <a:r>
                        <a:rPr lang="en-US" sz="1600" dirty="0"/>
                        <a:t>1 – 0 = 1</a:t>
                      </a:r>
                      <a:endParaRPr lang="en-MY" sz="1600" dirty="0"/>
                    </a:p>
                  </a:txBody>
                  <a:tcPr/>
                </a:tc>
                <a:tc>
                  <a:txBody>
                    <a:bodyPr/>
                    <a:lstStyle/>
                    <a:p>
                      <a:pPr algn="ctr"/>
                      <a:r>
                        <a:rPr lang="en-US" sz="1600" dirty="0"/>
                        <a:t>1 – 1 = 0</a:t>
                      </a:r>
                      <a:endParaRPr lang="en-MY" sz="1600" dirty="0"/>
                    </a:p>
                  </a:txBody>
                  <a:tcPr/>
                </a:tc>
                <a:extLst>
                  <a:ext uri="{0D108BD9-81ED-4DB2-BD59-A6C34878D82A}">
                    <a16:rowId xmlns:a16="http://schemas.microsoft.com/office/drawing/2014/main" val="1828037248"/>
                  </a:ext>
                </a:extLst>
              </a:tr>
              <a:tr h="351788">
                <a:tc>
                  <a:txBody>
                    <a:bodyPr/>
                    <a:lstStyle/>
                    <a:p>
                      <a:pPr algn="ctr"/>
                      <a:r>
                        <a:rPr lang="en-US" sz="1600" dirty="0"/>
                        <a:t>P3</a:t>
                      </a:r>
                      <a:endParaRPr lang="en-MY" sz="1600" dirty="0"/>
                    </a:p>
                  </a:txBody>
                  <a:tcPr/>
                </a:tc>
                <a:tc>
                  <a:txBody>
                    <a:bodyPr/>
                    <a:lstStyle/>
                    <a:p>
                      <a:pPr algn="ctr"/>
                      <a:r>
                        <a:rPr lang="en-US" sz="1600" dirty="0"/>
                        <a:t>2</a:t>
                      </a:r>
                      <a:endParaRPr lang="en-MY" sz="1600" dirty="0"/>
                    </a:p>
                  </a:txBody>
                  <a:tcPr/>
                </a:tc>
                <a:tc>
                  <a:txBody>
                    <a:bodyPr/>
                    <a:lstStyle/>
                    <a:p>
                      <a:pPr algn="ctr"/>
                      <a:r>
                        <a:rPr lang="en-US" sz="1600" dirty="0"/>
                        <a:t>4</a:t>
                      </a:r>
                      <a:endParaRPr lang="en-MY" sz="1600" dirty="0"/>
                    </a:p>
                  </a:txBody>
                  <a:tcPr/>
                </a:tc>
                <a:tc>
                  <a:txBody>
                    <a:bodyPr/>
                    <a:lstStyle/>
                    <a:p>
                      <a:pPr algn="ctr"/>
                      <a:r>
                        <a:rPr lang="en-US" sz="1600" dirty="0"/>
                        <a:t>18 – 0 = 18</a:t>
                      </a:r>
                      <a:endParaRPr lang="en-MY" sz="1600" dirty="0"/>
                    </a:p>
                  </a:txBody>
                  <a:tcPr/>
                </a:tc>
                <a:tc>
                  <a:txBody>
                    <a:bodyPr/>
                    <a:lstStyle/>
                    <a:p>
                      <a:pPr algn="ctr"/>
                      <a:r>
                        <a:rPr lang="en-US" sz="1600" dirty="0"/>
                        <a:t>18 – 2 = 16</a:t>
                      </a:r>
                      <a:endParaRPr lang="en-MY" sz="1600" dirty="0"/>
                    </a:p>
                  </a:txBody>
                  <a:tcPr/>
                </a:tc>
                <a:extLst>
                  <a:ext uri="{0D108BD9-81ED-4DB2-BD59-A6C34878D82A}">
                    <a16:rowId xmlns:a16="http://schemas.microsoft.com/office/drawing/2014/main" val="3159200886"/>
                  </a:ext>
                </a:extLst>
              </a:tr>
              <a:tr h="351788">
                <a:tc>
                  <a:txBody>
                    <a:bodyPr/>
                    <a:lstStyle/>
                    <a:p>
                      <a:pPr algn="ctr"/>
                      <a:r>
                        <a:rPr lang="en-US" sz="1600" dirty="0"/>
                        <a:t>P4</a:t>
                      </a:r>
                      <a:endParaRPr lang="en-MY" sz="1600" dirty="0"/>
                    </a:p>
                  </a:txBody>
                  <a:tcPr/>
                </a:tc>
                <a:tc>
                  <a:txBody>
                    <a:bodyPr/>
                    <a:lstStyle/>
                    <a:p>
                      <a:pPr algn="ctr"/>
                      <a:r>
                        <a:rPr lang="en-US" sz="1600" dirty="0"/>
                        <a:t>1</a:t>
                      </a:r>
                      <a:endParaRPr lang="en-MY" sz="1600" dirty="0"/>
                    </a:p>
                  </a:txBody>
                  <a:tcPr/>
                </a:tc>
                <a:tc>
                  <a:txBody>
                    <a:bodyPr/>
                    <a:lstStyle/>
                    <a:p>
                      <a:pPr algn="ctr"/>
                      <a:r>
                        <a:rPr lang="en-US" sz="1600" dirty="0"/>
                        <a:t>5</a:t>
                      </a:r>
                      <a:endParaRPr lang="en-MY" sz="1600" dirty="0"/>
                    </a:p>
                  </a:txBody>
                  <a:tcPr/>
                </a:tc>
                <a:tc>
                  <a:txBody>
                    <a:bodyPr/>
                    <a:lstStyle/>
                    <a:p>
                      <a:pPr algn="ctr"/>
                      <a:r>
                        <a:rPr lang="en-US" sz="1600" dirty="0"/>
                        <a:t>19 – 0 = 19 </a:t>
                      </a:r>
                      <a:endParaRPr lang="en-MY" sz="1600" dirty="0"/>
                    </a:p>
                  </a:txBody>
                  <a:tcPr/>
                </a:tc>
                <a:tc>
                  <a:txBody>
                    <a:bodyPr/>
                    <a:lstStyle/>
                    <a:p>
                      <a:pPr algn="ctr"/>
                      <a:r>
                        <a:rPr lang="en-US" sz="1600" dirty="0"/>
                        <a:t>19 – 1 = 18</a:t>
                      </a:r>
                      <a:endParaRPr lang="en-MY" sz="1600" dirty="0"/>
                    </a:p>
                  </a:txBody>
                  <a:tcPr/>
                </a:tc>
                <a:extLst>
                  <a:ext uri="{0D108BD9-81ED-4DB2-BD59-A6C34878D82A}">
                    <a16:rowId xmlns:a16="http://schemas.microsoft.com/office/drawing/2014/main" val="2226522965"/>
                  </a:ext>
                </a:extLst>
              </a:tr>
              <a:tr h="351788">
                <a:tc>
                  <a:txBody>
                    <a:bodyPr/>
                    <a:lstStyle/>
                    <a:p>
                      <a:pPr algn="ctr"/>
                      <a:r>
                        <a:rPr lang="en-US" sz="1600" dirty="0"/>
                        <a:t>P5</a:t>
                      </a:r>
                      <a:endParaRPr lang="en-MY" sz="1600" dirty="0"/>
                    </a:p>
                  </a:txBody>
                  <a:tcPr/>
                </a:tc>
                <a:tc>
                  <a:txBody>
                    <a:bodyPr/>
                    <a:lstStyle/>
                    <a:p>
                      <a:pPr algn="ctr"/>
                      <a:r>
                        <a:rPr lang="en-US" sz="1600" dirty="0"/>
                        <a:t>5</a:t>
                      </a:r>
                      <a:endParaRPr lang="en-MY" sz="1600" dirty="0"/>
                    </a:p>
                  </a:txBody>
                  <a:tcPr/>
                </a:tc>
                <a:tc>
                  <a:txBody>
                    <a:bodyPr/>
                    <a:lstStyle/>
                    <a:p>
                      <a:pPr algn="ctr"/>
                      <a:r>
                        <a:rPr lang="en-US" sz="1600" dirty="0"/>
                        <a:t>2</a:t>
                      </a:r>
                      <a:endParaRPr lang="en-MY" sz="1600" dirty="0"/>
                    </a:p>
                  </a:txBody>
                  <a:tcPr/>
                </a:tc>
                <a:tc>
                  <a:txBody>
                    <a:bodyPr/>
                    <a:lstStyle/>
                    <a:p>
                      <a:pPr algn="ctr"/>
                      <a:r>
                        <a:rPr lang="en-US" sz="1600" dirty="0"/>
                        <a:t>6 – 0 = 6</a:t>
                      </a:r>
                      <a:endParaRPr lang="en-MY" sz="1600" dirty="0"/>
                    </a:p>
                  </a:txBody>
                  <a:tcPr/>
                </a:tc>
                <a:tc>
                  <a:txBody>
                    <a:bodyPr/>
                    <a:lstStyle/>
                    <a:p>
                      <a:pPr algn="ctr"/>
                      <a:r>
                        <a:rPr lang="en-US" sz="1600" dirty="0"/>
                        <a:t>6 – 5 = 1</a:t>
                      </a:r>
                      <a:endParaRPr lang="en-MY" sz="1600" dirty="0"/>
                    </a:p>
                  </a:txBody>
                  <a:tcPr/>
                </a:tc>
                <a:extLst>
                  <a:ext uri="{0D108BD9-81ED-4DB2-BD59-A6C34878D82A}">
                    <a16:rowId xmlns:a16="http://schemas.microsoft.com/office/drawing/2014/main" val="4072229866"/>
                  </a:ext>
                </a:extLst>
              </a:tr>
            </a:tbl>
          </a:graphicData>
        </a:graphic>
      </p:graphicFrame>
      <p:grpSp>
        <p:nvGrpSpPr>
          <p:cNvPr id="9" name="Group 8"/>
          <p:cNvGrpSpPr/>
          <p:nvPr/>
        </p:nvGrpSpPr>
        <p:grpSpPr>
          <a:xfrm>
            <a:off x="1244335" y="4733775"/>
            <a:ext cx="5281688" cy="776719"/>
            <a:chOff x="474286" y="4861476"/>
            <a:chExt cx="5281688" cy="776719"/>
          </a:xfrm>
          <a:noFill/>
        </p:grpSpPr>
        <p:sp>
          <p:nvSpPr>
            <p:cNvPr id="10" name="Google Shape;787;p38"/>
            <p:cNvSpPr/>
            <p:nvPr/>
          </p:nvSpPr>
          <p:spPr>
            <a:xfrm>
              <a:off x="4181697" y="4861476"/>
              <a:ext cx="650450" cy="434424"/>
            </a:xfrm>
            <a:prstGeom prst="rect">
              <a:avLst/>
            </a:prstGeom>
            <a:grp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dirty="0">
                  <a:solidFill>
                    <a:srgbClr val="0070C0"/>
                  </a:solidFill>
                  <a:latin typeface="Arial"/>
                  <a:ea typeface="Arial"/>
                  <a:cs typeface="Arial"/>
                  <a:sym typeface="Arial"/>
                </a:rPr>
                <a:t>P3</a:t>
              </a:r>
              <a:endParaRPr dirty="0"/>
            </a:p>
          </p:txBody>
        </p:sp>
        <p:sp>
          <p:nvSpPr>
            <p:cNvPr id="11" name="Google Shape;788;p38"/>
            <p:cNvSpPr/>
            <p:nvPr/>
          </p:nvSpPr>
          <p:spPr>
            <a:xfrm>
              <a:off x="2305763" y="4861476"/>
              <a:ext cx="1875933" cy="434424"/>
            </a:xfrm>
            <a:prstGeom prst="rect">
              <a:avLst/>
            </a:prstGeom>
            <a:grp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dirty="0">
                  <a:solidFill>
                    <a:srgbClr val="0070C0"/>
                  </a:solidFill>
                  <a:latin typeface="Arial"/>
                  <a:ea typeface="Arial"/>
                  <a:cs typeface="Arial"/>
                  <a:sym typeface="Arial"/>
                </a:rPr>
                <a:t>P1</a:t>
              </a:r>
              <a:endParaRPr dirty="0"/>
            </a:p>
          </p:txBody>
        </p:sp>
        <p:sp>
          <p:nvSpPr>
            <p:cNvPr id="12" name="Google Shape;790;p38"/>
            <p:cNvSpPr/>
            <p:nvPr/>
          </p:nvSpPr>
          <p:spPr>
            <a:xfrm>
              <a:off x="4832147" y="4861476"/>
              <a:ext cx="575035" cy="434424"/>
            </a:xfrm>
            <a:prstGeom prst="rect">
              <a:avLst/>
            </a:prstGeom>
            <a:grp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dirty="0">
                  <a:solidFill>
                    <a:srgbClr val="0070C0"/>
                  </a:solidFill>
                  <a:latin typeface="Arial"/>
                  <a:ea typeface="Arial"/>
                  <a:cs typeface="Arial"/>
                  <a:sym typeface="Arial"/>
                </a:rPr>
                <a:t>P4</a:t>
              </a:r>
              <a:endParaRPr dirty="0"/>
            </a:p>
          </p:txBody>
        </p:sp>
        <p:sp>
          <p:nvSpPr>
            <p:cNvPr id="13" name="Google Shape;791;p38"/>
            <p:cNvSpPr txBox="1"/>
            <p:nvPr/>
          </p:nvSpPr>
          <p:spPr>
            <a:xfrm>
              <a:off x="474286" y="5299681"/>
              <a:ext cx="5281688" cy="338514"/>
            </a:xfrm>
            <a:prstGeom prst="rect">
              <a:avLst/>
            </a:prstGeom>
            <a:grp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600"/>
                <a:buFont typeface="Courier New"/>
                <a:buNone/>
              </a:pPr>
              <a:r>
                <a:rPr lang="en-US" sz="1600" b="0" i="0" u="none" strike="noStrike" cap="none" dirty="0">
                  <a:solidFill>
                    <a:srgbClr val="000000"/>
                  </a:solidFill>
                  <a:latin typeface="Courier New"/>
                  <a:ea typeface="Courier New"/>
                  <a:cs typeface="Courier New"/>
                  <a:sym typeface="Courier New"/>
                </a:rPr>
                <a:t>0     </a:t>
              </a:r>
              <a:r>
                <a:rPr lang="en-US" sz="1600" dirty="0">
                  <a:latin typeface="Courier New"/>
                  <a:ea typeface="Courier New"/>
                  <a:cs typeface="Courier New"/>
                  <a:sym typeface="Courier New"/>
                </a:rPr>
                <a:t>1       6    </a:t>
              </a:r>
              <a:r>
                <a:rPr lang="en-US" sz="1600" b="0" i="0" u="none" strike="noStrike" cap="none" dirty="0">
                  <a:solidFill>
                    <a:srgbClr val="000000"/>
                  </a:solidFill>
                  <a:latin typeface="Courier New"/>
                  <a:ea typeface="Courier New"/>
                  <a:cs typeface="Courier New"/>
                  <a:sym typeface="Courier New"/>
                </a:rPr>
                <a:t>         16    18   19</a:t>
              </a:r>
              <a:endParaRPr dirty="0"/>
            </a:p>
          </p:txBody>
        </p:sp>
        <p:sp>
          <p:nvSpPr>
            <p:cNvPr id="14" name="Google Shape;789;p38"/>
            <p:cNvSpPr/>
            <p:nvPr/>
          </p:nvSpPr>
          <p:spPr>
            <a:xfrm>
              <a:off x="1331536" y="4861476"/>
              <a:ext cx="974226" cy="434424"/>
            </a:xfrm>
            <a:prstGeom prst="rect">
              <a:avLst/>
            </a:prstGeom>
            <a:grp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dirty="0">
                  <a:solidFill>
                    <a:srgbClr val="0070C0"/>
                  </a:solidFill>
                  <a:latin typeface="Arial"/>
                  <a:ea typeface="Arial"/>
                  <a:cs typeface="Arial"/>
                  <a:sym typeface="Arial"/>
                </a:rPr>
                <a:t>P5</a:t>
              </a:r>
              <a:endParaRPr dirty="0"/>
            </a:p>
          </p:txBody>
        </p:sp>
        <p:sp>
          <p:nvSpPr>
            <p:cNvPr id="15" name="Google Shape;789;p38"/>
            <p:cNvSpPr/>
            <p:nvPr/>
          </p:nvSpPr>
          <p:spPr>
            <a:xfrm>
              <a:off x="557324" y="4861476"/>
              <a:ext cx="762000" cy="434424"/>
            </a:xfrm>
            <a:prstGeom prst="rect">
              <a:avLst/>
            </a:prstGeom>
            <a:grpFill/>
            <a:ln w="9525" cap="flat" cmpd="sng">
              <a:solidFill>
                <a:schemeClr val="dk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70C0"/>
                </a:buClr>
                <a:buSzPts val="2000"/>
                <a:buFont typeface="Arial"/>
                <a:buNone/>
              </a:pPr>
              <a:r>
                <a:rPr lang="en-US" sz="2000" b="0" i="0" u="none" strike="noStrike" cap="none" dirty="0">
                  <a:solidFill>
                    <a:srgbClr val="0070C0"/>
                  </a:solidFill>
                  <a:latin typeface="Arial"/>
                  <a:ea typeface="Arial"/>
                  <a:cs typeface="Arial"/>
                  <a:sym typeface="Arial"/>
                </a:rPr>
                <a:t>P2</a:t>
              </a:r>
              <a:endParaRPr dirty="0"/>
            </a:p>
          </p:txBody>
        </p:sp>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Rectangle 7">
            <a:extLst>
              <a:ext uri="{FF2B5EF4-FFF2-40B4-BE49-F238E27FC236}">
                <a16:creationId xmlns:a16="http://schemas.microsoft.com/office/drawing/2014/main" id="{33E69FF5-A085-4B58-9473-44B939C629AE}"/>
              </a:ext>
            </a:extLst>
          </p:cNvPr>
          <p:cNvSpPr>
            <a:spLocks noGrp="1" noChangeArrowheads="1"/>
          </p:cNvSpPr>
          <p:nvPr>
            <p:ph type="body" idx="1"/>
          </p:nvPr>
        </p:nvSpPr>
        <p:spPr>
          <a:xfrm>
            <a:off x="399864" y="884068"/>
            <a:ext cx="8433417" cy="5525610"/>
          </a:xfrm>
        </p:spPr>
        <p:txBody>
          <a:bodyPr/>
          <a:lstStyle/>
          <a:p>
            <a:pPr eaLnBrk="1" hangingPunct="1"/>
            <a:r>
              <a:rPr lang="en-CA" altLang="ms-MY" dirty="0"/>
              <a:t>System</a:t>
            </a:r>
            <a:r>
              <a:rPr lang="en-US" altLang="ms-MY" dirty="0"/>
              <a:t> </a:t>
            </a:r>
            <a:r>
              <a:rPr lang="en-CA" altLang="ms-MY" dirty="0"/>
              <a:t>Administrator or Processor Manager </a:t>
            </a:r>
            <a:r>
              <a:rPr lang="en-US" altLang="ms-MY" dirty="0"/>
              <a:t>use</a:t>
            </a:r>
            <a:r>
              <a:rPr lang="en-CA" altLang="ms-MY" dirty="0"/>
              <a:t> different methods of assigning priorities.</a:t>
            </a:r>
          </a:p>
          <a:p>
            <a:pPr eaLnBrk="1" hangingPunct="1"/>
            <a:endParaRPr lang="en-CA" altLang="ms-MY" sz="800" dirty="0"/>
          </a:p>
          <a:p>
            <a:pPr eaLnBrk="1" hangingPunct="1"/>
            <a:r>
              <a:rPr lang="en-CA" altLang="ms-MY" dirty="0"/>
              <a:t>Processor Manager priority assignment methods:</a:t>
            </a:r>
          </a:p>
          <a:p>
            <a:pPr lvl="1" eaLnBrk="1" hangingPunct="1"/>
            <a:r>
              <a:rPr lang="en-CA" altLang="ms-MY" sz="2000" i="1" dirty="0"/>
              <a:t>Memory requirements</a:t>
            </a:r>
          </a:p>
          <a:p>
            <a:pPr lvl="2" eaLnBrk="1" hangingPunct="1"/>
            <a:r>
              <a:rPr lang="en-CA" altLang="ms-MY" sz="1800" dirty="0"/>
              <a:t>Jobs requiring large amounts of memory</a:t>
            </a:r>
          </a:p>
          <a:p>
            <a:pPr lvl="2" eaLnBrk="1" hangingPunct="1"/>
            <a:r>
              <a:rPr lang="en-CA" altLang="ms-MY" sz="1800" dirty="0"/>
              <a:t>Allocated lower priorities (vice versa)</a:t>
            </a:r>
            <a:endParaRPr lang="en-CA" altLang="ms-MY" dirty="0"/>
          </a:p>
          <a:p>
            <a:pPr lvl="1" eaLnBrk="1" hangingPunct="1"/>
            <a:r>
              <a:rPr lang="en-CA" altLang="ms-MY" sz="2000" i="1" dirty="0"/>
              <a:t>Number and type of peripheral devices</a:t>
            </a:r>
          </a:p>
          <a:p>
            <a:pPr lvl="2" eaLnBrk="1" hangingPunct="1"/>
            <a:r>
              <a:rPr lang="en-CA" altLang="ms-MY" sz="1800" dirty="0"/>
              <a:t>Jobs requiring many peripheral devices</a:t>
            </a:r>
          </a:p>
          <a:p>
            <a:pPr lvl="2" eaLnBrk="1" hangingPunct="1"/>
            <a:r>
              <a:rPr lang="en-CA" altLang="ms-MY" sz="1800" dirty="0"/>
              <a:t>Allocated lower priorities (vice versa)</a:t>
            </a:r>
          </a:p>
          <a:p>
            <a:pPr lvl="1" eaLnBrk="1" hangingPunct="1"/>
            <a:r>
              <a:rPr lang="en-CA" altLang="ms-MY" sz="2000" i="1" dirty="0"/>
              <a:t>Total CPU time</a:t>
            </a:r>
          </a:p>
          <a:p>
            <a:pPr lvl="2" eaLnBrk="1" hangingPunct="1"/>
            <a:r>
              <a:rPr lang="en-CA" altLang="ms-MY" sz="1800" dirty="0"/>
              <a:t>Jobs having a long CPU burst</a:t>
            </a:r>
          </a:p>
          <a:p>
            <a:pPr lvl="2" eaLnBrk="1" hangingPunct="1"/>
            <a:r>
              <a:rPr lang="en-CA" altLang="ms-MY" sz="1800" dirty="0"/>
              <a:t>Given lower priorities (vice versa)</a:t>
            </a:r>
            <a:endParaRPr lang="en-CA" altLang="ms-MY" sz="2200" dirty="0"/>
          </a:p>
          <a:p>
            <a:pPr lvl="1" eaLnBrk="1" hangingPunct="1"/>
            <a:r>
              <a:rPr lang="en-CA" altLang="ms-MY" sz="2000" i="1" dirty="0"/>
              <a:t>Amount of time already spent in the system (aging)</a:t>
            </a:r>
          </a:p>
          <a:p>
            <a:pPr lvl="2" eaLnBrk="1" hangingPunct="1"/>
            <a:r>
              <a:rPr lang="en-CA" altLang="ms-MY" sz="1800" dirty="0"/>
              <a:t>Total time elapsed since job accepted for processing</a:t>
            </a:r>
          </a:p>
          <a:p>
            <a:pPr lvl="2" eaLnBrk="1" hangingPunct="1"/>
            <a:r>
              <a:rPr lang="en-CA" altLang="ms-MY" sz="1800" dirty="0"/>
              <a:t>Increase priority if job in system unusually long time</a:t>
            </a:r>
          </a:p>
          <a:p>
            <a:pPr lvl="2" eaLnBrk="1" hangingPunct="1"/>
            <a:endParaRPr lang="en-CA" altLang="ms-MY" sz="1800" dirty="0"/>
          </a:p>
        </p:txBody>
      </p:sp>
      <p:sp>
        <p:nvSpPr>
          <p:cNvPr id="44037" name="Slide Number Placeholder 4">
            <a:extLst>
              <a:ext uri="{FF2B5EF4-FFF2-40B4-BE49-F238E27FC236}">
                <a16:creationId xmlns:a16="http://schemas.microsoft.com/office/drawing/2014/main" id="{C49928C0-42EF-4BA0-88A7-F27C9DDE14F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E958150-4B4F-48EB-834B-1CC1E8D70744}"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70</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61517892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8-Point Star 10">
            <a:extLst>
              <a:ext uri="{FF2B5EF4-FFF2-40B4-BE49-F238E27FC236}">
                <a16:creationId xmlns:a16="http://schemas.microsoft.com/office/drawing/2014/main" id="{79D50CD8-17DB-44AB-89F2-959736EFB7C1}"/>
              </a:ext>
            </a:extLst>
          </p:cNvPr>
          <p:cNvSpPr>
            <a:spLocks noChangeArrowheads="1"/>
          </p:cNvSpPr>
          <p:nvPr/>
        </p:nvSpPr>
        <p:spPr bwMode="auto">
          <a:xfrm rot="2245177">
            <a:off x="7339013" y="331788"/>
            <a:ext cx="1676400" cy="990600"/>
          </a:xfrm>
          <a:prstGeom prst="star8">
            <a:avLst>
              <a:gd name="adj" fmla="val 37500"/>
            </a:avLst>
          </a:prstGeom>
          <a:solidFill>
            <a:srgbClr val="FFFF00"/>
          </a:solidFill>
          <a:ln>
            <a:noFill/>
          </a:ln>
          <a:effectLst>
            <a:outerShdw dist="139700" dir="2700000" algn="tl" rotWithShape="0">
              <a:srgbClr val="808080">
                <a:alpha val="42998"/>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lvl1pPr>
              <a:defRPr sz="2000">
                <a:solidFill>
                  <a:srgbClr val="FFFFFF"/>
                </a:solidFill>
                <a:latin typeface="Times New Roman" panose="02020603050405020304" pitchFamily="18" charset="0"/>
                <a:ea typeface="MS PGothic" panose="020B0600070205080204" pitchFamily="34" charset="-128"/>
              </a:defRPr>
            </a:lvl1pPr>
            <a:lvl2pPr marL="742950" indent="-285750">
              <a:defRPr sz="2000">
                <a:solidFill>
                  <a:srgbClr val="FFFFFF"/>
                </a:solidFill>
                <a:latin typeface="Times New Roman" panose="02020603050405020304" pitchFamily="18" charset="0"/>
                <a:ea typeface="MS PGothic" panose="020B0600070205080204" pitchFamily="34" charset="-128"/>
              </a:defRPr>
            </a:lvl2pPr>
            <a:lvl3pPr marL="1143000" indent="-228600">
              <a:defRPr sz="2000">
                <a:solidFill>
                  <a:srgbClr val="FFFFFF"/>
                </a:solidFill>
                <a:latin typeface="Times New Roman" panose="02020603050405020304" pitchFamily="18" charset="0"/>
                <a:ea typeface="MS PGothic" panose="020B0600070205080204" pitchFamily="34" charset="-128"/>
              </a:defRPr>
            </a:lvl3pPr>
            <a:lvl4pPr marL="1600200" indent="-228600">
              <a:defRPr sz="2000">
                <a:solidFill>
                  <a:srgbClr val="FFFFFF"/>
                </a:solidFill>
                <a:latin typeface="Times New Roman" panose="02020603050405020304" pitchFamily="18" charset="0"/>
                <a:ea typeface="MS PGothic" panose="020B0600070205080204" pitchFamily="34" charset="-128"/>
              </a:defRPr>
            </a:lvl4pPr>
            <a:lvl5pPr marL="2057400" indent="-228600">
              <a:defRPr sz="2000">
                <a:solidFill>
                  <a:srgbClr val="FFFFFF"/>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000">
                <a:solidFill>
                  <a:srgbClr val="FFFFFF"/>
                </a:solidFill>
                <a:latin typeface="Times New Roman" panose="02020603050405020304" pitchFamily="18" charset="0"/>
                <a:ea typeface="MS PGothic"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a:ln>
                  <a:noFill/>
                </a:ln>
                <a:solidFill>
                  <a:srgbClr val="FF0000"/>
                </a:solidFill>
                <a:effectLst/>
                <a:uLnTx/>
                <a:uFillTx/>
                <a:latin typeface="Chalkduster"/>
                <a:ea typeface="MS PGothic" panose="020B0600070205080204" pitchFamily="34" charset="-128"/>
                <a:cs typeface="+mn-cs"/>
              </a:rPr>
              <a:t>Extra</a:t>
            </a:r>
          </a:p>
        </p:txBody>
      </p:sp>
      <p:sp>
        <p:nvSpPr>
          <p:cNvPr id="12" name="Rectangle 9">
            <a:extLst>
              <a:ext uri="{FF2B5EF4-FFF2-40B4-BE49-F238E27FC236}">
                <a16:creationId xmlns:a16="http://schemas.microsoft.com/office/drawing/2014/main" id="{BE061E00-C5FA-47D2-8A95-A0F0C1AD3F5C}"/>
              </a:ext>
            </a:extLst>
          </p:cNvPr>
          <p:cNvSpPr txBox="1">
            <a:spLocks noChangeArrowheads="1"/>
          </p:cNvSpPr>
          <p:nvPr/>
        </p:nvSpPr>
        <p:spPr>
          <a:xfrm>
            <a:off x="685800" y="914400"/>
            <a:ext cx="8153400" cy="457200"/>
          </a:xfrm>
          <a:prstGeom prst="rect">
            <a:avLst/>
          </a:prstGeom>
        </p:spPr>
        <p:txBody>
          <a:body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0" lang="en-US" sz="2400" b="1"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rPr>
              <a:t>Exercise 3</a:t>
            </a:r>
            <a:r>
              <a:rPr kumimoji="0" lang="en-US" sz="24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rPr>
              <a:t>:</a:t>
            </a:r>
          </a:p>
          <a:p>
            <a:pPr marL="0" marR="0" lvl="0" indent="0" algn="l" defTabSz="914400" rtl="0" eaLnBrk="1" fontAlgn="base" latinLnBrk="0" hangingPunct="1">
              <a:lnSpc>
                <a:spcPct val="90000"/>
              </a:lnSpc>
              <a:spcBef>
                <a:spcPct val="20000"/>
              </a:spcBef>
              <a:spcAft>
                <a:spcPct val="0"/>
              </a:spcAft>
              <a:buClrTx/>
              <a:buSzTx/>
              <a:buFontTx/>
              <a:buNone/>
              <a:tabLst/>
              <a:defRPr/>
            </a:pPr>
            <a:endParaRPr kumimoji="0" lang="en-US" sz="24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Arial" panose="020B0604020202020204" pitchFamily="34" charset="0"/>
            </a:endParaRPr>
          </a:p>
        </p:txBody>
      </p:sp>
      <p:sp>
        <p:nvSpPr>
          <p:cNvPr id="2" name="Rectangle 1">
            <a:extLst>
              <a:ext uri="{FF2B5EF4-FFF2-40B4-BE49-F238E27FC236}">
                <a16:creationId xmlns:a16="http://schemas.microsoft.com/office/drawing/2014/main" id="{40304317-00B4-4C1D-BFDC-9E56BFFE36CD}"/>
              </a:ext>
            </a:extLst>
          </p:cNvPr>
          <p:cNvSpPr/>
          <p:nvPr/>
        </p:nvSpPr>
        <p:spPr>
          <a:xfrm>
            <a:off x="571500" y="1371600"/>
            <a:ext cx="8001000" cy="3477875"/>
          </a:xfrm>
          <a:prstGeom prst="rect">
            <a:avLst/>
          </a:prstGeom>
        </p:spPr>
        <p:txBody>
          <a:bodyPr>
            <a:spAutoFit/>
          </a:bodyPr>
          <a:lstStyle/>
          <a:p>
            <a:pPr marL="0" marR="0" lvl="0" indent="0" algn="just" defTabSz="914400" rtl="0" eaLnBrk="1" fontAlgn="base" latinLnBrk="0" hangingPunct="1">
              <a:lnSpc>
                <a:spcPct val="100000"/>
              </a:lnSpc>
              <a:spcBef>
                <a:spcPct val="0"/>
              </a:spcBef>
              <a:spcAft>
                <a:spcPct val="0"/>
              </a:spcAft>
              <a:buClrTx/>
              <a:buSzTx/>
              <a:buFontTx/>
              <a:buNone/>
              <a:tabLst/>
              <a:defRPr/>
            </a:pPr>
            <a:r>
              <a:rPr kumimoji="0" lang="en-US" sz="2200" b="0" i="0" u="none" strike="noStrike" kern="0" cap="none" spc="0" normalizeH="0" baseline="0" noProof="0" dirty="0">
                <a:ln>
                  <a:noFill/>
                </a:ln>
                <a:solidFill>
                  <a:srgbClr val="000000"/>
                </a:solidFill>
                <a:effectLst/>
                <a:uLnTx/>
                <a:uFillTx/>
                <a:latin typeface="Arial"/>
                <a:ea typeface="ＭＳ Ｐゴシック" pitchFamily="-84" charset="-128"/>
                <a:cs typeface="ＭＳ Ｐゴシック" charset="0"/>
              </a:rPr>
              <a:t>Five processes Job A, Job B, Job C, Job D and Job E arrived at time </a:t>
            </a:r>
            <a:r>
              <a:rPr kumimoji="0" lang="en-US" sz="2200" b="0" i="1" u="none" strike="noStrike" kern="0" cap="none" spc="0" normalizeH="0" baseline="0" noProof="0" dirty="0">
                <a:ln>
                  <a:noFill/>
                </a:ln>
                <a:solidFill>
                  <a:srgbClr val="000000"/>
                </a:solidFill>
                <a:effectLst/>
                <a:uLnTx/>
                <a:uFillTx/>
                <a:latin typeface="Arial"/>
                <a:ea typeface="ＭＳ Ｐゴシック" pitchFamily="-84" charset="-128"/>
                <a:cs typeface="ＭＳ Ｐゴシック" charset="0"/>
              </a:rPr>
              <a:t>t</a:t>
            </a:r>
            <a:r>
              <a:rPr kumimoji="0" lang="en-US" sz="2200" b="0" i="1" u="none" strike="noStrike" kern="0" cap="none" spc="0" normalizeH="0" baseline="-25000" noProof="0" dirty="0">
                <a:ln>
                  <a:noFill/>
                </a:ln>
                <a:solidFill>
                  <a:srgbClr val="000000"/>
                </a:solidFill>
                <a:effectLst/>
                <a:uLnTx/>
                <a:uFillTx/>
                <a:latin typeface="Arial"/>
                <a:ea typeface="ＭＳ Ｐゴシック" pitchFamily="-84" charset="-128"/>
                <a:cs typeface="ＭＳ Ｐゴシック" charset="0"/>
              </a:rPr>
              <a:t>0</a:t>
            </a:r>
            <a:r>
              <a:rPr kumimoji="0" lang="en-US" sz="2200" b="0" i="1" u="none" strike="noStrike" kern="0" cap="none" spc="0" normalizeH="0" baseline="0" noProof="0" dirty="0">
                <a:ln>
                  <a:noFill/>
                </a:ln>
                <a:solidFill>
                  <a:srgbClr val="000000"/>
                </a:solidFill>
                <a:effectLst/>
                <a:uLnTx/>
                <a:uFillTx/>
                <a:latin typeface="Arial"/>
                <a:ea typeface="ＭＳ Ｐゴシック" pitchFamily="-84" charset="-128"/>
                <a:cs typeface="ＭＳ Ｐゴシック" charset="0"/>
              </a:rPr>
              <a:t> </a:t>
            </a:r>
            <a:r>
              <a:rPr kumimoji="0" lang="en-US" sz="2200" b="0" i="0" u="none" strike="noStrike" kern="0" cap="none" spc="0" normalizeH="0" baseline="0" noProof="0" dirty="0">
                <a:ln>
                  <a:noFill/>
                </a:ln>
                <a:solidFill>
                  <a:srgbClr val="000000"/>
                </a:solidFill>
                <a:effectLst/>
                <a:uLnTx/>
                <a:uFillTx/>
                <a:latin typeface="Arial"/>
                <a:ea typeface="ＭＳ Ｐゴシック" pitchFamily="-84" charset="-128"/>
                <a:cs typeface="ＭＳ Ｐゴシック" charset="0"/>
              </a:rPr>
              <a:t>with different CPU burst and priority level. Calculate the average waiting time and average turnaround time. Assume the following scheduling algorithm applied separately. </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0" cap="none" spc="0" normalizeH="0" baseline="0" noProof="0" dirty="0">
              <a:ln>
                <a:noFill/>
              </a:ln>
              <a:solidFill>
                <a:srgbClr val="000000"/>
              </a:solidFill>
              <a:effectLst/>
              <a:uLnTx/>
              <a:uFillTx/>
              <a:latin typeface="Arial"/>
              <a:ea typeface="ＭＳ Ｐゴシック" pitchFamily="-84" charset="-128"/>
              <a:cs typeface="ＭＳ Ｐゴシック"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200" b="0" i="0" u="none" strike="noStrike" kern="0" cap="none" spc="0" normalizeH="0" baseline="0" noProof="0" dirty="0">
                <a:ln>
                  <a:noFill/>
                </a:ln>
                <a:solidFill>
                  <a:srgbClr val="000000"/>
                </a:solidFill>
                <a:effectLst/>
                <a:uLnTx/>
                <a:uFillTx/>
                <a:latin typeface="Arial"/>
                <a:ea typeface="ＭＳ Ｐゴシック" pitchFamily="-84" charset="-128"/>
                <a:cs typeface="ＭＳ Ｐゴシック" charset="0"/>
              </a:rPr>
              <a:t>a) FCFS, SJN and Priority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200" b="0" i="0" u="none" strike="noStrike" kern="0" cap="none" spc="0" normalizeH="0" baseline="0" noProof="0" dirty="0">
                <a:ln>
                  <a:noFill/>
                </a:ln>
                <a:solidFill>
                  <a:srgbClr val="000000"/>
                </a:solidFill>
                <a:effectLst/>
                <a:uLnTx/>
                <a:uFillTx/>
                <a:latin typeface="Arial"/>
                <a:ea typeface="ＭＳ Ｐゴシック" pitchFamily="-84" charset="-128"/>
                <a:cs typeface="ＭＳ Ｐゴシック" charset="0"/>
              </a:rPr>
              <a:t>b) </a:t>
            </a:r>
            <a:r>
              <a:rPr kumimoji="0" lang="en-US" sz="2200" b="0" i="0" u="none" strike="noStrike" kern="0" cap="none" spc="0" normalizeH="0" baseline="0" noProof="0" dirty="0">
                <a:ln>
                  <a:noFill/>
                </a:ln>
                <a:solidFill>
                  <a:srgbClr val="000000"/>
                </a:solidFill>
                <a:effectLst/>
                <a:uLnTx/>
                <a:uFillTx/>
                <a:latin typeface="Arial"/>
                <a:ea typeface="ＭＳ Ｐゴシック" charset="0"/>
                <a:cs typeface="ＭＳ Ｐゴシック" charset="0"/>
              </a:rPr>
              <a:t>Which one is the best in term of average waiting time and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200" b="0" i="0" u="none" strike="noStrike" kern="0" cap="none" spc="0" normalizeH="0" baseline="0" noProof="0" dirty="0">
                <a:ln>
                  <a:noFill/>
                </a:ln>
                <a:solidFill>
                  <a:srgbClr val="000000"/>
                </a:solidFill>
                <a:effectLst/>
                <a:uLnTx/>
                <a:uFillTx/>
                <a:latin typeface="Arial"/>
                <a:ea typeface="ＭＳ Ｐゴシック" charset="0"/>
                <a:cs typeface="ＭＳ Ｐゴシック" charset="0"/>
              </a:rPr>
              <a:t>    turnaround time? Why?</a:t>
            </a: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0" cap="none" spc="0" normalizeH="0" baseline="0" noProof="0" dirty="0">
              <a:ln>
                <a:noFill/>
              </a:ln>
              <a:solidFill>
                <a:srgbClr val="000000"/>
              </a:solidFill>
              <a:effectLst/>
              <a:uLnTx/>
              <a:uFillTx/>
              <a:latin typeface="Arial"/>
              <a:ea typeface="ＭＳ Ｐゴシック" charset="0"/>
              <a:cs typeface="ＭＳ Ｐゴシック" charset="0"/>
            </a:endParaRPr>
          </a:p>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en-US" sz="2200" b="0" i="0" u="none" strike="noStrike" kern="0" cap="none" spc="0" normalizeH="0" baseline="0" noProof="0" dirty="0">
              <a:ln>
                <a:noFill/>
              </a:ln>
              <a:solidFill>
                <a:srgbClr val="000000"/>
              </a:solidFill>
              <a:effectLst/>
              <a:uLnTx/>
              <a:uFillTx/>
              <a:latin typeface="Arial"/>
              <a:ea typeface="ＭＳ Ｐゴシック" pitchFamily="-84" charset="-128"/>
              <a:cs typeface="ＭＳ Ｐゴシック" charset="0"/>
            </a:endParaRPr>
          </a:p>
        </p:txBody>
      </p:sp>
      <p:sp>
        <p:nvSpPr>
          <p:cNvPr id="46085" name="Slide Number Placeholder 4">
            <a:extLst>
              <a:ext uri="{FF2B5EF4-FFF2-40B4-BE49-F238E27FC236}">
                <a16:creationId xmlns:a16="http://schemas.microsoft.com/office/drawing/2014/main" id="{4ABE5FD6-A94C-49A6-8AA6-D643BFB52BC2}"/>
              </a:ext>
            </a:extLst>
          </p:cNvPr>
          <p:cNvSpPr>
            <a:spLocks noGrp="1"/>
          </p:cNvSpPr>
          <p:nvPr>
            <p:ph type="sldNum" sz="quarter" idx="11"/>
          </p:nvPr>
        </p:nvSpPr>
        <p:spPr>
          <a:xfrm>
            <a:off x="7010400" y="6477000"/>
            <a:ext cx="2057400" cy="30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CEB915A-8E48-4083-8EF5-F44CB8B0797F}"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71</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aphicFrame>
        <p:nvGraphicFramePr>
          <p:cNvPr id="7" name="Google Shape;1247;p70"/>
          <p:cNvGraphicFramePr/>
          <p:nvPr>
            <p:extLst>
              <p:ext uri="{D42A27DB-BD31-4B8C-83A1-F6EECF244321}">
                <p14:modId xmlns:p14="http://schemas.microsoft.com/office/powerpoint/2010/main" val="1760401237"/>
              </p:ext>
            </p:extLst>
          </p:nvPr>
        </p:nvGraphicFramePr>
        <p:xfrm>
          <a:off x="2105141" y="4403700"/>
          <a:ext cx="5105400" cy="2225700"/>
        </p:xfrm>
        <a:graphic>
          <a:graphicData uri="http://schemas.openxmlformats.org/drawingml/2006/table">
            <a:tbl>
              <a:tblPr firstRow="1" bandRow="1">
                <a:noFill/>
              </a:tblPr>
              <a:tblGrid>
                <a:gridCol w="1828800">
                  <a:extLst>
                    <a:ext uri="{9D8B030D-6E8A-4147-A177-3AD203B41FA5}">
                      <a16:colId xmlns:a16="http://schemas.microsoft.com/office/drawing/2014/main" val="20000"/>
                    </a:ext>
                  </a:extLst>
                </a:gridCol>
                <a:gridCol w="1772250">
                  <a:extLst>
                    <a:ext uri="{9D8B030D-6E8A-4147-A177-3AD203B41FA5}">
                      <a16:colId xmlns:a16="http://schemas.microsoft.com/office/drawing/2014/main" val="20001"/>
                    </a:ext>
                  </a:extLst>
                </a:gridCol>
                <a:gridCol w="1504350">
                  <a:extLst>
                    <a:ext uri="{9D8B030D-6E8A-4147-A177-3AD203B41FA5}">
                      <a16:colId xmlns:a16="http://schemas.microsoft.com/office/drawing/2014/main" val="20002"/>
                    </a:ext>
                  </a:extLst>
                </a:gridCol>
              </a:tblGrid>
              <a:tr h="370950">
                <a:tc>
                  <a:txBody>
                    <a:bodyPr/>
                    <a:lstStyle/>
                    <a:p>
                      <a:pPr marL="0" marR="0" lvl="0" indent="0" algn="ctr" rtl="0">
                        <a:spcBef>
                          <a:spcPts val="0"/>
                        </a:spcBef>
                        <a:spcAft>
                          <a:spcPts val="0"/>
                        </a:spcAft>
                        <a:buNone/>
                      </a:pPr>
                      <a:r>
                        <a:rPr lang="en-US" sz="1800" u="none" strike="noStrike" cap="none">
                          <a:solidFill>
                            <a:schemeClr val="dk1"/>
                          </a:solidFill>
                        </a:rPr>
                        <a:t>Process</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solidFill>
                            <a:schemeClr val="dk1"/>
                          </a:solidFill>
                        </a:rPr>
                        <a:t>CPU Burst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solidFill>
                            <a:schemeClr val="dk1"/>
                          </a:solidFill>
                        </a:rPr>
                        <a:t>Priority</a:t>
                      </a:r>
                      <a:endParaRPr/>
                    </a:p>
                  </a:txBody>
                  <a:tcPr marL="91450" marR="91450" marT="45725" marB="45725"/>
                </a:tc>
                <a:extLst>
                  <a:ext uri="{0D108BD9-81ED-4DB2-BD59-A6C34878D82A}">
                    <a16:rowId xmlns:a16="http://schemas.microsoft.com/office/drawing/2014/main" val="10000"/>
                  </a:ext>
                </a:extLst>
              </a:tr>
              <a:tr h="370950">
                <a:tc>
                  <a:txBody>
                    <a:bodyPr/>
                    <a:lstStyle/>
                    <a:p>
                      <a:pPr marL="0" marR="0" lvl="0" indent="0" algn="ctr" rtl="0">
                        <a:spcBef>
                          <a:spcPts val="0"/>
                        </a:spcBef>
                        <a:spcAft>
                          <a:spcPts val="0"/>
                        </a:spcAft>
                        <a:buNone/>
                      </a:pPr>
                      <a:r>
                        <a:rPr lang="en-US" sz="1800" u="none" strike="noStrike" cap="none"/>
                        <a:t>Job A</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3</a:t>
                      </a:r>
                      <a:endParaRPr/>
                    </a:p>
                  </a:txBody>
                  <a:tcPr marL="91450" marR="91450" marT="45725" marB="45725"/>
                </a:tc>
                <a:extLst>
                  <a:ext uri="{0D108BD9-81ED-4DB2-BD59-A6C34878D82A}">
                    <a16:rowId xmlns:a16="http://schemas.microsoft.com/office/drawing/2014/main" val="10001"/>
                  </a:ext>
                </a:extLst>
              </a:tr>
              <a:tr h="370950">
                <a:tc>
                  <a:txBody>
                    <a:bodyPr/>
                    <a:lstStyle/>
                    <a:p>
                      <a:pPr marL="0" marR="0" lvl="0" indent="0" algn="ctr" rtl="0">
                        <a:spcBef>
                          <a:spcPts val="0"/>
                        </a:spcBef>
                        <a:spcAft>
                          <a:spcPts val="0"/>
                        </a:spcAft>
                        <a:buNone/>
                      </a:pPr>
                      <a:r>
                        <a:rPr lang="en-US" sz="1800" u="none" strike="noStrike" cap="none"/>
                        <a:t>Job B</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extLst>
                  <a:ext uri="{0D108BD9-81ED-4DB2-BD59-A6C34878D82A}">
                    <a16:rowId xmlns:a16="http://schemas.microsoft.com/office/drawing/2014/main" val="10002"/>
                  </a:ext>
                </a:extLst>
              </a:tr>
              <a:tr h="370950">
                <a:tc>
                  <a:txBody>
                    <a:bodyPr/>
                    <a:lstStyle/>
                    <a:p>
                      <a:pPr marL="0" marR="0" lvl="0" indent="0" algn="ctr" rtl="0">
                        <a:spcBef>
                          <a:spcPts val="0"/>
                        </a:spcBef>
                        <a:spcAft>
                          <a:spcPts val="0"/>
                        </a:spcAft>
                        <a:buNone/>
                      </a:pPr>
                      <a:r>
                        <a:rPr lang="en-US" sz="1800" u="none" strike="noStrike" cap="none"/>
                        <a:t>Job C</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2</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4</a:t>
                      </a:r>
                      <a:endParaRPr/>
                    </a:p>
                  </a:txBody>
                  <a:tcPr marL="91450" marR="91450" marT="45725" marB="45725"/>
                </a:tc>
                <a:extLst>
                  <a:ext uri="{0D108BD9-81ED-4DB2-BD59-A6C34878D82A}">
                    <a16:rowId xmlns:a16="http://schemas.microsoft.com/office/drawing/2014/main" val="10003"/>
                  </a:ext>
                </a:extLst>
              </a:tr>
              <a:tr h="370950">
                <a:tc>
                  <a:txBody>
                    <a:bodyPr/>
                    <a:lstStyle/>
                    <a:p>
                      <a:pPr marL="0" marR="0" lvl="0" indent="0" algn="ctr" rtl="0">
                        <a:spcBef>
                          <a:spcPts val="0"/>
                        </a:spcBef>
                        <a:spcAft>
                          <a:spcPts val="0"/>
                        </a:spcAft>
                        <a:buNone/>
                      </a:pPr>
                      <a:r>
                        <a:rPr lang="en-US" sz="1800" u="none" strike="noStrike" cap="none"/>
                        <a:t>Job D</a:t>
                      </a:r>
                      <a:endParaRPr/>
                    </a:p>
                  </a:txBody>
                  <a:tcPr marL="91450" marR="91450" marT="45725" marB="45725"/>
                </a:tc>
                <a:tc>
                  <a:txBody>
                    <a:bodyPr/>
                    <a:lstStyle/>
                    <a:p>
                      <a:pPr marL="0" marR="0" lvl="0" indent="0" algn="ctr" rtl="0">
                        <a:spcBef>
                          <a:spcPts val="0"/>
                        </a:spcBef>
                        <a:spcAft>
                          <a:spcPts val="0"/>
                        </a:spcAft>
                        <a:buNone/>
                      </a:pPr>
                      <a:r>
                        <a:rPr lang="en-US" sz="1800" u="none" strike="noStrike" cap="none" dirty="0"/>
                        <a:t>1</a:t>
                      </a:r>
                      <a:endParaRPr dirty="0"/>
                    </a:p>
                  </a:txBody>
                  <a:tcPr marL="91450" marR="91450" marT="45725" marB="45725"/>
                </a:tc>
                <a:tc>
                  <a:txBody>
                    <a:bodyPr/>
                    <a:lstStyle/>
                    <a:p>
                      <a:pPr marL="0" marR="0" lvl="0" indent="0" algn="ctr" rtl="0">
                        <a:spcBef>
                          <a:spcPts val="0"/>
                        </a:spcBef>
                        <a:spcAft>
                          <a:spcPts val="0"/>
                        </a:spcAft>
                        <a:buNone/>
                      </a:pPr>
                      <a:r>
                        <a:rPr lang="en-US" sz="1800" u="none" strike="noStrike" cap="none"/>
                        <a:t>5</a:t>
                      </a:r>
                      <a:endParaRPr/>
                    </a:p>
                  </a:txBody>
                  <a:tcPr marL="91450" marR="91450" marT="45725" marB="45725"/>
                </a:tc>
                <a:extLst>
                  <a:ext uri="{0D108BD9-81ED-4DB2-BD59-A6C34878D82A}">
                    <a16:rowId xmlns:a16="http://schemas.microsoft.com/office/drawing/2014/main" val="10004"/>
                  </a:ext>
                </a:extLst>
              </a:tr>
              <a:tr h="370950">
                <a:tc>
                  <a:txBody>
                    <a:bodyPr/>
                    <a:lstStyle/>
                    <a:p>
                      <a:pPr marL="0" marR="0" lvl="0" indent="0" algn="ctr" rtl="0">
                        <a:spcBef>
                          <a:spcPts val="0"/>
                        </a:spcBef>
                        <a:spcAft>
                          <a:spcPts val="0"/>
                        </a:spcAft>
                        <a:buNone/>
                      </a:pPr>
                      <a:r>
                        <a:rPr lang="en-US" sz="1800" u="none" strike="noStrike" cap="none"/>
                        <a:t>Job E</a:t>
                      </a:r>
                      <a:endParaRPr/>
                    </a:p>
                  </a:txBody>
                  <a:tcPr marL="91450" marR="91450" marT="45725" marB="45725"/>
                </a:tc>
                <a:tc>
                  <a:txBody>
                    <a:bodyPr/>
                    <a:lstStyle/>
                    <a:p>
                      <a:pPr marL="0" marR="0" lvl="0" indent="0" algn="ctr" rtl="0">
                        <a:spcBef>
                          <a:spcPts val="0"/>
                        </a:spcBef>
                        <a:spcAft>
                          <a:spcPts val="0"/>
                        </a:spcAft>
                        <a:buNone/>
                      </a:pPr>
                      <a:r>
                        <a:rPr lang="en-US" sz="1800" u="none" strike="noStrike" cap="none" dirty="0"/>
                        <a:t>5</a:t>
                      </a:r>
                      <a:endParaRPr dirty="0"/>
                    </a:p>
                  </a:txBody>
                  <a:tcPr marL="91450" marR="91450" marT="45725" marB="45725"/>
                </a:tc>
                <a:tc>
                  <a:txBody>
                    <a:bodyPr/>
                    <a:lstStyle/>
                    <a:p>
                      <a:pPr marL="0" marR="0" lvl="0" indent="0" algn="ctr" rtl="0">
                        <a:spcBef>
                          <a:spcPts val="0"/>
                        </a:spcBef>
                        <a:spcAft>
                          <a:spcPts val="0"/>
                        </a:spcAft>
                        <a:buNone/>
                      </a:pPr>
                      <a:r>
                        <a:rPr lang="en-US" sz="1800" u="none" strike="noStrike" cap="none" dirty="0"/>
                        <a:t>2</a:t>
                      </a:r>
                      <a:endParaRPr dirty="0"/>
                    </a:p>
                  </a:txBody>
                  <a:tcPr marL="91450" marR="91450" marT="45725" marB="45725"/>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01818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A793B4CE-B2A0-488A-A70F-4F9FD782477B}"/>
              </a:ext>
            </a:extLst>
          </p:cNvPr>
          <p:cNvSpPr>
            <a:spLocks noGrp="1" noChangeArrowheads="1"/>
          </p:cNvSpPr>
          <p:nvPr>
            <p:ph type="title"/>
          </p:nvPr>
        </p:nvSpPr>
        <p:spPr>
          <a:xfrm>
            <a:off x="1406525" y="115888"/>
            <a:ext cx="7280275" cy="576262"/>
          </a:xfrm>
        </p:spPr>
        <p:txBody>
          <a:bodyPr/>
          <a:lstStyle/>
          <a:p>
            <a:pPr eaLnBrk="1" hangingPunct="1"/>
            <a:r>
              <a:rPr lang="en-US" altLang="en-US" sz="2800"/>
              <a:t>Combining Priority Scheduling and RR</a:t>
            </a:r>
          </a:p>
        </p:txBody>
      </p:sp>
      <p:sp>
        <p:nvSpPr>
          <p:cNvPr id="3" name="Rectangle 36">
            <a:extLst>
              <a:ext uri="{FF2B5EF4-FFF2-40B4-BE49-F238E27FC236}">
                <a16:creationId xmlns:a16="http://schemas.microsoft.com/office/drawing/2014/main" id="{4B2F3F01-5DB7-8F9B-AB86-86F720FA77CD}"/>
              </a:ext>
            </a:extLst>
          </p:cNvPr>
          <p:cNvSpPr txBox="1">
            <a:spLocks noChangeArrowheads="1"/>
          </p:cNvSpPr>
          <p:nvPr/>
        </p:nvSpPr>
        <p:spPr bwMode="auto">
          <a:xfrm>
            <a:off x="523783" y="4417531"/>
            <a:ext cx="7953467" cy="21148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35000"/>
              </a:spcBef>
              <a:spcAft>
                <a:spcPct val="0"/>
              </a:spcAft>
              <a:buClr>
                <a:srgbClr val="993300"/>
              </a:buClr>
              <a:buSzPct val="90000"/>
              <a:buFont typeface="Monotype Sorts" pitchFamily="-84" charset="2"/>
              <a:buChar char="n"/>
              <a:defRPr kumimoji="1" sz="2200">
                <a:solidFill>
                  <a:schemeClr val="tx1"/>
                </a:solidFill>
                <a:latin typeface="+mn-lt"/>
                <a:ea typeface="MS PGothic" pitchFamily="34" charset="-128"/>
                <a:cs typeface="ＭＳ Ｐゴシック" charset="-128"/>
              </a:defRPr>
            </a:lvl1pPr>
            <a:lvl2pPr marL="742950" indent="-285750" algn="l" rtl="0" eaLnBrk="0" fontAlgn="base" hangingPunct="0">
              <a:spcBef>
                <a:spcPct val="35000"/>
              </a:spcBef>
              <a:spcAft>
                <a:spcPct val="0"/>
              </a:spcAft>
              <a:buClr>
                <a:srgbClr val="CC6600"/>
              </a:buClr>
              <a:buSzPct val="80000"/>
              <a:buFont typeface="Monotype Sorts" pitchFamily="-84" charset="2"/>
              <a:buChar char="l"/>
              <a:defRPr kumimoji="1" sz="2000">
                <a:solidFill>
                  <a:schemeClr val="tx1"/>
                </a:solidFill>
                <a:latin typeface="+mn-lt"/>
                <a:ea typeface="MS PGothic" pitchFamily="34" charset="-128"/>
              </a:defRPr>
            </a:lvl2pPr>
            <a:lvl3pPr marL="1085850" indent="-228600" algn="l" rtl="0" eaLnBrk="0" fontAlgn="base" hangingPunct="0">
              <a:spcBef>
                <a:spcPct val="35000"/>
              </a:spcBef>
              <a:spcAft>
                <a:spcPct val="0"/>
              </a:spcAft>
              <a:buClr>
                <a:srgbClr val="009900"/>
              </a:buClr>
              <a:buSzPct val="75000"/>
              <a:buFont typeface="Webdings" panose="05030102010509060703" pitchFamily="18" charset="2"/>
              <a:buChar char="4"/>
              <a:defRPr kumimoji="1" sz="2000">
                <a:solidFill>
                  <a:schemeClr val="tx1"/>
                </a:solidFill>
                <a:latin typeface="+mn-lt"/>
                <a:ea typeface="MS PGothic" pitchFamily="34" charset="-128"/>
              </a:defRPr>
            </a:lvl3pPr>
            <a:lvl4pPr marL="1428750" indent="-228600" algn="l" rtl="0" eaLnBrk="0" fontAlgn="base" hangingPunct="0">
              <a:spcBef>
                <a:spcPct val="35000"/>
              </a:spcBef>
              <a:spcAft>
                <a:spcPct val="0"/>
              </a:spcAft>
              <a:buClr>
                <a:schemeClr val="hlink"/>
              </a:buClr>
              <a:buSzPct val="75000"/>
              <a:buChar char="–"/>
              <a:defRPr kumimoji="1" sz="1800">
                <a:solidFill>
                  <a:schemeClr val="tx1"/>
                </a:solidFill>
                <a:latin typeface="+mn-lt"/>
                <a:ea typeface="MS PGothic" pitchFamily="34" charset="-128"/>
              </a:defRPr>
            </a:lvl4pPr>
            <a:lvl5pPr marL="1771650" indent="-228600" algn="l" rtl="0" eaLnBrk="0" fontAlgn="base" hangingPunct="0">
              <a:spcBef>
                <a:spcPct val="35000"/>
              </a:spcBef>
              <a:spcAft>
                <a:spcPct val="0"/>
              </a:spcAft>
              <a:buClr>
                <a:srgbClr val="FF0066"/>
              </a:buClr>
              <a:buSzPct val="75000"/>
              <a:buChar char="»"/>
              <a:defRPr kumimoji="1" sz="1800">
                <a:solidFill>
                  <a:schemeClr val="tx1"/>
                </a:solidFill>
                <a:latin typeface="+mn-lt"/>
                <a:ea typeface="MS PGothic"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ＭＳ Ｐゴシック" charset="-128"/>
              </a:defRPr>
            </a:lvl9pPr>
          </a:lstStyle>
          <a:p>
            <a:pPr>
              <a:buFont typeface="Monotype Sorts" pitchFamily="-84" charset="2"/>
              <a:buNone/>
              <a:tabLst>
                <a:tab pos="1600200" algn="ctr"/>
                <a:tab pos="3251200" algn="ctr"/>
                <a:tab pos="5140325" algn="ctr"/>
              </a:tabLst>
            </a:pPr>
            <a:r>
              <a:rPr lang="en-US" altLang="en-US" kern="0"/>
              <a:t>Priority scheduling Gantt Chart</a:t>
            </a:r>
          </a:p>
          <a:p>
            <a:pPr>
              <a:tabLst>
                <a:tab pos="1600200" algn="ctr"/>
                <a:tab pos="3251200" algn="ctr"/>
                <a:tab pos="5140325" algn="ctr"/>
              </a:tabLst>
            </a:pPr>
            <a:endParaRPr lang="en-US" altLang="en-US" sz="1700" kern="0"/>
          </a:p>
          <a:p>
            <a:pPr>
              <a:buFont typeface="Monotype Sorts" pitchFamily="-84" charset="2"/>
              <a:buNone/>
              <a:tabLst>
                <a:tab pos="1600200" algn="ctr"/>
                <a:tab pos="3251200" algn="ctr"/>
                <a:tab pos="5140325" algn="ctr"/>
              </a:tabLst>
            </a:pPr>
            <a:endParaRPr lang="en-US" altLang="en-US" sz="1700" kern="0"/>
          </a:p>
          <a:p>
            <a:pPr>
              <a:buFont typeface="Monotype Sorts" pitchFamily="-84" charset="2"/>
              <a:buNone/>
              <a:tabLst>
                <a:tab pos="1600200" algn="ctr"/>
                <a:tab pos="3251200" algn="ctr"/>
                <a:tab pos="5140325" algn="ctr"/>
              </a:tabLst>
            </a:pPr>
            <a:endParaRPr lang="en-US" altLang="en-US" sz="1700" kern="0"/>
          </a:p>
          <a:p>
            <a:pPr>
              <a:tabLst>
                <a:tab pos="1600200" algn="ctr"/>
                <a:tab pos="3251200" algn="ctr"/>
                <a:tab pos="5140325" algn="ctr"/>
              </a:tabLst>
            </a:pPr>
            <a:r>
              <a:rPr lang="en-US" altLang="en-US" sz="2000" kern="0"/>
              <a:t>Average waiting time = 13.6 ms ( previously 8.2 ms)</a:t>
            </a:r>
            <a:endParaRPr lang="en-US" altLang="en-US" sz="2000" i="1" kern="0" baseline="-25000" dirty="0"/>
          </a:p>
        </p:txBody>
      </p:sp>
      <p:sp>
        <p:nvSpPr>
          <p:cNvPr id="4" name="TextBox 4">
            <a:extLst>
              <a:ext uri="{FF2B5EF4-FFF2-40B4-BE49-F238E27FC236}">
                <a16:creationId xmlns:a16="http://schemas.microsoft.com/office/drawing/2014/main" id="{F532BF2B-0A79-7315-F14A-B0E8587A91FE}"/>
              </a:ext>
            </a:extLst>
          </p:cNvPr>
          <p:cNvSpPr txBox="1">
            <a:spLocks noChangeArrowheads="1"/>
          </p:cNvSpPr>
          <p:nvPr/>
        </p:nvSpPr>
        <p:spPr bwMode="auto">
          <a:xfrm>
            <a:off x="398571" y="997407"/>
            <a:ext cx="8078679" cy="1446550"/>
          </a:xfrm>
          <a:prstGeom prst="rect">
            <a:avLst/>
          </a:prstGeom>
          <a:noFill/>
          <a:ln>
            <a:noFill/>
          </a:ln>
        </p:spPr>
        <p:txBody>
          <a:bodyPr wrap="square">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marL="285750" indent="-285750">
              <a:buClr>
                <a:srgbClr val="993300"/>
              </a:buClr>
              <a:buSzPct val="90000"/>
              <a:buFont typeface="Wingdings" panose="05000000000000000000" pitchFamily="2" charset="2"/>
              <a:buChar char="n"/>
              <a:defRPr/>
            </a:pPr>
            <a:r>
              <a:rPr lang="en-US" altLang="en-US" sz="2200" dirty="0">
                <a:latin typeface="+mn-lt"/>
              </a:rPr>
              <a:t>System executes the highest priority process; processes with the same priority will be run using round-robin (q = 2). </a:t>
            </a:r>
          </a:p>
          <a:p>
            <a:pPr marL="285750" indent="-285750">
              <a:buClr>
                <a:srgbClr val="993300"/>
              </a:buClr>
              <a:buSzPct val="90000"/>
              <a:buFont typeface="Wingdings" panose="05000000000000000000" pitchFamily="2" charset="2"/>
              <a:buChar char="n"/>
              <a:defRPr/>
            </a:pPr>
            <a:r>
              <a:rPr lang="en-US" altLang="en-US" sz="2200" dirty="0">
                <a:latin typeface="+mn-lt"/>
              </a:rPr>
              <a:t>Consider the following five processes and their burst time</a:t>
            </a:r>
          </a:p>
          <a:p>
            <a:pPr>
              <a:buClr>
                <a:srgbClr val="993300"/>
              </a:buClr>
              <a:buSzPct val="90000"/>
              <a:defRPr/>
            </a:pPr>
            <a:endParaRPr lang="en-US" altLang="en-US" sz="2200" dirty="0">
              <a:latin typeface="+mn-lt"/>
            </a:endParaRPr>
          </a:p>
        </p:txBody>
      </p:sp>
      <p:grpSp>
        <p:nvGrpSpPr>
          <p:cNvPr id="5" name="Group 4">
            <a:extLst>
              <a:ext uri="{FF2B5EF4-FFF2-40B4-BE49-F238E27FC236}">
                <a16:creationId xmlns:a16="http://schemas.microsoft.com/office/drawing/2014/main" id="{33788F4A-CA7E-C9EC-A7B4-8E8872497998}"/>
              </a:ext>
            </a:extLst>
          </p:cNvPr>
          <p:cNvGrpSpPr/>
          <p:nvPr/>
        </p:nvGrpSpPr>
        <p:grpSpPr>
          <a:xfrm>
            <a:off x="1277619" y="4906022"/>
            <a:ext cx="6291263" cy="800605"/>
            <a:chOff x="1277619" y="4906022"/>
            <a:chExt cx="6291263" cy="800605"/>
          </a:xfrm>
        </p:grpSpPr>
        <p:pic>
          <p:nvPicPr>
            <p:cNvPr id="14" name="Google Shape;1256;p71">
              <a:extLst>
                <a:ext uri="{FF2B5EF4-FFF2-40B4-BE49-F238E27FC236}">
                  <a16:creationId xmlns:a16="http://schemas.microsoft.com/office/drawing/2014/main" id="{97D9CDD8-73BB-9116-FED8-EE66FD4FDC21}"/>
                </a:ext>
              </a:extLst>
            </p:cNvPr>
            <p:cNvPicPr preferRelativeResize="0"/>
            <p:nvPr/>
          </p:nvPicPr>
          <p:blipFill rotWithShape="1">
            <a:blip r:embed="rId3">
              <a:alphaModFix/>
            </a:blip>
            <a:srcRect/>
            <a:stretch/>
          </p:blipFill>
          <p:spPr>
            <a:xfrm>
              <a:off x="1277619" y="4906022"/>
              <a:ext cx="6291263" cy="720725"/>
            </a:xfrm>
            <a:prstGeom prst="rect">
              <a:avLst/>
            </a:prstGeom>
            <a:noFill/>
            <a:ln>
              <a:noFill/>
            </a:ln>
          </p:spPr>
        </p:pic>
        <p:sp>
          <p:nvSpPr>
            <p:cNvPr id="15" name="Rectangle 14">
              <a:extLst>
                <a:ext uri="{FF2B5EF4-FFF2-40B4-BE49-F238E27FC236}">
                  <a16:creationId xmlns:a16="http://schemas.microsoft.com/office/drawing/2014/main" id="{0A3AEB08-501D-EFF9-4F40-77C7A277F3F9}"/>
                </a:ext>
              </a:extLst>
            </p:cNvPr>
            <p:cNvSpPr/>
            <p:nvPr/>
          </p:nvSpPr>
          <p:spPr>
            <a:xfrm>
              <a:off x="6984417" y="5404969"/>
              <a:ext cx="348793" cy="3016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25</a:t>
              </a:r>
              <a:endParaRPr lang="en-MY" sz="1000" dirty="0">
                <a:solidFill>
                  <a:schemeClr val="tx1"/>
                </a:solidFill>
              </a:endParaRPr>
            </a:p>
          </p:txBody>
        </p:sp>
      </p:grpSp>
      <p:graphicFrame>
        <p:nvGraphicFramePr>
          <p:cNvPr id="16" name="Table 15">
            <a:extLst>
              <a:ext uri="{FF2B5EF4-FFF2-40B4-BE49-F238E27FC236}">
                <a16:creationId xmlns:a16="http://schemas.microsoft.com/office/drawing/2014/main" id="{0CBE761A-3EED-3679-4BFC-AA329AA211F0}"/>
              </a:ext>
            </a:extLst>
          </p:cNvPr>
          <p:cNvGraphicFramePr>
            <a:graphicFrameLocks noGrp="1"/>
          </p:cNvGraphicFramePr>
          <p:nvPr>
            <p:extLst>
              <p:ext uri="{D42A27DB-BD31-4B8C-83A1-F6EECF244321}">
                <p14:modId xmlns:p14="http://schemas.microsoft.com/office/powerpoint/2010/main" val="2673549239"/>
              </p:ext>
            </p:extLst>
          </p:nvPr>
        </p:nvGraphicFramePr>
        <p:xfrm>
          <a:off x="4118567" y="2170416"/>
          <a:ext cx="3934120" cy="2225040"/>
        </p:xfrm>
        <a:graphic>
          <a:graphicData uri="http://schemas.openxmlformats.org/drawingml/2006/table">
            <a:tbl>
              <a:tblPr firstRow="1" bandRow="1"/>
              <a:tblGrid>
                <a:gridCol w="1103176">
                  <a:extLst>
                    <a:ext uri="{9D8B030D-6E8A-4147-A177-3AD203B41FA5}">
                      <a16:colId xmlns:a16="http://schemas.microsoft.com/office/drawing/2014/main" val="539566138"/>
                    </a:ext>
                  </a:extLst>
                </a:gridCol>
                <a:gridCol w="1482910">
                  <a:extLst>
                    <a:ext uri="{9D8B030D-6E8A-4147-A177-3AD203B41FA5}">
                      <a16:colId xmlns:a16="http://schemas.microsoft.com/office/drawing/2014/main" val="3401314942"/>
                    </a:ext>
                  </a:extLst>
                </a:gridCol>
                <a:gridCol w="1348034">
                  <a:extLst>
                    <a:ext uri="{9D8B030D-6E8A-4147-A177-3AD203B41FA5}">
                      <a16:colId xmlns:a16="http://schemas.microsoft.com/office/drawing/2014/main" val="2272944865"/>
                    </a:ext>
                  </a:extLst>
                </a:gridCol>
              </a:tblGrid>
              <a:tr h="370840">
                <a:tc>
                  <a:txBody>
                    <a:bodyPr/>
                    <a:lstStyle/>
                    <a:p>
                      <a:pPr algn="ctr"/>
                      <a:r>
                        <a:rPr lang="en-US" sz="1400" b="1" dirty="0"/>
                        <a:t>Process</a:t>
                      </a:r>
                      <a:endParaRPr lang="en-MY" sz="1400" b="1" dirty="0"/>
                    </a:p>
                  </a:txBody>
                  <a:tcPr/>
                </a:tc>
                <a:tc>
                  <a:txBody>
                    <a:bodyPr/>
                    <a:lstStyle/>
                    <a:p>
                      <a:pPr algn="ctr"/>
                      <a:r>
                        <a:rPr lang="en-US" sz="1400" b="1" dirty="0"/>
                        <a:t>Burst Time</a:t>
                      </a:r>
                      <a:endParaRPr lang="en-MY" sz="1400" b="1" dirty="0"/>
                    </a:p>
                  </a:txBody>
                  <a:tcPr/>
                </a:tc>
                <a:tc>
                  <a:txBody>
                    <a:bodyPr/>
                    <a:lstStyle/>
                    <a:p>
                      <a:pPr algn="ctr"/>
                      <a:r>
                        <a:rPr lang="en-US" sz="1400" b="1" dirty="0"/>
                        <a:t>Priority</a:t>
                      </a:r>
                      <a:endParaRPr lang="en-MY" sz="1400" b="1" dirty="0"/>
                    </a:p>
                  </a:txBody>
                  <a:tcPr/>
                </a:tc>
                <a:extLst>
                  <a:ext uri="{0D108BD9-81ED-4DB2-BD59-A6C34878D82A}">
                    <a16:rowId xmlns:a16="http://schemas.microsoft.com/office/drawing/2014/main" val="2934402957"/>
                  </a:ext>
                </a:extLst>
              </a:tr>
              <a:tr h="370840">
                <a:tc>
                  <a:txBody>
                    <a:bodyPr/>
                    <a:lstStyle/>
                    <a:p>
                      <a:pPr algn="ctr"/>
                      <a:r>
                        <a:rPr lang="en-US" sz="1400" i="1" dirty="0"/>
                        <a:t>P</a:t>
                      </a:r>
                      <a:r>
                        <a:rPr lang="en-US" sz="1400" i="1" baseline="-25000" dirty="0"/>
                        <a:t>1</a:t>
                      </a:r>
                      <a:endParaRPr lang="en-MY" sz="1400" dirty="0"/>
                    </a:p>
                  </a:txBody>
                  <a:tcPr/>
                </a:tc>
                <a:tc>
                  <a:txBody>
                    <a:bodyPr/>
                    <a:lstStyle/>
                    <a:p>
                      <a:pPr algn="ctr"/>
                      <a:r>
                        <a:rPr lang="en-US" sz="1400" dirty="0"/>
                        <a:t>4</a:t>
                      </a:r>
                      <a:endParaRPr lang="en-MY" sz="1400" dirty="0"/>
                    </a:p>
                  </a:txBody>
                  <a:tcPr/>
                </a:tc>
                <a:tc>
                  <a:txBody>
                    <a:bodyPr/>
                    <a:lstStyle/>
                    <a:p>
                      <a:pPr algn="ctr"/>
                      <a:r>
                        <a:rPr lang="en-US" sz="1400" dirty="0"/>
                        <a:t>3</a:t>
                      </a:r>
                      <a:endParaRPr lang="en-MY" sz="1400" dirty="0"/>
                    </a:p>
                  </a:txBody>
                  <a:tcPr/>
                </a:tc>
                <a:extLst>
                  <a:ext uri="{0D108BD9-81ED-4DB2-BD59-A6C34878D82A}">
                    <a16:rowId xmlns:a16="http://schemas.microsoft.com/office/drawing/2014/main" val="1301099756"/>
                  </a:ext>
                </a:extLst>
              </a:tr>
              <a:tr h="370840">
                <a:tc>
                  <a:txBody>
                    <a:bodyPr/>
                    <a:lstStyle/>
                    <a:p>
                      <a:pPr algn="ctr"/>
                      <a:r>
                        <a:rPr lang="en-US" sz="1400" i="1" dirty="0"/>
                        <a:t>P</a:t>
                      </a:r>
                      <a:r>
                        <a:rPr lang="en-US" sz="1400" i="1" baseline="-25000" dirty="0"/>
                        <a:t>2</a:t>
                      </a:r>
                      <a:endParaRPr lang="en-MY" sz="1400" dirty="0"/>
                    </a:p>
                  </a:txBody>
                  <a:tcPr/>
                </a:tc>
                <a:tc>
                  <a:txBody>
                    <a:bodyPr/>
                    <a:lstStyle/>
                    <a:p>
                      <a:pPr algn="ctr"/>
                      <a:r>
                        <a:rPr lang="en-US" sz="1400" dirty="0"/>
                        <a:t>5</a:t>
                      </a:r>
                      <a:endParaRPr lang="en-MY" sz="1400" dirty="0"/>
                    </a:p>
                  </a:txBody>
                  <a:tcPr/>
                </a:tc>
                <a:tc>
                  <a:txBody>
                    <a:bodyPr/>
                    <a:lstStyle/>
                    <a:p>
                      <a:pPr algn="ctr"/>
                      <a:r>
                        <a:rPr lang="en-US" sz="1400" dirty="0"/>
                        <a:t>2</a:t>
                      </a:r>
                      <a:endParaRPr lang="en-MY" sz="1400" dirty="0"/>
                    </a:p>
                  </a:txBody>
                  <a:tcPr/>
                </a:tc>
                <a:extLst>
                  <a:ext uri="{0D108BD9-81ED-4DB2-BD59-A6C34878D82A}">
                    <a16:rowId xmlns:a16="http://schemas.microsoft.com/office/drawing/2014/main" val="1911323222"/>
                  </a:ext>
                </a:extLst>
              </a:tr>
              <a:tr h="370840">
                <a:tc>
                  <a:txBody>
                    <a:bodyPr/>
                    <a:lstStyle/>
                    <a:p>
                      <a:pPr algn="ctr"/>
                      <a:r>
                        <a:rPr lang="en-US" sz="1400" i="1" dirty="0"/>
                        <a:t>P</a:t>
                      </a:r>
                      <a:r>
                        <a:rPr lang="en-US" sz="1400" i="1" baseline="-25000" dirty="0"/>
                        <a:t>3</a:t>
                      </a:r>
                      <a:endParaRPr lang="en-MY" sz="1400" dirty="0"/>
                    </a:p>
                  </a:txBody>
                  <a:tcPr/>
                </a:tc>
                <a:tc>
                  <a:txBody>
                    <a:bodyPr/>
                    <a:lstStyle/>
                    <a:p>
                      <a:pPr algn="ctr"/>
                      <a:r>
                        <a:rPr lang="en-US" sz="1400" dirty="0"/>
                        <a:t>8</a:t>
                      </a:r>
                      <a:endParaRPr lang="en-MY" sz="1400" dirty="0"/>
                    </a:p>
                  </a:txBody>
                  <a:tcPr/>
                </a:tc>
                <a:tc>
                  <a:txBody>
                    <a:bodyPr/>
                    <a:lstStyle/>
                    <a:p>
                      <a:pPr algn="ctr"/>
                      <a:r>
                        <a:rPr lang="en-US" sz="1400" dirty="0"/>
                        <a:t>2</a:t>
                      </a:r>
                      <a:endParaRPr lang="en-MY" sz="1400" dirty="0"/>
                    </a:p>
                  </a:txBody>
                  <a:tcPr/>
                </a:tc>
                <a:extLst>
                  <a:ext uri="{0D108BD9-81ED-4DB2-BD59-A6C34878D82A}">
                    <a16:rowId xmlns:a16="http://schemas.microsoft.com/office/drawing/2014/main" val="1685989197"/>
                  </a:ext>
                </a:extLst>
              </a:tr>
              <a:tr h="370840">
                <a:tc>
                  <a:txBody>
                    <a:bodyPr/>
                    <a:lstStyle/>
                    <a:p>
                      <a:pPr algn="ctr"/>
                      <a:r>
                        <a:rPr lang="en-US" sz="1400" i="1" dirty="0"/>
                        <a:t>P</a:t>
                      </a:r>
                      <a:r>
                        <a:rPr lang="en-US" sz="1400" i="1" baseline="-25000" dirty="0"/>
                        <a:t>4</a:t>
                      </a:r>
                      <a:endParaRPr lang="en-MY" sz="1400" dirty="0"/>
                    </a:p>
                  </a:txBody>
                  <a:tcPr/>
                </a:tc>
                <a:tc>
                  <a:txBody>
                    <a:bodyPr/>
                    <a:lstStyle/>
                    <a:p>
                      <a:pPr algn="ctr"/>
                      <a:r>
                        <a:rPr lang="en-US" sz="1400" dirty="0"/>
                        <a:t>7</a:t>
                      </a:r>
                      <a:endParaRPr lang="en-MY" sz="1400" dirty="0"/>
                    </a:p>
                  </a:txBody>
                  <a:tcPr/>
                </a:tc>
                <a:tc>
                  <a:txBody>
                    <a:bodyPr/>
                    <a:lstStyle/>
                    <a:p>
                      <a:pPr algn="ctr"/>
                      <a:r>
                        <a:rPr lang="en-US" sz="1400" dirty="0"/>
                        <a:t>1</a:t>
                      </a:r>
                      <a:endParaRPr lang="en-MY" sz="1400" dirty="0"/>
                    </a:p>
                  </a:txBody>
                  <a:tcPr/>
                </a:tc>
                <a:extLst>
                  <a:ext uri="{0D108BD9-81ED-4DB2-BD59-A6C34878D82A}">
                    <a16:rowId xmlns:a16="http://schemas.microsoft.com/office/drawing/2014/main" val="2083476973"/>
                  </a:ext>
                </a:extLst>
              </a:tr>
              <a:tr h="370840">
                <a:tc>
                  <a:txBody>
                    <a:bodyPr/>
                    <a:lstStyle/>
                    <a:p>
                      <a:pPr algn="ctr"/>
                      <a:r>
                        <a:rPr lang="en-US" sz="1400" i="1" dirty="0"/>
                        <a:t>P</a:t>
                      </a:r>
                      <a:r>
                        <a:rPr lang="en-US" sz="1400" i="1" baseline="-25000" dirty="0"/>
                        <a:t>5</a:t>
                      </a:r>
                      <a:endParaRPr lang="en-MY" sz="1400" dirty="0"/>
                    </a:p>
                  </a:txBody>
                  <a:tcPr/>
                </a:tc>
                <a:tc>
                  <a:txBody>
                    <a:bodyPr/>
                    <a:lstStyle/>
                    <a:p>
                      <a:pPr algn="ctr"/>
                      <a:r>
                        <a:rPr lang="en-US" sz="1400" dirty="0"/>
                        <a:t>3</a:t>
                      </a:r>
                      <a:endParaRPr lang="en-MY" sz="1400" dirty="0"/>
                    </a:p>
                  </a:txBody>
                  <a:tcPr/>
                </a:tc>
                <a:tc>
                  <a:txBody>
                    <a:bodyPr/>
                    <a:lstStyle/>
                    <a:p>
                      <a:pPr algn="ctr"/>
                      <a:r>
                        <a:rPr lang="en-US" sz="1400" dirty="0"/>
                        <a:t>3</a:t>
                      </a:r>
                      <a:endParaRPr lang="en-MY" sz="1400" dirty="0"/>
                    </a:p>
                  </a:txBody>
                  <a:tcPr/>
                </a:tc>
                <a:extLst>
                  <a:ext uri="{0D108BD9-81ED-4DB2-BD59-A6C34878D82A}">
                    <a16:rowId xmlns:a16="http://schemas.microsoft.com/office/drawing/2014/main" val="2920266276"/>
                  </a:ext>
                </a:extLst>
              </a:tr>
            </a:tbl>
          </a:graphicData>
        </a:graphic>
      </p:graphicFrame>
      <p:sp>
        <p:nvSpPr>
          <p:cNvPr id="17" name="Rectangle 16">
            <a:extLst>
              <a:ext uri="{FF2B5EF4-FFF2-40B4-BE49-F238E27FC236}">
                <a16:creationId xmlns:a16="http://schemas.microsoft.com/office/drawing/2014/main" id="{A8C63664-6A6A-4B39-19D3-71E66950578E}"/>
              </a:ext>
            </a:extLst>
          </p:cNvPr>
          <p:cNvSpPr/>
          <p:nvPr/>
        </p:nvSpPr>
        <p:spPr>
          <a:xfrm>
            <a:off x="606592" y="2300747"/>
            <a:ext cx="3087411" cy="1446549"/>
          </a:xfrm>
          <a:prstGeom prst="rect">
            <a:avLst/>
          </a:prstGeom>
          <a:solidFill>
            <a:srgbClr val="0099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17475">
              <a:buFont typeface="Arial" panose="020B0604020202020204" pitchFamily="34" charset="0"/>
              <a:buChar char="•"/>
            </a:pPr>
            <a:r>
              <a:rPr lang="en-MY" sz="2000" b="1" dirty="0">
                <a:solidFill>
                  <a:schemeClr val="bg2">
                    <a:lumMod val="60000"/>
                    <a:lumOff val="40000"/>
                  </a:schemeClr>
                </a:solidFill>
              </a:rPr>
              <a:t> identify the priority</a:t>
            </a:r>
          </a:p>
          <a:p>
            <a:pPr marL="117475">
              <a:buFont typeface="Arial" panose="020B0604020202020204" pitchFamily="34" charset="0"/>
              <a:buChar char="•"/>
            </a:pPr>
            <a:r>
              <a:rPr lang="en-MY" sz="2000" b="1" dirty="0">
                <a:solidFill>
                  <a:schemeClr val="bg2">
                    <a:lumMod val="60000"/>
                    <a:lumOff val="40000"/>
                  </a:schemeClr>
                </a:solidFill>
              </a:rPr>
              <a:t> if 2 processes has same priority, apply FCFS</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Google Shape;1257;p71"/>
          <p:cNvSpPr txBox="1">
            <a:spLocks noGrp="1"/>
          </p:cNvSpPr>
          <p:nvPr>
            <p:ph type="title"/>
          </p:nvPr>
        </p:nvSpPr>
        <p:spPr>
          <a:xfrm>
            <a:off x="457200" y="277813"/>
            <a:ext cx="8229600" cy="576262"/>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sz="2800" dirty="0"/>
              <a:t>Combining Priority Scheduling and RR</a:t>
            </a:r>
            <a:endParaRPr dirty="0"/>
          </a:p>
        </p:txBody>
      </p:sp>
      <p:sp>
        <p:nvSpPr>
          <p:cNvPr id="14" name="Rectangle 13"/>
          <p:cNvSpPr/>
          <p:nvPr/>
        </p:nvSpPr>
        <p:spPr>
          <a:xfrm>
            <a:off x="371197" y="6183581"/>
            <a:ext cx="4769062" cy="307777"/>
          </a:xfrm>
          <a:prstGeom prst="rect">
            <a:avLst/>
          </a:prstGeom>
          <a:solidFill>
            <a:srgbClr val="00B0F0"/>
          </a:solidFill>
        </p:spPr>
        <p:txBody>
          <a:bodyPr wrap="none">
            <a:spAutoFit/>
          </a:bodyPr>
          <a:lstStyle/>
          <a:p>
            <a:pPr lvl="0"/>
            <a:r>
              <a:rPr lang="en-US" sz="1400" dirty="0">
                <a:solidFill>
                  <a:schemeClr val="dk1"/>
                </a:solidFill>
              </a:rPr>
              <a:t>Turnaround Time = Completion time – Arrival time</a:t>
            </a:r>
            <a:endParaRPr lang="en-US" sz="1400" dirty="0"/>
          </a:p>
        </p:txBody>
      </p:sp>
      <p:sp>
        <p:nvSpPr>
          <p:cNvPr id="15" name="Rectangle 14"/>
          <p:cNvSpPr/>
          <p:nvPr/>
        </p:nvSpPr>
        <p:spPr>
          <a:xfrm>
            <a:off x="371196" y="6550223"/>
            <a:ext cx="4776629" cy="307777"/>
          </a:xfrm>
          <a:prstGeom prst="rect">
            <a:avLst/>
          </a:prstGeom>
          <a:solidFill>
            <a:srgbClr val="00B0F0"/>
          </a:solidFill>
        </p:spPr>
        <p:txBody>
          <a:bodyPr wrap="none">
            <a:spAutoFit/>
          </a:bodyPr>
          <a:lstStyle/>
          <a:p>
            <a:pPr lvl="0"/>
            <a:r>
              <a:rPr lang="en-US" sz="1400" dirty="0">
                <a:solidFill>
                  <a:schemeClr val="dk1"/>
                </a:solidFill>
              </a:rPr>
              <a:t>Waiting Time = Turnaround time time – Burst time</a:t>
            </a:r>
            <a:endParaRPr lang="en-US" sz="1400" dirty="0"/>
          </a:p>
        </p:txBody>
      </p:sp>
      <p:graphicFrame>
        <p:nvGraphicFramePr>
          <p:cNvPr id="2" name="Table 1">
            <a:extLst>
              <a:ext uri="{FF2B5EF4-FFF2-40B4-BE49-F238E27FC236}">
                <a16:creationId xmlns:a16="http://schemas.microsoft.com/office/drawing/2014/main" id="{B10264CC-8789-B9FB-B207-FD4ED91E53A4}"/>
              </a:ext>
            </a:extLst>
          </p:cNvPr>
          <p:cNvGraphicFramePr>
            <a:graphicFrameLocks noGrp="1"/>
          </p:cNvGraphicFramePr>
          <p:nvPr>
            <p:extLst>
              <p:ext uri="{D42A27DB-BD31-4B8C-83A1-F6EECF244321}">
                <p14:modId xmlns:p14="http://schemas.microsoft.com/office/powerpoint/2010/main" val="717103367"/>
              </p:ext>
            </p:extLst>
          </p:nvPr>
        </p:nvGraphicFramePr>
        <p:xfrm>
          <a:off x="371197" y="2241041"/>
          <a:ext cx="8669565" cy="2225040"/>
        </p:xfrm>
        <a:graphic>
          <a:graphicData uri="http://schemas.openxmlformats.org/drawingml/2006/table">
            <a:tbl>
              <a:tblPr firstRow="1" bandRow="1"/>
              <a:tblGrid>
                <a:gridCol w="907976">
                  <a:extLst>
                    <a:ext uri="{9D8B030D-6E8A-4147-A177-3AD203B41FA5}">
                      <a16:colId xmlns:a16="http://schemas.microsoft.com/office/drawing/2014/main" val="539566138"/>
                    </a:ext>
                  </a:extLst>
                </a:gridCol>
                <a:gridCol w="1238869">
                  <a:extLst>
                    <a:ext uri="{9D8B030D-6E8A-4147-A177-3AD203B41FA5}">
                      <a16:colId xmlns:a16="http://schemas.microsoft.com/office/drawing/2014/main" val="3401314942"/>
                    </a:ext>
                  </a:extLst>
                </a:gridCol>
                <a:gridCol w="1119460">
                  <a:extLst>
                    <a:ext uri="{9D8B030D-6E8A-4147-A177-3AD203B41FA5}">
                      <a16:colId xmlns:a16="http://schemas.microsoft.com/office/drawing/2014/main" val="2272944865"/>
                    </a:ext>
                  </a:extLst>
                </a:gridCol>
                <a:gridCol w="1834150">
                  <a:extLst>
                    <a:ext uri="{9D8B030D-6E8A-4147-A177-3AD203B41FA5}">
                      <a16:colId xmlns:a16="http://schemas.microsoft.com/office/drawing/2014/main" val="3864032983"/>
                    </a:ext>
                  </a:extLst>
                </a:gridCol>
                <a:gridCol w="1917290">
                  <a:extLst>
                    <a:ext uri="{9D8B030D-6E8A-4147-A177-3AD203B41FA5}">
                      <a16:colId xmlns:a16="http://schemas.microsoft.com/office/drawing/2014/main" val="399439904"/>
                    </a:ext>
                  </a:extLst>
                </a:gridCol>
                <a:gridCol w="1651820">
                  <a:extLst>
                    <a:ext uri="{9D8B030D-6E8A-4147-A177-3AD203B41FA5}">
                      <a16:colId xmlns:a16="http://schemas.microsoft.com/office/drawing/2014/main" val="2043680489"/>
                    </a:ext>
                  </a:extLst>
                </a:gridCol>
              </a:tblGrid>
              <a:tr h="370840">
                <a:tc>
                  <a:txBody>
                    <a:bodyPr/>
                    <a:lstStyle/>
                    <a:p>
                      <a:pPr algn="ctr"/>
                      <a:r>
                        <a:rPr lang="en-US" sz="1400" b="1" dirty="0"/>
                        <a:t>Process</a:t>
                      </a:r>
                      <a:endParaRPr lang="en-MY" sz="1400" b="1" dirty="0"/>
                    </a:p>
                  </a:txBody>
                  <a:tcPr/>
                </a:tc>
                <a:tc>
                  <a:txBody>
                    <a:bodyPr/>
                    <a:lstStyle/>
                    <a:p>
                      <a:pPr algn="ctr"/>
                      <a:r>
                        <a:rPr lang="en-US" sz="1400" b="1" dirty="0"/>
                        <a:t>Burst Time</a:t>
                      </a:r>
                      <a:endParaRPr lang="en-MY" sz="1400" b="1" dirty="0"/>
                    </a:p>
                  </a:txBody>
                  <a:tcPr/>
                </a:tc>
                <a:tc>
                  <a:txBody>
                    <a:bodyPr/>
                    <a:lstStyle/>
                    <a:p>
                      <a:pPr algn="ctr"/>
                      <a:r>
                        <a:rPr lang="en-US" sz="1400" b="1" dirty="0"/>
                        <a:t>Priority</a:t>
                      </a:r>
                      <a:endParaRPr lang="en-MY" sz="1400" b="1" dirty="0"/>
                    </a:p>
                  </a:txBody>
                  <a:tcPr/>
                </a:tc>
                <a:tc>
                  <a:txBody>
                    <a:bodyPr/>
                    <a:lstStyle/>
                    <a:p>
                      <a:pPr algn="ctr"/>
                      <a:r>
                        <a:rPr lang="en-US" sz="1400" b="1" dirty="0"/>
                        <a:t>Completion time</a:t>
                      </a:r>
                      <a:endParaRPr lang="en-MY" sz="1400" b="1" dirty="0"/>
                    </a:p>
                  </a:txBody>
                  <a:tcPr/>
                </a:tc>
                <a:tc>
                  <a:txBody>
                    <a:bodyPr/>
                    <a:lstStyle/>
                    <a:p>
                      <a:pPr algn="ctr"/>
                      <a:r>
                        <a:rPr lang="en-US" sz="1400" b="1" dirty="0"/>
                        <a:t>Turnaround time</a:t>
                      </a:r>
                      <a:endParaRPr lang="en-MY" sz="1400" b="1" dirty="0"/>
                    </a:p>
                  </a:txBody>
                  <a:tcPr/>
                </a:tc>
                <a:tc>
                  <a:txBody>
                    <a:bodyPr/>
                    <a:lstStyle/>
                    <a:p>
                      <a:pPr algn="ctr"/>
                      <a:r>
                        <a:rPr lang="en-US" sz="1400" b="1" dirty="0"/>
                        <a:t>Waiting time</a:t>
                      </a:r>
                      <a:endParaRPr lang="en-MY" sz="1400" b="1" dirty="0"/>
                    </a:p>
                  </a:txBody>
                  <a:tcPr/>
                </a:tc>
                <a:extLst>
                  <a:ext uri="{0D108BD9-81ED-4DB2-BD59-A6C34878D82A}">
                    <a16:rowId xmlns:a16="http://schemas.microsoft.com/office/drawing/2014/main" val="2934402957"/>
                  </a:ext>
                </a:extLst>
              </a:tr>
              <a:tr h="370840">
                <a:tc>
                  <a:txBody>
                    <a:bodyPr/>
                    <a:lstStyle/>
                    <a:p>
                      <a:pPr algn="ctr"/>
                      <a:r>
                        <a:rPr lang="en-US" sz="1400" i="1" dirty="0"/>
                        <a:t>P</a:t>
                      </a:r>
                      <a:r>
                        <a:rPr lang="en-US" sz="1400" i="1" baseline="-25000" dirty="0"/>
                        <a:t>1</a:t>
                      </a:r>
                      <a:endParaRPr lang="en-MY" sz="1400" dirty="0"/>
                    </a:p>
                  </a:txBody>
                  <a:tcPr/>
                </a:tc>
                <a:tc>
                  <a:txBody>
                    <a:bodyPr/>
                    <a:lstStyle/>
                    <a:p>
                      <a:pPr algn="ctr"/>
                      <a:r>
                        <a:rPr lang="en-US" sz="1400" dirty="0"/>
                        <a:t>4</a:t>
                      </a:r>
                      <a:endParaRPr lang="en-MY" sz="1400" dirty="0"/>
                    </a:p>
                  </a:txBody>
                  <a:tcPr/>
                </a:tc>
                <a:tc>
                  <a:txBody>
                    <a:bodyPr/>
                    <a:lstStyle/>
                    <a:p>
                      <a:pPr algn="ctr"/>
                      <a:r>
                        <a:rPr lang="en-US" sz="1400" dirty="0"/>
                        <a:t>3</a:t>
                      </a:r>
                      <a:endParaRPr lang="en-MY" sz="1400" dirty="0"/>
                    </a:p>
                  </a:txBody>
                  <a:tcPr/>
                </a:tc>
                <a:tc>
                  <a:txBody>
                    <a:bodyPr/>
                    <a:lstStyle/>
                    <a:p>
                      <a:pPr algn="ctr"/>
                      <a:r>
                        <a:rPr lang="en-MY" sz="1400" dirty="0"/>
                        <a:t>25</a:t>
                      </a:r>
                    </a:p>
                  </a:txBody>
                  <a:tcPr/>
                </a:tc>
                <a:tc>
                  <a:txBody>
                    <a:bodyPr/>
                    <a:lstStyle/>
                    <a:p>
                      <a:pPr algn="ctr"/>
                      <a:r>
                        <a:rPr lang="en-US" sz="1400" dirty="0"/>
                        <a:t>25 – 0 = 25</a:t>
                      </a:r>
                      <a:endParaRPr lang="en-MY" sz="1400" dirty="0"/>
                    </a:p>
                  </a:txBody>
                  <a:tcPr/>
                </a:tc>
                <a:tc>
                  <a:txBody>
                    <a:bodyPr/>
                    <a:lstStyle/>
                    <a:p>
                      <a:pPr algn="ctr"/>
                      <a:r>
                        <a:rPr lang="en-US" sz="1400" dirty="0"/>
                        <a:t>25 – 4</a:t>
                      </a:r>
                      <a:r>
                        <a:rPr lang="en-US" sz="1400" baseline="0" dirty="0"/>
                        <a:t> = 21</a:t>
                      </a:r>
                      <a:endParaRPr lang="en-MY" sz="1400" dirty="0"/>
                    </a:p>
                  </a:txBody>
                  <a:tcPr/>
                </a:tc>
                <a:extLst>
                  <a:ext uri="{0D108BD9-81ED-4DB2-BD59-A6C34878D82A}">
                    <a16:rowId xmlns:a16="http://schemas.microsoft.com/office/drawing/2014/main" val="1301099756"/>
                  </a:ext>
                </a:extLst>
              </a:tr>
              <a:tr h="370840">
                <a:tc>
                  <a:txBody>
                    <a:bodyPr/>
                    <a:lstStyle/>
                    <a:p>
                      <a:pPr algn="ctr"/>
                      <a:r>
                        <a:rPr lang="en-US" sz="1400" i="1" dirty="0"/>
                        <a:t>P</a:t>
                      </a:r>
                      <a:r>
                        <a:rPr lang="en-US" sz="1400" i="1" baseline="-25000" dirty="0"/>
                        <a:t>2</a:t>
                      </a:r>
                      <a:endParaRPr lang="en-MY" sz="1400" dirty="0"/>
                    </a:p>
                  </a:txBody>
                  <a:tcPr/>
                </a:tc>
                <a:tc>
                  <a:txBody>
                    <a:bodyPr/>
                    <a:lstStyle/>
                    <a:p>
                      <a:pPr algn="ctr"/>
                      <a:r>
                        <a:rPr lang="en-US" sz="1400" dirty="0"/>
                        <a:t>5</a:t>
                      </a:r>
                      <a:endParaRPr lang="en-MY" sz="1400" dirty="0"/>
                    </a:p>
                  </a:txBody>
                  <a:tcPr/>
                </a:tc>
                <a:tc>
                  <a:txBody>
                    <a:bodyPr/>
                    <a:lstStyle/>
                    <a:p>
                      <a:pPr algn="ctr"/>
                      <a:r>
                        <a:rPr lang="en-US" sz="1400" dirty="0"/>
                        <a:t>2</a:t>
                      </a:r>
                      <a:endParaRPr lang="en-MY" sz="1400" dirty="0"/>
                    </a:p>
                  </a:txBody>
                  <a:tcPr/>
                </a:tc>
                <a:tc>
                  <a:txBody>
                    <a:bodyPr/>
                    <a:lstStyle/>
                    <a:p>
                      <a:pPr algn="ctr"/>
                      <a:r>
                        <a:rPr lang="en-MY" sz="1400" dirty="0"/>
                        <a:t>16</a:t>
                      </a:r>
                    </a:p>
                  </a:txBody>
                  <a:tcPr/>
                </a:tc>
                <a:tc>
                  <a:txBody>
                    <a:bodyPr/>
                    <a:lstStyle/>
                    <a:p>
                      <a:pPr algn="ctr"/>
                      <a:r>
                        <a:rPr lang="en-US" sz="1400" dirty="0"/>
                        <a:t>16 – 0 = 16</a:t>
                      </a:r>
                      <a:endParaRPr lang="en-MY" sz="1400" dirty="0"/>
                    </a:p>
                  </a:txBody>
                  <a:tcPr/>
                </a:tc>
                <a:tc>
                  <a:txBody>
                    <a:bodyPr/>
                    <a:lstStyle/>
                    <a:p>
                      <a:pPr algn="ctr"/>
                      <a:r>
                        <a:rPr lang="en-US" sz="1400" dirty="0"/>
                        <a:t>16 – 5 = 11</a:t>
                      </a:r>
                      <a:endParaRPr lang="en-MY" sz="1400" dirty="0"/>
                    </a:p>
                  </a:txBody>
                  <a:tcPr/>
                </a:tc>
                <a:extLst>
                  <a:ext uri="{0D108BD9-81ED-4DB2-BD59-A6C34878D82A}">
                    <a16:rowId xmlns:a16="http://schemas.microsoft.com/office/drawing/2014/main" val="1911323222"/>
                  </a:ext>
                </a:extLst>
              </a:tr>
              <a:tr h="370840">
                <a:tc>
                  <a:txBody>
                    <a:bodyPr/>
                    <a:lstStyle/>
                    <a:p>
                      <a:pPr algn="ctr"/>
                      <a:r>
                        <a:rPr lang="en-US" sz="1400" i="1" dirty="0"/>
                        <a:t>P</a:t>
                      </a:r>
                      <a:r>
                        <a:rPr lang="en-US" sz="1400" i="1" baseline="-25000" dirty="0"/>
                        <a:t>3</a:t>
                      </a:r>
                      <a:endParaRPr lang="en-MY" sz="1400" dirty="0"/>
                    </a:p>
                  </a:txBody>
                  <a:tcPr/>
                </a:tc>
                <a:tc>
                  <a:txBody>
                    <a:bodyPr/>
                    <a:lstStyle/>
                    <a:p>
                      <a:pPr algn="ctr"/>
                      <a:r>
                        <a:rPr lang="en-US" sz="1400" dirty="0"/>
                        <a:t>8</a:t>
                      </a:r>
                      <a:endParaRPr lang="en-MY" sz="1400" dirty="0"/>
                    </a:p>
                  </a:txBody>
                  <a:tcPr/>
                </a:tc>
                <a:tc>
                  <a:txBody>
                    <a:bodyPr/>
                    <a:lstStyle/>
                    <a:p>
                      <a:pPr algn="ctr"/>
                      <a:r>
                        <a:rPr lang="en-US" sz="1400" dirty="0"/>
                        <a:t>2</a:t>
                      </a:r>
                      <a:endParaRPr lang="en-MY" sz="1400" dirty="0"/>
                    </a:p>
                  </a:txBody>
                  <a:tcPr/>
                </a:tc>
                <a:tc>
                  <a:txBody>
                    <a:bodyPr/>
                    <a:lstStyle/>
                    <a:p>
                      <a:pPr algn="ctr"/>
                      <a:r>
                        <a:rPr lang="en-MY" sz="1400" dirty="0"/>
                        <a:t>20</a:t>
                      </a:r>
                    </a:p>
                  </a:txBody>
                  <a:tcPr/>
                </a:tc>
                <a:tc>
                  <a:txBody>
                    <a:bodyPr/>
                    <a:lstStyle/>
                    <a:p>
                      <a:pPr algn="ctr"/>
                      <a:r>
                        <a:rPr lang="en-US" sz="1400" dirty="0"/>
                        <a:t>20 – 0 = 20</a:t>
                      </a:r>
                      <a:endParaRPr lang="en-MY" sz="1400" dirty="0"/>
                    </a:p>
                  </a:txBody>
                  <a:tcPr/>
                </a:tc>
                <a:tc>
                  <a:txBody>
                    <a:bodyPr/>
                    <a:lstStyle/>
                    <a:p>
                      <a:pPr algn="ctr"/>
                      <a:r>
                        <a:rPr lang="en-US" sz="1400" dirty="0"/>
                        <a:t>20 – 8 = 12</a:t>
                      </a:r>
                      <a:endParaRPr lang="en-MY" sz="1400" dirty="0"/>
                    </a:p>
                  </a:txBody>
                  <a:tcPr/>
                </a:tc>
                <a:extLst>
                  <a:ext uri="{0D108BD9-81ED-4DB2-BD59-A6C34878D82A}">
                    <a16:rowId xmlns:a16="http://schemas.microsoft.com/office/drawing/2014/main" val="1685989197"/>
                  </a:ext>
                </a:extLst>
              </a:tr>
              <a:tr h="370840">
                <a:tc>
                  <a:txBody>
                    <a:bodyPr/>
                    <a:lstStyle/>
                    <a:p>
                      <a:pPr algn="ctr"/>
                      <a:r>
                        <a:rPr lang="en-US" sz="1400" i="1" dirty="0"/>
                        <a:t>P</a:t>
                      </a:r>
                      <a:r>
                        <a:rPr lang="en-US" sz="1400" i="1" baseline="-25000" dirty="0"/>
                        <a:t>4</a:t>
                      </a:r>
                      <a:endParaRPr lang="en-MY" sz="1400" dirty="0"/>
                    </a:p>
                  </a:txBody>
                  <a:tcPr/>
                </a:tc>
                <a:tc>
                  <a:txBody>
                    <a:bodyPr/>
                    <a:lstStyle/>
                    <a:p>
                      <a:pPr algn="ctr"/>
                      <a:r>
                        <a:rPr lang="en-US" sz="1400" dirty="0"/>
                        <a:t>7</a:t>
                      </a:r>
                      <a:endParaRPr lang="en-MY" sz="1400" dirty="0"/>
                    </a:p>
                  </a:txBody>
                  <a:tcPr/>
                </a:tc>
                <a:tc>
                  <a:txBody>
                    <a:bodyPr/>
                    <a:lstStyle/>
                    <a:p>
                      <a:pPr algn="ctr"/>
                      <a:r>
                        <a:rPr lang="en-US" sz="1400" dirty="0"/>
                        <a:t>1</a:t>
                      </a:r>
                      <a:endParaRPr lang="en-MY" sz="1400" dirty="0"/>
                    </a:p>
                  </a:txBody>
                  <a:tcPr/>
                </a:tc>
                <a:tc>
                  <a:txBody>
                    <a:bodyPr/>
                    <a:lstStyle/>
                    <a:p>
                      <a:pPr algn="ctr"/>
                      <a:r>
                        <a:rPr lang="en-MY" sz="1400" dirty="0"/>
                        <a:t>7</a:t>
                      </a:r>
                    </a:p>
                  </a:txBody>
                  <a:tcPr/>
                </a:tc>
                <a:tc>
                  <a:txBody>
                    <a:bodyPr/>
                    <a:lstStyle/>
                    <a:p>
                      <a:pPr algn="ctr"/>
                      <a:r>
                        <a:rPr lang="en-US" sz="1400" dirty="0"/>
                        <a:t>7 – 0 = 7</a:t>
                      </a:r>
                      <a:endParaRPr lang="en-MY" sz="1400" dirty="0"/>
                    </a:p>
                  </a:txBody>
                  <a:tcPr/>
                </a:tc>
                <a:tc>
                  <a:txBody>
                    <a:bodyPr/>
                    <a:lstStyle/>
                    <a:p>
                      <a:pPr algn="ctr"/>
                      <a:r>
                        <a:rPr lang="en-US" sz="1400" dirty="0"/>
                        <a:t>7</a:t>
                      </a:r>
                      <a:r>
                        <a:rPr lang="en-US" sz="1400" baseline="0" dirty="0"/>
                        <a:t> – 7 = 0</a:t>
                      </a:r>
                      <a:endParaRPr lang="en-MY" sz="1400" dirty="0"/>
                    </a:p>
                  </a:txBody>
                  <a:tcPr/>
                </a:tc>
                <a:extLst>
                  <a:ext uri="{0D108BD9-81ED-4DB2-BD59-A6C34878D82A}">
                    <a16:rowId xmlns:a16="http://schemas.microsoft.com/office/drawing/2014/main" val="2083476973"/>
                  </a:ext>
                </a:extLst>
              </a:tr>
              <a:tr h="370840">
                <a:tc>
                  <a:txBody>
                    <a:bodyPr/>
                    <a:lstStyle/>
                    <a:p>
                      <a:pPr algn="ctr"/>
                      <a:r>
                        <a:rPr lang="en-US" sz="1400" i="1" dirty="0"/>
                        <a:t>P</a:t>
                      </a:r>
                      <a:r>
                        <a:rPr lang="en-US" sz="1400" i="1" baseline="-25000" dirty="0"/>
                        <a:t>5</a:t>
                      </a:r>
                      <a:endParaRPr lang="en-MY" sz="1400" dirty="0"/>
                    </a:p>
                  </a:txBody>
                  <a:tcPr/>
                </a:tc>
                <a:tc>
                  <a:txBody>
                    <a:bodyPr/>
                    <a:lstStyle/>
                    <a:p>
                      <a:pPr algn="ctr"/>
                      <a:r>
                        <a:rPr lang="en-US" sz="1400" dirty="0"/>
                        <a:t>3</a:t>
                      </a:r>
                      <a:endParaRPr lang="en-MY" sz="1400" dirty="0"/>
                    </a:p>
                  </a:txBody>
                  <a:tcPr/>
                </a:tc>
                <a:tc>
                  <a:txBody>
                    <a:bodyPr/>
                    <a:lstStyle/>
                    <a:p>
                      <a:pPr algn="ctr"/>
                      <a:r>
                        <a:rPr lang="en-US" sz="1400" dirty="0"/>
                        <a:t>3</a:t>
                      </a:r>
                      <a:endParaRPr lang="en-MY" sz="1400" dirty="0"/>
                    </a:p>
                  </a:txBody>
                  <a:tcPr/>
                </a:tc>
                <a:tc>
                  <a:txBody>
                    <a:bodyPr/>
                    <a:lstStyle/>
                    <a:p>
                      <a:pPr algn="ctr"/>
                      <a:r>
                        <a:rPr lang="en-MY" sz="1400" dirty="0"/>
                        <a:t>27</a:t>
                      </a:r>
                    </a:p>
                  </a:txBody>
                  <a:tcPr/>
                </a:tc>
                <a:tc>
                  <a:txBody>
                    <a:bodyPr/>
                    <a:lstStyle/>
                    <a:p>
                      <a:pPr algn="ctr"/>
                      <a:r>
                        <a:rPr lang="en-US" sz="1400" dirty="0"/>
                        <a:t>27 – 0 = 27</a:t>
                      </a:r>
                      <a:endParaRPr lang="en-MY" sz="1400" dirty="0"/>
                    </a:p>
                  </a:txBody>
                  <a:tcPr/>
                </a:tc>
                <a:tc>
                  <a:txBody>
                    <a:bodyPr/>
                    <a:lstStyle/>
                    <a:p>
                      <a:pPr algn="ctr"/>
                      <a:r>
                        <a:rPr lang="en-US" sz="1400" dirty="0"/>
                        <a:t>27 – 3 = 24</a:t>
                      </a:r>
                      <a:endParaRPr lang="en-MY" sz="1400" dirty="0"/>
                    </a:p>
                  </a:txBody>
                  <a:tcPr/>
                </a:tc>
                <a:extLst>
                  <a:ext uri="{0D108BD9-81ED-4DB2-BD59-A6C34878D82A}">
                    <a16:rowId xmlns:a16="http://schemas.microsoft.com/office/drawing/2014/main" val="2920266276"/>
                  </a:ext>
                </a:extLst>
              </a:tr>
            </a:tbl>
          </a:graphicData>
        </a:graphic>
      </p:graphicFrame>
      <p:sp>
        <p:nvSpPr>
          <p:cNvPr id="3" name="Rectangle 2">
            <a:extLst>
              <a:ext uri="{FF2B5EF4-FFF2-40B4-BE49-F238E27FC236}">
                <a16:creationId xmlns:a16="http://schemas.microsoft.com/office/drawing/2014/main" id="{52C2D101-CA9A-049D-7197-2553CCD6E5AB}"/>
              </a:ext>
            </a:extLst>
          </p:cNvPr>
          <p:cNvSpPr/>
          <p:nvPr/>
        </p:nvSpPr>
        <p:spPr>
          <a:xfrm>
            <a:off x="632358" y="4950369"/>
            <a:ext cx="4953600" cy="748923"/>
          </a:xfrm>
          <a:prstGeom prst="rect">
            <a:avLst/>
          </a:prstGeom>
        </p:spPr>
        <p:txBody>
          <a:bodyPr wrap="none">
            <a:spAutoFit/>
          </a:bodyPr>
          <a:lstStyle/>
          <a:p>
            <a:pPr marL="342900" lvl="0" indent="-342900">
              <a:spcBef>
                <a:spcPts val="770"/>
              </a:spcBef>
              <a:buSzPts val="1980"/>
              <a:buFont typeface="Wingdings" panose="05000000000000000000" pitchFamily="2" charset="2"/>
              <a:buChar char="§"/>
            </a:pPr>
            <a:r>
              <a:rPr lang="en-US" b="1" dirty="0"/>
              <a:t>Average waiting time = 13.6 </a:t>
            </a:r>
            <a:r>
              <a:rPr lang="en-US" b="1" dirty="0" err="1"/>
              <a:t>ms</a:t>
            </a:r>
            <a:r>
              <a:rPr lang="en-US" b="1" dirty="0"/>
              <a:t> </a:t>
            </a:r>
          </a:p>
          <a:p>
            <a:pPr marL="342900" lvl="0" indent="-342900">
              <a:spcBef>
                <a:spcPts val="770"/>
              </a:spcBef>
              <a:buSzPts val="1980"/>
              <a:buFont typeface="Wingdings" panose="05000000000000000000" pitchFamily="2" charset="2"/>
              <a:buChar char="§"/>
            </a:pPr>
            <a:r>
              <a:rPr lang="en-US" b="1" dirty="0"/>
              <a:t>Average turnaround time = 19 </a:t>
            </a:r>
            <a:r>
              <a:rPr lang="en-US" b="1" dirty="0" err="1"/>
              <a:t>ms</a:t>
            </a:r>
            <a:endParaRPr lang="en-US" b="1" dirty="0"/>
          </a:p>
        </p:txBody>
      </p:sp>
      <p:grpSp>
        <p:nvGrpSpPr>
          <p:cNvPr id="16" name="Group 15">
            <a:extLst>
              <a:ext uri="{FF2B5EF4-FFF2-40B4-BE49-F238E27FC236}">
                <a16:creationId xmlns:a16="http://schemas.microsoft.com/office/drawing/2014/main" id="{58E119D8-262A-3AC6-79C2-246A044D4843}"/>
              </a:ext>
            </a:extLst>
          </p:cNvPr>
          <p:cNvGrpSpPr/>
          <p:nvPr/>
        </p:nvGrpSpPr>
        <p:grpSpPr>
          <a:xfrm>
            <a:off x="979635" y="1053461"/>
            <a:ext cx="7204169" cy="988194"/>
            <a:chOff x="1277619" y="4906022"/>
            <a:chExt cx="6291263" cy="800605"/>
          </a:xfrm>
        </p:grpSpPr>
        <p:pic>
          <p:nvPicPr>
            <p:cNvPr id="17" name="Google Shape;1256;p71">
              <a:extLst>
                <a:ext uri="{FF2B5EF4-FFF2-40B4-BE49-F238E27FC236}">
                  <a16:creationId xmlns:a16="http://schemas.microsoft.com/office/drawing/2014/main" id="{F7A75A76-8A73-0AE0-771D-48C8615F9368}"/>
                </a:ext>
              </a:extLst>
            </p:cNvPr>
            <p:cNvPicPr preferRelativeResize="0"/>
            <p:nvPr/>
          </p:nvPicPr>
          <p:blipFill rotWithShape="1">
            <a:blip r:embed="rId2">
              <a:alphaModFix/>
            </a:blip>
            <a:srcRect/>
            <a:stretch/>
          </p:blipFill>
          <p:spPr>
            <a:xfrm>
              <a:off x="1277619" y="4906022"/>
              <a:ext cx="6291263" cy="720725"/>
            </a:xfrm>
            <a:prstGeom prst="rect">
              <a:avLst/>
            </a:prstGeom>
            <a:noFill/>
            <a:ln>
              <a:noFill/>
            </a:ln>
          </p:spPr>
        </p:pic>
        <p:sp>
          <p:nvSpPr>
            <p:cNvPr id="18" name="Rectangle 17">
              <a:extLst>
                <a:ext uri="{FF2B5EF4-FFF2-40B4-BE49-F238E27FC236}">
                  <a16:creationId xmlns:a16="http://schemas.microsoft.com/office/drawing/2014/main" id="{DAB76139-F297-CC71-A550-FD7D40C1229C}"/>
                </a:ext>
              </a:extLst>
            </p:cNvPr>
            <p:cNvSpPr/>
            <p:nvPr/>
          </p:nvSpPr>
          <p:spPr>
            <a:xfrm>
              <a:off x="6984417" y="5404969"/>
              <a:ext cx="348793" cy="3016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300" dirty="0">
                  <a:solidFill>
                    <a:schemeClr val="tx1"/>
                  </a:solidFill>
                </a:rPr>
                <a:t>25</a:t>
              </a:r>
              <a:endParaRPr lang="en-MY" sz="1300" dirty="0">
                <a:solidFill>
                  <a:schemeClr val="tx1"/>
                </a:solidFill>
              </a:endParaRPr>
            </a:p>
          </p:txBody>
        </p:sp>
      </p:grpSp>
    </p:spTree>
    <p:extLst>
      <p:ext uri="{BB962C8B-B14F-4D97-AF65-F5344CB8AC3E}">
        <p14:creationId xmlns:p14="http://schemas.microsoft.com/office/powerpoint/2010/main" val="27670722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9A7AE686-080A-49AE-985C-494A0D3F2A68}"/>
              </a:ext>
            </a:extLst>
          </p:cNvPr>
          <p:cNvSpPr>
            <a:spLocks noGrp="1" noChangeArrowheads="1"/>
          </p:cNvSpPr>
          <p:nvPr>
            <p:ph type="title"/>
          </p:nvPr>
        </p:nvSpPr>
        <p:spPr>
          <a:xfrm>
            <a:off x="973138" y="153988"/>
            <a:ext cx="7713662" cy="576262"/>
          </a:xfrm>
        </p:spPr>
        <p:txBody>
          <a:bodyPr/>
          <a:lstStyle/>
          <a:p>
            <a:pPr eaLnBrk="1" hangingPunct="1"/>
            <a:r>
              <a:rPr lang="en-US" altLang="en-US" dirty="0"/>
              <a:t>Multilevel Queue</a:t>
            </a:r>
          </a:p>
        </p:txBody>
      </p:sp>
      <p:sp>
        <p:nvSpPr>
          <p:cNvPr id="30723" name="Rectangle 3">
            <a:extLst>
              <a:ext uri="{FF2B5EF4-FFF2-40B4-BE49-F238E27FC236}">
                <a16:creationId xmlns:a16="http://schemas.microsoft.com/office/drawing/2014/main" id="{EBD01FA4-00FC-43ED-A236-A0852BEF6E1B}"/>
              </a:ext>
            </a:extLst>
          </p:cNvPr>
          <p:cNvSpPr>
            <a:spLocks noGrp="1" noChangeArrowheads="1"/>
          </p:cNvSpPr>
          <p:nvPr>
            <p:ph type="body" idx="1"/>
          </p:nvPr>
        </p:nvSpPr>
        <p:spPr>
          <a:xfrm>
            <a:off x="408373" y="1068389"/>
            <a:ext cx="8471315" cy="5221287"/>
          </a:xfrm>
        </p:spPr>
        <p:txBody>
          <a:bodyPr/>
          <a:lstStyle/>
          <a:p>
            <a:r>
              <a:rPr lang="en-US" altLang="en-US" sz="2200" dirty="0"/>
              <a:t>Hybrid environment. Ready queue is partitioned into separate queues, </a:t>
            </a:r>
            <a:r>
              <a:rPr lang="en-US" altLang="en-US" sz="2200" dirty="0" err="1"/>
              <a:t>eg</a:t>
            </a:r>
            <a:r>
              <a:rPr lang="en-US" altLang="en-US" sz="2200" dirty="0"/>
              <a:t>:</a:t>
            </a:r>
          </a:p>
          <a:p>
            <a:pPr lvl="1"/>
            <a:r>
              <a:rPr lang="en-US" altLang="en-US" sz="2000" b="1" dirty="0">
                <a:solidFill>
                  <a:srgbClr val="3366FF"/>
                </a:solidFill>
              </a:rPr>
              <a:t>foreground</a:t>
            </a:r>
            <a:r>
              <a:rPr lang="en-US" altLang="en-US" sz="2000" dirty="0"/>
              <a:t> (interactive)</a:t>
            </a:r>
          </a:p>
          <a:p>
            <a:pPr lvl="1"/>
            <a:r>
              <a:rPr lang="en-US" altLang="en-US" sz="2000" b="1" dirty="0">
                <a:solidFill>
                  <a:srgbClr val="3366FF"/>
                </a:solidFill>
              </a:rPr>
              <a:t>background</a:t>
            </a:r>
            <a:r>
              <a:rPr lang="en-US" altLang="en-US" sz="2000" dirty="0"/>
              <a:t> (batch)</a:t>
            </a:r>
          </a:p>
          <a:p>
            <a:r>
              <a:rPr lang="en-US" altLang="en-US" sz="2200" dirty="0"/>
              <a:t>Process permanently in a given queue</a:t>
            </a:r>
          </a:p>
          <a:p>
            <a:r>
              <a:rPr lang="en-US" altLang="en-US" sz="2200" dirty="0"/>
              <a:t>Each queue has its own scheduling algorithm:</a:t>
            </a:r>
          </a:p>
          <a:p>
            <a:pPr lvl="1"/>
            <a:r>
              <a:rPr lang="en-US" altLang="en-US" sz="2000" dirty="0"/>
              <a:t>foreground – RR</a:t>
            </a:r>
          </a:p>
          <a:p>
            <a:pPr lvl="1"/>
            <a:r>
              <a:rPr lang="en-US" altLang="en-US" sz="2000" dirty="0"/>
              <a:t>background – FCFS</a:t>
            </a:r>
          </a:p>
          <a:p>
            <a:r>
              <a:rPr lang="en-US" altLang="en-US" sz="2200" dirty="0"/>
              <a:t>Scheduling must be done between the queues:</a:t>
            </a:r>
          </a:p>
          <a:p>
            <a:pPr lvl="1"/>
            <a:r>
              <a:rPr lang="en-US" altLang="en-US" dirty="0"/>
              <a:t>Fixed priority scheduling; (i.e., serve all from foreground then from background).  Possibility of starvation.</a:t>
            </a:r>
          </a:p>
          <a:p>
            <a:pPr lvl="1"/>
            <a:r>
              <a:rPr lang="en-US" altLang="en-US" dirty="0"/>
              <a:t>Time slice – each queue gets a certain amount of CPU time which it can schedule amongst its processes; </a:t>
            </a:r>
          </a:p>
          <a:p>
            <a:pPr lvl="1"/>
            <a:r>
              <a:rPr lang="en-US" altLang="en-US" dirty="0"/>
              <a:t>i.e., 80% to foreground in RR, 20% to background in FCFS </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C895C669-98BB-418D-B6A5-688C63CADC20}"/>
              </a:ext>
            </a:extLst>
          </p:cNvPr>
          <p:cNvSpPr>
            <a:spLocks noGrp="1" noChangeArrowheads="1"/>
          </p:cNvSpPr>
          <p:nvPr>
            <p:ph type="title"/>
          </p:nvPr>
        </p:nvSpPr>
        <p:spPr>
          <a:xfrm>
            <a:off x="457200" y="277813"/>
            <a:ext cx="8229600" cy="576262"/>
          </a:xfrm>
        </p:spPr>
        <p:txBody>
          <a:bodyPr/>
          <a:lstStyle/>
          <a:p>
            <a:pPr eaLnBrk="1" hangingPunct="1"/>
            <a:r>
              <a:rPr lang="en-US" altLang="en-US"/>
              <a:t>Separate Queue For Each Priority </a:t>
            </a:r>
          </a:p>
        </p:txBody>
      </p:sp>
      <p:sp>
        <p:nvSpPr>
          <p:cNvPr id="2" name="Content Placeholder 1">
            <a:extLst>
              <a:ext uri="{FF2B5EF4-FFF2-40B4-BE49-F238E27FC236}">
                <a16:creationId xmlns:a16="http://schemas.microsoft.com/office/drawing/2014/main" id="{627F8111-9335-4274-9492-D08D67A43CDD}"/>
              </a:ext>
            </a:extLst>
          </p:cNvPr>
          <p:cNvSpPr>
            <a:spLocks noGrp="1"/>
          </p:cNvSpPr>
          <p:nvPr>
            <p:ph idx="1"/>
          </p:nvPr>
        </p:nvSpPr>
        <p:spPr>
          <a:xfrm>
            <a:off x="523783" y="1233488"/>
            <a:ext cx="8512267" cy="4530725"/>
          </a:xfrm>
        </p:spPr>
        <p:txBody>
          <a:bodyPr/>
          <a:lstStyle/>
          <a:p>
            <a:r>
              <a:rPr lang="en-US" sz="2200" dirty="0"/>
              <a:t>Works in conjunction with several other schemes</a:t>
            </a:r>
          </a:p>
          <a:p>
            <a:r>
              <a:rPr lang="en-US" sz="2200" dirty="0"/>
              <a:t>Works well in systems with jobs grouped by common characteristics.</a:t>
            </a:r>
            <a:endParaRPr lang="en-MY" sz="2200" dirty="0"/>
          </a:p>
        </p:txBody>
      </p:sp>
      <p:pic>
        <p:nvPicPr>
          <p:cNvPr id="31747" name="Picture 1">
            <a:extLst>
              <a:ext uri="{FF2B5EF4-FFF2-40B4-BE49-F238E27FC236}">
                <a16:creationId xmlns:a16="http://schemas.microsoft.com/office/drawing/2014/main" id="{FE2B863B-B915-4330-BA7F-220936F7EFF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986881" y="2473325"/>
            <a:ext cx="3170237" cy="349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9">
            <a:extLst>
              <a:ext uri="{FF2B5EF4-FFF2-40B4-BE49-F238E27FC236}">
                <a16:creationId xmlns:a16="http://schemas.microsoft.com/office/drawing/2014/main" id="{BD25E2D0-6FD5-4174-AD00-E5C589E2C68E}"/>
              </a:ext>
            </a:extLst>
          </p:cNvPr>
          <p:cNvSpPr>
            <a:spLocks noGrp="1" noChangeArrowheads="1"/>
          </p:cNvSpPr>
          <p:nvPr>
            <p:ph type="body" idx="1"/>
          </p:nvPr>
        </p:nvSpPr>
        <p:spPr>
          <a:xfrm>
            <a:off x="609600" y="990600"/>
            <a:ext cx="8077200" cy="4648200"/>
          </a:xfrm>
        </p:spPr>
        <p:txBody>
          <a:bodyPr/>
          <a:lstStyle/>
          <a:p>
            <a:pPr eaLnBrk="1" hangingPunct="1">
              <a:lnSpc>
                <a:spcPct val="90000"/>
              </a:lnSpc>
            </a:pPr>
            <a:endParaRPr lang="en-CA" altLang="ms-MY" dirty="0"/>
          </a:p>
          <a:p>
            <a:pPr eaLnBrk="1" hangingPunct="1">
              <a:lnSpc>
                <a:spcPct val="90000"/>
              </a:lnSpc>
            </a:pPr>
            <a:r>
              <a:rPr lang="en-US" altLang="ms-MY" dirty="0"/>
              <a:t>Four</a:t>
            </a:r>
            <a:r>
              <a:rPr lang="en-CA" altLang="ms-MY" dirty="0"/>
              <a:t> primary methods:</a:t>
            </a:r>
          </a:p>
          <a:p>
            <a:pPr eaLnBrk="1" hangingPunct="1">
              <a:lnSpc>
                <a:spcPct val="90000"/>
              </a:lnSpc>
            </a:pPr>
            <a:endParaRPr lang="en-CA" altLang="ms-MY" dirty="0"/>
          </a:p>
          <a:p>
            <a:pPr lvl="1" eaLnBrk="1" hangingPunct="1">
              <a:lnSpc>
                <a:spcPct val="90000"/>
              </a:lnSpc>
              <a:buFont typeface="Arial" panose="020B0604020202020204" pitchFamily="34" charset="0"/>
              <a:buAutoNum type="arabicPeriod"/>
            </a:pPr>
            <a:r>
              <a:rPr lang="en-CA" altLang="ms-MY" dirty="0"/>
              <a:t>Not allowing movement between queues</a:t>
            </a:r>
          </a:p>
          <a:p>
            <a:pPr lvl="1" eaLnBrk="1" hangingPunct="1">
              <a:lnSpc>
                <a:spcPct val="90000"/>
              </a:lnSpc>
              <a:buFont typeface="Arial" panose="020B0604020202020204" pitchFamily="34" charset="0"/>
              <a:buAutoNum type="arabicPeriod"/>
            </a:pPr>
            <a:endParaRPr lang="en-CA" altLang="ms-MY" dirty="0"/>
          </a:p>
          <a:p>
            <a:pPr lvl="1" eaLnBrk="1" hangingPunct="1">
              <a:lnSpc>
                <a:spcPct val="90000"/>
              </a:lnSpc>
              <a:buFont typeface="Arial" panose="020B0604020202020204" pitchFamily="34" charset="0"/>
              <a:buAutoNum type="arabicPeriod"/>
            </a:pPr>
            <a:r>
              <a:rPr lang="en-CA" altLang="ms-MY" dirty="0"/>
              <a:t>Movement jobs between queues</a:t>
            </a:r>
          </a:p>
          <a:p>
            <a:pPr lvl="1" eaLnBrk="1" hangingPunct="1">
              <a:lnSpc>
                <a:spcPct val="90000"/>
              </a:lnSpc>
              <a:buFont typeface="Arial" panose="020B0604020202020204" pitchFamily="34" charset="0"/>
              <a:buAutoNum type="arabicPeriod"/>
            </a:pPr>
            <a:endParaRPr lang="en-CA" altLang="ms-MY" dirty="0">
              <a:solidFill>
                <a:schemeClr val="tx1"/>
              </a:solidFill>
            </a:endParaRPr>
          </a:p>
          <a:p>
            <a:pPr lvl="1" eaLnBrk="1" hangingPunct="1">
              <a:lnSpc>
                <a:spcPct val="90000"/>
              </a:lnSpc>
              <a:buFont typeface="Arial" panose="020B0604020202020204" pitchFamily="34" charset="0"/>
              <a:buAutoNum type="arabicPeriod"/>
            </a:pPr>
            <a:r>
              <a:rPr lang="en-CA" altLang="ms-MY" dirty="0">
                <a:solidFill>
                  <a:schemeClr val="tx1"/>
                </a:solidFill>
              </a:rPr>
              <a:t>Variable Time Quantum Per Queue</a:t>
            </a:r>
          </a:p>
          <a:p>
            <a:pPr lvl="1" eaLnBrk="1" hangingPunct="1">
              <a:lnSpc>
                <a:spcPct val="90000"/>
              </a:lnSpc>
              <a:buFont typeface="Arial" panose="020B0604020202020204" pitchFamily="34" charset="0"/>
              <a:buAutoNum type="arabicPeriod"/>
            </a:pPr>
            <a:endParaRPr lang="en-CA" altLang="ms-MY" dirty="0"/>
          </a:p>
          <a:p>
            <a:pPr lvl="1" eaLnBrk="1" hangingPunct="1">
              <a:lnSpc>
                <a:spcPct val="90000"/>
              </a:lnSpc>
              <a:buFont typeface="Arial" panose="020B0604020202020204" pitchFamily="34" charset="0"/>
              <a:buAutoNum type="arabicPeriod"/>
            </a:pPr>
            <a:r>
              <a:rPr lang="en-CA" altLang="ms-MY" dirty="0"/>
              <a:t>Aging- </a:t>
            </a:r>
            <a:r>
              <a:rPr lang="en-MY" altLang="ms-MY" dirty="0"/>
              <a:t>giving special treatment to jobs that have been in the system for a long time</a:t>
            </a:r>
            <a:endParaRPr lang="en-CA" altLang="ms-MY" b="1" dirty="0"/>
          </a:p>
        </p:txBody>
      </p:sp>
      <p:sp>
        <p:nvSpPr>
          <p:cNvPr id="72707" name="Slide Number Placeholder 4">
            <a:extLst>
              <a:ext uri="{FF2B5EF4-FFF2-40B4-BE49-F238E27FC236}">
                <a16:creationId xmlns:a16="http://schemas.microsoft.com/office/drawing/2014/main" id="{8D830A86-4810-4CB0-9BB5-90CB404228A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1628DBB-EA53-41A9-B12F-F3BF75BB3A49}"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76</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4" name="TextBox 3">
            <a:extLst>
              <a:ext uri="{FF2B5EF4-FFF2-40B4-BE49-F238E27FC236}">
                <a16:creationId xmlns:a16="http://schemas.microsoft.com/office/drawing/2014/main" id="{8FB3A07B-1490-475D-A8F6-A9C8332FEAB1}"/>
              </a:ext>
            </a:extLst>
          </p:cNvPr>
          <p:cNvSpPr txBox="1"/>
          <p:nvPr/>
        </p:nvSpPr>
        <p:spPr>
          <a:xfrm>
            <a:off x="6400800" y="6321425"/>
            <a:ext cx="1538288" cy="307975"/>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400" b="0" i="1"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panose="020B0604020202020204" pitchFamily="34" charset="0"/>
              </a:rPr>
              <a:t>(Continued Next)</a:t>
            </a:r>
          </a:p>
        </p:txBody>
      </p:sp>
    </p:spTree>
    <p:extLst>
      <p:ext uri="{BB962C8B-B14F-4D97-AF65-F5344CB8AC3E}">
        <p14:creationId xmlns:p14="http://schemas.microsoft.com/office/powerpoint/2010/main" val="99612577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2">
            <a:extLst>
              <a:ext uri="{FF2B5EF4-FFF2-40B4-BE49-F238E27FC236}">
                <a16:creationId xmlns:a16="http://schemas.microsoft.com/office/drawing/2014/main" id="{43FD88C4-0042-4BEB-B5CE-03A86DBCD483}"/>
              </a:ext>
            </a:extLst>
          </p:cNvPr>
          <p:cNvSpPr>
            <a:spLocks noGrp="1" noChangeArrowheads="1"/>
          </p:cNvSpPr>
          <p:nvPr>
            <p:ph type="title"/>
          </p:nvPr>
        </p:nvSpPr>
        <p:spPr>
          <a:xfrm>
            <a:off x="381000" y="762000"/>
            <a:ext cx="8458200" cy="914400"/>
          </a:xfrm>
        </p:spPr>
        <p:txBody>
          <a:bodyPr/>
          <a:lstStyle/>
          <a:p>
            <a:pPr algn="l" eaLnBrk="1" hangingPunct="1"/>
            <a:r>
              <a:rPr lang="en-CA" altLang="ms-MY" sz="3200"/>
              <a:t>Case 1: </a:t>
            </a:r>
            <a:r>
              <a:rPr lang="en-CA" altLang="ms-MY" sz="3200">
                <a:solidFill>
                  <a:schemeClr val="tx1"/>
                </a:solidFill>
              </a:rPr>
              <a:t>No Movement Between Queues</a:t>
            </a:r>
          </a:p>
        </p:txBody>
      </p:sp>
      <p:sp>
        <p:nvSpPr>
          <p:cNvPr id="73731" name="Rectangle 13">
            <a:extLst>
              <a:ext uri="{FF2B5EF4-FFF2-40B4-BE49-F238E27FC236}">
                <a16:creationId xmlns:a16="http://schemas.microsoft.com/office/drawing/2014/main" id="{7D6F6F52-1A14-4AE3-866D-3A9A3959AB7B}"/>
              </a:ext>
            </a:extLst>
          </p:cNvPr>
          <p:cNvSpPr>
            <a:spLocks noGrp="1" noChangeArrowheads="1"/>
          </p:cNvSpPr>
          <p:nvPr>
            <p:ph type="body" idx="1"/>
          </p:nvPr>
        </p:nvSpPr>
        <p:spPr>
          <a:xfrm>
            <a:off x="914400" y="1676400"/>
            <a:ext cx="7162800" cy="3962400"/>
          </a:xfrm>
        </p:spPr>
        <p:txBody>
          <a:bodyPr/>
          <a:lstStyle/>
          <a:p>
            <a:pPr eaLnBrk="1" hangingPunct="1"/>
            <a:r>
              <a:rPr lang="en-US" altLang="ms-MY" dirty="0"/>
              <a:t>Simple</a:t>
            </a:r>
          </a:p>
          <a:p>
            <a:pPr eaLnBrk="1" hangingPunct="1"/>
            <a:endParaRPr lang="en-US" altLang="ms-MY" dirty="0"/>
          </a:p>
          <a:p>
            <a:pPr eaLnBrk="1" hangingPunct="1"/>
            <a:r>
              <a:rPr lang="en-US" altLang="ms-MY" dirty="0"/>
              <a:t>Rewards high-priority jobs</a:t>
            </a:r>
          </a:p>
          <a:p>
            <a:pPr lvl="1" eaLnBrk="1" hangingPunct="1"/>
            <a:r>
              <a:rPr lang="en-US" altLang="ms-MY" dirty="0"/>
              <a:t>Processor allocated using FCFS</a:t>
            </a:r>
          </a:p>
          <a:p>
            <a:pPr lvl="1" eaLnBrk="1" hangingPunct="1"/>
            <a:endParaRPr lang="en-US" altLang="ms-MY" dirty="0"/>
          </a:p>
          <a:p>
            <a:pPr eaLnBrk="1" hangingPunct="1"/>
            <a:r>
              <a:rPr lang="en-US" altLang="ms-MY" dirty="0"/>
              <a:t>Processor allocated to lower-priority jobs</a:t>
            </a:r>
          </a:p>
          <a:p>
            <a:pPr lvl="1" eaLnBrk="1" hangingPunct="1"/>
            <a:r>
              <a:rPr lang="en-US" altLang="ms-MY" dirty="0"/>
              <a:t>Only when high-priority queues empty</a:t>
            </a:r>
          </a:p>
          <a:p>
            <a:pPr lvl="1" eaLnBrk="1" hangingPunct="1"/>
            <a:endParaRPr lang="en-US" altLang="ms-MY" dirty="0"/>
          </a:p>
          <a:p>
            <a:pPr eaLnBrk="1" hangingPunct="1"/>
            <a:r>
              <a:rPr lang="en-US" altLang="ms-MY" dirty="0"/>
              <a:t>Good environment</a:t>
            </a:r>
          </a:p>
          <a:p>
            <a:pPr lvl="1" eaLnBrk="1" hangingPunct="1"/>
            <a:r>
              <a:rPr lang="en-US" altLang="ms-MY" dirty="0"/>
              <a:t>Few high-priority jobs</a:t>
            </a:r>
          </a:p>
          <a:p>
            <a:pPr lvl="1" eaLnBrk="1" hangingPunct="1"/>
            <a:r>
              <a:rPr lang="en-US" altLang="ms-MY" dirty="0"/>
              <a:t>Spend more time with low-priority jobs</a:t>
            </a:r>
          </a:p>
        </p:txBody>
      </p:sp>
      <p:sp>
        <p:nvSpPr>
          <p:cNvPr id="73732" name="Slide Number Placeholder 4">
            <a:extLst>
              <a:ext uri="{FF2B5EF4-FFF2-40B4-BE49-F238E27FC236}">
                <a16:creationId xmlns:a16="http://schemas.microsoft.com/office/drawing/2014/main" id="{BE182E91-9F02-4713-90A5-D82524C1DD0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40009F4-1201-495F-BF74-F5BF949A3359}"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77</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154110247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2">
            <a:extLst>
              <a:ext uri="{FF2B5EF4-FFF2-40B4-BE49-F238E27FC236}">
                <a16:creationId xmlns:a16="http://schemas.microsoft.com/office/drawing/2014/main" id="{1014455B-BABC-4581-B113-0F0323F1548E}"/>
              </a:ext>
            </a:extLst>
          </p:cNvPr>
          <p:cNvSpPr>
            <a:spLocks noGrp="1" noChangeArrowheads="1"/>
          </p:cNvSpPr>
          <p:nvPr>
            <p:ph type="title"/>
          </p:nvPr>
        </p:nvSpPr>
        <p:spPr>
          <a:xfrm>
            <a:off x="381000" y="762000"/>
            <a:ext cx="8458200" cy="914400"/>
          </a:xfrm>
        </p:spPr>
        <p:txBody>
          <a:bodyPr/>
          <a:lstStyle/>
          <a:p>
            <a:pPr algn="l" eaLnBrk="1" hangingPunct="1"/>
            <a:r>
              <a:rPr lang="en-CA" altLang="ms-MY" sz="3200"/>
              <a:t>Case 1: </a:t>
            </a:r>
            <a:r>
              <a:rPr lang="en-CA" altLang="ms-MY" sz="3200">
                <a:solidFill>
                  <a:schemeClr val="tx1"/>
                </a:solidFill>
              </a:rPr>
              <a:t>No Movement Between Queues</a:t>
            </a:r>
          </a:p>
        </p:txBody>
      </p:sp>
      <p:sp>
        <p:nvSpPr>
          <p:cNvPr id="74755" name="Slide Number Placeholder 4">
            <a:extLst>
              <a:ext uri="{FF2B5EF4-FFF2-40B4-BE49-F238E27FC236}">
                <a16:creationId xmlns:a16="http://schemas.microsoft.com/office/drawing/2014/main" id="{E4D3D5A3-32B1-41F8-AD9D-DFBD90E98E1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C7B06AD-0657-4334-B2E0-64CA119A0462}"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78</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74756" name="Rectangle 5">
            <a:extLst>
              <a:ext uri="{FF2B5EF4-FFF2-40B4-BE49-F238E27FC236}">
                <a16:creationId xmlns:a16="http://schemas.microsoft.com/office/drawing/2014/main" id="{8E534C82-3FB2-4A62-98AE-C830DFA28E27}"/>
              </a:ext>
            </a:extLst>
          </p:cNvPr>
          <p:cNvSpPr>
            <a:spLocks noChangeArrowheads="1"/>
          </p:cNvSpPr>
          <p:nvPr/>
        </p:nvSpPr>
        <p:spPr bwMode="auto">
          <a:xfrm>
            <a:off x="2362200" y="22098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74757" name="Rectangle 6">
            <a:extLst>
              <a:ext uri="{FF2B5EF4-FFF2-40B4-BE49-F238E27FC236}">
                <a16:creationId xmlns:a16="http://schemas.microsoft.com/office/drawing/2014/main" id="{AFA8D1BF-155E-405A-A0A8-AA3B848CDCDE}"/>
              </a:ext>
            </a:extLst>
          </p:cNvPr>
          <p:cNvSpPr>
            <a:spLocks noChangeArrowheads="1"/>
          </p:cNvSpPr>
          <p:nvPr/>
        </p:nvSpPr>
        <p:spPr bwMode="auto">
          <a:xfrm>
            <a:off x="2362200" y="36576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74758" name="TextBox 7">
            <a:extLst>
              <a:ext uri="{FF2B5EF4-FFF2-40B4-BE49-F238E27FC236}">
                <a16:creationId xmlns:a16="http://schemas.microsoft.com/office/drawing/2014/main" id="{511D1EFC-1A56-4138-9EDF-622CE50211BC}"/>
              </a:ext>
            </a:extLst>
          </p:cNvPr>
          <p:cNvSpPr txBox="1">
            <a:spLocks noChangeArrowheads="1"/>
          </p:cNvSpPr>
          <p:nvPr/>
        </p:nvSpPr>
        <p:spPr bwMode="auto">
          <a:xfrm>
            <a:off x="609600" y="2286000"/>
            <a:ext cx="1712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Q1</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(High Priority)</a:t>
            </a:r>
          </a:p>
        </p:txBody>
      </p:sp>
      <p:sp>
        <p:nvSpPr>
          <p:cNvPr id="74759" name="TextBox 8">
            <a:extLst>
              <a:ext uri="{FF2B5EF4-FFF2-40B4-BE49-F238E27FC236}">
                <a16:creationId xmlns:a16="http://schemas.microsoft.com/office/drawing/2014/main" id="{3B43B4A4-51FC-4BE7-B032-D544CF83FF90}"/>
              </a:ext>
            </a:extLst>
          </p:cNvPr>
          <p:cNvSpPr txBox="1">
            <a:spLocks noChangeArrowheads="1"/>
          </p:cNvSpPr>
          <p:nvPr/>
        </p:nvSpPr>
        <p:spPr bwMode="auto">
          <a:xfrm>
            <a:off x="609600" y="3733800"/>
            <a:ext cx="1676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Q2</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(Low Priority</a:t>
            </a:r>
          </a:p>
        </p:txBody>
      </p:sp>
      <p:sp>
        <p:nvSpPr>
          <p:cNvPr id="74760" name="TextBox 9">
            <a:extLst>
              <a:ext uri="{FF2B5EF4-FFF2-40B4-BE49-F238E27FC236}">
                <a16:creationId xmlns:a16="http://schemas.microsoft.com/office/drawing/2014/main" id="{FED2CAA9-CF21-48F8-AF70-24E6FBE90029}"/>
              </a:ext>
            </a:extLst>
          </p:cNvPr>
          <p:cNvSpPr txBox="1">
            <a:spLocks noChangeArrowheads="1"/>
          </p:cNvSpPr>
          <p:nvPr/>
        </p:nvSpPr>
        <p:spPr bwMode="auto">
          <a:xfrm>
            <a:off x="6934200" y="1752600"/>
            <a:ext cx="684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CPU</a:t>
            </a:r>
          </a:p>
        </p:txBody>
      </p:sp>
      <p:sp>
        <p:nvSpPr>
          <p:cNvPr id="74761" name="Rectangle 11">
            <a:extLst>
              <a:ext uri="{FF2B5EF4-FFF2-40B4-BE49-F238E27FC236}">
                <a16:creationId xmlns:a16="http://schemas.microsoft.com/office/drawing/2014/main" id="{CC773471-D02D-45DB-BF63-0D00A7B52454}"/>
              </a:ext>
            </a:extLst>
          </p:cNvPr>
          <p:cNvSpPr>
            <a:spLocks noChangeArrowheads="1"/>
          </p:cNvSpPr>
          <p:nvPr/>
        </p:nvSpPr>
        <p:spPr bwMode="auto">
          <a:xfrm>
            <a:off x="6858000" y="2209800"/>
            <a:ext cx="914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13" name="Oval 12">
            <a:extLst>
              <a:ext uri="{FF2B5EF4-FFF2-40B4-BE49-F238E27FC236}">
                <a16:creationId xmlns:a16="http://schemas.microsoft.com/office/drawing/2014/main" id="{D67FFB0C-1CA0-45B7-B0D6-6A24454D5305}"/>
              </a:ext>
            </a:extLst>
          </p:cNvPr>
          <p:cNvSpPr>
            <a:spLocks noChangeArrowheads="1"/>
          </p:cNvSpPr>
          <p:nvPr/>
        </p:nvSpPr>
        <p:spPr bwMode="auto">
          <a:xfrm>
            <a:off x="2286000" y="4876800"/>
            <a:ext cx="685800" cy="609600"/>
          </a:xfrm>
          <a:prstGeom prst="ellipse">
            <a:avLst/>
          </a:prstGeom>
          <a:solidFill>
            <a:srgbClr val="00B05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J1</a:t>
            </a:r>
          </a:p>
        </p:txBody>
      </p:sp>
      <p:sp>
        <p:nvSpPr>
          <p:cNvPr id="14" name="Oval 13">
            <a:extLst>
              <a:ext uri="{FF2B5EF4-FFF2-40B4-BE49-F238E27FC236}">
                <a16:creationId xmlns:a16="http://schemas.microsoft.com/office/drawing/2014/main" id="{34E8223A-4DC2-4180-877E-10F703831730}"/>
              </a:ext>
            </a:extLst>
          </p:cNvPr>
          <p:cNvSpPr>
            <a:spLocks noChangeArrowheads="1"/>
          </p:cNvSpPr>
          <p:nvPr/>
        </p:nvSpPr>
        <p:spPr bwMode="auto">
          <a:xfrm>
            <a:off x="3429000" y="46482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
        <p:nvSpPr>
          <p:cNvPr id="15" name="Oval 14">
            <a:extLst>
              <a:ext uri="{FF2B5EF4-FFF2-40B4-BE49-F238E27FC236}">
                <a16:creationId xmlns:a16="http://schemas.microsoft.com/office/drawing/2014/main" id="{AE080693-FB4A-4C72-90F8-407D331312DB}"/>
              </a:ext>
            </a:extLst>
          </p:cNvPr>
          <p:cNvSpPr>
            <a:spLocks noChangeArrowheads="1"/>
          </p:cNvSpPr>
          <p:nvPr/>
        </p:nvSpPr>
        <p:spPr bwMode="auto">
          <a:xfrm>
            <a:off x="3810000" y="5638800"/>
            <a:ext cx="685800" cy="609600"/>
          </a:xfrm>
          <a:prstGeom prst="ellipse">
            <a:avLst/>
          </a:prstGeom>
          <a:solidFill>
            <a:srgbClr val="7030A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J3</a:t>
            </a:r>
          </a:p>
        </p:txBody>
      </p:sp>
      <p:sp>
        <p:nvSpPr>
          <p:cNvPr id="16" name="Oval 15">
            <a:extLst>
              <a:ext uri="{FF2B5EF4-FFF2-40B4-BE49-F238E27FC236}">
                <a16:creationId xmlns:a16="http://schemas.microsoft.com/office/drawing/2014/main" id="{90BA82BA-23F9-457E-87EE-66B4AD588964}"/>
              </a:ext>
            </a:extLst>
          </p:cNvPr>
          <p:cNvSpPr>
            <a:spLocks noChangeArrowheads="1"/>
          </p:cNvSpPr>
          <p:nvPr/>
        </p:nvSpPr>
        <p:spPr bwMode="auto">
          <a:xfrm>
            <a:off x="4953000" y="4648200"/>
            <a:ext cx="685800" cy="609600"/>
          </a:xfrm>
          <a:prstGeom prst="ellipse">
            <a:avLst/>
          </a:prstGeom>
          <a:solidFill>
            <a:srgbClr val="0033CC"/>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J4</a:t>
            </a:r>
          </a:p>
        </p:txBody>
      </p:sp>
      <p:sp>
        <p:nvSpPr>
          <p:cNvPr id="17" name="Oval 16">
            <a:extLst>
              <a:ext uri="{FF2B5EF4-FFF2-40B4-BE49-F238E27FC236}">
                <a16:creationId xmlns:a16="http://schemas.microsoft.com/office/drawing/2014/main" id="{86367571-46C6-4F86-8ADE-54E5B880022F}"/>
              </a:ext>
            </a:extLst>
          </p:cNvPr>
          <p:cNvSpPr>
            <a:spLocks noChangeArrowheads="1"/>
          </p:cNvSpPr>
          <p:nvPr/>
        </p:nvSpPr>
        <p:spPr bwMode="auto">
          <a:xfrm>
            <a:off x="5867400" y="5334000"/>
            <a:ext cx="685800" cy="609600"/>
          </a:xfrm>
          <a:prstGeom prst="ellipse">
            <a:avLst/>
          </a:prstGeom>
          <a:solidFill>
            <a:srgbClr val="FF0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J5</a:t>
            </a:r>
          </a:p>
        </p:txBody>
      </p:sp>
      <p:sp>
        <p:nvSpPr>
          <p:cNvPr id="74767" name="TextBox 17">
            <a:extLst>
              <a:ext uri="{FF2B5EF4-FFF2-40B4-BE49-F238E27FC236}">
                <a16:creationId xmlns:a16="http://schemas.microsoft.com/office/drawing/2014/main" id="{1A2BB5CD-D6ED-40AB-B251-00721F3C90E5}"/>
              </a:ext>
            </a:extLst>
          </p:cNvPr>
          <p:cNvSpPr txBox="1">
            <a:spLocks noChangeArrowheads="1"/>
          </p:cNvSpPr>
          <p:nvPr/>
        </p:nvSpPr>
        <p:spPr bwMode="auto">
          <a:xfrm>
            <a:off x="2667000" y="6248400"/>
            <a:ext cx="3476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Arrival of jobs: J1, J2, J3, J4, J5</a:t>
            </a:r>
          </a:p>
        </p:txBody>
      </p:sp>
      <p:sp>
        <p:nvSpPr>
          <p:cNvPr id="74768" name="TextBox 18">
            <a:extLst>
              <a:ext uri="{FF2B5EF4-FFF2-40B4-BE49-F238E27FC236}">
                <a16:creationId xmlns:a16="http://schemas.microsoft.com/office/drawing/2014/main" id="{F26E3DDA-62E3-4B85-BE97-BF9ED9E1F576}"/>
              </a:ext>
            </a:extLst>
          </p:cNvPr>
          <p:cNvSpPr txBox="1">
            <a:spLocks noChangeArrowheads="1"/>
          </p:cNvSpPr>
          <p:nvPr/>
        </p:nvSpPr>
        <p:spPr bwMode="auto">
          <a:xfrm>
            <a:off x="5334000" y="175260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(FCFS)</a:t>
            </a:r>
          </a:p>
        </p:txBody>
      </p:sp>
    </p:spTree>
    <p:extLst>
      <p:ext uri="{BB962C8B-B14F-4D97-AF65-F5344CB8AC3E}">
        <p14:creationId xmlns:p14="http://schemas.microsoft.com/office/powerpoint/2010/main" val="1010316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grpId="0" nodeType="clickEffect">
                                  <p:stCondLst>
                                    <p:cond delay="0"/>
                                  </p:stCondLst>
                                  <p:childTnLst>
                                    <p:animMotion origin="layout" path="M 0 3.38575E-6 L 0.35417 -0.16652 " pathEditMode="relative" rAng="0" ptsTypes="AA">
                                      <p:cBhvr>
                                        <p:cTn id="6" dur="2000" fill="hold"/>
                                        <p:tgtEl>
                                          <p:spTgt spid="13"/>
                                        </p:tgtEl>
                                        <p:attrNameLst>
                                          <p:attrName>ppt_x</p:attrName>
                                          <p:attrName>ppt_y</p:attrName>
                                        </p:attrNameLst>
                                      </p:cBhvr>
                                      <p:rCtr x="17700" y="-8300"/>
                                    </p:animMotion>
                                  </p:childTnLst>
                                </p:cTn>
                              </p:par>
                            </p:childTnLst>
                          </p:cTn>
                        </p:par>
                        <p:par>
                          <p:cTn id="7" fill="hold" nodeType="afterGroup">
                            <p:stCondLst>
                              <p:cond delay="2000"/>
                            </p:stCondLst>
                            <p:childTnLst>
                              <p:par>
                                <p:cTn id="8" presetID="64" presetClass="path" presetSubtype="0" accel="50000" decel="50000" fill="hold" grpId="0" nodeType="afterEffect">
                                  <p:stCondLst>
                                    <p:cond delay="0"/>
                                  </p:stCondLst>
                                  <p:childTnLst>
                                    <p:animMotion origin="layout" path="M 0 -4.11656E-6 L 0.22917 -0.34412 " pathEditMode="relative" rAng="0" ptsTypes="AA">
                                      <p:cBhvr>
                                        <p:cTn id="9" dur="2000" fill="hold"/>
                                        <p:tgtEl>
                                          <p:spTgt spid="14"/>
                                        </p:tgtEl>
                                        <p:attrNameLst>
                                          <p:attrName>ppt_x</p:attrName>
                                          <p:attrName>ppt_y</p:attrName>
                                        </p:attrNameLst>
                                      </p:cBhvr>
                                      <p:rCtr x="11500" y="-17200"/>
                                    </p:animMotion>
                                  </p:childTnLst>
                                </p:cTn>
                              </p:par>
                            </p:childTnLst>
                          </p:cTn>
                        </p:par>
                        <p:par>
                          <p:cTn id="10" fill="hold" nodeType="afterGroup">
                            <p:stCondLst>
                              <p:cond delay="4000"/>
                            </p:stCondLst>
                            <p:childTnLst>
                              <p:par>
                                <p:cTn id="11" presetID="64" presetClass="path" presetSubtype="0" accel="50000" decel="50000" fill="hold" grpId="0" nodeType="afterEffect">
                                  <p:stCondLst>
                                    <p:cond delay="0"/>
                                  </p:stCondLst>
                                  <p:childTnLst>
                                    <p:animMotion origin="layout" path="M 3.33333E-6 -4.93987E-6 L 0.10416 -0.48843 " pathEditMode="relative" rAng="0" ptsTypes="AA">
                                      <p:cBhvr>
                                        <p:cTn id="12" dur="2000" fill="hold"/>
                                        <p:tgtEl>
                                          <p:spTgt spid="15"/>
                                        </p:tgtEl>
                                        <p:attrNameLst>
                                          <p:attrName>ppt_x</p:attrName>
                                          <p:attrName>ppt_y</p:attrName>
                                        </p:attrNameLst>
                                      </p:cBhvr>
                                      <p:rCtr x="5200" y="-24400"/>
                                    </p:animMotion>
                                  </p:childTnLst>
                                </p:cTn>
                              </p:par>
                            </p:childTnLst>
                          </p:cTn>
                        </p:par>
                        <p:par>
                          <p:cTn id="13" fill="hold" nodeType="afterGroup">
                            <p:stCondLst>
                              <p:cond delay="6000"/>
                            </p:stCondLst>
                            <p:childTnLst>
                              <p:par>
                                <p:cTn id="14" presetID="64" presetClass="path" presetSubtype="0" accel="50000" decel="50000" fill="hold" grpId="0" nodeType="afterEffect">
                                  <p:stCondLst>
                                    <p:cond delay="0"/>
                                  </p:stCondLst>
                                  <p:childTnLst>
                                    <p:animMotion origin="layout" path="M 3.33333E-6 -4.11656E-6 L -0.02084 -0.13321 " pathEditMode="relative" rAng="0" ptsTypes="AA">
                                      <p:cBhvr>
                                        <p:cTn id="15" dur="2000" fill="hold"/>
                                        <p:tgtEl>
                                          <p:spTgt spid="16"/>
                                        </p:tgtEl>
                                        <p:attrNameLst>
                                          <p:attrName>ppt_x</p:attrName>
                                          <p:attrName>ppt_y</p:attrName>
                                        </p:attrNameLst>
                                      </p:cBhvr>
                                      <p:rCtr x="-1000" y="-6700"/>
                                    </p:animMotion>
                                  </p:childTnLst>
                                </p:cTn>
                              </p:par>
                            </p:childTnLst>
                          </p:cTn>
                        </p:par>
                        <p:par>
                          <p:cTn id="16" fill="hold" nodeType="afterGroup">
                            <p:stCondLst>
                              <p:cond delay="8000"/>
                            </p:stCondLst>
                            <p:childTnLst>
                              <p:par>
                                <p:cTn id="17" presetID="64" presetClass="path" presetSubtype="0" accel="50000" decel="50000" fill="hold" grpId="0" nodeType="afterEffect">
                                  <p:stCondLst>
                                    <p:cond delay="0"/>
                                  </p:stCondLst>
                                  <p:childTnLst>
                                    <p:animMotion origin="layout" path="M 3.33333E-6 -1.60962E-6 L -0.20417 -0.23312 " pathEditMode="relative" rAng="0" ptsTypes="AA">
                                      <p:cBhvr>
                                        <p:cTn id="18" dur="2000" fill="hold"/>
                                        <p:tgtEl>
                                          <p:spTgt spid="17"/>
                                        </p:tgtEl>
                                        <p:attrNameLst>
                                          <p:attrName>ppt_x</p:attrName>
                                          <p:attrName>ppt_y</p:attrName>
                                        </p:attrNameLst>
                                      </p:cBhvr>
                                      <p:rCtr x="-10200" y="-117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2">
            <a:extLst>
              <a:ext uri="{FF2B5EF4-FFF2-40B4-BE49-F238E27FC236}">
                <a16:creationId xmlns:a16="http://schemas.microsoft.com/office/drawing/2014/main" id="{0457468B-DE46-46DF-93C0-518F6A854365}"/>
              </a:ext>
            </a:extLst>
          </p:cNvPr>
          <p:cNvSpPr>
            <a:spLocks noGrp="1" noChangeArrowheads="1"/>
          </p:cNvSpPr>
          <p:nvPr>
            <p:ph type="title"/>
          </p:nvPr>
        </p:nvSpPr>
        <p:spPr>
          <a:xfrm>
            <a:off x="381000" y="762000"/>
            <a:ext cx="8458200" cy="914400"/>
          </a:xfrm>
        </p:spPr>
        <p:txBody>
          <a:bodyPr/>
          <a:lstStyle/>
          <a:p>
            <a:pPr algn="l" eaLnBrk="1" hangingPunct="1"/>
            <a:r>
              <a:rPr lang="en-CA" altLang="ms-MY" sz="3200"/>
              <a:t>Case 1: </a:t>
            </a:r>
            <a:r>
              <a:rPr lang="en-CA" altLang="ms-MY" sz="3200">
                <a:solidFill>
                  <a:schemeClr val="tx1"/>
                </a:solidFill>
              </a:rPr>
              <a:t>No Movement Between Queues</a:t>
            </a:r>
          </a:p>
        </p:txBody>
      </p:sp>
      <p:sp>
        <p:nvSpPr>
          <p:cNvPr id="75779" name="Slide Number Placeholder 4">
            <a:extLst>
              <a:ext uri="{FF2B5EF4-FFF2-40B4-BE49-F238E27FC236}">
                <a16:creationId xmlns:a16="http://schemas.microsoft.com/office/drawing/2014/main" id="{90CD3894-4B65-434D-8022-5967459ACF55}"/>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0057332-54B2-4DCB-A916-95E405D857A7}"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79</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75780" name="Rectangle 5">
            <a:extLst>
              <a:ext uri="{FF2B5EF4-FFF2-40B4-BE49-F238E27FC236}">
                <a16:creationId xmlns:a16="http://schemas.microsoft.com/office/drawing/2014/main" id="{1DC4DCB9-E59A-42CC-9D96-A9C43DCE7074}"/>
              </a:ext>
            </a:extLst>
          </p:cNvPr>
          <p:cNvSpPr>
            <a:spLocks noChangeArrowheads="1"/>
          </p:cNvSpPr>
          <p:nvPr/>
        </p:nvSpPr>
        <p:spPr bwMode="auto">
          <a:xfrm>
            <a:off x="2362200" y="22098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75781" name="Rectangle 6">
            <a:extLst>
              <a:ext uri="{FF2B5EF4-FFF2-40B4-BE49-F238E27FC236}">
                <a16:creationId xmlns:a16="http://schemas.microsoft.com/office/drawing/2014/main" id="{65B37151-F9B1-4F9E-9269-6BFAFE9C167F}"/>
              </a:ext>
            </a:extLst>
          </p:cNvPr>
          <p:cNvSpPr>
            <a:spLocks noChangeArrowheads="1"/>
          </p:cNvSpPr>
          <p:nvPr/>
        </p:nvSpPr>
        <p:spPr bwMode="auto">
          <a:xfrm>
            <a:off x="2362200" y="36576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75782" name="TextBox 7">
            <a:extLst>
              <a:ext uri="{FF2B5EF4-FFF2-40B4-BE49-F238E27FC236}">
                <a16:creationId xmlns:a16="http://schemas.microsoft.com/office/drawing/2014/main" id="{E9EEEF10-3ABA-47C5-9B01-B085E8584A34}"/>
              </a:ext>
            </a:extLst>
          </p:cNvPr>
          <p:cNvSpPr txBox="1">
            <a:spLocks noChangeArrowheads="1"/>
          </p:cNvSpPr>
          <p:nvPr/>
        </p:nvSpPr>
        <p:spPr bwMode="auto">
          <a:xfrm>
            <a:off x="609600" y="2286000"/>
            <a:ext cx="1712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Q1</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(High Priority)</a:t>
            </a:r>
          </a:p>
        </p:txBody>
      </p:sp>
      <p:sp>
        <p:nvSpPr>
          <p:cNvPr id="75783" name="TextBox 8">
            <a:extLst>
              <a:ext uri="{FF2B5EF4-FFF2-40B4-BE49-F238E27FC236}">
                <a16:creationId xmlns:a16="http://schemas.microsoft.com/office/drawing/2014/main" id="{F5C3CA64-EEAB-48EF-B50A-9D04E4AAD29F}"/>
              </a:ext>
            </a:extLst>
          </p:cNvPr>
          <p:cNvSpPr txBox="1">
            <a:spLocks noChangeArrowheads="1"/>
          </p:cNvSpPr>
          <p:nvPr/>
        </p:nvSpPr>
        <p:spPr bwMode="auto">
          <a:xfrm>
            <a:off x="609600" y="3733800"/>
            <a:ext cx="1676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Q2</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(Low Priority</a:t>
            </a:r>
          </a:p>
        </p:txBody>
      </p:sp>
      <p:sp>
        <p:nvSpPr>
          <p:cNvPr id="75784" name="TextBox 9">
            <a:extLst>
              <a:ext uri="{FF2B5EF4-FFF2-40B4-BE49-F238E27FC236}">
                <a16:creationId xmlns:a16="http://schemas.microsoft.com/office/drawing/2014/main" id="{303924DE-5B1A-4A9D-BD52-A62296E5A626}"/>
              </a:ext>
            </a:extLst>
          </p:cNvPr>
          <p:cNvSpPr txBox="1">
            <a:spLocks noChangeArrowheads="1"/>
          </p:cNvSpPr>
          <p:nvPr/>
        </p:nvSpPr>
        <p:spPr bwMode="auto">
          <a:xfrm>
            <a:off x="6934200" y="1752600"/>
            <a:ext cx="684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CPU</a:t>
            </a:r>
          </a:p>
        </p:txBody>
      </p:sp>
      <p:sp>
        <p:nvSpPr>
          <p:cNvPr id="75785" name="Rectangle 11">
            <a:extLst>
              <a:ext uri="{FF2B5EF4-FFF2-40B4-BE49-F238E27FC236}">
                <a16:creationId xmlns:a16="http://schemas.microsoft.com/office/drawing/2014/main" id="{77D53349-2D1E-4E3F-9809-058533E024FF}"/>
              </a:ext>
            </a:extLst>
          </p:cNvPr>
          <p:cNvSpPr>
            <a:spLocks noChangeArrowheads="1"/>
          </p:cNvSpPr>
          <p:nvPr/>
        </p:nvSpPr>
        <p:spPr bwMode="auto">
          <a:xfrm>
            <a:off x="6858000" y="2209800"/>
            <a:ext cx="914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13" name="Oval 12">
            <a:extLst>
              <a:ext uri="{FF2B5EF4-FFF2-40B4-BE49-F238E27FC236}">
                <a16:creationId xmlns:a16="http://schemas.microsoft.com/office/drawing/2014/main" id="{58E93435-EF6B-4648-BB7C-54E612F2E16A}"/>
              </a:ext>
            </a:extLst>
          </p:cNvPr>
          <p:cNvSpPr>
            <a:spLocks noChangeArrowheads="1"/>
          </p:cNvSpPr>
          <p:nvPr/>
        </p:nvSpPr>
        <p:spPr bwMode="auto">
          <a:xfrm>
            <a:off x="5562600" y="3733800"/>
            <a:ext cx="685800" cy="609600"/>
          </a:xfrm>
          <a:prstGeom prst="ellipse">
            <a:avLst/>
          </a:prstGeom>
          <a:solidFill>
            <a:srgbClr val="00B05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J1</a:t>
            </a:r>
          </a:p>
        </p:txBody>
      </p:sp>
      <p:sp>
        <p:nvSpPr>
          <p:cNvPr id="14" name="Oval 13">
            <a:extLst>
              <a:ext uri="{FF2B5EF4-FFF2-40B4-BE49-F238E27FC236}">
                <a16:creationId xmlns:a16="http://schemas.microsoft.com/office/drawing/2014/main" id="{A019B702-D981-4316-989F-40EDDE0382F8}"/>
              </a:ext>
            </a:extLst>
          </p:cNvPr>
          <p:cNvSpPr>
            <a:spLocks noChangeArrowheads="1"/>
          </p:cNvSpPr>
          <p:nvPr/>
        </p:nvSpPr>
        <p:spPr bwMode="auto">
          <a:xfrm>
            <a:off x="5562600" y="22860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
        <p:nvSpPr>
          <p:cNvPr id="15" name="Oval 14">
            <a:extLst>
              <a:ext uri="{FF2B5EF4-FFF2-40B4-BE49-F238E27FC236}">
                <a16:creationId xmlns:a16="http://schemas.microsoft.com/office/drawing/2014/main" id="{E573415D-C7CF-46FF-8072-2C2023956ECC}"/>
              </a:ext>
            </a:extLst>
          </p:cNvPr>
          <p:cNvSpPr>
            <a:spLocks noChangeArrowheads="1"/>
          </p:cNvSpPr>
          <p:nvPr/>
        </p:nvSpPr>
        <p:spPr bwMode="auto">
          <a:xfrm>
            <a:off x="4724400" y="2286000"/>
            <a:ext cx="685800" cy="609600"/>
          </a:xfrm>
          <a:prstGeom prst="ellipse">
            <a:avLst/>
          </a:prstGeom>
          <a:solidFill>
            <a:srgbClr val="7030A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J3</a:t>
            </a:r>
          </a:p>
        </p:txBody>
      </p:sp>
      <p:sp>
        <p:nvSpPr>
          <p:cNvPr id="16" name="Oval 15">
            <a:extLst>
              <a:ext uri="{FF2B5EF4-FFF2-40B4-BE49-F238E27FC236}">
                <a16:creationId xmlns:a16="http://schemas.microsoft.com/office/drawing/2014/main" id="{AE9EBE2F-13C6-47F7-AC2E-D0500F7BC3A2}"/>
              </a:ext>
            </a:extLst>
          </p:cNvPr>
          <p:cNvSpPr>
            <a:spLocks noChangeArrowheads="1"/>
          </p:cNvSpPr>
          <p:nvPr/>
        </p:nvSpPr>
        <p:spPr bwMode="auto">
          <a:xfrm>
            <a:off x="4724400" y="3733800"/>
            <a:ext cx="685800" cy="609600"/>
          </a:xfrm>
          <a:prstGeom prst="ellipse">
            <a:avLst/>
          </a:prstGeom>
          <a:solidFill>
            <a:srgbClr val="0033CC"/>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J4</a:t>
            </a:r>
          </a:p>
        </p:txBody>
      </p:sp>
      <p:sp>
        <p:nvSpPr>
          <p:cNvPr id="17" name="Oval 16">
            <a:extLst>
              <a:ext uri="{FF2B5EF4-FFF2-40B4-BE49-F238E27FC236}">
                <a16:creationId xmlns:a16="http://schemas.microsoft.com/office/drawing/2014/main" id="{B585321C-C152-47C5-813A-758570A181F0}"/>
              </a:ext>
            </a:extLst>
          </p:cNvPr>
          <p:cNvSpPr>
            <a:spLocks noChangeArrowheads="1"/>
          </p:cNvSpPr>
          <p:nvPr/>
        </p:nvSpPr>
        <p:spPr bwMode="auto">
          <a:xfrm>
            <a:off x="3886200" y="3733800"/>
            <a:ext cx="685800" cy="609600"/>
          </a:xfrm>
          <a:prstGeom prst="ellipse">
            <a:avLst/>
          </a:prstGeom>
          <a:solidFill>
            <a:srgbClr val="FF0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J5</a:t>
            </a:r>
          </a:p>
        </p:txBody>
      </p:sp>
      <p:sp>
        <p:nvSpPr>
          <p:cNvPr id="75791" name="TextBox 18">
            <a:extLst>
              <a:ext uri="{FF2B5EF4-FFF2-40B4-BE49-F238E27FC236}">
                <a16:creationId xmlns:a16="http://schemas.microsoft.com/office/drawing/2014/main" id="{6366A317-B834-4508-9992-53132B8387C1}"/>
              </a:ext>
            </a:extLst>
          </p:cNvPr>
          <p:cNvSpPr txBox="1">
            <a:spLocks noChangeArrowheads="1"/>
          </p:cNvSpPr>
          <p:nvPr/>
        </p:nvSpPr>
        <p:spPr bwMode="auto">
          <a:xfrm>
            <a:off x="5334000" y="175260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(FCFS)</a:t>
            </a:r>
          </a:p>
        </p:txBody>
      </p:sp>
    </p:spTree>
    <p:extLst>
      <p:ext uri="{BB962C8B-B14F-4D97-AF65-F5344CB8AC3E}">
        <p14:creationId xmlns:p14="http://schemas.microsoft.com/office/powerpoint/2010/main" val="37721164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grpId="0" nodeType="clickEffect">
                                  <p:stCondLst>
                                    <p:cond delay="1000"/>
                                  </p:stCondLst>
                                  <p:childTnLst>
                                    <p:animMotion origin="layout" path="M -3.33333E-6 1.69288E-6 L 0.15417 1.69288E-6 " pathEditMode="relative" rAng="0" ptsTypes="AA">
                                      <p:cBhvr>
                                        <p:cTn id="6" dur="2000" fill="hold"/>
                                        <p:tgtEl>
                                          <p:spTgt spid="14"/>
                                        </p:tgtEl>
                                        <p:attrNameLst>
                                          <p:attrName>ppt_x</p:attrName>
                                          <p:attrName>ppt_y</p:attrName>
                                        </p:attrNameLst>
                                      </p:cBhvr>
                                      <p:rCtr x="7700" y="0"/>
                                    </p:animMotion>
                                  </p:childTnLst>
                                  <p:subTnLst>
                                    <p:set>
                                      <p:cBhvr override="childStyle">
                                        <p:cTn dur="1" fill="hold" display="0" masterRel="nextClick" afterEffect="1"/>
                                        <p:tgtEl>
                                          <p:spTgt spid="14"/>
                                        </p:tgtEl>
                                        <p:attrNameLst>
                                          <p:attrName>style.visibility</p:attrName>
                                        </p:attrNameLst>
                                      </p:cBhvr>
                                      <p:to>
                                        <p:strVal val="hidden"/>
                                      </p:to>
                                    </p:set>
                                  </p:subTnLst>
                                </p:cTn>
                              </p:par>
                            </p:childTnLst>
                          </p:cTn>
                        </p:par>
                        <p:par>
                          <p:cTn id="7" fill="hold" nodeType="afterGroup">
                            <p:stCondLst>
                              <p:cond delay="3000"/>
                            </p:stCondLst>
                            <p:childTnLst>
                              <p:par>
                                <p:cTn id="8" presetID="64" presetClass="path" presetSubtype="0" accel="50000" decel="50000" fill="hold" grpId="0" nodeType="afterEffect">
                                  <p:stCondLst>
                                    <p:cond delay="0"/>
                                  </p:stCondLst>
                                  <p:childTnLst>
                                    <p:animMotion origin="layout" path="M 3.33333E-6 1.69288E-6 L 0.24583 1.69288E-6 " pathEditMode="relative" rAng="0" ptsTypes="AA">
                                      <p:cBhvr>
                                        <p:cTn id="9" dur="2000" fill="hold"/>
                                        <p:tgtEl>
                                          <p:spTgt spid="15"/>
                                        </p:tgtEl>
                                        <p:attrNameLst>
                                          <p:attrName>ppt_x</p:attrName>
                                          <p:attrName>ppt_y</p:attrName>
                                        </p:attrNameLst>
                                      </p:cBhvr>
                                      <p:rCtr x="12300" y="0"/>
                                    </p:animMotion>
                                  </p:childTnLst>
                                  <p:subTnLst>
                                    <p:set>
                                      <p:cBhvr override="childStyle">
                                        <p:cTn dur="1" fill="hold" display="0" masterRel="sameClick" afterEffect="1">
                                          <p:stCondLst>
                                            <p:cond evt="end" delay="0">
                                              <p:tn val="8"/>
                                            </p:cond>
                                          </p:stCondLst>
                                        </p:cTn>
                                        <p:tgtEl>
                                          <p:spTgt spid="15"/>
                                        </p:tgtEl>
                                        <p:attrNameLst>
                                          <p:attrName>style.visibility</p:attrName>
                                        </p:attrNameLst>
                                      </p:cBhvr>
                                      <p:to>
                                        <p:strVal val="hidden"/>
                                      </p:to>
                                    </p:set>
                                  </p:subTnLst>
                                </p:cTn>
                              </p:par>
                            </p:childTnLst>
                          </p:cTn>
                        </p:par>
                        <p:par>
                          <p:cTn id="10" fill="hold" nodeType="afterGroup">
                            <p:stCondLst>
                              <p:cond delay="5000"/>
                            </p:stCondLst>
                            <p:childTnLst>
                              <p:par>
                                <p:cTn id="11" presetID="64" presetClass="path" presetSubtype="0" accel="50000" decel="50000" fill="hold" grpId="0" nodeType="afterEffect">
                                  <p:stCondLst>
                                    <p:cond delay="0"/>
                                  </p:stCondLst>
                                  <p:childTnLst>
                                    <p:animMotion origin="layout" path="M -3.33333E-6 -4.12581E-6 L 0.15417 -0.21091 " pathEditMode="relative" rAng="0" ptsTypes="AA">
                                      <p:cBhvr>
                                        <p:cTn id="12" dur="2000" fill="hold"/>
                                        <p:tgtEl>
                                          <p:spTgt spid="13"/>
                                        </p:tgtEl>
                                        <p:attrNameLst>
                                          <p:attrName>ppt_x</p:attrName>
                                          <p:attrName>ppt_y</p:attrName>
                                        </p:attrNameLst>
                                      </p:cBhvr>
                                      <p:rCtr x="7700" y="-10500"/>
                                    </p:animMotion>
                                  </p:childTnLst>
                                  <p:subTnLst>
                                    <p:set>
                                      <p:cBhvr override="childStyle">
                                        <p:cTn dur="1" fill="hold" display="0" masterRel="nextClick" afterEffect="1"/>
                                        <p:tgtEl>
                                          <p:spTgt spid="13"/>
                                        </p:tgtEl>
                                        <p:attrNameLst>
                                          <p:attrName>style.visibility</p:attrName>
                                        </p:attrNameLst>
                                      </p:cBhvr>
                                      <p:to>
                                        <p:strVal val="hidden"/>
                                      </p:to>
                                    </p:set>
                                  </p:subTnLst>
                                </p:cTn>
                              </p:par>
                            </p:childTnLst>
                          </p:cTn>
                        </p:par>
                        <p:par>
                          <p:cTn id="13" fill="hold" nodeType="afterGroup">
                            <p:stCondLst>
                              <p:cond delay="7000"/>
                            </p:stCondLst>
                            <p:childTnLst>
                              <p:par>
                                <p:cTn id="14" presetID="64" presetClass="path" presetSubtype="0" accel="50000" decel="50000" fill="hold" grpId="0" nodeType="afterEffect">
                                  <p:stCondLst>
                                    <p:cond delay="0"/>
                                  </p:stCondLst>
                                  <p:childTnLst>
                                    <p:animMotion origin="layout" path="M 3.33333E-6 -4.12581E-6 L 0.24583 -0.21091 " pathEditMode="relative" rAng="0" ptsTypes="AA">
                                      <p:cBhvr>
                                        <p:cTn id="15" dur="2000" fill="hold"/>
                                        <p:tgtEl>
                                          <p:spTgt spid="16"/>
                                        </p:tgtEl>
                                        <p:attrNameLst>
                                          <p:attrName>ppt_x</p:attrName>
                                          <p:attrName>ppt_y</p:attrName>
                                        </p:attrNameLst>
                                      </p:cBhvr>
                                      <p:rCtr x="12300" y="-10500"/>
                                    </p:animMotion>
                                  </p:childTnLst>
                                  <p:subTnLst>
                                    <p:set>
                                      <p:cBhvr override="childStyle">
                                        <p:cTn dur="1" fill="hold" display="0" masterRel="nextClick" afterEffect="1"/>
                                        <p:tgtEl>
                                          <p:spTgt spid="16"/>
                                        </p:tgtEl>
                                        <p:attrNameLst>
                                          <p:attrName>style.visibility</p:attrName>
                                        </p:attrNameLst>
                                      </p:cBhvr>
                                      <p:to>
                                        <p:strVal val="hidden"/>
                                      </p:to>
                                    </p:set>
                                  </p:subTnLst>
                                </p:cTn>
                              </p:par>
                            </p:childTnLst>
                          </p:cTn>
                        </p:par>
                        <p:par>
                          <p:cTn id="16" fill="hold" nodeType="afterGroup">
                            <p:stCondLst>
                              <p:cond delay="9000"/>
                            </p:stCondLst>
                            <p:childTnLst>
                              <p:par>
                                <p:cTn id="17" presetID="64" presetClass="path" presetSubtype="0" accel="50000" decel="50000" fill="hold" grpId="0" nodeType="afterEffect">
                                  <p:stCondLst>
                                    <p:cond delay="0"/>
                                  </p:stCondLst>
                                  <p:childTnLst>
                                    <p:animMotion origin="layout" path="M 0 -4.12581E-6 L 0.3375 -0.21091 " pathEditMode="relative" rAng="0" ptsTypes="AA">
                                      <p:cBhvr>
                                        <p:cTn id="18" dur="2000" fill="hold"/>
                                        <p:tgtEl>
                                          <p:spTgt spid="17"/>
                                        </p:tgtEl>
                                        <p:attrNameLst>
                                          <p:attrName>ppt_x</p:attrName>
                                          <p:attrName>ppt_y</p:attrName>
                                        </p:attrNameLst>
                                      </p:cBhvr>
                                      <p:rCtr x="16900" y="-10500"/>
                                    </p:animMotion>
                                  </p:childTnLst>
                                  <p:subTnLst>
                                    <p:set>
                                      <p:cBhvr override="childStyle">
                                        <p:cTn dur="1" fill="hold" display="0" masterRel="sameClick" afterEffect="1">
                                          <p:stCondLst>
                                            <p:cond evt="end" delay="0">
                                              <p:tn val="17"/>
                                            </p:cond>
                                          </p:stCondLst>
                                        </p:cTn>
                                        <p:tgtEl>
                                          <p:spTgt spid="17"/>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6">
            <a:extLst>
              <a:ext uri="{FF2B5EF4-FFF2-40B4-BE49-F238E27FC236}">
                <a16:creationId xmlns:a16="http://schemas.microsoft.com/office/drawing/2014/main" id="{36ACB717-B15E-42A0-A266-DFE33384BB7D}"/>
              </a:ext>
            </a:extLst>
          </p:cNvPr>
          <p:cNvSpPr>
            <a:spLocks noGrp="1" noChangeArrowheads="1"/>
          </p:cNvSpPr>
          <p:nvPr>
            <p:ph type="title"/>
          </p:nvPr>
        </p:nvSpPr>
        <p:spPr>
          <a:xfrm>
            <a:off x="533400" y="696158"/>
            <a:ext cx="8077200" cy="838200"/>
          </a:xfrm>
        </p:spPr>
        <p:txBody>
          <a:bodyPr/>
          <a:lstStyle/>
          <a:p>
            <a:pPr algn="l" eaLnBrk="1" hangingPunct="1"/>
            <a:r>
              <a:rPr lang="en-CA" altLang="ms-MY" sz="3200" dirty="0"/>
              <a:t>Case 2: </a:t>
            </a:r>
            <a:r>
              <a:rPr lang="en-CA" altLang="ms-MY" sz="3200" dirty="0">
                <a:solidFill>
                  <a:schemeClr val="tx1"/>
                </a:solidFill>
              </a:rPr>
              <a:t>Movement Between Queues</a:t>
            </a:r>
          </a:p>
        </p:txBody>
      </p:sp>
      <p:sp>
        <p:nvSpPr>
          <p:cNvPr id="76803" name="Rectangle 7">
            <a:extLst>
              <a:ext uri="{FF2B5EF4-FFF2-40B4-BE49-F238E27FC236}">
                <a16:creationId xmlns:a16="http://schemas.microsoft.com/office/drawing/2014/main" id="{3BD52D06-28BD-48CB-B2AD-A2595ECBE246}"/>
              </a:ext>
            </a:extLst>
          </p:cNvPr>
          <p:cNvSpPr>
            <a:spLocks noGrp="1" noChangeArrowheads="1"/>
          </p:cNvSpPr>
          <p:nvPr>
            <p:ph type="body" idx="1"/>
          </p:nvPr>
        </p:nvSpPr>
        <p:spPr>
          <a:xfrm>
            <a:off x="533400" y="1534358"/>
            <a:ext cx="8077200" cy="4724400"/>
          </a:xfrm>
        </p:spPr>
        <p:txBody>
          <a:bodyPr/>
          <a:lstStyle/>
          <a:p>
            <a:pPr eaLnBrk="1" hangingPunct="1">
              <a:lnSpc>
                <a:spcPct val="90000"/>
              </a:lnSpc>
            </a:pPr>
            <a:r>
              <a:rPr lang="en-US" altLang="ms-MY" dirty="0"/>
              <a:t>Processor adjusts priorities assigned to each job</a:t>
            </a:r>
          </a:p>
          <a:p>
            <a:pPr eaLnBrk="1" hangingPunct="1">
              <a:lnSpc>
                <a:spcPct val="90000"/>
              </a:lnSpc>
            </a:pPr>
            <a:endParaRPr lang="en-US" altLang="ms-MY" dirty="0"/>
          </a:p>
          <a:p>
            <a:pPr eaLnBrk="1" hangingPunct="1">
              <a:lnSpc>
                <a:spcPct val="90000"/>
              </a:lnSpc>
            </a:pPr>
            <a:r>
              <a:rPr lang="en-US" altLang="ms-MY" dirty="0"/>
              <a:t>High-priority jobs</a:t>
            </a:r>
          </a:p>
          <a:p>
            <a:pPr lvl="1" eaLnBrk="1" hangingPunct="1">
              <a:lnSpc>
                <a:spcPct val="90000"/>
              </a:lnSpc>
            </a:pPr>
            <a:r>
              <a:rPr lang="en-US" altLang="ms-MY" dirty="0"/>
              <a:t>Initial priority favorable</a:t>
            </a:r>
          </a:p>
          <a:p>
            <a:pPr lvl="2" eaLnBrk="1" hangingPunct="1">
              <a:lnSpc>
                <a:spcPct val="90000"/>
              </a:lnSpc>
            </a:pPr>
            <a:r>
              <a:rPr lang="en-US" altLang="ms-MY" dirty="0"/>
              <a:t>Treated like all other jobs afterwards</a:t>
            </a:r>
          </a:p>
          <a:p>
            <a:pPr lvl="2" eaLnBrk="1" hangingPunct="1">
              <a:lnSpc>
                <a:spcPct val="90000"/>
              </a:lnSpc>
            </a:pPr>
            <a:endParaRPr lang="en-US" altLang="ms-MY" dirty="0"/>
          </a:p>
          <a:p>
            <a:pPr eaLnBrk="1" hangingPunct="1">
              <a:lnSpc>
                <a:spcPct val="90000"/>
              </a:lnSpc>
            </a:pPr>
            <a:r>
              <a:rPr lang="en-US" altLang="ms-MY" dirty="0"/>
              <a:t>Quantum interrupt </a:t>
            </a:r>
          </a:p>
          <a:p>
            <a:pPr lvl="1" eaLnBrk="1" hangingPunct="1">
              <a:lnSpc>
                <a:spcPct val="90000"/>
              </a:lnSpc>
            </a:pPr>
            <a:r>
              <a:rPr lang="en-US" altLang="ms-MY" dirty="0"/>
              <a:t>Job preempted </a:t>
            </a:r>
          </a:p>
          <a:p>
            <a:pPr lvl="2" eaLnBrk="1" hangingPunct="1">
              <a:lnSpc>
                <a:spcPct val="90000"/>
              </a:lnSpc>
            </a:pPr>
            <a:r>
              <a:rPr lang="en-US" altLang="ms-MY" dirty="0"/>
              <a:t>Moved to next lower queue</a:t>
            </a:r>
          </a:p>
          <a:p>
            <a:pPr lvl="2" eaLnBrk="1" hangingPunct="1">
              <a:lnSpc>
                <a:spcPct val="90000"/>
              </a:lnSpc>
            </a:pPr>
            <a:r>
              <a:rPr lang="en-US" altLang="ms-MY" dirty="0"/>
              <a:t>May have priority increased</a:t>
            </a:r>
          </a:p>
          <a:p>
            <a:pPr lvl="2" eaLnBrk="1" hangingPunct="1">
              <a:lnSpc>
                <a:spcPct val="90000"/>
              </a:lnSpc>
            </a:pPr>
            <a:endParaRPr lang="en-US" altLang="ms-MY" dirty="0"/>
          </a:p>
          <a:p>
            <a:pPr eaLnBrk="1" hangingPunct="1">
              <a:lnSpc>
                <a:spcPct val="90000"/>
              </a:lnSpc>
            </a:pPr>
            <a:r>
              <a:rPr lang="en-CA" altLang="ms-MY" dirty="0"/>
              <a:t>Good environment</a:t>
            </a:r>
          </a:p>
          <a:p>
            <a:pPr lvl="1" eaLnBrk="1" hangingPunct="1">
              <a:lnSpc>
                <a:spcPct val="90000"/>
              </a:lnSpc>
            </a:pPr>
            <a:r>
              <a:rPr lang="en-CA" altLang="ms-MY" dirty="0"/>
              <a:t>Jobs handled by cycle characteristics (CPU or I/O) </a:t>
            </a:r>
          </a:p>
          <a:p>
            <a:pPr lvl="1" eaLnBrk="1" hangingPunct="1">
              <a:lnSpc>
                <a:spcPct val="90000"/>
              </a:lnSpc>
            </a:pPr>
            <a:r>
              <a:rPr lang="en-CA" altLang="ms-MY" dirty="0"/>
              <a:t>Interactive systems</a:t>
            </a:r>
          </a:p>
        </p:txBody>
      </p:sp>
      <p:sp>
        <p:nvSpPr>
          <p:cNvPr id="76804" name="Slide Number Placeholder 4">
            <a:extLst>
              <a:ext uri="{FF2B5EF4-FFF2-40B4-BE49-F238E27FC236}">
                <a16:creationId xmlns:a16="http://schemas.microsoft.com/office/drawing/2014/main" id="{0DDF027D-5C3F-4514-B184-5E5BE544DD8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8684B91-9166-4F09-AA5D-58D786D4CFC5}"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80</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71254205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2">
            <a:extLst>
              <a:ext uri="{FF2B5EF4-FFF2-40B4-BE49-F238E27FC236}">
                <a16:creationId xmlns:a16="http://schemas.microsoft.com/office/drawing/2014/main" id="{E5C13BC1-DD91-47DD-B1B5-7BFCCB709D5A}"/>
              </a:ext>
            </a:extLst>
          </p:cNvPr>
          <p:cNvSpPr>
            <a:spLocks noGrp="1" noChangeArrowheads="1"/>
          </p:cNvSpPr>
          <p:nvPr>
            <p:ph type="title"/>
          </p:nvPr>
        </p:nvSpPr>
        <p:spPr>
          <a:xfrm>
            <a:off x="381000" y="762000"/>
            <a:ext cx="8458200" cy="914400"/>
          </a:xfrm>
        </p:spPr>
        <p:txBody>
          <a:bodyPr/>
          <a:lstStyle/>
          <a:p>
            <a:pPr algn="l" eaLnBrk="1" hangingPunct="1"/>
            <a:r>
              <a:rPr lang="en-CA" altLang="ms-MY" sz="3200"/>
              <a:t>Case 2: </a:t>
            </a:r>
            <a:r>
              <a:rPr lang="en-CA" altLang="ms-MY" sz="3200">
                <a:solidFill>
                  <a:schemeClr val="tx1"/>
                </a:solidFill>
              </a:rPr>
              <a:t>Movement Between Queues</a:t>
            </a:r>
          </a:p>
        </p:txBody>
      </p:sp>
      <p:sp>
        <p:nvSpPr>
          <p:cNvPr id="77827" name="Slide Number Placeholder 4">
            <a:extLst>
              <a:ext uri="{FF2B5EF4-FFF2-40B4-BE49-F238E27FC236}">
                <a16:creationId xmlns:a16="http://schemas.microsoft.com/office/drawing/2014/main" id="{B25132AA-1F22-4657-A483-01F37B5D5E5C}"/>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B98C5B4-C943-4B4F-992A-EE0CB2D37CA7}"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81</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77828" name="Rectangle 5">
            <a:extLst>
              <a:ext uri="{FF2B5EF4-FFF2-40B4-BE49-F238E27FC236}">
                <a16:creationId xmlns:a16="http://schemas.microsoft.com/office/drawing/2014/main" id="{E6CF5F6D-1F87-4823-A984-78110B6DD9C9}"/>
              </a:ext>
            </a:extLst>
          </p:cNvPr>
          <p:cNvSpPr>
            <a:spLocks noChangeArrowheads="1"/>
          </p:cNvSpPr>
          <p:nvPr/>
        </p:nvSpPr>
        <p:spPr bwMode="auto">
          <a:xfrm>
            <a:off x="2362200" y="22098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77829" name="Rectangle 6">
            <a:extLst>
              <a:ext uri="{FF2B5EF4-FFF2-40B4-BE49-F238E27FC236}">
                <a16:creationId xmlns:a16="http://schemas.microsoft.com/office/drawing/2014/main" id="{BF726467-1BF5-4256-B7FA-C5ECBF4CDCF6}"/>
              </a:ext>
            </a:extLst>
          </p:cNvPr>
          <p:cNvSpPr>
            <a:spLocks noChangeArrowheads="1"/>
          </p:cNvSpPr>
          <p:nvPr/>
        </p:nvSpPr>
        <p:spPr bwMode="auto">
          <a:xfrm>
            <a:off x="2362200" y="36576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77830" name="TextBox 7">
            <a:extLst>
              <a:ext uri="{FF2B5EF4-FFF2-40B4-BE49-F238E27FC236}">
                <a16:creationId xmlns:a16="http://schemas.microsoft.com/office/drawing/2014/main" id="{22A0F9AC-E0DA-4E7E-A16F-6A1773E786E3}"/>
              </a:ext>
            </a:extLst>
          </p:cNvPr>
          <p:cNvSpPr txBox="1">
            <a:spLocks noChangeArrowheads="1"/>
          </p:cNvSpPr>
          <p:nvPr/>
        </p:nvSpPr>
        <p:spPr bwMode="auto">
          <a:xfrm>
            <a:off x="609600" y="2286000"/>
            <a:ext cx="1712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Q1</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(High Priority)</a:t>
            </a:r>
          </a:p>
        </p:txBody>
      </p:sp>
      <p:sp>
        <p:nvSpPr>
          <p:cNvPr id="77831" name="TextBox 8">
            <a:extLst>
              <a:ext uri="{FF2B5EF4-FFF2-40B4-BE49-F238E27FC236}">
                <a16:creationId xmlns:a16="http://schemas.microsoft.com/office/drawing/2014/main" id="{1522C464-EADC-49B1-9B1C-AAC30EDD22CF}"/>
              </a:ext>
            </a:extLst>
          </p:cNvPr>
          <p:cNvSpPr txBox="1">
            <a:spLocks noChangeArrowheads="1"/>
          </p:cNvSpPr>
          <p:nvPr/>
        </p:nvSpPr>
        <p:spPr bwMode="auto">
          <a:xfrm>
            <a:off x="609600" y="3733800"/>
            <a:ext cx="1676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Q2</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(Low Priority</a:t>
            </a:r>
          </a:p>
        </p:txBody>
      </p:sp>
      <p:sp>
        <p:nvSpPr>
          <p:cNvPr id="77832" name="TextBox 9">
            <a:extLst>
              <a:ext uri="{FF2B5EF4-FFF2-40B4-BE49-F238E27FC236}">
                <a16:creationId xmlns:a16="http://schemas.microsoft.com/office/drawing/2014/main" id="{FF9FC596-4F53-46C4-BF09-348D03CD2CEA}"/>
              </a:ext>
            </a:extLst>
          </p:cNvPr>
          <p:cNvSpPr txBox="1">
            <a:spLocks noChangeArrowheads="1"/>
          </p:cNvSpPr>
          <p:nvPr/>
        </p:nvSpPr>
        <p:spPr bwMode="auto">
          <a:xfrm>
            <a:off x="7010400" y="1752600"/>
            <a:ext cx="684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CPU</a:t>
            </a:r>
          </a:p>
        </p:txBody>
      </p:sp>
      <p:sp>
        <p:nvSpPr>
          <p:cNvPr id="77833" name="Rectangle 11">
            <a:extLst>
              <a:ext uri="{FF2B5EF4-FFF2-40B4-BE49-F238E27FC236}">
                <a16:creationId xmlns:a16="http://schemas.microsoft.com/office/drawing/2014/main" id="{5881ED0D-B7F9-4B5B-8908-73E816B53577}"/>
              </a:ext>
            </a:extLst>
          </p:cNvPr>
          <p:cNvSpPr>
            <a:spLocks noChangeArrowheads="1"/>
          </p:cNvSpPr>
          <p:nvPr/>
        </p:nvSpPr>
        <p:spPr bwMode="auto">
          <a:xfrm>
            <a:off x="6858000" y="2209800"/>
            <a:ext cx="914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13" name="Oval 12">
            <a:extLst>
              <a:ext uri="{FF2B5EF4-FFF2-40B4-BE49-F238E27FC236}">
                <a16:creationId xmlns:a16="http://schemas.microsoft.com/office/drawing/2014/main" id="{812839E6-5F54-458D-81A5-6D4F61CB77C7}"/>
              </a:ext>
            </a:extLst>
          </p:cNvPr>
          <p:cNvSpPr>
            <a:spLocks noChangeArrowheads="1"/>
          </p:cNvSpPr>
          <p:nvPr/>
        </p:nvSpPr>
        <p:spPr bwMode="auto">
          <a:xfrm>
            <a:off x="2286000" y="4876800"/>
            <a:ext cx="685800" cy="609600"/>
          </a:xfrm>
          <a:prstGeom prst="ellipse">
            <a:avLst/>
          </a:prstGeom>
          <a:solidFill>
            <a:srgbClr val="00B05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J1</a:t>
            </a:r>
          </a:p>
        </p:txBody>
      </p:sp>
      <p:sp>
        <p:nvSpPr>
          <p:cNvPr id="14" name="Oval 13">
            <a:extLst>
              <a:ext uri="{FF2B5EF4-FFF2-40B4-BE49-F238E27FC236}">
                <a16:creationId xmlns:a16="http://schemas.microsoft.com/office/drawing/2014/main" id="{9FCB5536-9849-44E4-B15F-300C4A25CA87}"/>
              </a:ext>
            </a:extLst>
          </p:cNvPr>
          <p:cNvSpPr>
            <a:spLocks noChangeArrowheads="1"/>
          </p:cNvSpPr>
          <p:nvPr/>
        </p:nvSpPr>
        <p:spPr bwMode="auto">
          <a:xfrm>
            <a:off x="3429000" y="46482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
        <p:nvSpPr>
          <p:cNvPr id="15" name="Oval 14">
            <a:extLst>
              <a:ext uri="{FF2B5EF4-FFF2-40B4-BE49-F238E27FC236}">
                <a16:creationId xmlns:a16="http://schemas.microsoft.com/office/drawing/2014/main" id="{E024B768-2492-42CC-A45B-CA675A8257E4}"/>
              </a:ext>
            </a:extLst>
          </p:cNvPr>
          <p:cNvSpPr>
            <a:spLocks noChangeArrowheads="1"/>
          </p:cNvSpPr>
          <p:nvPr/>
        </p:nvSpPr>
        <p:spPr bwMode="auto">
          <a:xfrm>
            <a:off x="3810000" y="5638800"/>
            <a:ext cx="685800" cy="609600"/>
          </a:xfrm>
          <a:prstGeom prst="ellipse">
            <a:avLst/>
          </a:prstGeom>
          <a:solidFill>
            <a:srgbClr val="7030A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J3</a:t>
            </a:r>
          </a:p>
        </p:txBody>
      </p:sp>
      <p:sp>
        <p:nvSpPr>
          <p:cNvPr id="16" name="Oval 15">
            <a:extLst>
              <a:ext uri="{FF2B5EF4-FFF2-40B4-BE49-F238E27FC236}">
                <a16:creationId xmlns:a16="http://schemas.microsoft.com/office/drawing/2014/main" id="{11665672-C002-43A3-A19D-A9913C69BAFE}"/>
              </a:ext>
            </a:extLst>
          </p:cNvPr>
          <p:cNvSpPr>
            <a:spLocks noChangeArrowheads="1"/>
          </p:cNvSpPr>
          <p:nvPr/>
        </p:nvSpPr>
        <p:spPr bwMode="auto">
          <a:xfrm>
            <a:off x="4953000" y="4648200"/>
            <a:ext cx="685800" cy="609600"/>
          </a:xfrm>
          <a:prstGeom prst="ellipse">
            <a:avLst/>
          </a:prstGeom>
          <a:solidFill>
            <a:srgbClr val="0033CC"/>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J4</a:t>
            </a:r>
          </a:p>
        </p:txBody>
      </p:sp>
      <p:sp>
        <p:nvSpPr>
          <p:cNvPr id="17" name="Oval 16">
            <a:extLst>
              <a:ext uri="{FF2B5EF4-FFF2-40B4-BE49-F238E27FC236}">
                <a16:creationId xmlns:a16="http://schemas.microsoft.com/office/drawing/2014/main" id="{CB653CDF-5035-4083-9C89-C0EF04F433F0}"/>
              </a:ext>
            </a:extLst>
          </p:cNvPr>
          <p:cNvSpPr>
            <a:spLocks noChangeArrowheads="1"/>
          </p:cNvSpPr>
          <p:nvPr/>
        </p:nvSpPr>
        <p:spPr bwMode="auto">
          <a:xfrm>
            <a:off x="5867400" y="5334000"/>
            <a:ext cx="685800" cy="609600"/>
          </a:xfrm>
          <a:prstGeom prst="ellipse">
            <a:avLst/>
          </a:prstGeom>
          <a:solidFill>
            <a:srgbClr val="FF0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J5</a:t>
            </a:r>
          </a:p>
        </p:txBody>
      </p:sp>
      <p:sp>
        <p:nvSpPr>
          <p:cNvPr id="77839" name="TextBox 17">
            <a:extLst>
              <a:ext uri="{FF2B5EF4-FFF2-40B4-BE49-F238E27FC236}">
                <a16:creationId xmlns:a16="http://schemas.microsoft.com/office/drawing/2014/main" id="{F0271F58-A75A-450C-BAB4-AF442F3E189E}"/>
              </a:ext>
            </a:extLst>
          </p:cNvPr>
          <p:cNvSpPr txBox="1">
            <a:spLocks noChangeArrowheads="1"/>
          </p:cNvSpPr>
          <p:nvPr/>
        </p:nvSpPr>
        <p:spPr bwMode="auto">
          <a:xfrm>
            <a:off x="2667000" y="6248400"/>
            <a:ext cx="34766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Arrival of jobs: J1, J2, J3, J4, J5</a:t>
            </a:r>
          </a:p>
        </p:txBody>
      </p:sp>
      <p:sp>
        <p:nvSpPr>
          <p:cNvPr id="77840" name="TextBox 18">
            <a:extLst>
              <a:ext uri="{FF2B5EF4-FFF2-40B4-BE49-F238E27FC236}">
                <a16:creationId xmlns:a16="http://schemas.microsoft.com/office/drawing/2014/main" id="{66F98312-26AB-473B-941D-A0EF859396C7}"/>
              </a:ext>
            </a:extLst>
          </p:cNvPr>
          <p:cNvSpPr txBox="1">
            <a:spLocks noChangeArrowheads="1"/>
          </p:cNvSpPr>
          <p:nvPr/>
        </p:nvSpPr>
        <p:spPr bwMode="auto">
          <a:xfrm>
            <a:off x="4038600" y="1752600"/>
            <a:ext cx="2305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(Time Quantum = 5)</a:t>
            </a:r>
          </a:p>
        </p:txBody>
      </p:sp>
      <p:graphicFrame>
        <p:nvGraphicFramePr>
          <p:cNvPr id="20" name="Table 19">
            <a:extLst>
              <a:ext uri="{FF2B5EF4-FFF2-40B4-BE49-F238E27FC236}">
                <a16:creationId xmlns:a16="http://schemas.microsoft.com/office/drawing/2014/main" id="{AF784C7C-16F8-48A6-A3B8-BAD469C327EF}"/>
              </a:ext>
            </a:extLst>
          </p:cNvPr>
          <p:cNvGraphicFramePr>
            <a:graphicFrameLocks noGrp="1"/>
          </p:cNvGraphicFramePr>
          <p:nvPr>
            <p:extLst>
              <p:ext uri="{D42A27DB-BD31-4B8C-83A1-F6EECF244321}">
                <p14:modId xmlns:p14="http://schemas.microsoft.com/office/powerpoint/2010/main" val="58761072"/>
              </p:ext>
            </p:extLst>
          </p:nvPr>
        </p:nvGraphicFramePr>
        <p:xfrm>
          <a:off x="6858000" y="3810000"/>
          <a:ext cx="1752600" cy="1828800"/>
        </p:xfrm>
        <a:graphic>
          <a:graphicData uri="http://schemas.openxmlformats.org/drawingml/2006/table">
            <a:tbl>
              <a:tblPr firstRow="1" bandRow="1">
                <a:tableStyleId>{5C22544A-7EE6-4342-B048-85BDC9FD1C3A}</a:tableStyleId>
              </a:tblPr>
              <a:tblGrid>
                <a:gridCol w="568411">
                  <a:extLst>
                    <a:ext uri="{9D8B030D-6E8A-4147-A177-3AD203B41FA5}">
                      <a16:colId xmlns:a16="http://schemas.microsoft.com/office/drawing/2014/main" val="20000"/>
                    </a:ext>
                  </a:extLst>
                </a:gridCol>
                <a:gridCol w="1184189">
                  <a:extLst>
                    <a:ext uri="{9D8B030D-6E8A-4147-A177-3AD203B41FA5}">
                      <a16:colId xmlns:a16="http://schemas.microsoft.com/office/drawing/2014/main" val="20001"/>
                    </a:ext>
                  </a:extLst>
                </a:gridCol>
              </a:tblGrid>
              <a:tr h="304800">
                <a:tc>
                  <a:txBody>
                    <a:bodyPr/>
                    <a:lstStyle/>
                    <a:p>
                      <a:pPr algn="ctr"/>
                      <a:r>
                        <a:rPr lang="en-US" sz="1400" dirty="0">
                          <a:solidFill>
                            <a:schemeClr val="tx1"/>
                          </a:solidFill>
                        </a:rPr>
                        <a:t>Job</a:t>
                      </a:r>
                    </a:p>
                  </a:txBody>
                  <a:tcPr>
                    <a:solidFill>
                      <a:schemeClr val="bg1">
                        <a:lumMod val="65000"/>
                      </a:schemeClr>
                    </a:solidFill>
                  </a:tcPr>
                </a:tc>
                <a:tc>
                  <a:txBody>
                    <a:bodyPr/>
                    <a:lstStyle/>
                    <a:p>
                      <a:pPr algn="ctr"/>
                      <a:r>
                        <a:rPr lang="en-US" sz="1400" dirty="0">
                          <a:solidFill>
                            <a:schemeClr val="tx1"/>
                          </a:solidFill>
                        </a:rPr>
                        <a:t>CPU Burst </a:t>
                      </a:r>
                    </a:p>
                  </a:txBody>
                  <a:tcPr>
                    <a:solidFill>
                      <a:schemeClr val="bg1">
                        <a:lumMod val="65000"/>
                      </a:schemeClr>
                    </a:solidFill>
                  </a:tcPr>
                </a:tc>
                <a:extLst>
                  <a:ext uri="{0D108BD9-81ED-4DB2-BD59-A6C34878D82A}">
                    <a16:rowId xmlns:a16="http://schemas.microsoft.com/office/drawing/2014/main" val="10000"/>
                  </a:ext>
                </a:extLst>
              </a:tr>
              <a:tr h="304800">
                <a:tc>
                  <a:txBody>
                    <a:bodyPr/>
                    <a:lstStyle/>
                    <a:p>
                      <a:pPr algn="ctr"/>
                      <a:r>
                        <a:rPr lang="en-US" sz="1400" dirty="0">
                          <a:solidFill>
                            <a:schemeClr val="tx1"/>
                          </a:solidFill>
                        </a:rPr>
                        <a:t>1</a:t>
                      </a:r>
                    </a:p>
                  </a:txBody>
                  <a:tcPr/>
                </a:tc>
                <a:tc>
                  <a:txBody>
                    <a:bodyPr/>
                    <a:lstStyle/>
                    <a:p>
                      <a:pPr algn="ctr"/>
                      <a:r>
                        <a:rPr lang="en-US" sz="1400" dirty="0">
                          <a:solidFill>
                            <a:schemeClr val="tx1"/>
                          </a:solidFill>
                        </a:rPr>
                        <a:t>5</a:t>
                      </a:r>
                    </a:p>
                  </a:txBody>
                  <a:tcPr/>
                </a:tc>
                <a:extLst>
                  <a:ext uri="{0D108BD9-81ED-4DB2-BD59-A6C34878D82A}">
                    <a16:rowId xmlns:a16="http://schemas.microsoft.com/office/drawing/2014/main" val="10001"/>
                  </a:ext>
                </a:extLst>
              </a:tr>
              <a:tr h="304800">
                <a:tc>
                  <a:txBody>
                    <a:bodyPr/>
                    <a:lstStyle/>
                    <a:p>
                      <a:pPr algn="ctr"/>
                      <a:r>
                        <a:rPr lang="en-US" sz="1400" dirty="0">
                          <a:solidFill>
                            <a:schemeClr val="tx1"/>
                          </a:solidFill>
                        </a:rPr>
                        <a:t>2</a:t>
                      </a:r>
                    </a:p>
                  </a:txBody>
                  <a:tcPr/>
                </a:tc>
                <a:tc>
                  <a:txBody>
                    <a:bodyPr/>
                    <a:lstStyle/>
                    <a:p>
                      <a:pPr algn="ctr"/>
                      <a:r>
                        <a:rPr lang="en-US" sz="1400" dirty="0">
                          <a:solidFill>
                            <a:schemeClr val="tx1"/>
                          </a:solidFill>
                        </a:rPr>
                        <a:t>10</a:t>
                      </a:r>
                    </a:p>
                  </a:txBody>
                  <a:tcPr/>
                </a:tc>
                <a:extLst>
                  <a:ext uri="{0D108BD9-81ED-4DB2-BD59-A6C34878D82A}">
                    <a16:rowId xmlns:a16="http://schemas.microsoft.com/office/drawing/2014/main" val="10002"/>
                  </a:ext>
                </a:extLst>
              </a:tr>
              <a:tr h="304800">
                <a:tc>
                  <a:txBody>
                    <a:bodyPr/>
                    <a:lstStyle/>
                    <a:p>
                      <a:pPr algn="ctr"/>
                      <a:r>
                        <a:rPr lang="en-US" sz="1400" dirty="0">
                          <a:solidFill>
                            <a:schemeClr val="tx1"/>
                          </a:solidFill>
                        </a:rPr>
                        <a:t>3</a:t>
                      </a:r>
                    </a:p>
                  </a:txBody>
                  <a:tcPr/>
                </a:tc>
                <a:tc>
                  <a:txBody>
                    <a:bodyPr/>
                    <a:lstStyle/>
                    <a:p>
                      <a:pPr algn="ctr"/>
                      <a:r>
                        <a:rPr lang="en-US" sz="1400" dirty="0">
                          <a:solidFill>
                            <a:schemeClr val="tx1"/>
                          </a:solidFill>
                        </a:rPr>
                        <a:t>4</a:t>
                      </a:r>
                    </a:p>
                  </a:txBody>
                  <a:tcPr/>
                </a:tc>
                <a:extLst>
                  <a:ext uri="{0D108BD9-81ED-4DB2-BD59-A6C34878D82A}">
                    <a16:rowId xmlns:a16="http://schemas.microsoft.com/office/drawing/2014/main" val="10003"/>
                  </a:ext>
                </a:extLst>
              </a:tr>
              <a:tr h="304800">
                <a:tc>
                  <a:txBody>
                    <a:bodyPr/>
                    <a:lstStyle/>
                    <a:p>
                      <a:pPr algn="ctr"/>
                      <a:r>
                        <a:rPr lang="en-US" sz="1400" dirty="0">
                          <a:solidFill>
                            <a:schemeClr val="tx1"/>
                          </a:solidFill>
                        </a:rPr>
                        <a:t>4</a:t>
                      </a:r>
                    </a:p>
                  </a:txBody>
                  <a:tcPr/>
                </a:tc>
                <a:tc>
                  <a:txBody>
                    <a:bodyPr/>
                    <a:lstStyle/>
                    <a:p>
                      <a:pPr algn="ctr"/>
                      <a:r>
                        <a:rPr lang="en-US" sz="1400" dirty="0">
                          <a:solidFill>
                            <a:schemeClr val="tx1"/>
                          </a:solidFill>
                        </a:rPr>
                        <a:t>2</a:t>
                      </a:r>
                    </a:p>
                  </a:txBody>
                  <a:tcPr/>
                </a:tc>
                <a:extLst>
                  <a:ext uri="{0D108BD9-81ED-4DB2-BD59-A6C34878D82A}">
                    <a16:rowId xmlns:a16="http://schemas.microsoft.com/office/drawing/2014/main" val="10004"/>
                  </a:ext>
                </a:extLst>
              </a:tr>
              <a:tr h="304800">
                <a:tc>
                  <a:txBody>
                    <a:bodyPr/>
                    <a:lstStyle/>
                    <a:p>
                      <a:pPr algn="ctr"/>
                      <a:r>
                        <a:rPr lang="en-US" sz="1400" dirty="0">
                          <a:solidFill>
                            <a:schemeClr val="tx1"/>
                          </a:solidFill>
                        </a:rPr>
                        <a:t>5</a:t>
                      </a:r>
                    </a:p>
                  </a:txBody>
                  <a:tcPr/>
                </a:tc>
                <a:tc>
                  <a:txBody>
                    <a:bodyPr/>
                    <a:lstStyle/>
                    <a:p>
                      <a:pPr algn="ctr"/>
                      <a:r>
                        <a:rPr lang="en-US" sz="1400" dirty="0">
                          <a:solidFill>
                            <a:schemeClr val="tx1"/>
                          </a:solidFill>
                        </a:rPr>
                        <a:t>3</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7066387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grpId="0" nodeType="clickEffect">
                                  <p:stCondLst>
                                    <p:cond delay="0"/>
                                  </p:stCondLst>
                                  <p:childTnLst>
                                    <p:animMotion origin="layout" path="M 0 3.38575E-6 L 0.3625 -0.16652 " pathEditMode="relative" rAng="0" ptsTypes="AA">
                                      <p:cBhvr>
                                        <p:cTn id="6" dur="2000" fill="hold"/>
                                        <p:tgtEl>
                                          <p:spTgt spid="13"/>
                                        </p:tgtEl>
                                        <p:attrNameLst>
                                          <p:attrName>ppt_x</p:attrName>
                                          <p:attrName>ppt_y</p:attrName>
                                        </p:attrNameLst>
                                      </p:cBhvr>
                                      <p:rCtr x="18100" y="-8300"/>
                                    </p:animMotion>
                                  </p:childTnLst>
                                </p:cTn>
                              </p:par>
                            </p:childTnLst>
                          </p:cTn>
                        </p:par>
                        <p:par>
                          <p:cTn id="7" fill="hold" nodeType="afterGroup">
                            <p:stCondLst>
                              <p:cond delay="2000"/>
                            </p:stCondLst>
                            <p:childTnLst>
                              <p:par>
                                <p:cTn id="8" presetID="64" presetClass="path" presetSubtype="0" accel="50000" decel="50000" fill="hold" grpId="0" nodeType="afterEffect">
                                  <p:stCondLst>
                                    <p:cond delay="0"/>
                                  </p:stCondLst>
                                  <p:childTnLst>
                                    <p:animMotion origin="layout" path="M 0 -4.11656E-6 L 0.2375 -0.34412 " pathEditMode="relative" rAng="0" ptsTypes="AA">
                                      <p:cBhvr>
                                        <p:cTn id="9" dur="2000" fill="hold"/>
                                        <p:tgtEl>
                                          <p:spTgt spid="14"/>
                                        </p:tgtEl>
                                        <p:attrNameLst>
                                          <p:attrName>ppt_x</p:attrName>
                                          <p:attrName>ppt_y</p:attrName>
                                        </p:attrNameLst>
                                      </p:cBhvr>
                                      <p:rCtr x="11900" y="-17200"/>
                                    </p:animMotion>
                                  </p:childTnLst>
                                </p:cTn>
                              </p:par>
                            </p:childTnLst>
                          </p:cTn>
                        </p:par>
                        <p:par>
                          <p:cTn id="10" fill="hold" nodeType="afterGroup">
                            <p:stCondLst>
                              <p:cond delay="4000"/>
                            </p:stCondLst>
                            <p:childTnLst>
                              <p:par>
                                <p:cTn id="11" presetID="64" presetClass="path" presetSubtype="0" accel="50000" decel="50000" fill="hold" grpId="0" nodeType="afterEffect">
                                  <p:stCondLst>
                                    <p:cond delay="0"/>
                                  </p:stCondLst>
                                  <p:childTnLst>
                                    <p:animMotion origin="layout" path="M 3.33333E-6 -4.93987E-6 L 0.1125 -0.48843 " pathEditMode="relative" rAng="0" ptsTypes="AA">
                                      <p:cBhvr>
                                        <p:cTn id="12" dur="2000" fill="hold"/>
                                        <p:tgtEl>
                                          <p:spTgt spid="15"/>
                                        </p:tgtEl>
                                        <p:attrNameLst>
                                          <p:attrName>ppt_x</p:attrName>
                                          <p:attrName>ppt_y</p:attrName>
                                        </p:attrNameLst>
                                      </p:cBhvr>
                                      <p:rCtr x="5600" y="-24400"/>
                                    </p:animMotion>
                                  </p:childTnLst>
                                </p:cTn>
                              </p:par>
                            </p:childTnLst>
                          </p:cTn>
                        </p:par>
                        <p:par>
                          <p:cTn id="13" fill="hold" nodeType="afterGroup">
                            <p:stCondLst>
                              <p:cond delay="6000"/>
                            </p:stCondLst>
                            <p:childTnLst>
                              <p:par>
                                <p:cTn id="14" presetID="64" presetClass="path" presetSubtype="0" accel="50000" decel="50000" fill="hold" grpId="0" nodeType="afterEffect">
                                  <p:stCondLst>
                                    <p:cond delay="0"/>
                                  </p:stCondLst>
                                  <p:childTnLst>
                                    <p:animMotion origin="layout" path="M 3.33333E-6 -4.11656E-6 L -0.02084 -0.13321 " pathEditMode="relative" rAng="0" ptsTypes="AA">
                                      <p:cBhvr>
                                        <p:cTn id="15" dur="2000" fill="hold"/>
                                        <p:tgtEl>
                                          <p:spTgt spid="16"/>
                                        </p:tgtEl>
                                        <p:attrNameLst>
                                          <p:attrName>ppt_x</p:attrName>
                                          <p:attrName>ppt_y</p:attrName>
                                        </p:attrNameLst>
                                      </p:cBhvr>
                                      <p:rCtr x="-1000" y="-6700"/>
                                    </p:animMotion>
                                  </p:childTnLst>
                                </p:cTn>
                              </p:par>
                            </p:childTnLst>
                          </p:cTn>
                        </p:par>
                        <p:par>
                          <p:cTn id="16" fill="hold" nodeType="afterGroup">
                            <p:stCondLst>
                              <p:cond delay="8000"/>
                            </p:stCondLst>
                            <p:childTnLst>
                              <p:par>
                                <p:cTn id="17" presetID="64" presetClass="path" presetSubtype="0" accel="50000" decel="50000" fill="hold" grpId="0" nodeType="afterEffect">
                                  <p:stCondLst>
                                    <p:cond delay="0"/>
                                  </p:stCondLst>
                                  <p:childTnLst>
                                    <p:animMotion origin="layout" path="M 3.33333E-6 -1.60962E-6 L -0.2125 -0.23312 " pathEditMode="relative" rAng="0" ptsTypes="AA">
                                      <p:cBhvr>
                                        <p:cTn id="18" dur="2000" fill="hold"/>
                                        <p:tgtEl>
                                          <p:spTgt spid="17"/>
                                        </p:tgtEl>
                                        <p:attrNameLst>
                                          <p:attrName>ppt_x</p:attrName>
                                          <p:attrName>ppt_y</p:attrName>
                                        </p:attrNameLst>
                                      </p:cBhvr>
                                      <p:rCtr x="-10600" y="-117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6">
            <a:extLst>
              <a:ext uri="{FF2B5EF4-FFF2-40B4-BE49-F238E27FC236}">
                <a16:creationId xmlns:a16="http://schemas.microsoft.com/office/drawing/2014/main" id="{08B773F4-FD98-4C64-95B4-72690FE46F3C}"/>
              </a:ext>
            </a:extLst>
          </p:cNvPr>
          <p:cNvSpPr>
            <a:spLocks noChangeArrowheads="1"/>
          </p:cNvSpPr>
          <p:nvPr/>
        </p:nvSpPr>
        <p:spPr bwMode="auto">
          <a:xfrm>
            <a:off x="2362200" y="36576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25" name="TextBox 18">
            <a:extLst>
              <a:ext uri="{FF2B5EF4-FFF2-40B4-BE49-F238E27FC236}">
                <a16:creationId xmlns:a16="http://schemas.microsoft.com/office/drawing/2014/main" id="{9030C536-E714-4878-A830-A286C42B865C}"/>
              </a:ext>
            </a:extLst>
          </p:cNvPr>
          <p:cNvSpPr txBox="1">
            <a:spLocks noChangeArrowheads="1"/>
          </p:cNvSpPr>
          <p:nvPr/>
        </p:nvSpPr>
        <p:spPr bwMode="auto">
          <a:xfrm>
            <a:off x="3268663" y="4343400"/>
            <a:ext cx="312737" cy="4000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5</a:t>
            </a:r>
          </a:p>
        </p:txBody>
      </p:sp>
      <p:sp>
        <p:nvSpPr>
          <p:cNvPr id="78852" name="Rectangle 30">
            <a:extLst>
              <a:ext uri="{FF2B5EF4-FFF2-40B4-BE49-F238E27FC236}">
                <a16:creationId xmlns:a16="http://schemas.microsoft.com/office/drawing/2014/main" id="{A224AF4D-FA18-42BC-879F-1B1B6791EA5A}"/>
              </a:ext>
            </a:extLst>
          </p:cNvPr>
          <p:cNvSpPr>
            <a:spLocks noChangeArrowheads="1"/>
          </p:cNvSpPr>
          <p:nvPr/>
        </p:nvSpPr>
        <p:spPr bwMode="auto">
          <a:xfrm>
            <a:off x="3124200" y="3733800"/>
            <a:ext cx="838200" cy="685800"/>
          </a:xfrm>
          <a:prstGeom prst="rect">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78853" name="Rectangle 11">
            <a:extLst>
              <a:ext uri="{FF2B5EF4-FFF2-40B4-BE49-F238E27FC236}">
                <a16:creationId xmlns:a16="http://schemas.microsoft.com/office/drawing/2014/main" id="{6F5F016B-841C-4D2B-B953-89731E64B2EB}"/>
              </a:ext>
            </a:extLst>
          </p:cNvPr>
          <p:cNvSpPr>
            <a:spLocks noChangeArrowheads="1"/>
          </p:cNvSpPr>
          <p:nvPr/>
        </p:nvSpPr>
        <p:spPr bwMode="auto">
          <a:xfrm>
            <a:off x="6858000" y="2209800"/>
            <a:ext cx="914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78854" name="Rectangle 12">
            <a:extLst>
              <a:ext uri="{FF2B5EF4-FFF2-40B4-BE49-F238E27FC236}">
                <a16:creationId xmlns:a16="http://schemas.microsoft.com/office/drawing/2014/main" id="{682D256E-B97D-47E3-90A3-CAE73E0C248C}"/>
              </a:ext>
            </a:extLst>
          </p:cNvPr>
          <p:cNvSpPr>
            <a:spLocks noGrp="1" noChangeArrowheads="1"/>
          </p:cNvSpPr>
          <p:nvPr>
            <p:ph type="title"/>
          </p:nvPr>
        </p:nvSpPr>
        <p:spPr>
          <a:xfrm>
            <a:off x="381000" y="762000"/>
            <a:ext cx="8458200" cy="914400"/>
          </a:xfrm>
        </p:spPr>
        <p:txBody>
          <a:bodyPr/>
          <a:lstStyle/>
          <a:p>
            <a:pPr algn="l" eaLnBrk="1" hangingPunct="1"/>
            <a:r>
              <a:rPr lang="en-CA" altLang="ms-MY" sz="3200"/>
              <a:t>Case 2: </a:t>
            </a:r>
            <a:r>
              <a:rPr lang="en-CA" altLang="ms-MY" sz="3200">
                <a:solidFill>
                  <a:schemeClr val="tx1"/>
                </a:solidFill>
              </a:rPr>
              <a:t>Movement Between Queues</a:t>
            </a:r>
          </a:p>
        </p:txBody>
      </p:sp>
      <p:sp>
        <p:nvSpPr>
          <p:cNvPr id="78855" name="Slide Number Placeholder 4">
            <a:extLst>
              <a:ext uri="{FF2B5EF4-FFF2-40B4-BE49-F238E27FC236}">
                <a16:creationId xmlns:a16="http://schemas.microsoft.com/office/drawing/2014/main" id="{D280EC97-CE93-44D0-BC0D-D43EDA7F8946}"/>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FA59B91-E8E0-406F-A119-87FE396FB9C4}"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82</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78856" name="Rectangle 5">
            <a:extLst>
              <a:ext uri="{FF2B5EF4-FFF2-40B4-BE49-F238E27FC236}">
                <a16:creationId xmlns:a16="http://schemas.microsoft.com/office/drawing/2014/main" id="{5B578D46-383C-4EA0-B3BA-6EFFCB3BEB2E}"/>
              </a:ext>
            </a:extLst>
          </p:cNvPr>
          <p:cNvSpPr>
            <a:spLocks noChangeArrowheads="1"/>
          </p:cNvSpPr>
          <p:nvPr/>
        </p:nvSpPr>
        <p:spPr bwMode="auto">
          <a:xfrm>
            <a:off x="2362200" y="22098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78857" name="TextBox 7">
            <a:extLst>
              <a:ext uri="{FF2B5EF4-FFF2-40B4-BE49-F238E27FC236}">
                <a16:creationId xmlns:a16="http://schemas.microsoft.com/office/drawing/2014/main" id="{1ED6BB86-8EA1-4E67-AA01-0DA6D3A19996}"/>
              </a:ext>
            </a:extLst>
          </p:cNvPr>
          <p:cNvSpPr txBox="1">
            <a:spLocks noChangeArrowheads="1"/>
          </p:cNvSpPr>
          <p:nvPr/>
        </p:nvSpPr>
        <p:spPr bwMode="auto">
          <a:xfrm>
            <a:off x="609600" y="2286000"/>
            <a:ext cx="1712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Q1</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(High Priority)</a:t>
            </a:r>
          </a:p>
        </p:txBody>
      </p:sp>
      <p:sp>
        <p:nvSpPr>
          <p:cNvPr id="78858" name="TextBox 8">
            <a:extLst>
              <a:ext uri="{FF2B5EF4-FFF2-40B4-BE49-F238E27FC236}">
                <a16:creationId xmlns:a16="http://schemas.microsoft.com/office/drawing/2014/main" id="{A72FAAAB-CA94-4DC8-9175-B3C3EB2AC247}"/>
              </a:ext>
            </a:extLst>
          </p:cNvPr>
          <p:cNvSpPr txBox="1">
            <a:spLocks noChangeArrowheads="1"/>
          </p:cNvSpPr>
          <p:nvPr/>
        </p:nvSpPr>
        <p:spPr bwMode="auto">
          <a:xfrm>
            <a:off x="609600" y="3733800"/>
            <a:ext cx="1676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Q2</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(Low Priority</a:t>
            </a:r>
          </a:p>
        </p:txBody>
      </p:sp>
      <p:sp>
        <p:nvSpPr>
          <p:cNvPr id="78859" name="TextBox 9">
            <a:extLst>
              <a:ext uri="{FF2B5EF4-FFF2-40B4-BE49-F238E27FC236}">
                <a16:creationId xmlns:a16="http://schemas.microsoft.com/office/drawing/2014/main" id="{575D29E3-8E00-4A3E-9DB7-CD69E67DAF21}"/>
              </a:ext>
            </a:extLst>
          </p:cNvPr>
          <p:cNvSpPr txBox="1">
            <a:spLocks noChangeArrowheads="1"/>
          </p:cNvSpPr>
          <p:nvPr/>
        </p:nvSpPr>
        <p:spPr bwMode="auto">
          <a:xfrm>
            <a:off x="7010400" y="1752600"/>
            <a:ext cx="684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CPU</a:t>
            </a:r>
          </a:p>
        </p:txBody>
      </p:sp>
      <p:sp>
        <p:nvSpPr>
          <p:cNvPr id="13" name="Oval 12">
            <a:extLst>
              <a:ext uri="{FF2B5EF4-FFF2-40B4-BE49-F238E27FC236}">
                <a16:creationId xmlns:a16="http://schemas.microsoft.com/office/drawing/2014/main" id="{C0639319-ED16-4414-BFCC-6551CEB65241}"/>
              </a:ext>
            </a:extLst>
          </p:cNvPr>
          <p:cNvSpPr>
            <a:spLocks noChangeArrowheads="1"/>
          </p:cNvSpPr>
          <p:nvPr/>
        </p:nvSpPr>
        <p:spPr bwMode="auto">
          <a:xfrm>
            <a:off x="5562600" y="3733800"/>
            <a:ext cx="685800" cy="609600"/>
          </a:xfrm>
          <a:prstGeom prst="ellipse">
            <a:avLst/>
          </a:prstGeom>
          <a:solidFill>
            <a:srgbClr val="00B05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J1</a:t>
            </a:r>
          </a:p>
        </p:txBody>
      </p:sp>
      <p:sp>
        <p:nvSpPr>
          <p:cNvPr id="16" name="Oval 15">
            <a:extLst>
              <a:ext uri="{FF2B5EF4-FFF2-40B4-BE49-F238E27FC236}">
                <a16:creationId xmlns:a16="http://schemas.microsoft.com/office/drawing/2014/main" id="{CF0CF923-BCDA-43D7-9B3E-8ECA82486A74}"/>
              </a:ext>
            </a:extLst>
          </p:cNvPr>
          <p:cNvSpPr>
            <a:spLocks noChangeArrowheads="1"/>
          </p:cNvSpPr>
          <p:nvPr/>
        </p:nvSpPr>
        <p:spPr bwMode="auto">
          <a:xfrm>
            <a:off x="4800600" y="3733800"/>
            <a:ext cx="685800" cy="609600"/>
          </a:xfrm>
          <a:prstGeom prst="ellipse">
            <a:avLst/>
          </a:prstGeom>
          <a:solidFill>
            <a:srgbClr val="0033CC"/>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J4</a:t>
            </a:r>
          </a:p>
        </p:txBody>
      </p:sp>
      <p:sp>
        <p:nvSpPr>
          <p:cNvPr id="17" name="Oval 16">
            <a:extLst>
              <a:ext uri="{FF2B5EF4-FFF2-40B4-BE49-F238E27FC236}">
                <a16:creationId xmlns:a16="http://schemas.microsoft.com/office/drawing/2014/main" id="{B0C58755-F191-48E9-A2A2-0647616FFB3D}"/>
              </a:ext>
            </a:extLst>
          </p:cNvPr>
          <p:cNvSpPr>
            <a:spLocks noChangeArrowheads="1"/>
          </p:cNvSpPr>
          <p:nvPr/>
        </p:nvSpPr>
        <p:spPr bwMode="auto">
          <a:xfrm>
            <a:off x="3962400" y="3733800"/>
            <a:ext cx="685800" cy="609600"/>
          </a:xfrm>
          <a:prstGeom prst="ellipse">
            <a:avLst/>
          </a:prstGeom>
          <a:solidFill>
            <a:srgbClr val="FF0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J5</a:t>
            </a:r>
          </a:p>
        </p:txBody>
      </p:sp>
      <p:sp>
        <p:nvSpPr>
          <p:cNvPr id="78863" name="TextBox 18">
            <a:extLst>
              <a:ext uri="{FF2B5EF4-FFF2-40B4-BE49-F238E27FC236}">
                <a16:creationId xmlns:a16="http://schemas.microsoft.com/office/drawing/2014/main" id="{314546B0-3AAB-4029-A38F-A6A899809D44}"/>
              </a:ext>
            </a:extLst>
          </p:cNvPr>
          <p:cNvSpPr txBox="1">
            <a:spLocks noChangeArrowheads="1"/>
          </p:cNvSpPr>
          <p:nvPr/>
        </p:nvSpPr>
        <p:spPr bwMode="auto">
          <a:xfrm>
            <a:off x="4038600" y="1752600"/>
            <a:ext cx="2305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(Time Quantum = 5)</a:t>
            </a:r>
          </a:p>
        </p:txBody>
      </p:sp>
      <p:graphicFrame>
        <p:nvGraphicFramePr>
          <p:cNvPr id="20" name="Table 19">
            <a:extLst>
              <a:ext uri="{FF2B5EF4-FFF2-40B4-BE49-F238E27FC236}">
                <a16:creationId xmlns:a16="http://schemas.microsoft.com/office/drawing/2014/main" id="{F6D9EC7B-055D-4EFD-9ED0-32BCDA3E017D}"/>
              </a:ext>
            </a:extLst>
          </p:cNvPr>
          <p:cNvGraphicFramePr>
            <a:graphicFrameLocks noGrp="1"/>
          </p:cNvGraphicFramePr>
          <p:nvPr>
            <p:extLst>
              <p:ext uri="{D42A27DB-BD31-4B8C-83A1-F6EECF244321}">
                <p14:modId xmlns:p14="http://schemas.microsoft.com/office/powerpoint/2010/main" val="2768945880"/>
              </p:ext>
            </p:extLst>
          </p:nvPr>
        </p:nvGraphicFramePr>
        <p:xfrm>
          <a:off x="6858000" y="3810000"/>
          <a:ext cx="1752600" cy="1828800"/>
        </p:xfrm>
        <a:graphic>
          <a:graphicData uri="http://schemas.openxmlformats.org/drawingml/2006/table">
            <a:tbl>
              <a:tblPr firstRow="1" bandRow="1">
                <a:tableStyleId>{5C22544A-7EE6-4342-B048-85BDC9FD1C3A}</a:tableStyleId>
              </a:tblPr>
              <a:tblGrid>
                <a:gridCol w="568411">
                  <a:extLst>
                    <a:ext uri="{9D8B030D-6E8A-4147-A177-3AD203B41FA5}">
                      <a16:colId xmlns:a16="http://schemas.microsoft.com/office/drawing/2014/main" val="20000"/>
                    </a:ext>
                  </a:extLst>
                </a:gridCol>
                <a:gridCol w="1184189">
                  <a:extLst>
                    <a:ext uri="{9D8B030D-6E8A-4147-A177-3AD203B41FA5}">
                      <a16:colId xmlns:a16="http://schemas.microsoft.com/office/drawing/2014/main" val="20001"/>
                    </a:ext>
                  </a:extLst>
                </a:gridCol>
              </a:tblGrid>
              <a:tr h="304800">
                <a:tc>
                  <a:txBody>
                    <a:bodyPr/>
                    <a:lstStyle/>
                    <a:p>
                      <a:pPr algn="ctr"/>
                      <a:r>
                        <a:rPr lang="en-US" sz="1400" dirty="0">
                          <a:solidFill>
                            <a:schemeClr val="tx1"/>
                          </a:solidFill>
                        </a:rPr>
                        <a:t>Job</a:t>
                      </a:r>
                    </a:p>
                  </a:txBody>
                  <a:tcPr>
                    <a:solidFill>
                      <a:schemeClr val="bg1">
                        <a:lumMod val="65000"/>
                      </a:schemeClr>
                    </a:solidFill>
                  </a:tcPr>
                </a:tc>
                <a:tc>
                  <a:txBody>
                    <a:bodyPr/>
                    <a:lstStyle/>
                    <a:p>
                      <a:pPr algn="ctr"/>
                      <a:r>
                        <a:rPr lang="en-US" sz="1400" dirty="0">
                          <a:solidFill>
                            <a:schemeClr val="tx1"/>
                          </a:solidFill>
                        </a:rPr>
                        <a:t>CPU Burst </a:t>
                      </a:r>
                    </a:p>
                  </a:txBody>
                  <a:tcPr>
                    <a:solidFill>
                      <a:schemeClr val="bg1">
                        <a:lumMod val="65000"/>
                      </a:schemeClr>
                    </a:solidFill>
                  </a:tcPr>
                </a:tc>
                <a:extLst>
                  <a:ext uri="{0D108BD9-81ED-4DB2-BD59-A6C34878D82A}">
                    <a16:rowId xmlns:a16="http://schemas.microsoft.com/office/drawing/2014/main" val="10000"/>
                  </a:ext>
                </a:extLst>
              </a:tr>
              <a:tr h="304800">
                <a:tc>
                  <a:txBody>
                    <a:bodyPr/>
                    <a:lstStyle/>
                    <a:p>
                      <a:pPr algn="ctr"/>
                      <a:r>
                        <a:rPr lang="en-US" sz="1400" dirty="0">
                          <a:solidFill>
                            <a:schemeClr val="tx1"/>
                          </a:solidFill>
                        </a:rPr>
                        <a:t>1</a:t>
                      </a:r>
                    </a:p>
                  </a:txBody>
                  <a:tcPr/>
                </a:tc>
                <a:tc>
                  <a:txBody>
                    <a:bodyPr/>
                    <a:lstStyle/>
                    <a:p>
                      <a:pPr algn="ctr"/>
                      <a:r>
                        <a:rPr lang="en-US" sz="1400" dirty="0">
                          <a:solidFill>
                            <a:schemeClr val="tx1"/>
                          </a:solidFill>
                        </a:rPr>
                        <a:t>5</a:t>
                      </a:r>
                    </a:p>
                  </a:txBody>
                  <a:tcPr/>
                </a:tc>
                <a:extLst>
                  <a:ext uri="{0D108BD9-81ED-4DB2-BD59-A6C34878D82A}">
                    <a16:rowId xmlns:a16="http://schemas.microsoft.com/office/drawing/2014/main" val="10001"/>
                  </a:ext>
                </a:extLst>
              </a:tr>
              <a:tr h="304800">
                <a:tc>
                  <a:txBody>
                    <a:bodyPr/>
                    <a:lstStyle/>
                    <a:p>
                      <a:pPr algn="ctr"/>
                      <a:r>
                        <a:rPr lang="en-US" sz="1400" dirty="0">
                          <a:solidFill>
                            <a:schemeClr val="tx1"/>
                          </a:solidFill>
                        </a:rPr>
                        <a:t>2</a:t>
                      </a:r>
                    </a:p>
                  </a:txBody>
                  <a:tcPr/>
                </a:tc>
                <a:tc>
                  <a:txBody>
                    <a:bodyPr/>
                    <a:lstStyle/>
                    <a:p>
                      <a:pPr algn="ctr"/>
                      <a:r>
                        <a:rPr lang="en-US" sz="1400" dirty="0">
                          <a:solidFill>
                            <a:schemeClr val="tx1"/>
                          </a:solidFill>
                        </a:rPr>
                        <a:t>10</a:t>
                      </a:r>
                    </a:p>
                  </a:txBody>
                  <a:tcPr/>
                </a:tc>
                <a:extLst>
                  <a:ext uri="{0D108BD9-81ED-4DB2-BD59-A6C34878D82A}">
                    <a16:rowId xmlns:a16="http://schemas.microsoft.com/office/drawing/2014/main" val="10002"/>
                  </a:ext>
                </a:extLst>
              </a:tr>
              <a:tr h="304800">
                <a:tc>
                  <a:txBody>
                    <a:bodyPr/>
                    <a:lstStyle/>
                    <a:p>
                      <a:pPr algn="ctr"/>
                      <a:r>
                        <a:rPr lang="en-US" sz="1400" dirty="0">
                          <a:solidFill>
                            <a:schemeClr val="tx1"/>
                          </a:solidFill>
                        </a:rPr>
                        <a:t>3</a:t>
                      </a:r>
                    </a:p>
                  </a:txBody>
                  <a:tcPr/>
                </a:tc>
                <a:tc>
                  <a:txBody>
                    <a:bodyPr/>
                    <a:lstStyle/>
                    <a:p>
                      <a:pPr algn="ctr"/>
                      <a:r>
                        <a:rPr lang="en-US" sz="1400" dirty="0">
                          <a:solidFill>
                            <a:schemeClr val="tx1"/>
                          </a:solidFill>
                        </a:rPr>
                        <a:t>4</a:t>
                      </a:r>
                    </a:p>
                  </a:txBody>
                  <a:tcPr/>
                </a:tc>
                <a:extLst>
                  <a:ext uri="{0D108BD9-81ED-4DB2-BD59-A6C34878D82A}">
                    <a16:rowId xmlns:a16="http://schemas.microsoft.com/office/drawing/2014/main" val="10003"/>
                  </a:ext>
                </a:extLst>
              </a:tr>
              <a:tr h="304800">
                <a:tc>
                  <a:txBody>
                    <a:bodyPr/>
                    <a:lstStyle/>
                    <a:p>
                      <a:pPr algn="ctr"/>
                      <a:r>
                        <a:rPr lang="en-US" sz="1400" dirty="0">
                          <a:solidFill>
                            <a:schemeClr val="tx1"/>
                          </a:solidFill>
                        </a:rPr>
                        <a:t>4</a:t>
                      </a:r>
                    </a:p>
                  </a:txBody>
                  <a:tcPr/>
                </a:tc>
                <a:tc>
                  <a:txBody>
                    <a:bodyPr/>
                    <a:lstStyle/>
                    <a:p>
                      <a:pPr algn="ctr"/>
                      <a:r>
                        <a:rPr lang="en-US" sz="1400" dirty="0">
                          <a:solidFill>
                            <a:schemeClr val="tx1"/>
                          </a:solidFill>
                        </a:rPr>
                        <a:t>2</a:t>
                      </a:r>
                    </a:p>
                  </a:txBody>
                  <a:tcPr/>
                </a:tc>
                <a:extLst>
                  <a:ext uri="{0D108BD9-81ED-4DB2-BD59-A6C34878D82A}">
                    <a16:rowId xmlns:a16="http://schemas.microsoft.com/office/drawing/2014/main" val="10004"/>
                  </a:ext>
                </a:extLst>
              </a:tr>
              <a:tr h="304800">
                <a:tc>
                  <a:txBody>
                    <a:bodyPr/>
                    <a:lstStyle/>
                    <a:p>
                      <a:pPr algn="ctr"/>
                      <a:r>
                        <a:rPr lang="en-US" sz="1400" dirty="0">
                          <a:solidFill>
                            <a:schemeClr val="tx1"/>
                          </a:solidFill>
                        </a:rPr>
                        <a:t>5</a:t>
                      </a:r>
                    </a:p>
                  </a:txBody>
                  <a:tcPr/>
                </a:tc>
                <a:tc>
                  <a:txBody>
                    <a:bodyPr/>
                    <a:lstStyle/>
                    <a:p>
                      <a:pPr algn="ctr"/>
                      <a:r>
                        <a:rPr lang="en-US" sz="1400" dirty="0">
                          <a:solidFill>
                            <a:schemeClr val="tx1"/>
                          </a:solidFill>
                        </a:rPr>
                        <a:t>3</a:t>
                      </a:r>
                    </a:p>
                  </a:txBody>
                  <a:tcPr/>
                </a:tc>
                <a:extLst>
                  <a:ext uri="{0D108BD9-81ED-4DB2-BD59-A6C34878D82A}">
                    <a16:rowId xmlns:a16="http://schemas.microsoft.com/office/drawing/2014/main" val="10005"/>
                  </a:ext>
                </a:extLst>
              </a:tr>
            </a:tbl>
          </a:graphicData>
        </a:graphic>
      </p:graphicFrame>
      <p:sp>
        <p:nvSpPr>
          <p:cNvPr id="78887" name="Oval 21">
            <a:extLst>
              <a:ext uri="{FF2B5EF4-FFF2-40B4-BE49-F238E27FC236}">
                <a16:creationId xmlns:a16="http://schemas.microsoft.com/office/drawing/2014/main" id="{A2DB2E39-E556-42E6-92A7-13D35308D78F}"/>
              </a:ext>
            </a:extLst>
          </p:cNvPr>
          <p:cNvSpPr>
            <a:spLocks noChangeArrowheads="1"/>
          </p:cNvSpPr>
          <p:nvPr/>
        </p:nvSpPr>
        <p:spPr bwMode="auto">
          <a:xfrm>
            <a:off x="3124200" y="37338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
        <p:nvSpPr>
          <p:cNvPr id="78888" name="Oval 20">
            <a:extLst>
              <a:ext uri="{FF2B5EF4-FFF2-40B4-BE49-F238E27FC236}">
                <a16:creationId xmlns:a16="http://schemas.microsoft.com/office/drawing/2014/main" id="{4A4BD111-87FD-4D33-96AC-F062899092C9}"/>
              </a:ext>
            </a:extLst>
          </p:cNvPr>
          <p:cNvSpPr>
            <a:spLocks noChangeArrowheads="1"/>
          </p:cNvSpPr>
          <p:nvPr/>
        </p:nvSpPr>
        <p:spPr bwMode="auto">
          <a:xfrm>
            <a:off x="3048000" y="37338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
        <p:nvSpPr>
          <p:cNvPr id="15" name="Oval 14">
            <a:extLst>
              <a:ext uri="{FF2B5EF4-FFF2-40B4-BE49-F238E27FC236}">
                <a16:creationId xmlns:a16="http://schemas.microsoft.com/office/drawing/2014/main" id="{56516C8E-41E7-47EE-A561-93C457EEA029}"/>
              </a:ext>
            </a:extLst>
          </p:cNvPr>
          <p:cNvSpPr>
            <a:spLocks noChangeArrowheads="1"/>
          </p:cNvSpPr>
          <p:nvPr/>
        </p:nvSpPr>
        <p:spPr bwMode="auto">
          <a:xfrm>
            <a:off x="4800600" y="2286000"/>
            <a:ext cx="685800" cy="609600"/>
          </a:xfrm>
          <a:prstGeom prst="ellipse">
            <a:avLst/>
          </a:prstGeom>
          <a:solidFill>
            <a:srgbClr val="7030A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J3</a:t>
            </a:r>
          </a:p>
        </p:txBody>
      </p:sp>
      <p:sp>
        <p:nvSpPr>
          <p:cNvPr id="14" name="Oval 13">
            <a:extLst>
              <a:ext uri="{FF2B5EF4-FFF2-40B4-BE49-F238E27FC236}">
                <a16:creationId xmlns:a16="http://schemas.microsoft.com/office/drawing/2014/main" id="{ABCAED4B-2654-44DC-B176-A906AFEA0EAF}"/>
              </a:ext>
            </a:extLst>
          </p:cNvPr>
          <p:cNvSpPr>
            <a:spLocks noChangeArrowheads="1"/>
          </p:cNvSpPr>
          <p:nvPr/>
        </p:nvSpPr>
        <p:spPr bwMode="auto">
          <a:xfrm>
            <a:off x="5562600" y="22860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
        <p:nvSpPr>
          <p:cNvPr id="78891" name="Rectangle 25">
            <a:extLst>
              <a:ext uri="{FF2B5EF4-FFF2-40B4-BE49-F238E27FC236}">
                <a16:creationId xmlns:a16="http://schemas.microsoft.com/office/drawing/2014/main" id="{837B5D67-ABB7-4C60-A0A1-DE0A4F660A63}"/>
              </a:ext>
            </a:extLst>
          </p:cNvPr>
          <p:cNvSpPr>
            <a:spLocks noChangeArrowheads="1"/>
          </p:cNvSpPr>
          <p:nvPr/>
        </p:nvSpPr>
        <p:spPr bwMode="auto">
          <a:xfrm>
            <a:off x="3048000" y="3733800"/>
            <a:ext cx="762000" cy="685800"/>
          </a:xfrm>
          <a:prstGeom prst="rect">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27" name="Oval 26">
            <a:extLst>
              <a:ext uri="{FF2B5EF4-FFF2-40B4-BE49-F238E27FC236}">
                <a16:creationId xmlns:a16="http://schemas.microsoft.com/office/drawing/2014/main" id="{913880C6-177E-4483-813A-B296683D78A8}"/>
              </a:ext>
            </a:extLst>
          </p:cNvPr>
          <p:cNvSpPr>
            <a:spLocks noChangeArrowheads="1"/>
          </p:cNvSpPr>
          <p:nvPr/>
        </p:nvSpPr>
        <p:spPr bwMode="auto">
          <a:xfrm>
            <a:off x="3124200" y="37338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
        <p:nvSpPr>
          <p:cNvPr id="24" name="Rectangle 23">
            <a:extLst>
              <a:ext uri="{FF2B5EF4-FFF2-40B4-BE49-F238E27FC236}">
                <a16:creationId xmlns:a16="http://schemas.microsoft.com/office/drawing/2014/main" id="{22FBA98A-6D14-4521-B8CC-380887596330}"/>
              </a:ext>
            </a:extLst>
          </p:cNvPr>
          <p:cNvSpPr>
            <a:spLocks noChangeArrowheads="1"/>
          </p:cNvSpPr>
          <p:nvPr/>
        </p:nvSpPr>
        <p:spPr bwMode="auto">
          <a:xfrm>
            <a:off x="2971800" y="3733800"/>
            <a:ext cx="838200" cy="990600"/>
          </a:xfrm>
          <a:prstGeom prst="rect">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33" name="Oval 32">
            <a:extLst>
              <a:ext uri="{FF2B5EF4-FFF2-40B4-BE49-F238E27FC236}">
                <a16:creationId xmlns:a16="http://schemas.microsoft.com/office/drawing/2014/main" id="{4333790C-019F-4A60-B77C-96D340A339BF}"/>
              </a:ext>
            </a:extLst>
          </p:cNvPr>
          <p:cNvSpPr>
            <a:spLocks noChangeArrowheads="1"/>
          </p:cNvSpPr>
          <p:nvPr/>
        </p:nvSpPr>
        <p:spPr bwMode="auto">
          <a:xfrm>
            <a:off x="3048000" y="37338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Tree>
    <p:extLst>
      <p:ext uri="{BB962C8B-B14F-4D97-AF65-F5344CB8AC3E}">
        <p14:creationId xmlns:p14="http://schemas.microsoft.com/office/powerpoint/2010/main" val="2513185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4" presetClass="path" presetSubtype="0" accel="50000" decel="50000" fill="hold" grpId="0" nodeType="afterEffect">
                                  <p:stCondLst>
                                    <p:cond delay="0"/>
                                  </p:stCondLst>
                                  <p:childTnLst>
                                    <p:animMotion origin="layout" path="M -3.33333E-6 1.69288E-6 L 0.15417 1.69288E-6 " pathEditMode="relative" rAng="0" ptsTypes="AA">
                                      <p:cBhvr>
                                        <p:cTn id="6" dur="2000" fill="hold"/>
                                        <p:tgtEl>
                                          <p:spTgt spid="14"/>
                                        </p:tgtEl>
                                        <p:attrNameLst>
                                          <p:attrName>ppt_x</p:attrName>
                                          <p:attrName>ppt_y</p:attrName>
                                        </p:attrNameLst>
                                      </p:cBhvr>
                                      <p:rCtr x="7700" y="0"/>
                                    </p:animMotion>
                                  </p:childTnLst>
                                  <p:subTnLst>
                                    <p:set>
                                      <p:cBhvr override="childStyle">
                                        <p:cTn dur="1" fill="hold" display="0" masterRel="sameClick" afterEffect="1">
                                          <p:stCondLst>
                                            <p:cond evt="end" delay="0">
                                              <p:tn val="5"/>
                                            </p:cond>
                                          </p:stCondLst>
                                        </p:cTn>
                                        <p:tgtEl>
                                          <p:spTgt spid="14"/>
                                        </p:tgtEl>
                                        <p:attrNameLst>
                                          <p:attrName>style.visibility</p:attrName>
                                        </p:attrNameLst>
                                      </p:cBhvr>
                                      <p:to>
                                        <p:strVal val="hidden"/>
                                      </p:to>
                                    </p:set>
                                  </p:subTnLst>
                                </p:cTn>
                              </p:par>
                            </p:childTnLst>
                          </p:cTn>
                        </p:par>
                        <p:par>
                          <p:cTn id="7" fill="hold" nodeType="afterGroup">
                            <p:stCondLst>
                              <p:cond delay="2000"/>
                            </p:stCondLst>
                            <p:childTnLst>
                              <p:par>
                                <p:cTn id="8" presetID="9" presetClass="entr" presetSubtype="0" fill="hold" grpId="0" nodeType="after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dissolve">
                                      <p:cBhvr>
                                        <p:cTn id="10" dur="500"/>
                                        <p:tgtEl>
                                          <p:spTgt spid="27"/>
                                        </p:tgtEl>
                                      </p:cBhvr>
                                    </p:animEffec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64" presetClass="path" presetSubtype="0" accel="50000" decel="50000" fill="hold" grpId="0" nodeType="clickEffect">
                                  <p:stCondLst>
                                    <p:cond delay="0"/>
                                  </p:stCondLst>
                                  <p:childTnLst>
                                    <p:animMotion origin="layout" path="M 0 1.69288E-6 L 0.2375 1.69288E-6 " pathEditMode="relative" rAng="0" ptsTypes="AA">
                                      <p:cBhvr>
                                        <p:cTn id="16" dur="2000" fill="hold"/>
                                        <p:tgtEl>
                                          <p:spTgt spid="15"/>
                                        </p:tgtEl>
                                        <p:attrNameLst>
                                          <p:attrName>ppt_x</p:attrName>
                                          <p:attrName>ppt_y</p:attrName>
                                        </p:attrNameLst>
                                      </p:cBhvr>
                                      <p:rCtr x="11900" y="0"/>
                                    </p:animMotion>
                                  </p:childTnLst>
                                  <p:subTnLst>
                                    <p:set>
                                      <p:cBhvr override="childStyle">
                                        <p:cTn dur="1" fill="hold" display="0" masterRel="sameClick" afterEffect="1">
                                          <p:stCondLst>
                                            <p:cond evt="end" delay="0">
                                              <p:tn val="15"/>
                                            </p:cond>
                                          </p:stCondLst>
                                        </p:cTn>
                                        <p:tgtEl>
                                          <p:spTgt spid="15"/>
                                        </p:tgtEl>
                                        <p:attrNameLst>
                                          <p:attrName>style.visibility</p:attrName>
                                        </p:attrNameLst>
                                      </p:cBhvr>
                                      <p:to>
                                        <p:strVal val="hidden"/>
                                      </p:to>
                                    </p:set>
                                  </p:subTnLst>
                                </p:cTn>
                              </p:par>
                            </p:childTnLst>
                          </p:cTn>
                        </p:par>
                        <p:par>
                          <p:cTn id="17" fill="hold" nodeType="afterGroup">
                            <p:stCondLst>
                              <p:cond delay="2000"/>
                            </p:stCondLst>
                            <p:childTnLst>
                              <p:par>
                                <p:cTn id="18" presetID="64" presetClass="path" presetSubtype="0" accel="50000" decel="50000" fill="hold" grpId="0" nodeType="afterEffect">
                                  <p:stCondLst>
                                    <p:cond delay="0"/>
                                  </p:stCondLst>
                                  <p:childTnLst>
                                    <p:animMotion origin="layout" path="M -3.33333E-6 -4.12581E-6 L 0.15417 -0.21091 " pathEditMode="relative" rAng="0" ptsTypes="AA">
                                      <p:cBhvr>
                                        <p:cTn id="19" dur="2000" fill="hold"/>
                                        <p:tgtEl>
                                          <p:spTgt spid="13"/>
                                        </p:tgtEl>
                                        <p:attrNameLst>
                                          <p:attrName>ppt_x</p:attrName>
                                          <p:attrName>ppt_y</p:attrName>
                                        </p:attrNameLst>
                                      </p:cBhvr>
                                      <p:rCtr x="7700" y="-10500"/>
                                    </p:animMotion>
                                  </p:childTnLst>
                                  <p:subTnLst>
                                    <p:set>
                                      <p:cBhvr override="childStyle">
                                        <p:cTn dur="1" fill="hold" display="0" masterRel="sameClick" afterEffect="1">
                                          <p:stCondLst>
                                            <p:cond evt="end" delay="0">
                                              <p:tn val="18"/>
                                            </p:cond>
                                          </p:stCondLst>
                                        </p:cTn>
                                        <p:tgtEl>
                                          <p:spTgt spid="13"/>
                                        </p:tgtEl>
                                        <p:attrNameLst>
                                          <p:attrName>style.visibility</p:attrName>
                                        </p:attrNameLst>
                                      </p:cBhvr>
                                      <p:to>
                                        <p:strVal val="hidden"/>
                                      </p:to>
                                    </p:set>
                                  </p:subTnLst>
                                </p:cTn>
                              </p:par>
                            </p:childTnLst>
                          </p:cTn>
                        </p:par>
                        <p:par>
                          <p:cTn id="20" fill="hold" nodeType="afterGroup">
                            <p:stCondLst>
                              <p:cond delay="4000"/>
                            </p:stCondLst>
                            <p:childTnLst>
                              <p:par>
                                <p:cTn id="21" presetID="64" presetClass="path" presetSubtype="0" accel="50000" decel="50000" fill="hold" grpId="0" nodeType="afterEffect">
                                  <p:stCondLst>
                                    <p:cond delay="0"/>
                                  </p:stCondLst>
                                  <p:childTnLst>
                                    <p:animMotion origin="layout" path="M 0 -4.12581E-6 L 0.2375 -0.21091 " pathEditMode="relative" rAng="0" ptsTypes="AA">
                                      <p:cBhvr>
                                        <p:cTn id="22" dur="2000" fill="hold"/>
                                        <p:tgtEl>
                                          <p:spTgt spid="16"/>
                                        </p:tgtEl>
                                        <p:attrNameLst>
                                          <p:attrName>ppt_x</p:attrName>
                                          <p:attrName>ppt_y</p:attrName>
                                        </p:attrNameLst>
                                      </p:cBhvr>
                                      <p:rCtr x="11900" y="-10500"/>
                                    </p:animMotion>
                                  </p:childTnLst>
                                  <p:subTnLst>
                                    <p:set>
                                      <p:cBhvr override="childStyle">
                                        <p:cTn dur="1" fill="hold" display="0" masterRel="sameClick" afterEffect="1">
                                          <p:stCondLst>
                                            <p:cond evt="end" delay="0">
                                              <p:tn val="21"/>
                                            </p:cond>
                                          </p:stCondLst>
                                        </p:cTn>
                                        <p:tgtEl>
                                          <p:spTgt spid="16"/>
                                        </p:tgtEl>
                                        <p:attrNameLst>
                                          <p:attrName>style.visibility</p:attrName>
                                        </p:attrNameLst>
                                      </p:cBhvr>
                                      <p:to>
                                        <p:strVal val="hidden"/>
                                      </p:to>
                                    </p:set>
                                  </p:subTnLst>
                                </p:cTn>
                              </p:par>
                            </p:childTnLst>
                          </p:cTn>
                        </p:par>
                        <p:par>
                          <p:cTn id="23" fill="hold" nodeType="afterGroup">
                            <p:stCondLst>
                              <p:cond delay="6000"/>
                            </p:stCondLst>
                            <p:childTnLst>
                              <p:par>
                                <p:cTn id="24" presetID="64" presetClass="path" presetSubtype="0" accel="50000" decel="50000" fill="hold" grpId="0" nodeType="afterEffect">
                                  <p:stCondLst>
                                    <p:cond delay="0"/>
                                  </p:stCondLst>
                                  <p:childTnLst>
                                    <p:animMotion origin="layout" path="M -3.33333E-6 -4.12581E-6 L 0.32917 -0.21091 " pathEditMode="relative" rAng="0" ptsTypes="AA">
                                      <p:cBhvr>
                                        <p:cTn id="25" dur="2000" fill="hold"/>
                                        <p:tgtEl>
                                          <p:spTgt spid="17"/>
                                        </p:tgtEl>
                                        <p:attrNameLst>
                                          <p:attrName>ppt_x</p:attrName>
                                          <p:attrName>ppt_y</p:attrName>
                                        </p:attrNameLst>
                                      </p:cBhvr>
                                      <p:rCtr x="16500" y="-10500"/>
                                    </p:animMotion>
                                  </p:childTnLst>
                                  <p:subTnLst>
                                    <p:set>
                                      <p:cBhvr override="childStyle">
                                        <p:cTn dur="1" fill="hold" display="0" masterRel="sameClick" afterEffect="1">
                                          <p:stCondLst>
                                            <p:cond evt="end" delay="0">
                                              <p:tn val="24"/>
                                            </p:cond>
                                          </p:stCondLst>
                                        </p:cTn>
                                        <p:tgtEl>
                                          <p:spTgt spid="17"/>
                                        </p:tgtEl>
                                        <p:attrNameLst>
                                          <p:attrName>style.visibility</p:attrName>
                                        </p:attrNameLst>
                                      </p:cBhvr>
                                      <p:to>
                                        <p:strVal val="hidden"/>
                                      </p:to>
                                    </p:set>
                                  </p:subTnLst>
                                </p:cTn>
                              </p:par>
                            </p:childTnLst>
                          </p:cTn>
                        </p:par>
                        <p:par>
                          <p:cTn id="26" fill="hold" nodeType="afterGroup">
                            <p:stCondLst>
                              <p:cond delay="8000"/>
                            </p:stCondLst>
                            <p:childTnLst>
                              <p:par>
                                <p:cTn id="27" presetID="1" presetClass="entr" presetSubtype="0" fill="hold" grpId="0" nodeType="after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par>
                          <p:cTn id="29" fill="hold" nodeType="afterGroup">
                            <p:stCondLst>
                              <p:cond delay="8000"/>
                            </p:stCondLst>
                            <p:childTnLst>
                              <p:par>
                                <p:cTn id="30" presetID="1" presetClass="entr" presetSubtype="0" fill="hold" grpId="0" nodeType="afterEffect">
                                  <p:stCondLst>
                                    <p:cond delay="0"/>
                                  </p:stCondLst>
                                  <p:childTnLst>
                                    <p:set>
                                      <p:cBhvr>
                                        <p:cTn id="31" dur="1" fill="hold">
                                          <p:stCondLst>
                                            <p:cond delay="0"/>
                                          </p:stCondLst>
                                        </p:cTn>
                                        <p:tgtEl>
                                          <p:spTgt spid="33"/>
                                        </p:tgtEl>
                                        <p:attrNameLst>
                                          <p:attrName>style.visibility</p:attrName>
                                        </p:attrNameLst>
                                      </p:cBhvr>
                                      <p:to>
                                        <p:strVal val="visible"/>
                                      </p:to>
                                    </p:set>
                                  </p:childTnLst>
                                </p:cTn>
                              </p:par>
                            </p:childTnLst>
                          </p:cTn>
                        </p:par>
                        <p:par>
                          <p:cTn id="32" fill="hold" nodeType="afterGroup">
                            <p:stCondLst>
                              <p:cond delay="8000"/>
                            </p:stCondLst>
                            <p:childTnLst>
                              <p:par>
                                <p:cTn id="33" presetID="56" presetClass="path" presetSubtype="0" accel="50000" decel="50000" fill="hold" grpId="1" nodeType="afterEffect">
                                  <p:stCondLst>
                                    <p:cond delay="0"/>
                                  </p:stCondLst>
                                  <p:childTnLst>
                                    <p:animMotion origin="layout" path="M -3.33333E-6 -4.12581E-6 L 0.42917 -0.19981 " pathEditMode="relative" rAng="0" ptsTypes="AA">
                                      <p:cBhvr>
                                        <p:cTn id="34" dur="2000" fill="hold"/>
                                        <p:tgtEl>
                                          <p:spTgt spid="33"/>
                                        </p:tgtEl>
                                        <p:attrNameLst>
                                          <p:attrName>ppt_x</p:attrName>
                                          <p:attrName>ppt_y</p:attrName>
                                        </p:attrNameLst>
                                      </p:cBhvr>
                                      <p:rCtr x="21500" y="-10000"/>
                                    </p:animMotion>
                                  </p:childTnLst>
                                  <p:subTnLst>
                                    <p:set>
                                      <p:cBhvr override="childStyle">
                                        <p:cTn dur="1" fill="hold" display="0" masterRel="sameClick" afterEffect="1">
                                          <p:stCondLst>
                                            <p:cond evt="end" delay="0">
                                              <p:tn val="33"/>
                                            </p:cond>
                                          </p:stCondLst>
                                        </p:cTn>
                                        <p:tgtEl>
                                          <p:spTgt spid="3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3" grpId="0" animBg="1"/>
      <p:bldP spid="16" grpId="0" animBg="1"/>
      <p:bldP spid="17" grpId="0" animBg="1"/>
      <p:bldP spid="15" grpId="0" animBg="1"/>
      <p:bldP spid="14" grpId="0" animBg="1"/>
      <p:bldP spid="27" grpId="0" animBg="1"/>
      <p:bldP spid="24" grpId="0" animBg="1"/>
      <p:bldP spid="33" grpId="0" animBg="1"/>
      <p:bldP spid="33" grpId="1"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Number Placeholder 4">
            <a:extLst>
              <a:ext uri="{FF2B5EF4-FFF2-40B4-BE49-F238E27FC236}">
                <a16:creationId xmlns:a16="http://schemas.microsoft.com/office/drawing/2014/main" id="{0937E45E-A9F5-4D59-A9F6-094EE55C093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A218ADA-A354-4AD9-B527-E52596D580D5}"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83</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79875" name="Rectangle 8">
            <a:extLst>
              <a:ext uri="{FF2B5EF4-FFF2-40B4-BE49-F238E27FC236}">
                <a16:creationId xmlns:a16="http://schemas.microsoft.com/office/drawing/2014/main" id="{DD79552E-B818-464F-A319-5A99769FE89D}"/>
              </a:ext>
            </a:extLst>
          </p:cNvPr>
          <p:cNvSpPr>
            <a:spLocks noGrp="1" noChangeArrowheads="1"/>
          </p:cNvSpPr>
          <p:nvPr>
            <p:ph type="title"/>
          </p:nvPr>
        </p:nvSpPr>
        <p:spPr>
          <a:xfrm>
            <a:off x="533400" y="1066800"/>
            <a:ext cx="8077200" cy="762000"/>
          </a:xfrm>
        </p:spPr>
        <p:txBody>
          <a:bodyPr/>
          <a:lstStyle/>
          <a:p>
            <a:pPr algn="l" eaLnBrk="1" hangingPunct="1"/>
            <a:r>
              <a:rPr lang="en-CA" altLang="ms-MY" sz="3200"/>
              <a:t>Case 3: </a:t>
            </a:r>
            <a:r>
              <a:rPr lang="en-CA" altLang="ms-MY" sz="3200">
                <a:solidFill>
                  <a:schemeClr val="tx1"/>
                </a:solidFill>
              </a:rPr>
              <a:t>Variable Time Quantum Per Queue</a:t>
            </a:r>
          </a:p>
        </p:txBody>
      </p:sp>
      <p:sp>
        <p:nvSpPr>
          <p:cNvPr id="8" name="Rectangle 9">
            <a:extLst>
              <a:ext uri="{FF2B5EF4-FFF2-40B4-BE49-F238E27FC236}">
                <a16:creationId xmlns:a16="http://schemas.microsoft.com/office/drawing/2014/main" id="{39749F7B-F4BE-480C-A7FA-7C56E82D6A96}"/>
              </a:ext>
            </a:extLst>
          </p:cNvPr>
          <p:cNvSpPr txBox="1">
            <a:spLocks noChangeArrowheads="1"/>
          </p:cNvSpPr>
          <p:nvPr/>
        </p:nvSpPr>
        <p:spPr bwMode="auto">
          <a:xfrm>
            <a:off x="685800" y="1905000"/>
            <a:ext cx="8077200" cy="2743200"/>
          </a:xfrm>
          <a:prstGeom prst="rect">
            <a:avLst/>
          </a:prstGeom>
          <a:noFill/>
          <a:ln w="9525">
            <a:noFill/>
            <a:miter lim="800000"/>
            <a:headEnd/>
            <a:tailEnd/>
          </a:ln>
        </p:spPr>
        <p:txBody>
          <a:bodyPr/>
          <a:lstStyle/>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CA"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ＭＳ Ｐゴシック" charset="0"/>
              </a:rPr>
              <a:t>Is a variation of the movement between queues</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CA"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ＭＳ Ｐゴシック" charset="0"/>
              </a:rPr>
              <a:t>Each queue given time quantum size</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CA"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Size twice as long as previous</a:t>
            </a:r>
            <a:r>
              <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 </a:t>
            </a:r>
            <a:r>
              <a:rPr kumimoji="0" lang="en-CA"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queue</a:t>
            </a:r>
            <a:endPar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CA"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ＭＳ Ｐゴシック" charset="0"/>
              </a:rPr>
              <a:t>Fast turnaround for CPU-bound jobs</a:t>
            </a:r>
          </a:p>
          <a:p>
            <a:pPr marL="342900" marR="0" lvl="0" indent="-342900" algn="l" defTabSz="914400" rtl="0" eaLnBrk="1" fontAlgn="base" latinLnBrk="0" hangingPunct="1">
              <a:lnSpc>
                <a:spcPct val="100000"/>
              </a:lnSpc>
              <a:spcBef>
                <a:spcPct val="20000"/>
              </a:spcBef>
              <a:spcAft>
                <a:spcPct val="0"/>
              </a:spcAft>
              <a:buClrTx/>
              <a:buSzTx/>
              <a:buFontTx/>
              <a:buChar char="•"/>
              <a:tabLst/>
              <a:defRPr/>
            </a:pPr>
            <a:r>
              <a:rPr kumimoji="0" lang="en-CA"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ＭＳ Ｐゴシック" charset="0"/>
              </a:rPr>
              <a:t>CPU-bound jobs execute longer and given longer time periods </a:t>
            </a:r>
          </a:p>
          <a:p>
            <a:pPr marL="742950" marR="0" lvl="1" indent="-285750" algn="l" defTabSz="914400" rtl="0" eaLnBrk="1" fontAlgn="base" latinLnBrk="0" hangingPunct="1">
              <a:lnSpc>
                <a:spcPct val="100000"/>
              </a:lnSpc>
              <a:spcBef>
                <a:spcPct val="20000"/>
              </a:spcBef>
              <a:spcAft>
                <a:spcPct val="0"/>
              </a:spcAft>
              <a:buClrTx/>
              <a:buSzTx/>
              <a:buFontTx/>
              <a:buChar char="–"/>
              <a:tabLst/>
              <a:defRPr/>
            </a:pPr>
            <a:r>
              <a:rPr kumimoji="0" lang="en-CA"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rPr>
              <a:t>Improves chance of finishing faster</a:t>
            </a:r>
            <a:endParaRPr kumimoji="0" lang="en-US" sz="2200" b="0" i="0" u="none" strike="noStrike" kern="0" cap="none" spc="0" normalizeH="0" baseline="0" noProof="0" dirty="0">
              <a:ln>
                <a:noFill/>
              </a:ln>
              <a:solidFill>
                <a:srgbClr val="222222"/>
              </a:solidFill>
              <a:effectLst/>
              <a:uLnTx/>
              <a:uFillTx/>
              <a:latin typeface="Arial"/>
              <a:ea typeface="MS PGothic" panose="020B0600070205080204" pitchFamily="34" charset="-128"/>
              <a:cs typeface="+mn-cs"/>
            </a:endParaRPr>
          </a:p>
        </p:txBody>
      </p:sp>
      <p:sp>
        <p:nvSpPr>
          <p:cNvPr id="79877" name="Slide Number Placeholder 4">
            <a:extLst>
              <a:ext uri="{FF2B5EF4-FFF2-40B4-BE49-F238E27FC236}">
                <a16:creationId xmlns:a16="http://schemas.microsoft.com/office/drawing/2014/main" id="{010AE713-5D20-4E45-9A5E-67D4FDD10E47}"/>
              </a:ext>
            </a:extLst>
          </p:cNvPr>
          <p:cNvSpPr txBox="1">
            <a:spLocks/>
          </p:cNvSpPr>
          <p:nvPr/>
        </p:nvSpPr>
        <p:spPr bwMode="auto">
          <a:xfrm>
            <a:off x="6934200" y="6477000"/>
            <a:ext cx="2057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D099D10-F021-4918-A776-DB5C8D7DEEE3}"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83</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0" name="Rectangle 9">
            <a:extLst>
              <a:ext uri="{FF2B5EF4-FFF2-40B4-BE49-F238E27FC236}">
                <a16:creationId xmlns:a16="http://schemas.microsoft.com/office/drawing/2014/main" id="{68788177-5B86-415D-83D7-7B097DDE6A4A}"/>
              </a:ext>
            </a:extLst>
          </p:cNvPr>
          <p:cNvSpPr/>
          <p:nvPr/>
        </p:nvSpPr>
        <p:spPr>
          <a:xfrm>
            <a:off x="685800" y="4916488"/>
            <a:ext cx="7848600" cy="646112"/>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MY" sz="1800" b="0" i="0" u="none" strike="noStrike" kern="1200" cap="none" spc="0" normalizeH="0" baseline="0" noProof="0" dirty="0">
                <a:ln>
                  <a:noFill/>
                </a:ln>
                <a:solidFill>
                  <a:srgbClr val="3333CC"/>
                </a:solidFill>
                <a:effectLst/>
                <a:uLnTx/>
                <a:uFillTx/>
                <a:latin typeface="Arial"/>
                <a:ea typeface="MS PGothic" panose="020B0600070205080204" pitchFamily="34" charset="-128"/>
                <a:cs typeface="+mn-cs"/>
              </a:rPr>
              <a:t>I/O-bound jobs (such as printing a series of documents) have many brief CPU bursts and long I/O cycles,</a:t>
            </a:r>
          </a:p>
        </p:txBody>
      </p:sp>
      <p:sp>
        <p:nvSpPr>
          <p:cNvPr id="11" name="Rectangle 10">
            <a:extLst>
              <a:ext uri="{FF2B5EF4-FFF2-40B4-BE49-F238E27FC236}">
                <a16:creationId xmlns:a16="http://schemas.microsoft.com/office/drawing/2014/main" id="{BF9860E5-57F0-4F80-BB1C-3D6219FD74B0}"/>
              </a:ext>
            </a:extLst>
          </p:cNvPr>
          <p:cNvSpPr/>
          <p:nvPr/>
        </p:nvSpPr>
        <p:spPr>
          <a:xfrm>
            <a:off x="685800" y="5638800"/>
            <a:ext cx="7467600" cy="646113"/>
          </a:xfrm>
          <a:prstGeom prst="rect">
            <a:avLst/>
          </a:prstGeom>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MY" sz="18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mn-cs"/>
              </a:rPr>
              <a:t>CPU-bound jobs (such as finding the first 300 prime numbers) have long CPU bursts and shorter I/O cycles.</a:t>
            </a:r>
          </a:p>
        </p:txBody>
      </p:sp>
    </p:spTree>
    <p:extLst>
      <p:ext uri="{BB962C8B-B14F-4D97-AF65-F5344CB8AC3E}">
        <p14:creationId xmlns:p14="http://schemas.microsoft.com/office/powerpoint/2010/main" val="363923042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6">
            <a:extLst>
              <a:ext uri="{FF2B5EF4-FFF2-40B4-BE49-F238E27FC236}">
                <a16:creationId xmlns:a16="http://schemas.microsoft.com/office/drawing/2014/main" id="{BE79F404-AB0E-498A-B5E4-2416EEBD5B50}"/>
              </a:ext>
            </a:extLst>
          </p:cNvPr>
          <p:cNvSpPr>
            <a:spLocks noChangeArrowheads="1"/>
          </p:cNvSpPr>
          <p:nvPr/>
        </p:nvSpPr>
        <p:spPr bwMode="auto">
          <a:xfrm>
            <a:off x="2362200" y="36576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25" name="TextBox 18">
            <a:extLst>
              <a:ext uri="{FF2B5EF4-FFF2-40B4-BE49-F238E27FC236}">
                <a16:creationId xmlns:a16="http://schemas.microsoft.com/office/drawing/2014/main" id="{620BD1A0-2010-40A1-A2B9-80400A34093F}"/>
              </a:ext>
            </a:extLst>
          </p:cNvPr>
          <p:cNvSpPr txBox="1">
            <a:spLocks noChangeArrowheads="1"/>
          </p:cNvSpPr>
          <p:nvPr/>
        </p:nvSpPr>
        <p:spPr bwMode="auto">
          <a:xfrm>
            <a:off x="3200400" y="4400550"/>
            <a:ext cx="441325" cy="4000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10</a:t>
            </a:r>
          </a:p>
        </p:txBody>
      </p:sp>
      <p:sp>
        <p:nvSpPr>
          <p:cNvPr id="80900" name="TextBox 24">
            <a:extLst>
              <a:ext uri="{FF2B5EF4-FFF2-40B4-BE49-F238E27FC236}">
                <a16:creationId xmlns:a16="http://schemas.microsoft.com/office/drawing/2014/main" id="{057C6A56-4B32-4B8E-9221-905F1EF3E57F}"/>
              </a:ext>
            </a:extLst>
          </p:cNvPr>
          <p:cNvSpPr txBox="1">
            <a:spLocks noChangeArrowheads="1"/>
          </p:cNvSpPr>
          <p:nvPr/>
        </p:nvSpPr>
        <p:spPr bwMode="auto">
          <a:xfrm>
            <a:off x="4038600" y="3200400"/>
            <a:ext cx="2432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(Time Quantum = 10)</a:t>
            </a:r>
          </a:p>
        </p:txBody>
      </p:sp>
      <p:sp>
        <p:nvSpPr>
          <p:cNvPr id="80901" name="Rectangle 30">
            <a:extLst>
              <a:ext uri="{FF2B5EF4-FFF2-40B4-BE49-F238E27FC236}">
                <a16:creationId xmlns:a16="http://schemas.microsoft.com/office/drawing/2014/main" id="{4A819D88-268E-4C05-9474-D8D029F37F37}"/>
              </a:ext>
            </a:extLst>
          </p:cNvPr>
          <p:cNvSpPr>
            <a:spLocks noChangeArrowheads="1"/>
          </p:cNvSpPr>
          <p:nvPr/>
        </p:nvSpPr>
        <p:spPr bwMode="auto">
          <a:xfrm>
            <a:off x="3124200" y="3733800"/>
            <a:ext cx="838200" cy="685800"/>
          </a:xfrm>
          <a:prstGeom prst="rect">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0902" name="Rectangle 11">
            <a:extLst>
              <a:ext uri="{FF2B5EF4-FFF2-40B4-BE49-F238E27FC236}">
                <a16:creationId xmlns:a16="http://schemas.microsoft.com/office/drawing/2014/main" id="{C5584A21-1DCB-46D0-BBE0-81EDF22F5FE6}"/>
              </a:ext>
            </a:extLst>
          </p:cNvPr>
          <p:cNvSpPr>
            <a:spLocks noChangeArrowheads="1"/>
          </p:cNvSpPr>
          <p:nvPr/>
        </p:nvSpPr>
        <p:spPr bwMode="auto">
          <a:xfrm>
            <a:off x="6858000" y="2209800"/>
            <a:ext cx="914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0903" name="Rectangle 12">
            <a:extLst>
              <a:ext uri="{FF2B5EF4-FFF2-40B4-BE49-F238E27FC236}">
                <a16:creationId xmlns:a16="http://schemas.microsoft.com/office/drawing/2014/main" id="{DF85B135-76DC-4D4B-9D55-247104530D23}"/>
              </a:ext>
            </a:extLst>
          </p:cNvPr>
          <p:cNvSpPr>
            <a:spLocks noGrp="1" noChangeArrowheads="1"/>
          </p:cNvSpPr>
          <p:nvPr>
            <p:ph type="title"/>
          </p:nvPr>
        </p:nvSpPr>
        <p:spPr>
          <a:xfrm>
            <a:off x="381000" y="762000"/>
            <a:ext cx="8458200" cy="914400"/>
          </a:xfrm>
        </p:spPr>
        <p:txBody>
          <a:bodyPr/>
          <a:lstStyle/>
          <a:p>
            <a:pPr algn="l" eaLnBrk="1" hangingPunct="1"/>
            <a:r>
              <a:rPr lang="en-CA" altLang="ms-MY" sz="3200"/>
              <a:t>Case 3: </a:t>
            </a:r>
            <a:r>
              <a:rPr lang="en-CA" altLang="ms-MY" sz="3200">
                <a:solidFill>
                  <a:schemeClr val="tx1"/>
                </a:solidFill>
              </a:rPr>
              <a:t>Variable Time Quantum Per Queue</a:t>
            </a:r>
          </a:p>
        </p:txBody>
      </p:sp>
      <p:sp>
        <p:nvSpPr>
          <p:cNvPr id="80904" name="Slide Number Placeholder 4">
            <a:extLst>
              <a:ext uri="{FF2B5EF4-FFF2-40B4-BE49-F238E27FC236}">
                <a16:creationId xmlns:a16="http://schemas.microsoft.com/office/drawing/2014/main" id="{3E1E46B4-B370-4DF1-92EF-D77BA5D861AB}"/>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0DB1934-8DE8-450E-977B-A15F53169F78}"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84</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0905" name="Rectangle 5">
            <a:extLst>
              <a:ext uri="{FF2B5EF4-FFF2-40B4-BE49-F238E27FC236}">
                <a16:creationId xmlns:a16="http://schemas.microsoft.com/office/drawing/2014/main" id="{5447AF00-1C95-41A9-BB2A-98EACFC9DF78}"/>
              </a:ext>
            </a:extLst>
          </p:cNvPr>
          <p:cNvSpPr>
            <a:spLocks noChangeArrowheads="1"/>
          </p:cNvSpPr>
          <p:nvPr/>
        </p:nvSpPr>
        <p:spPr bwMode="auto">
          <a:xfrm>
            <a:off x="2362200" y="22098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0906" name="TextBox 7">
            <a:extLst>
              <a:ext uri="{FF2B5EF4-FFF2-40B4-BE49-F238E27FC236}">
                <a16:creationId xmlns:a16="http://schemas.microsoft.com/office/drawing/2014/main" id="{5B50749C-B788-4A81-81F9-C9958669D540}"/>
              </a:ext>
            </a:extLst>
          </p:cNvPr>
          <p:cNvSpPr txBox="1">
            <a:spLocks noChangeArrowheads="1"/>
          </p:cNvSpPr>
          <p:nvPr/>
        </p:nvSpPr>
        <p:spPr bwMode="auto">
          <a:xfrm>
            <a:off x="609600" y="2286000"/>
            <a:ext cx="1712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Q1</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(High Priority)</a:t>
            </a:r>
          </a:p>
        </p:txBody>
      </p:sp>
      <p:sp>
        <p:nvSpPr>
          <p:cNvPr id="80907" name="TextBox 8">
            <a:extLst>
              <a:ext uri="{FF2B5EF4-FFF2-40B4-BE49-F238E27FC236}">
                <a16:creationId xmlns:a16="http://schemas.microsoft.com/office/drawing/2014/main" id="{C421B447-4557-4E0D-A99E-074F81153596}"/>
              </a:ext>
            </a:extLst>
          </p:cNvPr>
          <p:cNvSpPr txBox="1">
            <a:spLocks noChangeArrowheads="1"/>
          </p:cNvSpPr>
          <p:nvPr/>
        </p:nvSpPr>
        <p:spPr bwMode="auto">
          <a:xfrm>
            <a:off x="381000" y="3733800"/>
            <a:ext cx="1905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Q2</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(Low Priority)</a:t>
            </a:r>
          </a:p>
        </p:txBody>
      </p:sp>
      <p:sp>
        <p:nvSpPr>
          <p:cNvPr id="80908" name="TextBox 9">
            <a:extLst>
              <a:ext uri="{FF2B5EF4-FFF2-40B4-BE49-F238E27FC236}">
                <a16:creationId xmlns:a16="http://schemas.microsoft.com/office/drawing/2014/main" id="{A535E919-B03A-4332-8475-E8EAEF9B72A5}"/>
              </a:ext>
            </a:extLst>
          </p:cNvPr>
          <p:cNvSpPr txBox="1">
            <a:spLocks noChangeArrowheads="1"/>
          </p:cNvSpPr>
          <p:nvPr/>
        </p:nvSpPr>
        <p:spPr bwMode="auto">
          <a:xfrm>
            <a:off x="7010400" y="1752600"/>
            <a:ext cx="684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CPU</a:t>
            </a:r>
          </a:p>
        </p:txBody>
      </p:sp>
      <p:sp>
        <p:nvSpPr>
          <p:cNvPr id="13" name="Oval 12">
            <a:extLst>
              <a:ext uri="{FF2B5EF4-FFF2-40B4-BE49-F238E27FC236}">
                <a16:creationId xmlns:a16="http://schemas.microsoft.com/office/drawing/2014/main" id="{7D3314A2-8E4D-4226-B7C1-1B97F304902F}"/>
              </a:ext>
            </a:extLst>
          </p:cNvPr>
          <p:cNvSpPr>
            <a:spLocks noChangeArrowheads="1"/>
          </p:cNvSpPr>
          <p:nvPr/>
        </p:nvSpPr>
        <p:spPr bwMode="auto">
          <a:xfrm>
            <a:off x="5562600" y="3733800"/>
            <a:ext cx="685800" cy="609600"/>
          </a:xfrm>
          <a:prstGeom prst="ellipse">
            <a:avLst/>
          </a:prstGeom>
          <a:solidFill>
            <a:srgbClr val="00B05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J1</a:t>
            </a:r>
          </a:p>
        </p:txBody>
      </p:sp>
      <p:sp>
        <p:nvSpPr>
          <p:cNvPr id="16" name="Oval 15">
            <a:extLst>
              <a:ext uri="{FF2B5EF4-FFF2-40B4-BE49-F238E27FC236}">
                <a16:creationId xmlns:a16="http://schemas.microsoft.com/office/drawing/2014/main" id="{E2153774-EAF3-4F6F-8CC6-AEF8DC580B95}"/>
              </a:ext>
            </a:extLst>
          </p:cNvPr>
          <p:cNvSpPr>
            <a:spLocks noChangeArrowheads="1"/>
          </p:cNvSpPr>
          <p:nvPr/>
        </p:nvSpPr>
        <p:spPr bwMode="auto">
          <a:xfrm>
            <a:off x="4800600" y="3733800"/>
            <a:ext cx="685800" cy="609600"/>
          </a:xfrm>
          <a:prstGeom prst="ellipse">
            <a:avLst/>
          </a:prstGeom>
          <a:solidFill>
            <a:srgbClr val="0033CC"/>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J4</a:t>
            </a:r>
          </a:p>
        </p:txBody>
      </p:sp>
      <p:sp>
        <p:nvSpPr>
          <p:cNvPr id="17" name="Oval 16">
            <a:extLst>
              <a:ext uri="{FF2B5EF4-FFF2-40B4-BE49-F238E27FC236}">
                <a16:creationId xmlns:a16="http://schemas.microsoft.com/office/drawing/2014/main" id="{696F6C21-3ABE-4916-A939-244F63B50E59}"/>
              </a:ext>
            </a:extLst>
          </p:cNvPr>
          <p:cNvSpPr>
            <a:spLocks noChangeArrowheads="1"/>
          </p:cNvSpPr>
          <p:nvPr/>
        </p:nvSpPr>
        <p:spPr bwMode="auto">
          <a:xfrm>
            <a:off x="3962400" y="3733800"/>
            <a:ext cx="685800" cy="609600"/>
          </a:xfrm>
          <a:prstGeom prst="ellipse">
            <a:avLst/>
          </a:prstGeom>
          <a:solidFill>
            <a:srgbClr val="FF0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J5</a:t>
            </a:r>
          </a:p>
        </p:txBody>
      </p:sp>
      <p:sp>
        <p:nvSpPr>
          <p:cNvPr id="80912" name="TextBox 18">
            <a:extLst>
              <a:ext uri="{FF2B5EF4-FFF2-40B4-BE49-F238E27FC236}">
                <a16:creationId xmlns:a16="http://schemas.microsoft.com/office/drawing/2014/main" id="{458D50BE-B973-4414-A305-A85C8AB3FF87}"/>
              </a:ext>
            </a:extLst>
          </p:cNvPr>
          <p:cNvSpPr txBox="1">
            <a:spLocks noChangeArrowheads="1"/>
          </p:cNvSpPr>
          <p:nvPr/>
        </p:nvSpPr>
        <p:spPr bwMode="auto">
          <a:xfrm>
            <a:off x="4191000" y="1752600"/>
            <a:ext cx="23050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(Time Quantum = 5)</a:t>
            </a:r>
          </a:p>
        </p:txBody>
      </p:sp>
      <p:graphicFrame>
        <p:nvGraphicFramePr>
          <p:cNvPr id="20" name="Table 19">
            <a:extLst>
              <a:ext uri="{FF2B5EF4-FFF2-40B4-BE49-F238E27FC236}">
                <a16:creationId xmlns:a16="http://schemas.microsoft.com/office/drawing/2014/main" id="{AAB6BAC5-6297-4BCA-9B26-C239859B53A5}"/>
              </a:ext>
            </a:extLst>
          </p:cNvPr>
          <p:cNvGraphicFramePr>
            <a:graphicFrameLocks noGrp="1"/>
          </p:cNvGraphicFramePr>
          <p:nvPr>
            <p:extLst>
              <p:ext uri="{D42A27DB-BD31-4B8C-83A1-F6EECF244321}">
                <p14:modId xmlns:p14="http://schemas.microsoft.com/office/powerpoint/2010/main" val="1207743695"/>
              </p:ext>
            </p:extLst>
          </p:nvPr>
        </p:nvGraphicFramePr>
        <p:xfrm>
          <a:off x="6858000" y="3810000"/>
          <a:ext cx="1752600" cy="1828800"/>
        </p:xfrm>
        <a:graphic>
          <a:graphicData uri="http://schemas.openxmlformats.org/drawingml/2006/table">
            <a:tbl>
              <a:tblPr firstRow="1" bandRow="1">
                <a:tableStyleId>{5C22544A-7EE6-4342-B048-85BDC9FD1C3A}</a:tableStyleId>
              </a:tblPr>
              <a:tblGrid>
                <a:gridCol w="568411">
                  <a:extLst>
                    <a:ext uri="{9D8B030D-6E8A-4147-A177-3AD203B41FA5}">
                      <a16:colId xmlns:a16="http://schemas.microsoft.com/office/drawing/2014/main" val="20000"/>
                    </a:ext>
                  </a:extLst>
                </a:gridCol>
                <a:gridCol w="1184189">
                  <a:extLst>
                    <a:ext uri="{9D8B030D-6E8A-4147-A177-3AD203B41FA5}">
                      <a16:colId xmlns:a16="http://schemas.microsoft.com/office/drawing/2014/main" val="20001"/>
                    </a:ext>
                  </a:extLst>
                </a:gridCol>
              </a:tblGrid>
              <a:tr h="304800">
                <a:tc>
                  <a:txBody>
                    <a:bodyPr/>
                    <a:lstStyle/>
                    <a:p>
                      <a:pPr algn="ctr"/>
                      <a:r>
                        <a:rPr lang="en-US" sz="1400" dirty="0">
                          <a:solidFill>
                            <a:schemeClr val="tx1"/>
                          </a:solidFill>
                        </a:rPr>
                        <a:t>Job</a:t>
                      </a:r>
                    </a:p>
                  </a:txBody>
                  <a:tcPr>
                    <a:solidFill>
                      <a:schemeClr val="bg1">
                        <a:lumMod val="65000"/>
                      </a:schemeClr>
                    </a:solidFill>
                  </a:tcPr>
                </a:tc>
                <a:tc>
                  <a:txBody>
                    <a:bodyPr/>
                    <a:lstStyle/>
                    <a:p>
                      <a:pPr algn="ctr"/>
                      <a:r>
                        <a:rPr lang="en-US" sz="1400" dirty="0">
                          <a:solidFill>
                            <a:schemeClr val="tx1"/>
                          </a:solidFill>
                        </a:rPr>
                        <a:t>CPU Burst </a:t>
                      </a:r>
                    </a:p>
                  </a:txBody>
                  <a:tcPr>
                    <a:solidFill>
                      <a:schemeClr val="bg1">
                        <a:lumMod val="65000"/>
                      </a:schemeClr>
                    </a:solidFill>
                  </a:tcPr>
                </a:tc>
                <a:extLst>
                  <a:ext uri="{0D108BD9-81ED-4DB2-BD59-A6C34878D82A}">
                    <a16:rowId xmlns:a16="http://schemas.microsoft.com/office/drawing/2014/main" val="10000"/>
                  </a:ext>
                </a:extLst>
              </a:tr>
              <a:tr h="304800">
                <a:tc>
                  <a:txBody>
                    <a:bodyPr/>
                    <a:lstStyle/>
                    <a:p>
                      <a:pPr algn="ctr"/>
                      <a:r>
                        <a:rPr lang="en-US" sz="1400" dirty="0">
                          <a:solidFill>
                            <a:schemeClr val="tx1"/>
                          </a:solidFill>
                        </a:rPr>
                        <a:t>1</a:t>
                      </a:r>
                    </a:p>
                  </a:txBody>
                  <a:tcPr/>
                </a:tc>
                <a:tc>
                  <a:txBody>
                    <a:bodyPr/>
                    <a:lstStyle/>
                    <a:p>
                      <a:pPr algn="ctr"/>
                      <a:r>
                        <a:rPr lang="en-US" sz="1400" dirty="0">
                          <a:solidFill>
                            <a:schemeClr val="tx1"/>
                          </a:solidFill>
                        </a:rPr>
                        <a:t>9</a:t>
                      </a:r>
                    </a:p>
                  </a:txBody>
                  <a:tcPr/>
                </a:tc>
                <a:extLst>
                  <a:ext uri="{0D108BD9-81ED-4DB2-BD59-A6C34878D82A}">
                    <a16:rowId xmlns:a16="http://schemas.microsoft.com/office/drawing/2014/main" val="10001"/>
                  </a:ext>
                </a:extLst>
              </a:tr>
              <a:tr h="304800">
                <a:tc>
                  <a:txBody>
                    <a:bodyPr/>
                    <a:lstStyle/>
                    <a:p>
                      <a:pPr algn="ctr"/>
                      <a:r>
                        <a:rPr lang="en-US" sz="1400" dirty="0">
                          <a:solidFill>
                            <a:schemeClr val="tx1"/>
                          </a:solidFill>
                        </a:rPr>
                        <a:t>2</a:t>
                      </a:r>
                    </a:p>
                  </a:txBody>
                  <a:tcPr/>
                </a:tc>
                <a:tc>
                  <a:txBody>
                    <a:bodyPr/>
                    <a:lstStyle/>
                    <a:p>
                      <a:pPr algn="ctr"/>
                      <a:r>
                        <a:rPr lang="en-US" sz="1400" dirty="0">
                          <a:solidFill>
                            <a:schemeClr val="tx1"/>
                          </a:solidFill>
                        </a:rPr>
                        <a:t>15</a:t>
                      </a:r>
                    </a:p>
                  </a:txBody>
                  <a:tcPr/>
                </a:tc>
                <a:extLst>
                  <a:ext uri="{0D108BD9-81ED-4DB2-BD59-A6C34878D82A}">
                    <a16:rowId xmlns:a16="http://schemas.microsoft.com/office/drawing/2014/main" val="10002"/>
                  </a:ext>
                </a:extLst>
              </a:tr>
              <a:tr h="304800">
                <a:tc>
                  <a:txBody>
                    <a:bodyPr/>
                    <a:lstStyle/>
                    <a:p>
                      <a:pPr algn="ctr"/>
                      <a:r>
                        <a:rPr lang="en-US" sz="1400" dirty="0">
                          <a:solidFill>
                            <a:schemeClr val="tx1"/>
                          </a:solidFill>
                        </a:rPr>
                        <a:t>3</a:t>
                      </a:r>
                    </a:p>
                  </a:txBody>
                  <a:tcPr/>
                </a:tc>
                <a:tc>
                  <a:txBody>
                    <a:bodyPr/>
                    <a:lstStyle/>
                    <a:p>
                      <a:pPr algn="ctr"/>
                      <a:r>
                        <a:rPr lang="en-US" sz="1400" dirty="0">
                          <a:solidFill>
                            <a:schemeClr val="tx1"/>
                          </a:solidFill>
                        </a:rPr>
                        <a:t>4</a:t>
                      </a:r>
                    </a:p>
                  </a:txBody>
                  <a:tcPr/>
                </a:tc>
                <a:extLst>
                  <a:ext uri="{0D108BD9-81ED-4DB2-BD59-A6C34878D82A}">
                    <a16:rowId xmlns:a16="http://schemas.microsoft.com/office/drawing/2014/main" val="10003"/>
                  </a:ext>
                </a:extLst>
              </a:tr>
              <a:tr h="304800">
                <a:tc>
                  <a:txBody>
                    <a:bodyPr/>
                    <a:lstStyle/>
                    <a:p>
                      <a:pPr algn="ctr"/>
                      <a:r>
                        <a:rPr lang="en-US" sz="1400" dirty="0">
                          <a:solidFill>
                            <a:schemeClr val="tx1"/>
                          </a:solidFill>
                        </a:rPr>
                        <a:t>4</a:t>
                      </a:r>
                    </a:p>
                  </a:txBody>
                  <a:tcPr/>
                </a:tc>
                <a:tc>
                  <a:txBody>
                    <a:bodyPr/>
                    <a:lstStyle/>
                    <a:p>
                      <a:pPr algn="ctr"/>
                      <a:r>
                        <a:rPr lang="en-US" sz="1400" dirty="0">
                          <a:solidFill>
                            <a:schemeClr val="tx1"/>
                          </a:solidFill>
                        </a:rPr>
                        <a:t>2</a:t>
                      </a:r>
                    </a:p>
                  </a:txBody>
                  <a:tcPr/>
                </a:tc>
                <a:extLst>
                  <a:ext uri="{0D108BD9-81ED-4DB2-BD59-A6C34878D82A}">
                    <a16:rowId xmlns:a16="http://schemas.microsoft.com/office/drawing/2014/main" val="10004"/>
                  </a:ext>
                </a:extLst>
              </a:tr>
              <a:tr h="304800">
                <a:tc>
                  <a:txBody>
                    <a:bodyPr/>
                    <a:lstStyle/>
                    <a:p>
                      <a:pPr algn="ctr"/>
                      <a:r>
                        <a:rPr lang="en-US" sz="1400" dirty="0">
                          <a:solidFill>
                            <a:schemeClr val="tx1"/>
                          </a:solidFill>
                        </a:rPr>
                        <a:t>5</a:t>
                      </a:r>
                    </a:p>
                  </a:txBody>
                  <a:tcPr/>
                </a:tc>
                <a:tc>
                  <a:txBody>
                    <a:bodyPr/>
                    <a:lstStyle/>
                    <a:p>
                      <a:pPr algn="ctr"/>
                      <a:r>
                        <a:rPr lang="en-US" sz="1400" dirty="0">
                          <a:solidFill>
                            <a:schemeClr val="tx1"/>
                          </a:solidFill>
                        </a:rPr>
                        <a:t>3</a:t>
                      </a:r>
                    </a:p>
                  </a:txBody>
                  <a:tcPr/>
                </a:tc>
                <a:extLst>
                  <a:ext uri="{0D108BD9-81ED-4DB2-BD59-A6C34878D82A}">
                    <a16:rowId xmlns:a16="http://schemas.microsoft.com/office/drawing/2014/main" val="10005"/>
                  </a:ext>
                </a:extLst>
              </a:tr>
            </a:tbl>
          </a:graphicData>
        </a:graphic>
      </p:graphicFrame>
      <p:sp>
        <p:nvSpPr>
          <p:cNvPr id="80936" name="Oval 21">
            <a:extLst>
              <a:ext uri="{FF2B5EF4-FFF2-40B4-BE49-F238E27FC236}">
                <a16:creationId xmlns:a16="http://schemas.microsoft.com/office/drawing/2014/main" id="{24C8E689-A0B0-4B20-9F61-981B89B7A6F3}"/>
              </a:ext>
            </a:extLst>
          </p:cNvPr>
          <p:cNvSpPr>
            <a:spLocks noChangeArrowheads="1"/>
          </p:cNvSpPr>
          <p:nvPr/>
        </p:nvSpPr>
        <p:spPr bwMode="auto">
          <a:xfrm>
            <a:off x="3124200" y="37338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
        <p:nvSpPr>
          <p:cNvPr id="80937" name="Oval 20">
            <a:extLst>
              <a:ext uri="{FF2B5EF4-FFF2-40B4-BE49-F238E27FC236}">
                <a16:creationId xmlns:a16="http://schemas.microsoft.com/office/drawing/2014/main" id="{A4497698-BB6B-4AD8-92AC-6E062E387FE3}"/>
              </a:ext>
            </a:extLst>
          </p:cNvPr>
          <p:cNvSpPr>
            <a:spLocks noChangeArrowheads="1"/>
          </p:cNvSpPr>
          <p:nvPr/>
        </p:nvSpPr>
        <p:spPr bwMode="auto">
          <a:xfrm>
            <a:off x="3048000" y="37338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
        <p:nvSpPr>
          <p:cNvPr id="15" name="Oval 14">
            <a:extLst>
              <a:ext uri="{FF2B5EF4-FFF2-40B4-BE49-F238E27FC236}">
                <a16:creationId xmlns:a16="http://schemas.microsoft.com/office/drawing/2014/main" id="{422767CA-DDA1-406B-B216-EF7CC97831E5}"/>
              </a:ext>
            </a:extLst>
          </p:cNvPr>
          <p:cNvSpPr>
            <a:spLocks noChangeArrowheads="1"/>
          </p:cNvSpPr>
          <p:nvPr/>
        </p:nvSpPr>
        <p:spPr bwMode="auto">
          <a:xfrm>
            <a:off x="4800600" y="2286000"/>
            <a:ext cx="685800" cy="609600"/>
          </a:xfrm>
          <a:prstGeom prst="ellipse">
            <a:avLst/>
          </a:prstGeom>
          <a:solidFill>
            <a:srgbClr val="7030A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J3</a:t>
            </a:r>
          </a:p>
        </p:txBody>
      </p:sp>
      <p:sp>
        <p:nvSpPr>
          <p:cNvPr id="14" name="Oval 13">
            <a:extLst>
              <a:ext uri="{FF2B5EF4-FFF2-40B4-BE49-F238E27FC236}">
                <a16:creationId xmlns:a16="http://schemas.microsoft.com/office/drawing/2014/main" id="{9E92B34F-E1D1-4414-9DC5-27B7335CB4D0}"/>
              </a:ext>
            </a:extLst>
          </p:cNvPr>
          <p:cNvSpPr>
            <a:spLocks noChangeArrowheads="1"/>
          </p:cNvSpPr>
          <p:nvPr/>
        </p:nvSpPr>
        <p:spPr bwMode="auto">
          <a:xfrm>
            <a:off x="5562600" y="22860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
        <p:nvSpPr>
          <p:cNvPr id="80940" name="Rectangle 25">
            <a:extLst>
              <a:ext uri="{FF2B5EF4-FFF2-40B4-BE49-F238E27FC236}">
                <a16:creationId xmlns:a16="http://schemas.microsoft.com/office/drawing/2014/main" id="{55784F80-5D33-45D5-AADB-FC8384443E67}"/>
              </a:ext>
            </a:extLst>
          </p:cNvPr>
          <p:cNvSpPr>
            <a:spLocks noChangeArrowheads="1"/>
          </p:cNvSpPr>
          <p:nvPr/>
        </p:nvSpPr>
        <p:spPr bwMode="auto">
          <a:xfrm>
            <a:off x="3048000" y="3733800"/>
            <a:ext cx="762000" cy="685800"/>
          </a:xfrm>
          <a:prstGeom prst="rect">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27" name="Oval 26">
            <a:extLst>
              <a:ext uri="{FF2B5EF4-FFF2-40B4-BE49-F238E27FC236}">
                <a16:creationId xmlns:a16="http://schemas.microsoft.com/office/drawing/2014/main" id="{8F74C30F-6419-4986-B2DC-DE3126FE5981}"/>
              </a:ext>
            </a:extLst>
          </p:cNvPr>
          <p:cNvSpPr>
            <a:spLocks noChangeArrowheads="1"/>
          </p:cNvSpPr>
          <p:nvPr/>
        </p:nvSpPr>
        <p:spPr bwMode="auto">
          <a:xfrm>
            <a:off x="3124200" y="37338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
        <p:nvSpPr>
          <p:cNvPr id="24" name="Rectangle 23">
            <a:extLst>
              <a:ext uri="{FF2B5EF4-FFF2-40B4-BE49-F238E27FC236}">
                <a16:creationId xmlns:a16="http://schemas.microsoft.com/office/drawing/2014/main" id="{26A906A3-C2A1-4B99-8A46-01DF7FE6A0B1}"/>
              </a:ext>
            </a:extLst>
          </p:cNvPr>
          <p:cNvSpPr>
            <a:spLocks noChangeArrowheads="1"/>
          </p:cNvSpPr>
          <p:nvPr/>
        </p:nvSpPr>
        <p:spPr bwMode="auto">
          <a:xfrm>
            <a:off x="3048000" y="3733800"/>
            <a:ext cx="838200" cy="1066800"/>
          </a:xfrm>
          <a:prstGeom prst="rect">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33" name="Oval 32">
            <a:extLst>
              <a:ext uri="{FF2B5EF4-FFF2-40B4-BE49-F238E27FC236}">
                <a16:creationId xmlns:a16="http://schemas.microsoft.com/office/drawing/2014/main" id="{D70D7CC5-C9EC-4B45-81F1-6A779C9D4D24}"/>
              </a:ext>
            </a:extLst>
          </p:cNvPr>
          <p:cNvSpPr>
            <a:spLocks noChangeArrowheads="1"/>
          </p:cNvSpPr>
          <p:nvPr/>
        </p:nvSpPr>
        <p:spPr bwMode="auto">
          <a:xfrm>
            <a:off x="3048000" y="37338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Tree>
    <p:extLst>
      <p:ext uri="{BB962C8B-B14F-4D97-AF65-F5344CB8AC3E}">
        <p14:creationId xmlns:p14="http://schemas.microsoft.com/office/powerpoint/2010/main" val="10439707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grpId="0" nodeType="clickEffect">
                                  <p:stCondLst>
                                    <p:cond delay="0"/>
                                  </p:stCondLst>
                                  <p:childTnLst>
                                    <p:animMotion origin="layout" path="M -3.33333E-6 1.69288E-6 L 0.15417 1.69288E-6 " pathEditMode="relative" rAng="0" ptsTypes="AA">
                                      <p:cBhvr>
                                        <p:cTn id="6" dur="2000" fill="hold"/>
                                        <p:tgtEl>
                                          <p:spTgt spid="14"/>
                                        </p:tgtEl>
                                        <p:attrNameLst>
                                          <p:attrName>ppt_x</p:attrName>
                                          <p:attrName>ppt_y</p:attrName>
                                        </p:attrNameLst>
                                      </p:cBhvr>
                                      <p:rCtr x="7700" y="0"/>
                                    </p:animMotion>
                                  </p:childTnLst>
                                  <p:subTnLst>
                                    <p:set>
                                      <p:cBhvr override="childStyle">
                                        <p:cTn dur="1" fill="hold" display="0" masterRel="sameClick" afterEffect="1">
                                          <p:stCondLst>
                                            <p:cond evt="end" delay="0">
                                              <p:tn val="5"/>
                                            </p:cond>
                                          </p:stCondLst>
                                        </p:cTn>
                                        <p:tgtEl>
                                          <p:spTgt spid="14"/>
                                        </p:tgtEl>
                                        <p:attrNameLst>
                                          <p:attrName>style.visibility</p:attrName>
                                        </p:attrNameLst>
                                      </p:cBhvr>
                                      <p:to>
                                        <p:strVal val="hidden"/>
                                      </p:to>
                                    </p:set>
                                  </p:subTnLst>
                                </p:cTn>
                              </p:par>
                            </p:childTnLst>
                          </p:cTn>
                        </p:par>
                        <p:par>
                          <p:cTn id="7" fill="hold" nodeType="afterGroup">
                            <p:stCondLst>
                              <p:cond delay="2000"/>
                            </p:stCondLst>
                            <p:childTnLst>
                              <p:par>
                                <p:cTn id="8" presetID="9" presetClass="entr" presetSubtype="0" fill="hold" grpId="0" nodeType="afterEffect">
                                  <p:stCondLst>
                                    <p:cond delay="0"/>
                                  </p:stCondLst>
                                  <p:childTnLst>
                                    <p:set>
                                      <p:cBhvr>
                                        <p:cTn id="9" dur="1" fill="hold">
                                          <p:stCondLst>
                                            <p:cond delay="0"/>
                                          </p:stCondLst>
                                        </p:cTn>
                                        <p:tgtEl>
                                          <p:spTgt spid="27"/>
                                        </p:tgtEl>
                                        <p:attrNameLst>
                                          <p:attrName>style.visibility</p:attrName>
                                        </p:attrNameLst>
                                      </p:cBhvr>
                                      <p:to>
                                        <p:strVal val="visible"/>
                                      </p:to>
                                    </p:set>
                                    <p:animEffect transition="in" filter="dissolve">
                                      <p:cBhvr>
                                        <p:cTn id="10" dur="500"/>
                                        <p:tgtEl>
                                          <p:spTgt spid="27"/>
                                        </p:tgtEl>
                                      </p:cBhvr>
                                    </p:animEffect>
                                  </p:childTnLst>
                                </p:cTn>
                              </p:par>
                              <p:par>
                                <p:cTn id="11" presetID="1"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64" presetClass="path" presetSubtype="0" accel="50000" decel="50000" fill="hold" grpId="0" nodeType="clickEffect">
                                  <p:stCondLst>
                                    <p:cond delay="0"/>
                                  </p:stCondLst>
                                  <p:childTnLst>
                                    <p:animMotion origin="layout" path="M 0 1.69288E-6 L 0.2375 1.69288E-6 " pathEditMode="relative" rAng="0" ptsTypes="AA">
                                      <p:cBhvr>
                                        <p:cTn id="16" dur="2000" fill="hold"/>
                                        <p:tgtEl>
                                          <p:spTgt spid="15"/>
                                        </p:tgtEl>
                                        <p:attrNameLst>
                                          <p:attrName>ppt_x</p:attrName>
                                          <p:attrName>ppt_y</p:attrName>
                                        </p:attrNameLst>
                                      </p:cBhvr>
                                      <p:rCtr x="11900" y="0"/>
                                    </p:animMotion>
                                  </p:childTnLst>
                                  <p:subTnLst>
                                    <p:set>
                                      <p:cBhvr override="childStyle">
                                        <p:cTn dur="1" fill="hold" display="0" masterRel="sameClick" afterEffect="1">
                                          <p:stCondLst>
                                            <p:cond evt="end" delay="0">
                                              <p:tn val="15"/>
                                            </p:cond>
                                          </p:stCondLst>
                                        </p:cTn>
                                        <p:tgtEl>
                                          <p:spTgt spid="15"/>
                                        </p:tgtEl>
                                        <p:attrNameLst>
                                          <p:attrName>style.visibility</p:attrName>
                                        </p:attrNameLst>
                                      </p:cBhvr>
                                      <p:to>
                                        <p:strVal val="hidden"/>
                                      </p:to>
                                    </p:set>
                                  </p:subTnLst>
                                </p:cTn>
                              </p:par>
                            </p:childTnLst>
                          </p:cTn>
                        </p:par>
                        <p:par>
                          <p:cTn id="17" fill="hold" nodeType="afterGroup">
                            <p:stCondLst>
                              <p:cond delay="2000"/>
                            </p:stCondLst>
                            <p:childTnLst>
                              <p:par>
                                <p:cTn id="18" presetID="64" presetClass="path" presetSubtype="0" accel="50000" decel="50000" fill="hold" grpId="0" nodeType="afterEffect">
                                  <p:stCondLst>
                                    <p:cond delay="0"/>
                                  </p:stCondLst>
                                  <p:childTnLst>
                                    <p:animMotion origin="layout" path="M -3.33333E-6 -4.12581E-6 L 0.15417 -0.21091 " pathEditMode="relative" rAng="0" ptsTypes="AA">
                                      <p:cBhvr>
                                        <p:cTn id="19" dur="2000" fill="hold"/>
                                        <p:tgtEl>
                                          <p:spTgt spid="13"/>
                                        </p:tgtEl>
                                        <p:attrNameLst>
                                          <p:attrName>ppt_x</p:attrName>
                                          <p:attrName>ppt_y</p:attrName>
                                        </p:attrNameLst>
                                      </p:cBhvr>
                                      <p:rCtr x="7700" y="-10500"/>
                                    </p:animMotion>
                                  </p:childTnLst>
                                  <p:subTnLst>
                                    <p:set>
                                      <p:cBhvr override="childStyle">
                                        <p:cTn dur="1" fill="hold" display="0" masterRel="sameClick" afterEffect="1">
                                          <p:stCondLst>
                                            <p:cond evt="end" delay="0">
                                              <p:tn val="18"/>
                                            </p:cond>
                                          </p:stCondLst>
                                        </p:cTn>
                                        <p:tgtEl>
                                          <p:spTgt spid="13"/>
                                        </p:tgtEl>
                                        <p:attrNameLst>
                                          <p:attrName>style.visibility</p:attrName>
                                        </p:attrNameLst>
                                      </p:cBhvr>
                                      <p:to>
                                        <p:strVal val="hidden"/>
                                      </p:to>
                                    </p:set>
                                  </p:subTnLst>
                                </p:cTn>
                              </p:par>
                            </p:childTnLst>
                          </p:cTn>
                        </p:par>
                        <p:par>
                          <p:cTn id="20" fill="hold" nodeType="afterGroup">
                            <p:stCondLst>
                              <p:cond delay="4000"/>
                            </p:stCondLst>
                            <p:childTnLst>
                              <p:par>
                                <p:cTn id="21" presetID="64" presetClass="path" presetSubtype="0" accel="50000" decel="50000" fill="hold" grpId="0" nodeType="afterEffect">
                                  <p:stCondLst>
                                    <p:cond delay="0"/>
                                  </p:stCondLst>
                                  <p:childTnLst>
                                    <p:animMotion origin="layout" path="M 0 -4.12581E-6 L 0.2375 -0.21091 " pathEditMode="relative" rAng="0" ptsTypes="AA">
                                      <p:cBhvr>
                                        <p:cTn id="22" dur="2000" fill="hold"/>
                                        <p:tgtEl>
                                          <p:spTgt spid="16"/>
                                        </p:tgtEl>
                                        <p:attrNameLst>
                                          <p:attrName>ppt_x</p:attrName>
                                          <p:attrName>ppt_y</p:attrName>
                                        </p:attrNameLst>
                                      </p:cBhvr>
                                      <p:rCtr x="11900" y="-10500"/>
                                    </p:animMotion>
                                  </p:childTnLst>
                                  <p:subTnLst>
                                    <p:set>
                                      <p:cBhvr override="childStyle">
                                        <p:cTn dur="1" fill="hold" display="0" masterRel="sameClick" afterEffect="1">
                                          <p:stCondLst>
                                            <p:cond evt="end" delay="0">
                                              <p:tn val="21"/>
                                            </p:cond>
                                          </p:stCondLst>
                                        </p:cTn>
                                        <p:tgtEl>
                                          <p:spTgt spid="16"/>
                                        </p:tgtEl>
                                        <p:attrNameLst>
                                          <p:attrName>style.visibility</p:attrName>
                                        </p:attrNameLst>
                                      </p:cBhvr>
                                      <p:to>
                                        <p:strVal val="hidden"/>
                                      </p:to>
                                    </p:set>
                                  </p:subTnLst>
                                </p:cTn>
                              </p:par>
                            </p:childTnLst>
                          </p:cTn>
                        </p:par>
                        <p:par>
                          <p:cTn id="23" fill="hold" nodeType="afterGroup">
                            <p:stCondLst>
                              <p:cond delay="6000"/>
                            </p:stCondLst>
                            <p:childTnLst>
                              <p:par>
                                <p:cTn id="24" presetID="64" presetClass="path" presetSubtype="0" accel="50000" decel="50000" fill="hold" grpId="0" nodeType="afterEffect">
                                  <p:stCondLst>
                                    <p:cond delay="0"/>
                                  </p:stCondLst>
                                  <p:childTnLst>
                                    <p:animMotion origin="layout" path="M -3.33333E-6 -4.12581E-6 L 0.32917 -0.21091 " pathEditMode="relative" rAng="0" ptsTypes="AA">
                                      <p:cBhvr>
                                        <p:cTn id="25" dur="2000" fill="hold"/>
                                        <p:tgtEl>
                                          <p:spTgt spid="17"/>
                                        </p:tgtEl>
                                        <p:attrNameLst>
                                          <p:attrName>ppt_x</p:attrName>
                                          <p:attrName>ppt_y</p:attrName>
                                        </p:attrNameLst>
                                      </p:cBhvr>
                                      <p:rCtr x="16500" y="-10500"/>
                                    </p:animMotion>
                                  </p:childTnLst>
                                  <p:subTnLst>
                                    <p:set>
                                      <p:cBhvr override="childStyle">
                                        <p:cTn dur="1" fill="hold" display="0" masterRel="sameClick" afterEffect="1">
                                          <p:stCondLst>
                                            <p:cond evt="end" delay="0">
                                              <p:tn val="24"/>
                                            </p:cond>
                                          </p:stCondLst>
                                        </p:cTn>
                                        <p:tgtEl>
                                          <p:spTgt spid="17"/>
                                        </p:tgtEl>
                                        <p:attrNameLst>
                                          <p:attrName>style.visibility</p:attrName>
                                        </p:attrNameLst>
                                      </p:cBhvr>
                                      <p:to>
                                        <p:strVal val="hidden"/>
                                      </p:to>
                                    </p:set>
                                  </p:subTnLst>
                                </p:cTn>
                              </p:par>
                            </p:childTnLst>
                          </p:cTn>
                        </p:par>
                        <p:par>
                          <p:cTn id="26" fill="hold" nodeType="afterGroup">
                            <p:stCondLst>
                              <p:cond delay="8000"/>
                            </p:stCondLst>
                            <p:childTnLst>
                              <p:par>
                                <p:cTn id="27" presetID="1" presetClass="entr" presetSubtype="0" fill="hold" grpId="0" nodeType="afterEffect">
                                  <p:stCondLst>
                                    <p:cond delay="0"/>
                                  </p:stCondLst>
                                  <p:childTnLst>
                                    <p:set>
                                      <p:cBhvr>
                                        <p:cTn id="28" dur="1" fill="hold">
                                          <p:stCondLst>
                                            <p:cond delay="0"/>
                                          </p:stCondLst>
                                        </p:cTn>
                                        <p:tgtEl>
                                          <p:spTgt spid="24"/>
                                        </p:tgtEl>
                                        <p:attrNameLst>
                                          <p:attrName>style.visibility</p:attrName>
                                        </p:attrNameLst>
                                      </p:cBhvr>
                                      <p:to>
                                        <p:strVal val="visible"/>
                                      </p:to>
                                    </p:set>
                                  </p:childTnLst>
                                </p:cTn>
                              </p:par>
                            </p:childTnLst>
                          </p:cTn>
                        </p:par>
                        <p:par>
                          <p:cTn id="29" fill="hold" nodeType="afterGroup">
                            <p:stCondLst>
                              <p:cond delay="8000"/>
                            </p:stCondLst>
                            <p:childTnLst>
                              <p:par>
                                <p:cTn id="30" presetID="1" presetClass="entr" presetSubtype="0" fill="hold" grpId="0" nodeType="afterEffect">
                                  <p:stCondLst>
                                    <p:cond delay="0"/>
                                  </p:stCondLst>
                                  <p:childTnLst>
                                    <p:set>
                                      <p:cBhvr>
                                        <p:cTn id="31" dur="1" fill="hold">
                                          <p:stCondLst>
                                            <p:cond delay="0"/>
                                          </p:stCondLst>
                                        </p:cTn>
                                        <p:tgtEl>
                                          <p:spTgt spid="33"/>
                                        </p:tgtEl>
                                        <p:attrNameLst>
                                          <p:attrName>style.visibility</p:attrName>
                                        </p:attrNameLst>
                                      </p:cBhvr>
                                      <p:to>
                                        <p:strVal val="visible"/>
                                      </p:to>
                                    </p:set>
                                  </p:childTnLst>
                                </p:cTn>
                              </p:par>
                            </p:childTnLst>
                          </p:cTn>
                        </p:par>
                        <p:par>
                          <p:cTn id="32" fill="hold" nodeType="afterGroup">
                            <p:stCondLst>
                              <p:cond delay="8000"/>
                            </p:stCondLst>
                            <p:childTnLst>
                              <p:par>
                                <p:cTn id="33" presetID="56" presetClass="path" presetSubtype="0" accel="50000" decel="50000" fill="hold" grpId="1" nodeType="afterEffect">
                                  <p:stCondLst>
                                    <p:cond delay="0"/>
                                  </p:stCondLst>
                                  <p:childTnLst>
                                    <p:animMotion origin="layout" path="M -3.33333E-6 -4.12581E-6 L 0.42917 -0.19981 " pathEditMode="relative" rAng="0" ptsTypes="AA">
                                      <p:cBhvr>
                                        <p:cTn id="34" dur="2000" fill="hold"/>
                                        <p:tgtEl>
                                          <p:spTgt spid="33"/>
                                        </p:tgtEl>
                                        <p:attrNameLst>
                                          <p:attrName>ppt_x</p:attrName>
                                          <p:attrName>ppt_y</p:attrName>
                                        </p:attrNameLst>
                                      </p:cBhvr>
                                      <p:rCtr x="21500" y="-10000"/>
                                    </p:animMotion>
                                  </p:childTnLst>
                                  <p:subTnLst>
                                    <p:set>
                                      <p:cBhvr override="childStyle">
                                        <p:cTn dur="1" fill="hold" display="0" masterRel="sameClick" afterEffect="1">
                                          <p:stCondLst>
                                            <p:cond evt="end" delay="0">
                                              <p:tn val="33"/>
                                            </p:cond>
                                          </p:stCondLst>
                                        </p:cTn>
                                        <p:tgtEl>
                                          <p:spTgt spid="3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13" grpId="0" animBg="1"/>
      <p:bldP spid="16" grpId="0" animBg="1"/>
      <p:bldP spid="17" grpId="0" animBg="1"/>
      <p:bldP spid="15" grpId="0" animBg="1"/>
      <p:bldP spid="14" grpId="0" animBg="1"/>
      <p:bldP spid="27" grpId="0" animBg="1"/>
      <p:bldP spid="24" grpId="0" animBg="1"/>
      <p:bldP spid="33" grpId="0" animBg="1"/>
      <p:bldP spid="33" grpId="1" animBg="1"/>
    </p:bld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6">
            <a:extLst>
              <a:ext uri="{FF2B5EF4-FFF2-40B4-BE49-F238E27FC236}">
                <a16:creationId xmlns:a16="http://schemas.microsoft.com/office/drawing/2014/main" id="{243B2390-174D-4095-9848-CF38B9B7FE8A}"/>
              </a:ext>
            </a:extLst>
          </p:cNvPr>
          <p:cNvSpPr>
            <a:spLocks noGrp="1" noChangeArrowheads="1"/>
          </p:cNvSpPr>
          <p:nvPr>
            <p:ph type="title"/>
          </p:nvPr>
        </p:nvSpPr>
        <p:spPr>
          <a:xfrm>
            <a:off x="533400" y="914400"/>
            <a:ext cx="8077200" cy="838200"/>
          </a:xfrm>
        </p:spPr>
        <p:txBody>
          <a:bodyPr/>
          <a:lstStyle/>
          <a:p>
            <a:pPr algn="l" eaLnBrk="1" hangingPunct="1"/>
            <a:r>
              <a:rPr lang="en-CA" altLang="ms-MY" sz="3200"/>
              <a:t>Case 4: </a:t>
            </a:r>
            <a:r>
              <a:rPr lang="en-CA" altLang="ms-MY" sz="3200">
                <a:solidFill>
                  <a:schemeClr val="tx1"/>
                </a:solidFill>
              </a:rPr>
              <a:t>Aging</a:t>
            </a:r>
          </a:p>
        </p:txBody>
      </p:sp>
      <p:sp>
        <p:nvSpPr>
          <p:cNvPr id="81923" name="Rectangle 7">
            <a:extLst>
              <a:ext uri="{FF2B5EF4-FFF2-40B4-BE49-F238E27FC236}">
                <a16:creationId xmlns:a16="http://schemas.microsoft.com/office/drawing/2014/main" id="{4AE5D28A-5B93-4EB7-A52B-95DED254EB1E}"/>
              </a:ext>
            </a:extLst>
          </p:cNvPr>
          <p:cNvSpPr>
            <a:spLocks noGrp="1" noChangeArrowheads="1"/>
          </p:cNvSpPr>
          <p:nvPr>
            <p:ph type="body" idx="1"/>
          </p:nvPr>
        </p:nvSpPr>
        <p:spPr>
          <a:xfrm>
            <a:off x="533400" y="1981200"/>
            <a:ext cx="8229600" cy="4572000"/>
          </a:xfrm>
        </p:spPr>
        <p:txBody>
          <a:bodyPr/>
          <a:lstStyle/>
          <a:p>
            <a:pPr eaLnBrk="1" hangingPunct="1"/>
            <a:r>
              <a:rPr lang="en-CA" altLang="ms-MY"/>
              <a:t>Ensures lower-level queue jobs eventually complete</a:t>
            </a:r>
            <a:r>
              <a:rPr lang="en-US" altLang="ms-MY"/>
              <a:t> </a:t>
            </a:r>
            <a:r>
              <a:rPr lang="en-CA" altLang="ms-MY"/>
              <a:t>execution</a:t>
            </a:r>
            <a:r>
              <a:rPr lang="en-US" altLang="ms-MY"/>
              <a:t> </a:t>
            </a:r>
          </a:p>
          <a:p>
            <a:pPr eaLnBrk="1" hangingPunct="1"/>
            <a:r>
              <a:rPr lang="en-US" altLang="ms-MY"/>
              <a:t>System keeps track of job wait time</a:t>
            </a:r>
          </a:p>
          <a:p>
            <a:pPr eaLnBrk="1" hangingPunct="1"/>
            <a:r>
              <a:rPr lang="en-US" altLang="ms-MY"/>
              <a:t>If too </a:t>
            </a:r>
            <a:r>
              <a:rPr lang="ja-JP" altLang="en-US"/>
              <a:t>“</a:t>
            </a:r>
            <a:r>
              <a:rPr lang="en-US" altLang="ja-JP"/>
              <a:t>old</a:t>
            </a:r>
            <a:r>
              <a:rPr lang="ja-JP" altLang="en-US"/>
              <a:t>”</a:t>
            </a:r>
            <a:endParaRPr lang="en-US" altLang="ja-JP"/>
          </a:p>
          <a:p>
            <a:pPr lvl="1" eaLnBrk="1" hangingPunct="1"/>
            <a:r>
              <a:rPr lang="en-US" altLang="ms-MY"/>
              <a:t>System moves job to next highest queue</a:t>
            </a:r>
          </a:p>
          <a:p>
            <a:pPr lvl="1" eaLnBrk="1" hangingPunct="1"/>
            <a:r>
              <a:rPr lang="en-US" altLang="ms-MY"/>
              <a:t>Continues until old job reaches top queue</a:t>
            </a:r>
          </a:p>
          <a:p>
            <a:pPr lvl="1" eaLnBrk="1" hangingPunct="1"/>
            <a:r>
              <a:rPr lang="en-US" altLang="ms-MY"/>
              <a:t>May drastically move old job to highest queue</a:t>
            </a:r>
          </a:p>
          <a:p>
            <a:pPr eaLnBrk="1" hangingPunct="1"/>
            <a:r>
              <a:rPr lang="en-US" altLang="ms-MY"/>
              <a:t>Advantage</a:t>
            </a:r>
          </a:p>
          <a:p>
            <a:pPr lvl="1" eaLnBrk="1" hangingPunct="1"/>
            <a:r>
              <a:rPr lang="en-US" altLang="ms-MY"/>
              <a:t>Guards against indefinite unwieldy job postponement</a:t>
            </a:r>
          </a:p>
          <a:p>
            <a:pPr lvl="2" eaLnBrk="1" hangingPunct="1"/>
            <a:endParaRPr lang="en-CA" altLang="ms-MY"/>
          </a:p>
        </p:txBody>
      </p:sp>
      <p:sp>
        <p:nvSpPr>
          <p:cNvPr id="81924" name="Slide Number Placeholder 4">
            <a:extLst>
              <a:ext uri="{FF2B5EF4-FFF2-40B4-BE49-F238E27FC236}">
                <a16:creationId xmlns:a16="http://schemas.microsoft.com/office/drawing/2014/main" id="{BAAC5203-A550-495F-8B8D-2DE1EA2482B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9CEC299D-5C2E-449C-AA7F-77005A3297E2}"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85</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98602441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2">
            <a:extLst>
              <a:ext uri="{FF2B5EF4-FFF2-40B4-BE49-F238E27FC236}">
                <a16:creationId xmlns:a16="http://schemas.microsoft.com/office/drawing/2014/main" id="{F9DC1FB0-5C70-4E4B-95BE-22F0679769B5}"/>
              </a:ext>
            </a:extLst>
          </p:cNvPr>
          <p:cNvSpPr>
            <a:spLocks noGrp="1" noChangeArrowheads="1"/>
          </p:cNvSpPr>
          <p:nvPr>
            <p:ph type="title"/>
          </p:nvPr>
        </p:nvSpPr>
        <p:spPr>
          <a:xfrm>
            <a:off x="381000" y="762000"/>
            <a:ext cx="8458200" cy="914400"/>
          </a:xfrm>
        </p:spPr>
        <p:txBody>
          <a:bodyPr/>
          <a:lstStyle/>
          <a:p>
            <a:pPr algn="l" eaLnBrk="1" hangingPunct="1"/>
            <a:r>
              <a:rPr lang="en-CA" altLang="ms-MY" sz="3200"/>
              <a:t>Case 4: </a:t>
            </a:r>
            <a:r>
              <a:rPr lang="en-CA" altLang="ms-MY" sz="3200">
                <a:solidFill>
                  <a:schemeClr val="tx1"/>
                </a:solidFill>
              </a:rPr>
              <a:t>Aging</a:t>
            </a:r>
          </a:p>
        </p:txBody>
      </p:sp>
      <p:sp>
        <p:nvSpPr>
          <p:cNvPr id="82947" name="Slide Number Placeholder 4">
            <a:extLst>
              <a:ext uri="{FF2B5EF4-FFF2-40B4-BE49-F238E27FC236}">
                <a16:creationId xmlns:a16="http://schemas.microsoft.com/office/drawing/2014/main" id="{7F209198-44AC-47E1-980C-3EAACDC15234}"/>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79131594-7826-46CD-B437-3AA8E23BB9EF}"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86</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2948" name="Rectangle 5">
            <a:extLst>
              <a:ext uri="{FF2B5EF4-FFF2-40B4-BE49-F238E27FC236}">
                <a16:creationId xmlns:a16="http://schemas.microsoft.com/office/drawing/2014/main" id="{3A6FC94D-EDD8-43B0-B97E-6BC4FF8B206F}"/>
              </a:ext>
            </a:extLst>
          </p:cNvPr>
          <p:cNvSpPr>
            <a:spLocks noChangeArrowheads="1"/>
          </p:cNvSpPr>
          <p:nvPr/>
        </p:nvSpPr>
        <p:spPr bwMode="auto">
          <a:xfrm>
            <a:off x="2362200" y="22098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2949" name="Rectangle 6">
            <a:extLst>
              <a:ext uri="{FF2B5EF4-FFF2-40B4-BE49-F238E27FC236}">
                <a16:creationId xmlns:a16="http://schemas.microsoft.com/office/drawing/2014/main" id="{D455E555-FD95-496A-8BB7-5F55C30359FC}"/>
              </a:ext>
            </a:extLst>
          </p:cNvPr>
          <p:cNvSpPr>
            <a:spLocks noChangeArrowheads="1"/>
          </p:cNvSpPr>
          <p:nvPr/>
        </p:nvSpPr>
        <p:spPr bwMode="auto">
          <a:xfrm>
            <a:off x="2362200" y="36576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2950" name="TextBox 7">
            <a:extLst>
              <a:ext uri="{FF2B5EF4-FFF2-40B4-BE49-F238E27FC236}">
                <a16:creationId xmlns:a16="http://schemas.microsoft.com/office/drawing/2014/main" id="{B717EA3B-D1F4-4EFF-8485-2231EB22C954}"/>
              </a:ext>
            </a:extLst>
          </p:cNvPr>
          <p:cNvSpPr txBox="1">
            <a:spLocks noChangeArrowheads="1"/>
          </p:cNvSpPr>
          <p:nvPr/>
        </p:nvSpPr>
        <p:spPr bwMode="auto">
          <a:xfrm>
            <a:off x="609600" y="2286000"/>
            <a:ext cx="1712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Q1</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(High Priority)</a:t>
            </a:r>
          </a:p>
        </p:txBody>
      </p:sp>
      <p:sp>
        <p:nvSpPr>
          <p:cNvPr id="82951" name="TextBox 8">
            <a:extLst>
              <a:ext uri="{FF2B5EF4-FFF2-40B4-BE49-F238E27FC236}">
                <a16:creationId xmlns:a16="http://schemas.microsoft.com/office/drawing/2014/main" id="{2463507E-E8B4-4199-8BBA-BCE227C9B946}"/>
              </a:ext>
            </a:extLst>
          </p:cNvPr>
          <p:cNvSpPr txBox="1">
            <a:spLocks noChangeArrowheads="1"/>
          </p:cNvSpPr>
          <p:nvPr/>
        </p:nvSpPr>
        <p:spPr bwMode="auto">
          <a:xfrm>
            <a:off x="609600" y="3733800"/>
            <a:ext cx="1676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Q2</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(Low Priority</a:t>
            </a:r>
          </a:p>
        </p:txBody>
      </p:sp>
      <p:sp>
        <p:nvSpPr>
          <p:cNvPr id="82952" name="TextBox 9">
            <a:extLst>
              <a:ext uri="{FF2B5EF4-FFF2-40B4-BE49-F238E27FC236}">
                <a16:creationId xmlns:a16="http://schemas.microsoft.com/office/drawing/2014/main" id="{4A0B15CD-5FED-4012-96FB-2B3BE0BE1811}"/>
              </a:ext>
            </a:extLst>
          </p:cNvPr>
          <p:cNvSpPr txBox="1">
            <a:spLocks noChangeArrowheads="1"/>
          </p:cNvSpPr>
          <p:nvPr/>
        </p:nvSpPr>
        <p:spPr bwMode="auto">
          <a:xfrm>
            <a:off x="7010400" y="1752600"/>
            <a:ext cx="684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CPU</a:t>
            </a:r>
          </a:p>
        </p:txBody>
      </p:sp>
      <p:sp>
        <p:nvSpPr>
          <p:cNvPr id="82953" name="Rectangle 11">
            <a:extLst>
              <a:ext uri="{FF2B5EF4-FFF2-40B4-BE49-F238E27FC236}">
                <a16:creationId xmlns:a16="http://schemas.microsoft.com/office/drawing/2014/main" id="{42E3BAB9-EF5C-4983-89A3-F317E8B5EADB}"/>
              </a:ext>
            </a:extLst>
          </p:cNvPr>
          <p:cNvSpPr>
            <a:spLocks noChangeArrowheads="1"/>
          </p:cNvSpPr>
          <p:nvPr/>
        </p:nvSpPr>
        <p:spPr bwMode="auto">
          <a:xfrm>
            <a:off x="6858000" y="2209800"/>
            <a:ext cx="914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14" name="Oval 13">
            <a:extLst>
              <a:ext uri="{FF2B5EF4-FFF2-40B4-BE49-F238E27FC236}">
                <a16:creationId xmlns:a16="http://schemas.microsoft.com/office/drawing/2014/main" id="{C2689B14-3932-41F0-A30F-C7F16925A2A6}"/>
              </a:ext>
            </a:extLst>
          </p:cNvPr>
          <p:cNvSpPr>
            <a:spLocks noChangeArrowheads="1"/>
          </p:cNvSpPr>
          <p:nvPr/>
        </p:nvSpPr>
        <p:spPr bwMode="auto">
          <a:xfrm>
            <a:off x="3352800" y="48768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
        <p:nvSpPr>
          <p:cNvPr id="82955" name="TextBox 17">
            <a:extLst>
              <a:ext uri="{FF2B5EF4-FFF2-40B4-BE49-F238E27FC236}">
                <a16:creationId xmlns:a16="http://schemas.microsoft.com/office/drawing/2014/main" id="{D57507AD-9E67-4ADB-BE52-5C82573E5211}"/>
              </a:ext>
            </a:extLst>
          </p:cNvPr>
          <p:cNvSpPr txBox="1">
            <a:spLocks noChangeArrowheads="1"/>
          </p:cNvSpPr>
          <p:nvPr/>
        </p:nvSpPr>
        <p:spPr bwMode="auto">
          <a:xfrm>
            <a:off x="2667000" y="6248400"/>
            <a:ext cx="29210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Arrival of jobs at t0: J1, J2</a:t>
            </a:r>
          </a:p>
        </p:txBody>
      </p:sp>
      <p:sp>
        <p:nvSpPr>
          <p:cNvPr id="82956" name="TextBox 18">
            <a:extLst>
              <a:ext uri="{FF2B5EF4-FFF2-40B4-BE49-F238E27FC236}">
                <a16:creationId xmlns:a16="http://schemas.microsoft.com/office/drawing/2014/main" id="{A52E18AD-FB79-4504-BEF7-3A826C896018}"/>
              </a:ext>
            </a:extLst>
          </p:cNvPr>
          <p:cNvSpPr txBox="1">
            <a:spLocks noChangeArrowheads="1"/>
          </p:cNvSpPr>
          <p:nvPr/>
        </p:nvSpPr>
        <p:spPr bwMode="auto">
          <a:xfrm>
            <a:off x="5334000" y="175260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(FCFS)</a:t>
            </a:r>
          </a:p>
        </p:txBody>
      </p:sp>
      <p:graphicFrame>
        <p:nvGraphicFramePr>
          <p:cNvPr id="18" name="Table 17">
            <a:extLst>
              <a:ext uri="{FF2B5EF4-FFF2-40B4-BE49-F238E27FC236}">
                <a16:creationId xmlns:a16="http://schemas.microsoft.com/office/drawing/2014/main" id="{E4A4C19A-0C8E-4591-8032-C1030C95FCD6}"/>
              </a:ext>
            </a:extLst>
          </p:cNvPr>
          <p:cNvGraphicFramePr>
            <a:graphicFrameLocks noGrp="1"/>
          </p:cNvGraphicFramePr>
          <p:nvPr>
            <p:extLst>
              <p:ext uri="{D42A27DB-BD31-4B8C-83A1-F6EECF244321}">
                <p14:modId xmlns:p14="http://schemas.microsoft.com/office/powerpoint/2010/main" val="1927349591"/>
              </p:ext>
            </p:extLst>
          </p:nvPr>
        </p:nvGraphicFramePr>
        <p:xfrm>
          <a:off x="6858000" y="3810000"/>
          <a:ext cx="1752600" cy="1828800"/>
        </p:xfrm>
        <a:graphic>
          <a:graphicData uri="http://schemas.openxmlformats.org/drawingml/2006/table">
            <a:tbl>
              <a:tblPr firstRow="1" bandRow="1">
                <a:tableStyleId>{5C22544A-7EE6-4342-B048-85BDC9FD1C3A}</a:tableStyleId>
              </a:tblPr>
              <a:tblGrid>
                <a:gridCol w="568411">
                  <a:extLst>
                    <a:ext uri="{9D8B030D-6E8A-4147-A177-3AD203B41FA5}">
                      <a16:colId xmlns:a16="http://schemas.microsoft.com/office/drawing/2014/main" val="20000"/>
                    </a:ext>
                  </a:extLst>
                </a:gridCol>
                <a:gridCol w="1184189">
                  <a:extLst>
                    <a:ext uri="{9D8B030D-6E8A-4147-A177-3AD203B41FA5}">
                      <a16:colId xmlns:a16="http://schemas.microsoft.com/office/drawing/2014/main" val="20001"/>
                    </a:ext>
                  </a:extLst>
                </a:gridCol>
              </a:tblGrid>
              <a:tr h="304800">
                <a:tc>
                  <a:txBody>
                    <a:bodyPr/>
                    <a:lstStyle/>
                    <a:p>
                      <a:pPr algn="ctr"/>
                      <a:r>
                        <a:rPr lang="en-US" sz="1400" dirty="0">
                          <a:solidFill>
                            <a:schemeClr val="tx1"/>
                          </a:solidFill>
                        </a:rPr>
                        <a:t>Job</a:t>
                      </a:r>
                    </a:p>
                  </a:txBody>
                  <a:tcPr>
                    <a:solidFill>
                      <a:schemeClr val="bg1">
                        <a:lumMod val="65000"/>
                      </a:schemeClr>
                    </a:solidFill>
                  </a:tcPr>
                </a:tc>
                <a:tc>
                  <a:txBody>
                    <a:bodyPr/>
                    <a:lstStyle/>
                    <a:p>
                      <a:pPr algn="ctr"/>
                      <a:r>
                        <a:rPr lang="en-US" sz="1400" dirty="0">
                          <a:solidFill>
                            <a:schemeClr val="tx1"/>
                          </a:solidFill>
                        </a:rPr>
                        <a:t>CPU Burst </a:t>
                      </a:r>
                    </a:p>
                  </a:txBody>
                  <a:tcPr>
                    <a:solidFill>
                      <a:schemeClr val="bg1">
                        <a:lumMod val="65000"/>
                      </a:schemeClr>
                    </a:solidFill>
                  </a:tcPr>
                </a:tc>
                <a:extLst>
                  <a:ext uri="{0D108BD9-81ED-4DB2-BD59-A6C34878D82A}">
                    <a16:rowId xmlns:a16="http://schemas.microsoft.com/office/drawing/2014/main" val="10000"/>
                  </a:ext>
                </a:extLst>
              </a:tr>
              <a:tr h="304800">
                <a:tc>
                  <a:txBody>
                    <a:bodyPr/>
                    <a:lstStyle/>
                    <a:p>
                      <a:pPr algn="ctr"/>
                      <a:r>
                        <a:rPr lang="en-US" sz="1400" dirty="0">
                          <a:solidFill>
                            <a:schemeClr val="tx1"/>
                          </a:solidFill>
                        </a:rPr>
                        <a:t>1</a:t>
                      </a:r>
                    </a:p>
                  </a:txBody>
                  <a:tcPr/>
                </a:tc>
                <a:tc>
                  <a:txBody>
                    <a:bodyPr/>
                    <a:lstStyle/>
                    <a:p>
                      <a:pPr algn="ctr"/>
                      <a:r>
                        <a:rPr lang="en-US" sz="1400" dirty="0">
                          <a:solidFill>
                            <a:schemeClr val="tx1"/>
                          </a:solidFill>
                        </a:rPr>
                        <a:t>9</a:t>
                      </a:r>
                    </a:p>
                  </a:txBody>
                  <a:tcPr/>
                </a:tc>
                <a:extLst>
                  <a:ext uri="{0D108BD9-81ED-4DB2-BD59-A6C34878D82A}">
                    <a16:rowId xmlns:a16="http://schemas.microsoft.com/office/drawing/2014/main" val="10001"/>
                  </a:ext>
                </a:extLst>
              </a:tr>
              <a:tr h="304800">
                <a:tc>
                  <a:txBody>
                    <a:bodyPr/>
                    <a:lstStyle/>
                    <a:p>
                      <a:pPr algn="ctr"/>
                      <a:r>
                        <a:rPr lang="en-US" sz="1400" dirty="0">
                          <a:solidFill>
                            <a:schemeClr val="tx1"/>
                          </a:solidFill>
                        </a:rPr>
                        <a:t>2</a:t>
                      </a:r>
                    </a:p>
                  </a:txBody>
                  <a:tcPr/>
                </a:tc>
                <a:tc>
                  <a:txBody>
                    <a:bodyPr/>
                    <a:lstStyle/>
                    <a:p>
                      <a:pPr algn="ctr"/>
                      <a:r>
                        <a:rPr lang="en-US" sz="1400" dirty="0">
                          <a:solidFill>
                            <a:schemeClr val="tx1"/>
                          </a:solidFill>
                        </a:rPr>
                        <a:t>100</a:t>
                      </a:r>
                    </a:p>
                  </a:txBody>
                  <a:tcPr/>
                </a:tc>
                <a:extLst>
                  <a:ext uri="{0D108BD9-81ED-4DB2-BD59-A6C34878D82A}">
                    <a16:rowId xmlns:a16="http://schemas.microsoft.com/office/drawing/2014/main" val="10002"/>
                  </a:ext>
                </a:extLst>
              </a:tr>
              <a:tr h="304800">
                <a:tc>
                  <a:txBody>
                    <a:bodyPr/>
                    <a:lstStyle/>
                    <a:p>
                      <a:pPr algn="ctr"/>
                      <a:r>
                        <a:rPr lang="en-US" sz="1400" dirty="0">
                          <a:solidFill>
                            <a:schemeClr val="tx1"/>
                          </a:solidFill>
                        </a:rPr>
                        <a:t>3</a:t>
                      </a:r>
                    </a:p>
                  </a:txBody>
                  <a:tcPr/>
                </a:tc>
                <a:tc>
                  <a:txBody>
                    <a:bodyPr/>
                    <a:lstStyle/>
                    <a:p>
                      <a:pPr algn="ctr"/>
                      <a:r>
                        <a:rPr lang="en-US" sz="1400" dirty="0">
                          <a:solidFill>
                            <a:schemeClr val="tx1"/>
                          </a:solidFill>
                        </a:rPr>
                        <a:t>30</a:t>
                      </a:r>
                    </a:p>
                  </a:txBody>
                  <a:tcPr/>
                </a:tc>
                <a:extLst>
                  <a:ext uri="{0D108BD9-81ED-4DB2-BD59-A6C34878D82A}">
                    <a16:rowId xmlns:a16="http://schemas.microsoft.com/office/drawing/2014/main" val="10003"/>
                  </a:ext>
                </a:extLst>
              </a:tr>
              <a:tr h="304800">
                <a:tc>
                  <a:txBody>
                    <a:bodyPr/>
                    <a:lstStyle/>
                    <a:p>
                      <a:pPr algn="ctr"/>
                      <a:r>
                        <a:rPr lang="en-US" sz="1400" dirty="0">
                          <a:solidFill>
                            <a:schemeClr val="tx1"/>
                          </a:solidFill>
                        </a:rPr>
                        <a:t>4</a:t>
                      </a:r>
                    </a:p>
                  </a:txBody>
                  <a:tcPr/>
                </a:tc>
                <a:tc>
                  <a:txBody>
                    <a:bodyPr/>
                    <a:lstStyle/>
                    <a:p>
                      <a:pPr algn="ctr"/>
                      <a:r>
                        <a:rPr lang="en-US" sz="1400" dirty="0">
                          <a:solidFill>
                            <a:schemeClr val="tx1"/>
                          </a:solidFill>
                        </a:rPr>
                        <a:t>20</a:t>
                      </a:r>
                    </a:p>
                  </a:txBody>
                  <a:tcPr/>
                </a:tc>
                <a:extLst>
                  <a:ext uri="{0D108BD9-81ED-4DB2-BD59-A6C34878D82A}">
                    <a16:rowId xmlns:a16="http://schemas.microsoft.com/office/drawing/2014/main" val="10004"/>
                  </a:ext>
                </a:extLst>
              </a:tr>
              <a:tr h="304800">
                <a:tc>
                  <a:txBody>
                    <a:bodyPr/>
                    <a:lstStyle/>
                    <a:p>
                      <a:pPr algn="ctr"/>
                      <a:r>
                        <a:rPr lang="en-US" sz="1400" dirty="0">
                          <a:solidFill>
                            <a:schemeClr val="tx1"/>
                          </a:solidFill>
                        </a:rPr>
                        <a:t>5</a:t>
                      </a:r>
                    </a:p>
                  </a:txBody>
                  <a:tcPr/>
                </a:tc>
                <a:tc>
                  <a:txBody>
                    <a:bodyPr/>
                    <a:lstStyle/>
                    <a:p>
                      <a:pPr algn="ctr"/>
                      <a:r>
                        <a:rPr lang="en-US" sz="1400" dirty="0">
                          <a:solidFill>
                            <a:schemeClr val="tx1"/>
                          </a:solidFill>
                        </a:rPr>
                        <a:t>5</a:t>
                      </a:r>
                    </a:p>
                  </a:txBody>
                  <a:tcPr/>
                </a:tc>
                <a:extLst>
                  <a:ext uri="{0D108BD9-81ED-4DB2-BD59-A6C34878D82A}">
                    <a16:rowId xmlns:a16="http://schemas.microsoft.com/office/drawing/2014/main" val="10005"/>
                  </a:ext>
                </a:extLst>
              </a:tr>
            </a:tbl>
          </a:graphicData>
        </a:graphic>
      </p:graphicFrame>
      <p:sp>
        <p:nvSpPr>
          <p:cNvPr id="13" name="Oval 12">
            <a:extLst>
              <a:ext uri="{FF2B5EF4-FFF2-40B4-BE49-F238E27FC236}">
                <a16:creationId xmlns:a16="http://schemas.microsoft.com/office/drawing/2014/main" id="{57FBFDBA-65DB-4D63-AE5C-BF11A22E69BC}"/>
              </a:ext>
            </a:extLst>
          </p:cNvPr>
          <p:cNvSpPr>
            <a:spLocks noChangeArrowheads="1"/>
          </p:cNvSpPr>
          <p:nvPr/>
        </p:nvSpPr>
        <p:spPr bwMode="auto">
          <a:xfrm>
            <a:off x="2286000" y="4876800"/>
            <a:ext cx="685800" cy="609600"/>
          </a:xfrm>
          <a:prstGeom prst="ellipse">
            <a:avLst/>
          </a:prstGeom>
          <a:solidFill>
            <a:srgbClr val="00B05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J1</a:t>
            </a:r>
          </a:p>
        </p:txBody>
      </p:sp>
    </p:spTree>
    <p:extLst>
      <p:ext uri="{BB962C8B-B14F-4D97-AF65-F5344CB8AC3E}">
        <p14:creationId xmlns:p14="http://schemas.microsoft.com/office/powerpoint/2010/main" val="17322861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grpId="0" nodeType="clickEffect">
                                  <p:stCondLst>
                                    <p:cond delay="0"/>
                                  </p:stCondLst>
                                  <p:childTnLst>
                                    <p:animMotion origin="layout" path="M 0 3.38575E-6 L 0.34583 -0.16652 " pathEditMode="relative" rAng="0" ptsTypes="AA">
                                      <p:cBhvr>
                                        <p:cTn id="6" dur="2000" fill="hold"/>
                                        <p:tgtEl>
                                          <p:spTgt spid="13"/>
                                        </p:tgtEl>
                                        <p:attrNameLst>
                                          <p:attrName>ppt_x</p:attrName>
                                          <p:attrName>ppt_y</p:attrName>
                                        </p:attrNameLst>
                                      </p:cBhvr>
                                      <p:rCtr x="17300" y="-8300"/>
                                    </p:animMotion>
                                  </p:childTnLst>
                                </p:cTn>
                              </p:par>
                            </p:childTnLst>
                          </p:cTn>
                        </p:par>
                        <p:par>
                          <p:cTn id="7" fill="hold" nodeType="afterGroup">
                            <p:stCondLst>
                              <p:cond delay="2000"/>
                            </p:stCondLst>
                            <p:childTnLst>
                              <p:par>
                                <p:cTn id="8" presetID="64" presetClass="path" presetSubtype="0" accel="50000" decel="50000" fill="hold" grpId="0" nodeType="afterEffect">
                                  <p:stCondLst>
                                    <p:cond delay="0"/>
                                  </p:stCondLst>
                                  <p:childTnLst>
                                    <p:animMotion origin="layout" path="M 3.33333E-6 3.38575E-6 L 0.22916 -0.37743 " pathEditMode="relative" rAng="0" ptsTypes="AA">
                                      <p:cBhvr>
                                        <p:cTn id="9" dur="2000" fill="hold"/>
                                        <p:tgtEl>
                                          <p:spTgt spid="14"/>
                                        </p:tgtEl>
                                        <p:attrNameLst>
                                          <p:attrName>ppt_x</p:attrName>
                                          <p:attrName>ppt_y</p:attrName>
                                        </p:attrNameLst>
                                      </p:cBhvr>
                                      <p:rCtr x="11500" y="-189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3" grpId="0" animBg="1"/>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2">
            <a:extLst>
              <a:ext uri="{FF2B5EF4-FFF2-40B4-BE49-F238E27FC236}">
                <a16:creationId xmlns:a16="http://schemas.microsoft.com/office/drawing/2014/main" id="{542EFC14-E432-454E-97BD-AA8671CC13AB}"/>
              </a:ext>
            </a:extLst>
          </p:cNvPr>
          <p:cNvSpPr>
            <a:spLocks noGrp="1" noChangeArrowheads="1"/>
          </p:cNvSpPr>
          <p:nvPr>
            <p:ph type="title"/>
          </p:nvPr>
        </p:nvSpPr>
        <p:spPr>
          <a:xfrm>
            <a:off x="381000" y="762000"/>
            <a:ext cx="8458200" cy="914400"/>
          </a:xfrm>
        </p:spPr>
        <p:txBody>
          <a:bodyPr/>
          <a:lstStyle/>
          <a:p>
            <a:pPr algn="l" eaLnBrk="1" hangingPunct="1"/>
            <a:r>
              <a:rPr lang="en-CA" altLang="ms-MY" sz="3200"/>
              <a:t>Case 4: </a:t>
            </a:r>
            <a:r>
              <a:rPr lang="en-CA" altLang="ms-MY" sz="3200">
                <a:solidFill>
                  <a:schemeClr val="tx1"/>
                </a:solidFill>
              </a:rPr>
              <a:t>Aging</a:t>
            </a:r>
          </a:p>
        </p:txBody>
      </p:sp>
      <p:sp>
        <p:nvSpPr>
          <p:cNvPr id="83971" name="Slide Number Placeholder 4">
            <a:extLst>
              <a:ext uri="{FF2B5EF4-FFF2-40B4-BE49-F238E27FC236}">
                <a16:creationId xmlns:a16="http://schemas.microsoft.com/office/drawing/2014/main" id="{290ED3F9-717C-4392-A253-72760D0F521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FAFBD02-9CBF-415D-A115-9A6B43B7B5E5}"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87</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3972" name="Rectangle 5">
            <a:extLst>
              <a:ext uri="{FF2B5EF4-FFF2-40B4-BE49-F238E27FC236}">
                <a16:creationId xmlns:a16="http://schemas.microsoft.com/office/drawing/2014/main" id="{2E787D42-9D00-46E4-9120-631830CB3344}"/>
              </a:ext>
            </a:extLst>
          </p:cNvPr>
          <p:cNvSpPr>
            <a:spLocks noChangeArrowheads="1"/>
          </p:cNvSpPr>
          <p:nvPr/>
        </p:nvSpPr>
        <p:spPr bwMode="auto">
          <a:xfrm>
            <a:off x="2362200" y="22098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3973" name="Rectangle 6">
            <a:extLst>
              <a:ext uri="{FF2B5EF4-FFF2-40B4-BE49-F238E27FC236}">
                <a16:creationId xmlns:a16="http://schemas.microsoft.com/office/drawing/2014/main" id="{96A66F61-13E9-4E27-B919-F2B75EE9D820}"/>
              </a:ext>
            </a:extLst>
          </p:cNvPr>
          <p:cNvSpPr>
            <a:spLocks noChangeArrowheads="1"/>
          </p:cNvSpPr>
          <p:nvPr/>
        </p:nvSpPr>
        <p:spPr bwMode="auto">
          <a:xfrm>
            <a:off x="2362200" y="36576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3974" name="TextBox 7">
            <a:extLst>
              <a:ext uri="{FF2B5EF4-FFF2-40B4-BE49-F238E27FC236}">
                <a16:creationId xmlns:a16="http://schemas.microsoft.com/office/drawing/2014/main" id="{990DFB71-6408-4482-BB89-685566303738}"/>
              </a:ext>
            </a:extLst>
          </p:cNvPr>
          <p:cNvSpPr txBox="1">
            <a:spLocks noChangeArrowheads="1"/>
          </p:cNvSpPr>
          <p:nvPr/>
        </p:nvSpPr>
        <p:spPr bwMode="auto">
          <a:xfrm>
            <a:off x="609600" y="2286000"/>
            <a:ext cx="1712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Q1</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(High Priority)</a:t>
            </a:r>
          </a:p>
        </p:txBody>
      </p:sp>
      <p:sp>
        <p:nvSpPr>
          <p:cNvPr id="83975" name="TextBox 8">
            <a:extLst>
              <a:ext uri="{FF2B5EF4-FFF2-40B4-BE49-F238E27FC236}">
                <a16:creationId xmlns:a16="http://schemas.microsoft.com/office/drawing/2014/main" id="{922F3D49-D34B-4560-89F0-1DAD255C31EA}"/>
              </a:ext>
            </a:extLst>
          </p:cNvPr>
          <p:cNvSpPr txBox="1">
            <a:spLocks noChangeArrowheads="1"/>
          </p:cNvSpPr>
          <p:nvPr/>
        </p:nvSpPr>
        <p:spPr bwMode="auto">
          <a:xfrm>
            <a:off x="609600" y="3733800"/>
            <a:ext cx="1676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Q2</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(Low Priority</a:t>
            </a:r>
          </a:p>
        </p:txBody>
      </p:sp>
      <p:sp>
        <p:nvSpPr>
          <p:cNvPr id="83976" name="TextBox 9">
            <a:extLst>
              <a:ext uri="{FF2B5EF4-FFF2-40B4-BE49-F238E27FC236}">
                <a16:creationId xmlns:a16="http://schemas.microsoft.com/office/drawing/2014/main" id="{71AF049D-A5B2-4133-BE44-9E2879869FE4}"/>
              </a:ext>
            </a:extLst>
          </p:cNvPr>
          <p:cNvSpPr txBox="1">
            <a:spLocks noChangeArrowheads="1"/>
          </p:cNvSpPr>
          <p:nvPr/>
        </p:nvSpPr>
        <p:spPr bwMode="auto">
          <a:xfrm>
            <a:off x="7010400" y="1752600"/>
            <a:ext cx="684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CPU</a:t>
            </a:r>
          </a:p>
        </p:txBody>
      </p:sp>
      <p:sp>
        <p:nvSpPr>
          <p:cNvPr id="83977" name="Rectangle 11">
            <a:extLst>
              <a:ext uri="{FF2B5EF4-FFF2-40B4-BE49-F238E27FC236}">
                <a16:creationId xmlns:a16="http://schemas.microsoft.com/office/drawing/2014/main" id="{0E41407A-B6E7-4F75-A29F-E05F4C78EA0B}"/>
              </a:ext>
            </a:extLst>
          </p:cNvPr>
          <p:cNvSpPr>
            <a:spLocks noChangeArrowheads="1"/>
          </p:cNvSpPr>
          <p:nvPr/>
        </p:nvSpPr>
        <p:spPr bwMode="auto">
          <a:xfrm>
            <a:off x="6858000" y="2209800"/>
            <a:ext cx="914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14" name="Oval 13">
            <a:extLst>
              <a:ext uri="{FF2B5EF4-FFF2-40B4-BE49-F238E27FC236}">
                <a16:creationId xmlns:a16="http://schemas.microsoft.com/office/drawing/2014/main" id="{4A7ADA7E-2A3B-4A02-974E-F5EAD856F317}"/>
              </a:ext>
            </a:extLst>
          </p:cNvPr>
          <p:cNvSpPr>
            <a:spLocks noChangeArrowheads="1"/>
          </p:cNvSpPr>
          <p:nvPr/>
        </p:nvSpPr>
        <p:spPr bwMode="auto">
          <a:xfrm>
            <a:off x="5410200" y="22860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
        <p:nvSpPr>
          <p:cNvPr id="83979" name="TextBox 18">
            <a:extLst>
              <a:ext uri="{FF2B5EF4-FFF2-40B4-BE49-F238E27FC236}">
                <a16:creationId xmlns:a16="http://schemas.microsoft.com/office/drawing/2014/main" id="{6AD39033-0B48-4DAD-B5BB-153C712F4A42}"/>
              </a:ext>
            </a:extLst>
          </p:cNvPr>
          <p:cNvSpPr txBox="1">
            <a:spLocks noChangeArrowheads="1"/>
          </p:cNvSpPr>
          <p:nvPr/>
        </p:nvSpPr>
        <p:spPr bwMode="auto">
          <a:xfrm>
            <a:off x="5334000" y="175260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(FCFS)</a:t>
            </a:r>
          </a:p>
        </p:txBody>
      </p:sp>
      <p:graphicFrame>
        <p:nvGraphicFramePr>
          <p:cNvPr id="18" name="Table 17">
            <a:extLst>
              <a:ext uri="{FF2B5EF4-FFF2-40B4-BE49-F238E27FC236}">
                <a16:creationId xmlns:a16="http://schemas.microsoft.com/office/drawing/2014/main" id="{FEEB43B6-5276-4C92-9B52-2AC002BF4BB4}"/>
              </a:ext>
            </a:extLst>
          </p:cNvPr>
          <p:cNvGraphicFramePr>
            <a:graphicFrameLocks noGrp="1"/>
          </p:cNvGraphicFramePr>
          <p:nvPr>
            <p:extLst>
              <p:ext uri="{D42A27DB-BD31-4B8C-83A1-F6EECF244321}">
                <p14:modId xmlns:p14="http://schemas.microsoft.com/office/powerpoint/2010/main" val="3794028330"/>
              </p:ext>
            </p:extLst>
          </p:nvPr>
        </p:nvGraphicFramePr>
        <p:xfrm>
          <a:off x="6858000" y="3810000"/>
          <a:ext cx="1752600" cy="1828800"/>
        </p:xfrm>
        <a:graphic>
          <a:graphicData uri="http://schemas.openxmlformats.org/drawingml/2006/table">
            <a:tbl>
              <a:tblPr firstRow="1" bandRow="1">
                <a:tableStyleId>{5C22544A-7EE6-4342-B048-85BDC9FD1C3A}</a:tableStyleId>
              </a:tblPr>
              <a:tblGrid>
                <a:gridCol w="568411">
                  <a:extLst>
                    <a:ext uri="{9D8B030D-6E8A-4147-A177-3AD203B41FA5}">
                      <a16:colId xmlns:a16="http://schemas.microsoft.com/office/drawing/2014/main" val="20000"/>
                    </a:ext>
                  </a:extLst>
                </a:gridCol>
                <a:gridCol w="1184189">
                  <a:extLst>
                    <a:ext uri="{9D8B030D-6E8A-4147-A177-3AD203B41FA5}">
                      <a16:colId xmlns:a16="http://schemas.microsoft.com/office/drawing/2014/main" val="20001"/>
                    </a:ext>
                  </a:extLst>
                </a:gridCol>
              </a:tblGrid>
              <a:tr h="304800">
                <a:tc>
                  <a:txBody>
                    <a:bodyPr/>
                    <a:lstStyle/>
                    <a:p>
                      <a:pPr algn="ctr"/>
                      <a:r>
                        <a:rPr lang="en-US" sz="1400" dirty="0">
                          <a:solidFill>
                            <a:schemeClr val="tx1"/>
                          </a:solidFill>
                        </a:rPr>
                        <a:t>Job</a:t>
                      </a:r>
                    </a:p>
                  </a:txBody>
                  <a:tcPr>
                    <a:solidFill>
                      <a:schemeClr val="bg1">
                        <a:lumMod val="65000"/>
                      </a:schemeClr>
                    </a:solidFill>
                  </a:tcPr>
                </a:tc>
                <a:tc>
                  <a:txBody>
                    <a:bodyPr/>
                    <a:lstStyle/>
                    <a:p>
                      <a:pPr algn="ctr"/>
                      <a:r>
                        <a:rPr lang="en-US" sz="1400" dirty="0">
                          <a:solidFill>
                            <a:schemeClr val="tx1"/>
                          </a:solidFill>
                        </a:rPr>
                        <a:t>CPU Burst </a:t>
                      </a:r>
                    </a:p>
                  </a:txBody>
                  <a:tcPr>
                    <a:solidFill>
                      <a:schemeClr val="bg1">
                        <a:lumMod val="65000"/>
                      </a:schemeClr>
                    </a:solidFill>
                  </a:tcPr>
                </a:tc>
                <a:extLst>
                  <a:ext uri="{0D108BD9-81ED-4DB2-BD59-A6C34878D82A}">
                    <a16:rowId xmlns:a16="http://schemas.microsoft.com/office/drawing/2014/main" val="10000"/>
                  </a:ext>
                </a:extLst>
              </a:tr>
              <a:tr h="304800">
                <a:tc>
                  <a:txBody>
                    <a:bodyPr/>
                    <a:lstStyle/>
                    <a:p>
                      <a:pPr algn="ctr"/>
                      <a:r>
                        <a:rPr lang="en-US" sz="1400" dirty="0">
                          <a:solidFill>
                            <a:schemeClr val="tx1"/>
                          </a:solidFill>
                        </a:rPr>
                        <a:t>1</a:t>
                      </a:r>
                    </a:p>
                  </a:txBody>
                  <a:tcPr/>
                </a:tc>
                <a:tc>
                  <a:txBody>
                    <a:bodyPr/>
                    <a:lstStyle/>
                    <a:p>
                      <a:pPr algn="ctr"/>
                      <a:r>
                        <a:rPr lang="en-US" sz="1400" dirty="0">
                          <a:solidFill>
                            <a:schemeClr val="tx1"/>
                          </a:solidFill>
                        </a:rPr>
                        <a:t>9</a:t>
                      </a:r>
                    </a:p>
                  </a:txBody>
                  <a:tcPr/>
                </a:tc>
                <a:extLst>
                  <a:ext uri="{0D108BD9-81ED-4DB2-BD59-A6C34878D82A}">
                    <a16:rowId xmlns:a16="http://schemas.microsoft.com/office/drawing/2014/main" val="10001"/>
                  </a:ext>
                </a:extLst>
              </a:tr>
              <a:tr h="304800">
                <a:tc>
                  <a:txBody>
                    <a:bodyPr/>
                    <a:lstStyle/>
                    <a:p>
                      <a:pPr algn="ctr"/>
                      <a:r>
                        <a:rPr lang="en-US" sz="1400" dirty="0">
                          <a:solidFill>
                            <a:schemeClr val="tx1"/>
                          </a:solidFill>
                        </a:rPr>
                        <a:t>2</a:t>
                      </a:r>
                    </a:p>
                  </a:txBody>
                  <a:tcPr/>
                </a:tc>
                <a:tc>
                  <a:txBody>
                    <a:bodyPr/>
                    <a:lstStyle/>
                    <a:p>
                      <a:pPr algn="ctr"/>
                      <a:r>
                        <a:rPr lang="en-US" sz="1400" dirty="0">
                          <a:solidFill>
                            <a:schemeClr val="tx1"/>
                          </a:solidFill>
                        </a:rPr>
                        <a:t>100</a:t>
                      </a:r>
                    </a:p>
                  </a:txBody>
                  <a:tcPr/>
                </a:tc>
                <a:extLst>
                  <a:ext uri="{0D108BD9-81ED-4DB2-BD59-A6C34878D82A}">
                    <a16:rowId xmlns:a16="http://schemas.microsoft.com/office/drawing/2014/main" val="10002"/>
                  </a:ext>
                </a:extLst>
              </a:tr>
              <a:tr h="304800">
                <a:tc>
                  <a:txBody>
                    <a:bodyPr/>
                    <a:lstStyle/>
                    <a:p>
                      <a:pPr algn="ctr"/>
                      <a:r>
                        <a:rPr lang="en-US" sz="1400" dirty="0">
                          <a:solidFill>
                            <a:schemeClr val="tx1"/>
                          </a:solidFill>
                        </a:rPr>
                        <a:t>3</a:t>
                      </a:r>
                    </a:p>
                  </a:txBody>
                  <a:tcPr/>
                </a:tc>
                <a:tc>
                  <a:txBody>
                    <a:bodyPr/>
                    <a:lstStyle/>
                    <a:p>
                      <a:pPr algn="ctr"/>
                      <a:r>
                        <a:rPr lang="en-US" sz="1400" dirty="0">
                          <a:solidFill>
                            <a:schemeClr val="tx1"/>
                          </a:solidFill>
                        </a:rPr>
                        <a:t>30</a:t>
                      </a:r>
                    </a:p>
                  </a:txBody>
                  <a:tcPr/>
                </a:tc>
                <a:extLst>
                  <a:ext uri="{0D108BD9-81ED-4DB2-BD59-A6C34878D82A}">
                    <a16:rowId xmlns:a16="http://schemas.microsoft.com/office/drawing/2014/main" val="10003"/>
                  </a:ext>
                </a:extLst>
              </a:tr>
              <a:tr h="304800">
                <a:tc>
                  <a:txBody>
                    <a:bodyPr/>
                    <a:lstStyle/>
                    <a:p>
                      <a:pPr algn="ctr"/>
                      <a:r>
                        <a:rPr lang="en-US" sz="1400" dirty="0">
                          <a:solidFill>
                            <a:schemeClr val="tx1"/>
                          </a:solidFill>
                        </a:rPr>
                        <a:t>4</a:t>
                      </a:r>
                    </a:p>
                  </a:txBody>
                  <a:tcPr/>
                </a:tc>
                <a:tc>
                  <a:txBody>
                    <a:bodyPr/>
                    <a:lstStyle/>
                    <a:p>
                      <a:pPr algn="ctr"/>
                      <a:r>
                        <a:rPr lang="en-US" sz="1400" dirty="0">
                          <a:solidFill>
                            <a:schemeClr val="tx1"/>
                          </a:solidFill>
                        </a:rPr>
                        <a:t>20</a:t>
                      </a:r>
                    </a:p>
                  </a:txBody>
                  <a:tcPr/>
                </a:tc>
                <a:extLst>
                  <a:ext uri="{0D108BD9-81ED-4DB2-BD59-A6C34878D82A}">
                    <a16:rowId xmlns:a16="http://schemas.microsoft.com/office/drawing/2014/main" val="10004"/>
                  </a:ext>
                </a:extLst>
              </a:tr>
              <a:tr h="304800">
                <a:tc>
                  <a:txBody>
                    <a:bodyPr/>
                    <a:lstStyle/>
                    <a:p>
                      <a:pPr algn="ctr"/>
                      <a:r>
                        <a:rPr lang="en-US" sz="1400" dirty="0">
                          <a:solidFill>
                            <a:schemeClr val="tx1"/>
                          </a:solidFill>
                        </a:rPr>
                        <a:t>5</a:t>
                      </a:r>
                    </a:p>
                  </a:txBody>
                  <a:tcPr/>
                </a:tc>
                <a:tc>
                  <a:txBody>
                    <a:bodyPr/>
                    <a:lstStyle/>
                    <a:p>
                      <a:pPr algn="ctr"/>
                      <a:r>
                        <a:rPr lang="en-US" sz="1400" dirty="0">
                          <a:solidFill>
                            <a:schemeClr val="tx1"/>
                          </a:solidFill>
                        </a:rPr>
                        <a:t>5</a:t>
                      </a:r>
                    </a:p>
                  </a:txBody>
                  <a:tcPr/>
                </a:tc>
                <a:extLst>
                  <a:ext uri="{0D108BD9-81ED-4DB2-BD59-A6C34878D82A}">
                    <a16:rowId xmlns:a16="http://schemas.microsoft.com/office/drawing/2014/main" val="10005"/>
                  </a:ext>
                </a:extLst>
              </a:tr>
            </a:tbl>
          </a:graphicData>
        </a:graphic>
      </p:graphicFrame>
      <p:sp>
        <p:nvSpPr>
          <p:cNvPr id="84003" name="Oval 12">
            <a:extLst>
              <a:ext uri="{FF2B5EF4-FFF2-40B4-BE49-F238E27FC236}">
                <a16:creationId xmlns:a16="http://schemas.microsoft.com/office/drawing/2014/main" id="{D5EC8707-B611-48EB-A411-81504A603A4B}"/>
              </a:ext>
            </a:extLst>
          </p:cNvPr>
          <p:cNvSpPr>
            <a:spLocks noChangeArrowheads="1"/>
          </p:cNvSpPr>
          <p:nvPr/>
        </p:nvSpPr>
        <p:spPr bwMode="auto">
          <a:xfrm>
            <a:off x="5410200" y="3733800"/>
            <a:ext cx="685800" cy="609600"/>
          </a:xfrm>
          <a:prstGeom prst="ellipse">
            <a:avLst/>
          </a:prstGeom>
          <a:solidFill>
            <a:srgbClr val="00B05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J1</a:t>
            </a:r>
          </a:p>
        </p:txBody>
      </p:sp>
      <p:sp>
        <p:nvSpPr>
          <p:cNvPr id="84004" name="TextBox 17">
            <a:extLst>
              <a:ext uri="{FF2B5EF4-FFF2-40B4-BE49-F238E27FC236}">
                <a16:creationId xmlns:a16="http://schemas.microsoft.com/office/drawing/2014/main" id="{0A1CC907-260F-46EE-96E2-F5D0741EF432}"/>
              </a:ext>
            </a:extLst>
          </p:cNvPr>
          <p:cNvSpPr txBox="1">
            <a:spLocks noChangeArrowheads="1"/>
          </p:cNvSpPr>
          <p:nvPr/>
        </p:nvSpPr>
        <p:spPr bwMode="auto">
          <a:xfrm>
            <a:off x="3581400" y="6172200"/>
            <a:ext cx="1955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Job 2 is running </a:t>
            </a:r>
          </a:p>
        </p:txBody>
      </p:sp>
    </p:spTree>
    <p:extLst>
      <p:ext uri="{BB962C8B-B14F-4D97-AF65-F5344CB8AC3E}">
        <p14:creationId xmlns:p14="http://schemas.microsoft.com/office/powerpoint/2010/main" val="3701638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4" presetClass="path" presetSubtype="0" accel="50000" decel="50000" fill="hold" grpId="0" nodeType="afterEffect">
                                  <p:stCondLst>
                                    <p:cond delay="0"/>
                                  </p:stCondLst>
                                  <p:childTnLst>
                                    <p:animMotion origin="layout" path="M 3.33333E-6 1.69288E-6 L 0.17083 1.69288E-6 " pathEditMode="relative" rAng="0" ptsTypes="AA">
                                      <p:cBhvr>
                                        <p:cTn id="6" dur="2000" fill="hold"/>
                                        <p:tgtEl>
                                          <p:spTgt spid="14"/>
                                        </p:tgtEl>
                                        <p:attrNameLst>
                                          <p:attrName>ppt_x</p:attrName>
                                          <p:attrName>ppt_y</p:attrName>
                                        </p:attrNameLst>
                                      </p:cBhvr>
                                      <p:rCtr x="850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2">
            <a:extLst>
              <a:ext uri="{FF2B5EF4-FFF2-40B4-BE49-F238E27FC236}">
                <a16:creationId xmlns:a16="http://schemas.microsoft.com/office/drawing/2014/main" id="{A96AD7A2-2D9F-4E07-8C62-40FE39871B1D}"/>
              </a:ext>
            </a:extLst>
          </p:cNvPr>
          <p:cNvSpPr>
            <a:spLocks noGrp="1" noChangeArrowheads="1"/>
          </p:cNvSpPr>
          <p:nvPr>
            <p:ph type="title"/>
          </p:nvPr>
        </p:nvSpPr>
        <p:spPr>
          <a:xfrm>
            <a:off x="381000" y="762000"/>
            <a:ext cx="8458200" cy="914400"/>
          </a:xfrm>
        </p:spPr>
        <p:txBody>
          <a:bodyPr/>
          <a:lstStyle/>
          <a:p>
            <a:pPr algn="l" eaLnBrk="1" hangingPunct="1"/>
            <a:r>
              <a:rPr lang="en-CA" altLang="ms-MY" sz="3200"/>
              <a:t>Case 4: </a:t>
            </a:r>
            <a:r>
              <a:rPr lang="en-CA" altLang="ms-MY" sz="3200">
                <a:solidFill>
                  <a:schemeClr val="tx1"/>
                </a:solidFill>
              </a:rPr>
              <a:t>Aging</a:t>
            </a:r>
          </a:p>
        </p:txBody>
      </p:sp>
      <p:sp>
        <p:nvSpPr>
          <p:cNvPr id="84995" name="Slide Number Placeholder 4">
            <a:extLst>
              <a:ext uri="{FF2B5EF4-FFF2-40B4-BE49-F238E27FC236}">
                <a16:creationId xmlns:a16="http://schemas.microsoft.com/office/drawing/2014/main" id="{03EFF453-E819-4C0B-9016-EEB0620D8831}"/>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1E705C0-974E-4B9B-A62F-F50D09523775}"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88</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4996" name="Rectangle 5">
            <a:extLst>
              <a:ext uri="{FF2B5EF4-FFF2-40B4-BE49-F238E27FC236}">
                <a16:creationId xmlns:a16="http://schemas.microsoft.com/office/drawing/2014/main" id="{F2B31EBE-690C-4168-B380-C704E87F07E3}"/>
              </a:ext>
            </a:extLst>
          </p:cNvPr>
          <p:cNvSpPr>
            <a:spLocks noChangeArrowheads="1"/>
          </p:cNvSpPr>
          <p:nvPr/>
        </p:nvSpPr>
        <p:spPr bwMode="auto">
          <a:xfrm>
            <a:off x="2362200" y="22098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4997" name="Rectangle 6">
            <a:extLst>
              <a:ext uri="{FF2B5EF4-FFF2-40B4-BE49-F238E27FC236}">
                <a16:creationId xmlns:a16="http://schemas.microsoft.com/office/drawing/2014/main" id="{4C3FC1F3-C6A4-4243-827A-E52941F7B602}"/>
              </a:ext>
            </a:extLst>
          </p:cNvPr>
          <p:cNvSpPr>
            <a:spLocks noChangeArrowheads="1"/>
          </p:cNvSpPr>
          <p:nvPr/>
        </p:nvSpPr>
        <p:spPr bwMode="auto">
          <a:xfrm>
            <a:off x="2362200" y="36576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4998" name="TextBox 7">
            <a:extLst>
              <a:ext uri="{FF2B5EF4-FFF2-40B4-BE49-F238E27FC236}">
                <a16:creationId xmlns:a16="http://schemas.microsoft.com/office/drawing/2014/main" id="{24E9E091-6C36-47A4-BB62-F671FDBB435A}"/>
              </a:ext>
            </a:extLst>
          </p:cNvPr>
          <p:cNvSpPr txBox="1">
            <a:spLocks noChangeArrowheads="1"/>
          </p:cNvSpPr>
          <p:nvPr/>
        </p:nvSpPr>
        <p:spPr bwMode="auto">
          <a:xfrm>
            <a:off x="609600" y="2286000"/>
            <a:ext cx="1712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Q1</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(High Priority)</a:t>
            </a:r>
          </a:p>
        </p:txBody>
      </p:sp>
      <p:sp>
        <p:nvSpPr>
          <p:cNvPr id="84999" name="TextBox 8">
            <a:extLst>
              <a:ext uri="{FF2B5EF4-FFF2-40B4-BE49-F238E27FC236}">
                <a16:creationId xmlns:a16="http://schemas.microsoft.com/office/drawing/2014/main" id="{F0C34042-44C3-48EB-AB22-BDB1ECA9BD46}"/>
              </a:ext>
            </a:extLst>
          </p:cNvPr>
          <p:cNvSpPr txBox="1">
            <a:spLocks noChangeArrowheads="1"/>
          </p:cNvSpPr>
          <p:nvPr/>
        </p:nvSpPr>
        <p:spPr bwMode="auto">
          <a:xfrm>
            <a:off x="609600" y="3733800"/>
            <a:ext cx="1676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Q2</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(Low Priority</a:t>
            </a:r>
          </a:p>
        </p:txBody>
      </p:sp>
      <p:sp>
        <p:nvSpPr>
          <p:cNvPr id="85000" name="TextBox 9">
            <a:extLst>
              <a:ext uri="{FF2B5EF4-FFF2-40B4-BE49-F238E27FC236}">
                <a16:creationId xmlns:a16="http://schemas.microsoft.com/office/drawing/2014/main" id="{0FC38503-5B71-4D7A-ADA6-6809E5A546AF}"/>
              </a:ext>
            </a:extLst>
          </p:cNvPr>
          <p:cNvSpPr txBox="1">
            <a:spLocks noChangeArrowheads="1"/>
          </p:cNvSpPr>
          <p:nvPr/>
        </p:nvSpPr>
        <p:spPr bwMode="auto">
          <a:xfrm>
            <a:off x="7010400" y="1752600"/>
            <a:ext cx="684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CPU</a:t>
            </a:r>
          </a:p>
        </p:txBody>
      </p:sp>
      <p:sp>
        <p:nvSpPr>
          <p:cNvPr id="85001" name="Rectangle 11">
            <a:extLst>
              <a:ext uri="{FF2B5EF4-FFF2-40B4-BE49-F238E27FC236}">
                <a16:creationId xmlns:a16="http://schemas.microsoft.com/office/drawing/2014/main" id="{BD0DCCCD-F330-4E74-8194-07CBD31F29A7}"/>
              </a:ext>
            </a:extLst>
          </p:cNvPr>
          <p:cNvSpPr>
            <a:spLocks noChangeArrowheads="1"/>
          </p:cNvSpPr>
          <p:nvPr/>
        </p:nvSpPr>
        <p:spPr bwMode="auto">
          <a:xfrm>
            <a:off x="6858000" y="2209800"/>
            <a:ext cx="914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5002" name="Oval 13">
            <a:extLst>
              <a:ext uri="{FF2B5EF4-FFF2-40B4-BE49-F238E27FC236}">
                <a16:creationId xmlns:a16="http://schemas.microsoft.com/office/drawing/2014/main" id="{159C57B2-932F-4F91-849C-BD4E283F8597}"/>
              </a:ext>
            </a:extLst>
          </p:cNvPr>
          <p:cNvSpPr>
            <a:spLocks noChangeArrowheads="1"/>
          </p:cNvSpPr>
          <p:nvPr/>
        </p:nvSpPr>
        <p:spPr bwMode="auto">
          <a:xfrm>
            <a:off x="6934200" y="22860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
        <p:nvSpPr>
          <p:cNvPr id="85003" name="TextBox 17">
            <a:extLst>
              <a:ext uri="{FF2B5EF4-FFF2-40B4-BE49-F238E27FC236}">
                <a16:creationId xmlns:a16="http://schemas.microsoft.com/office/drawing/2014/main" id="{CA573C0A-8EE9-4F69-9472-B8BF644AB26E}"/>
              </a:ext>
            </a:extLst>
          </p:cNvPr>
          <p:cNvSpPr txBox="1">
            <a:spLocks noChangeArrowheads="1"/>
          </p:cNvSpPr>
          <p:nvPr/>
        </p:nvSpPr>
        <p:spPr bwMode="auto">
          <a:xfrm>
            <a:off x="990600" y="6248400"/>
            <a:ext cx="69913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t50 </a:t>
            </a: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sym typeface="Wingdings" panose="05000000000000000000" pitchFamily="2" charset="2"/>
              </a:rPr>
              <a:t> </a:t>
            </a: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Next new jobs arrived: J3, J4 (low priority), J2 still running</a:t>
            </a:r>
          </a:p>
        </p:txBody>
      </p:sp>
      <p:sp>
        <p:nvSpPr>
          <p:cNvPr id="85004" name="TextBox 18">
            <a:extLst>
              <a:ext uri="{FF2B5EF4-FFF2-40B4-BE49-F238E27FC236}">
                <a16:creationId xmlns:a16="http://schemas.microsoft.com/office/drawing/2014/main" id="{0EB0126E-81F9-4E81-859B-B57ED7FE700C}"/>
              </a:ext>
            </a:extLst>
          </p:cNvPr>
          <p:cNvSpPr txBox="1">
            <a:spLocks noChangeArrowheads="1"/>
          </p:cNvSpPr>
          <p:nvPr/>
        </p:nvSpPr>
        <p:spPr bwMode="auto">
          <a:xfrm>
            <a:off x="5334000" y="175260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(FCFS)</a:t>
            </a:r>
          </a:p>
        </p:txBody>
      </p:sp>
      <p:graphicFrame>
        <p:nvGraphicFramePr>
          <p:cNvPr id="18" name="Table 17">
            <a:extLst>
              <a:ext uri="{FF2B5EF4-FFF2-40B4-BE49-F238E27FC236}">
                <a16:creationId xmlns:a16="http://schemas.microsoft.com/office/drawing/2014/main" id="{0D842843-A707-4AD9-87D1-E16AD78236A3}"/>
              </a:ext>
            </a:extLst>
          </p:cNvPr>
          <p:cNvGraphicFramePr>
            <a:graphicFrameLocks noGrp="1"/>
          </p:cNvGraphicFramePr>
          <p:nvPr>
            <p:extLst>
              <p:ext uri="{D42A27DB-BD31-4B8C-83A1-F6EECF244321}">
                <p14:modId xmlns:p14="http://schemas.microsoft.com/office/powerpoint/2010/main" val="3599330697"/>
              </p:ext>
            </p:extLst>
          </p:nvPr>
        </p:nvGraphicFramePr>
        <p:xfrm>
          <a:off x="6858000" y="3810000"/>
          <a:ext cx="1752600" cy="1828800"/>
        </p:xfrm>
        <a:graphic>
          <a:graphicData uri="http://schemas.openxmlformats.org/drawingml/2006/table">
            <a:tbl>
              <a:tblPr firstRow="1" bandRow="1">
                <a:tableStyleId>{5C22544A-7EE6-4342-B048-85BDC9FD1C3A}</a:tableStyleId>
              </a:tblPr>
              <a:tblGrid>
                <a:gridCol w="568411">
                  <a:extLst>
                    <a:ext uri="{9D8B030D-6E8A-4147-A177-3AD203B41FA5}">
                      <a16:colId xmlns:a16="http://schemas.microsoft.com/office/drawing/2014/main" val="20000"/>
                    </a:ext>
                  </a:extLst>
                </a:gridCol>
                <a:gridCol w="1184189">
                  <a:extLst>
                    <a:ext uri="{9D8B030D-6E8A-4147-A177-3AD203B41FA5}">
                      <a16:colId xmlns:a16="http://schemas.microsoft.com/office/drawing/2014/main" val="20001"/>
                    </a:ext>
                  </a:extLst>
                </a:gridCol>
              </a:tblGrid>
              <a:tr h="304800">
                <a:tc>
                  <a:txBody>
                    <a:bodyPr/>
                    <a:lstStyle/>
                    <a:p>
                      <a:pPr algn="ctr"/>
                      <a:r>
                        <a:rPr lang="en-US" sz="1400" dirty="0">
                          <a:solidFill>
                            <a:schemeClr val="tx1"/>
                          </a:solidFill>
                        </a:rPr>
                        <a:t>Job</a:t>
                      </a:r>
                    </a:p>
                  </a:txBody>
                  <a:tcPr>
                    <a:solidFill>
                      <a:schemeClr val="bg1">
                        <a:lumMod val="65000"/>
                      </a:schemeClr>
                    </a:solidFill>
                  </a:tcPr>
                </a:tc>
                <a:tc>
                  <a:txBody>
                    <a:bodyPr/>
                    <a:lstStyle/>
                    <a:p>
                      <a:pPr algn="ctr"/>
                      <a:r>
                        <a:rPr lang="en-US" sz="1400" dirty="0">
                          <a:solidFill>
                            <a:schemeClr val="tx1"/>
                          </a:solidFill>
                        </a:rPr>
                        <a:t>CPU Burst </a:t>
                      </a:r>
                    </a:p>
                  </a:txBody>
                  <a:tcPr>
                    <a:solidFill>
                      <a:schemeClr val="bg1">
                        <a:lumMod val="65000"/>
                      </a:schemeClr>
                    </a:solidFill>
                  </a:tcPr>
                </a:tc>
                <a:extLst>
                  <a:ext uri="{0D108BD9-81ED-4DB2-BD59-A6C34878D82A}">
                    <a16:rowId xmlns:a16="http://schemas.microsoft.com/office/drawing/2014/main" val="10000"/>
                  </a:ext>
                </a:extLst>
              </a:tr>
              <a:tr h="304800">
                <a:tc>
                  <a:txBody>
                    <a:bodyPr/>
                    <a:lstStyle/>
                    <a:p>
                      <a:pPr algn="ctr"/>
                      <a:r>
                        <a:rPr lang="en-US" sz="1400" dirty="0">
                          <a:solidFill>
                            <a:schemeClr val="tx1"/>
                          </a:solidFill>
                        </a:rPr>
                        <a:t>1</a:t>
                      </a:r>
                    </a:p>
                  </a:txBody>
                  <a:tcPr/>
                </a:tc>
                <a:tc>
                  <a:txBody>
                    <a:bodyPr/>
                    <a:lstStyle/>
                    <a:p>
                      <a:pPr algn="ctr"/>
                      <a:r>
                        <a:rPr lang="en-US" sz="1400" dirty="0">
                          <a:solidFill>
                            <a:schemeClr val="tx1"/>
                          </a:solidFill>
                        </a:rPr>
                        <a:t>9</a:t>
                      </a:r>
                    </a:p>
                  </a:txBody>
                  <a:tcPr/>
                </a:tc>
                <a:extLst>
                  <a:ext uri="{0D108BD9-81ED-4DB2-BD59-A6C34878D82A}">
                    <a16:rowId xmlns:a16="http://schemas.microsoft.com/office/drawing/2014/main" val="10001"/>
                  </a:ext>
                </a:extLst>
              </a:tr>
              <a:tr h="304800">
                <a:tc>
                  <a:txBody>
                    <a:bodyPr/>
                    <a:lstStyle/>
                    <a:p>
                      <a:pPr algn="ctr"/>
                      <a:r>
                        <a:rPr lang="en-US" sz="1400" dirty="0">
                          <a:solidFill>
                            <a:schemeClr val="tx1"/>
                          </a:solidFill>
                        </a:rPr>
                        <a:t>2</a:t>
                      </a:r>
                    </a:p>
                  </a:txBody>
                  <a:tcPr/>
                </a:tc>
                <a:tc>
                  <a:txBody>
                    <a:bodyPr/>
                    <a:lstStyle/>
                    <a:p>
                      <a:pPr algn="ctr"/>
                      <a:r>
                        <a:rPr lang="en-US" sz="1400" dirty="0">
                          <a:solidFill>
                            <a:schemeClr val="tx1"/>
                          </a:solidFill>
                        </a:rPr>
                        <a:t>100</a:t>
                      </a:r>
                    </a:p>
                  </a:txBody>
                  <a:tcPr/>
                </a:tc>
                <a:extLst>
                  <a:ext uri="{0D108BD9-81ED-4DB2-BD59-A6C34878D82A}">
                    <a16:rowId xmlns:a16="http://schemas.microsoft.com/office/drawing/2014/main" val="10002"/>
                  </a:ext>
                </a:extLst>
              </a:tr>
              <a:tr h="304800">
                <a:tc>
                  <a:txBody>
                    <a:bodyPr/>
                    <a:lstStyle/>
                    <a:p>
                      <a:pPr algn="ctr"/>
                      <a:r>
                        <a:rPr lang="en-US" sz="1400" dirty="0">
                          <a:solidFill>
                            <a:schemeClr val="tx1"/>
                          </a:solidFill>
                        </a:rPr>
                        <a:t>3</a:t>
                      </a:r>
                    </a:p>
                  </a:txBody>
                  <a:tcPr/>
                </a:tc>
                <a:tc>
                  <a:txBody>
                    <a:bodyPr/>
                    <a:lstStyle/>
                    <a:p>
                      <a:pPr algn="ctr"/>
                      <a:r>
                        <a:rPr lang="en-US" sz="1400" dirty="0">
                          <a:solidFill>
                            <a:schemeClr val="tx1"/>
                          </a:solidFill>
                        </a:rPr>
                        <a:t>30</a:t>
                      </a:r>
                    </a:p>
                  </a:txBody>
                  <a:tcPr/>
                </a:tc>
                <a:extLst>
                  <a:ext uri="{0D108BD9-81ED-4DB2-BD59-A6C34878D82A}">
                    <a16:rowId xmlns:a16="http://schemas.microsoft.com/office/drawing/2014/main" val="10003"/>
                  </a:ext>
                </a:extLst>
              </a:tr>
              <a:tr h="304800">
                <a:tc>
                  <a:txBody>
                    <a:bodyPr/>
                    <a:lstStyle/>
                    <a:p>
                      <a:pPr algn="ctr"/>
                      <a:r>
                        <a:rPr lang="en-US" sz="1400" dirty="0">
                          <a:solidFill>
                            <a:schemeClr val="tx1"/>
                          </a:solidFill>
                        </a:rPr>
                        <a:t>4</a:t>
                      </a:r>
                    </a:p>
                  </a:txBody>
                  <a:tcPr/>
                </a:tc>
                <a:tc>
                  <a:txBody>
                    <a:bodyPr/>
                    <a:lstStyle/>
                    <a:p>
                      <a:pPr algn="ctr"/>
                      <a:r>
                        <a:rPr lang="en-US" sz="1400" dirty="0">
                          <a:solidFill>
                            <a:schemeClr val="tx1"/>
                          </a:solidFill>
                        </a:rPr>
                        <a:t>20</a:t>
                      </a:r>
                    </a:p>
                  </a:txBody>
                  <a:tcPr/>
                </a:tc>
                <a:extLst>
                  <a:ext uri="{0D108BD9-81ED-4DB2-BD59-A6C34878D82A}">
                    <a16:rowId xmlns:a16="http://schemas.microsoft.com/office/drawing/2014/main" val="10004"/>
                  </a:ext>
                </a:extLst>
              </a:tr>
              <a:tr h="304800">
                <a:tc>
                  <a:txBody>
                    <a:bodyPr/>
                    <a:lstStyle/>
                    <a:p>
                      <a:pPr algn="ctr"/>
                      <a:r>
                        <a:rPr lang="en-US" sz="1400" dirty="0">
                          <a:solidFill>
                            <a:schemeClr val="tx1"/>
                          </a:solidFill>
                        </a:rPr>
                        <a:t>5</a:t>
                      </a:r>
                    </a:p>
                  </a:txBody>
                  <a:tcPr/>
                </a:tc>
                <a:tc>
                  <a:txBody>
                    <a:bodyPr/>
                    <a:lstStyle/>
                    <a:p>
                      <a:pPr algn="ctr"/>
                      <a:r>
                        <a:rPr lang="en-US" sz="1400" dirty="0">
                          <a:solidFill>
                            <a:schemeClr val="tx1"/>
                          </a:solidFill>
                        </a:rPr>
                        <a:t>5</a:t>
                      </a:r>
                    </a:p>
                  </a:txBody>
                  <a:tcPr/>
                </a:tc>
                <a:extLst>
                  <a:ext uri="{0D108BD9-81ED-4DB2-BD59-A6C34878D82A}">
                    <a16:rowId xmlns:a16="http://schemas.microsoft.com/office/drawing/2014/main" val="10005"/>
                  </a:ext>
                </a:extLst>
              </a:tr>
            </a:tbl>
          </a:graphicData>
        </a:graphic>
      </p:graphicFrame>
      <p:sp>
        <p:nvSpPr>
          <p:cNvPr id="85028" name="Oval 12">
            <a:extLst>
              <a:ext uri="{FF2B5EF4-FFF2-40B4-BE49-F238E27FC236}">
                <a16:creationId xmlns:a16="http://schemas.microsoft.com/office/drawing/2014/main" id="{1C99CC39-2217-4577-8BAD-3A8FBED6BDE0}"/>
              </a:ext>
            </a:extLst>
          </p:cNvPr>
          <p:cNvSpPr>
            <a:spLocks noChangeArrowheads="1"/>
          </p:cNvSpPr>
          <p:nvPr/>
        </p:nvSpPr>
        <p:spPr bwMode="auto">
          <a:xfrm>
            <a:off x="5410200" y="3733800"/>
            <a:ext cx="685800" cy="609600"/>
          </a:xfrm>
          <a:prstGeom prst="ellipse">
            <a:avLst/>
          </a:prstGeom>
          <a:solidFill>
            <a:srgbClr val="00B05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J1</a:t>
            </a:r>
          </a:p>
        </p:txBody>
      </p:sp>
      <p:sp>
        <p:nvSpPr>
          <p:cNvPr id="15" name="Oval 14">
            <a:extLst>
              <a:ext uri="{FF2B5EF4-FFF2-40B4-BE49-F238E27FC236}">
                <a16:creationId xmlns:a16="http://schemas.microsoft.com/office/drawing/2014/main" id="{2C6182F0-7A07-41CD-9FC3-08EBC48677DB}"/>
              </a:ext>
            </a:extLst>
          </p:cNvPr>
          <p:cNvSpPr>
            <a:spLocks noChangeArrowheads="1"/>
          </p:cNvSpPr>
          <p:nvPr/>
        </p:nvSpPr>
        <p:spPr bwMode="auto">
          <a:xfrm>
            <a:off x="3810000" y="5410200"/>
            <a:ext cx="685800" cy="609600"/>
          </a:xfrm>
          <a:prstGeom prst="ellipse">
            <a:avLst/>
          </a:prstGeom>
          <a:solidFill>
            <a:srgbClr val="7030A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J3</a:t>
            </a:r>
          </a:p>
        </p:txBody>
      </p:sp>
      <p:sp>
        <p:nvSpPr>
          <p:cNvPr id="16" name="Oval 15">
            <a:extLst>
              <a:ext uri="{FF2B5EF4-FFF2-40B4-BE49-F238E27FC236}">
                <a16:creationId xmlns:a16="http://schemas.microsoft.com/office/drawing/2014/main" id="{A175D9EC-CB28-4FCF-AD20-01229EC4DB9C}"/>
              </a:ext>
            </a:extLst>
          </p:cNvPr>
          <p:cNvSpPr>
            <a:spLocks noChangeArrowheads="1"/>
          </p:cNvSpPr>
          <p:nvPr/>
        </p:nvSpPr>
        <p:spPr bwMode="auto">
          <a:xfrm>
            <a:off x="5105400" y="5410200"/>
            <a:ext cx="685800" cy="609600"/>
          </a:xfrm>
          <a:prstGeom prst="ellipse">
            <a:avLst/>
          </a:prstGeom>
          <a:solidFill>
            <a:srgbClr val="0033CC"/>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J4</a:t>
            </a:r>
          </a:p>
        </p:txBody>
      </p:sp>
    </p:spTree>
    <p:extLst>
      <p:ext uri="{BB962C8B-B14F-4D97-AF65-F5344CB8AC3E}">
        <p14:creationId xmlns:p14="http://schemas.microsoft.com/office/powerpoint/2010/main" val="196081781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64" presetClass="path" presetSubtype="0" accel="50000" decel="50000" fill="hold" grpId="0" nodeType="afterEffect">
                                  <p:stCondLst>
                                    <p:cond delay="0"/>
                                  </p:stCondLst>
                                  <p:childTnLst>
                                    <p:animMotion origin="layout" path="M 3.33333E-6 -2.44218E-6 L 0.0875 -0.24422 " pathEditMode="relative" rAng="0" ptsTypes="AA">
                                      <p:cBhvr>
                                        <p:cTn id="6" dur="2000" fill="hold"/>
                                        <p:tgtEl>
                                          <p:spTgt spid="15"/>
                                        </p:tgtEl>
                                        <p:attrNameLst>
                                          <p:attrName>ppt_x</p:attrName>
                                          <p:attrName>ppt_y</p:attrName>
                                        </p:attrNameLst>
                                      </p:cBhvr>
                                      <p:rCtr x="4400" y="-12200"/>
                                    </p:animMotion>
                                  </p:childTnLst>
                                </p:cTn>
                              </p:par>
                            </p:childTnLst>
                          </p:cTn>
                        </p:par>
                        <p:par>
                          <p:cTn id="7" fill="hold" nodeType="afterGroup">
                            <p:stCondLst>
                              <p:cond delay="2000"/>
                            </p:stCondLst>
                            <p:childTnLst>
                              <p:par>
                                <p:cTn id="8" presetID="64" presetClass="path" presetSubtype="0" accel="50000" decel="50000" fill="hold" grpId="0" nodeType="afterEffect">
                                  <p:stCondLst>
                                    <p:cond delay="0"/>
                                  </p:stCondLst>
                                  <p:childTnLst>
                                    <p:animMotion origin="layout" path="M -3.33333E-6 -2.44218E-6 L -0.14583 -0.24422 " pathEditMode="relative" rAng="0" ptsTypes="AA">
                                      <p:cBhvr>
                                        <p:cTn id="9" dur="2000" fill="hold"/>
                                        <p:tgtEl>
                                          <p:spTgt spid="16"/>
                                        </p:tgtEl>
                                        <p:attrNameLst>
                                          <p:attrName>ppt_x</p:attrName>
                                          <p:attrName>ppt_y</p:attrName>
                                        </p:attrNameLst>
                                      </p:cBhvr>
                                      <p:rCtr x="-7300" y="-122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2">
            <a:extLst>
              <a:ext uri="{FF2B5EF4-FFF2-40B4-BE49-F238E27FC236}">
                <a16:creationId xmlns:a16="http://schemas.microsoft.com/office/drawing/2014/main" id="{73A75C4F-ED01-48C1-9382-1FBA1C5B42BA}"/>
              </a:ext>
            </a:extLst>
          </p:cNvPr>
          <p:cNvSpPr>
            <a:spLocks noGrp="1" noChangeArrowheads="1"/>
          </p:cNvSpPr>
          <p:nvPr>
            <p:ph type="title"/>
          </p:nvPr>
        </p:nvSpPr>
        <p:spPr>
          <a:xfrm>
            <a:off x="381000" y="762000"/>
            <a:ext cx="8458200" cy="914400"/>
          </a:xfrm>
        </p:spPr>
        <p:txBody>
          <a:bodyPr/>
          <a:lstStyle/>
          <a:p>
            <a:pPr algn="l" eaLnBrk="1" hangingPunct="1"/>
            <a:r>
              <a:rPr lang="en-CA" altLang="ms-MY" sz="3200"/>
              <a:t>Case 4: </a:t>
            </a:r>
            <a:r>
              <a:rPr lang="en-CA" altLang="ms-MY" sz="3200">
                <a:solidFill>
                  <a:schemeClr val="tx1"/>
                </a:solidFill>
              </a:rPr>
              <a:t>Aging</a:t>
            </a:r>
          </a:p>
        </p:txBody>
      </p:sp>
      <p:sp>
        <p:nvSpPr>
          <p:cNvPr id="86019" name="Slide Number Placeholder 4">
            <a:extLst>
              <a:ext uri="{FF2B5EF4-FFF2-40B4-BE49-F238E27FC236}">
                <a16:creationId xmlns:a16="http://schemas.microsoft.com/office/drawing/2014/main" id="{70B455BF-0310-4678-A0FA-24AAADEE7C9E}"/>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03579BA-E3C4-4472-AD56-34647363B73C}"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89</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6020" name="Rectangle 5">
            <a:extLst>
              <a:ext uri="{FF2B5EF4-FFF2-40B4-BE49-F238E27FC236}">
                <a16:creationId xmlns:a16="http://schemas.microsoft.com/office/drawing/2014/main" id="{C53E0DD8-2388-4BA6-B7A2-411E3C66805B}"/>
              </a:ext>
            </a:extLst>
          </p:cNvPr>
          <p:cNvSpPr>
            <a:spLocks noChangeArrowheads="1"/>
          </p:cNvSpPr>
          <p:nvPr/>
        </p:nvSpPr>
        <p:spPr bwMode="auto">
          <a:xfrm>
            <a:off x="2362200" y="22098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6021" name="Rectangle 6">
            <a:extLst>
              <a:ext uri="{FF2B5EF4-FFF2-40B4-BE49-F238E27FC236}">
                <a16:creationId xmlns:a16="http://schemas.microsoft.com/office/drawing/2014/main" id="{9C218FE4-A16F-48CA-BED8-94C9F5598399}"/>
              </a:ext>
            </a:extLst>
          </p:cNvPr>
          <p:cNvSpPr>
            <a:spLocks noChangeArrowheads="1"/>
          </p:cNvSpPr>
          <p:nvPr/>
        </p:nvSpPr>
        <p:spPr bwMode="auto">
          <a:xfrm>
            <a:off x="2362200" y="36576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6022" name="TextBox 7">
            <a:extLst>
              <a:ext uri="{FF2B5EF4-FFF2-40B4-BE49-F238E27FC236}">
                <a16:creationId xmlns:a16="http://schemas.microsoft.com/office/drawing/2014/main" id="{E5CCD683-FDA3-459B-A0CC-FF5DA1D1FC9A}"/>
              </a:ext>
            </a:extLst>
          </p:cNvPr>
          <p:cNvSpPr txBox="1">
            <a:spLocks noChangeArrowheads="1"/>
          </p:cNvSpPr>
          <p:nvPr/>
        </p:nvSpPr>
        <p:spPr bwMode="auto">
          <a:xfrm>
            <a:off x="609600" y="2286000"/>
            <a:ext cx="1712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Q1</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(High Priority)</a:t>
            </a:r>
          </a:p>
        </p:txBody>
      </p:sp>
      <p:sp>
        <p:nvSpPr>
          <p:cNvPr id="86023" name="TextBox 8">
            <a:extLst>
              <a:ext uri="{FF2B5EF4-FFF2-40B4-BE49-F238E27FC236}">
                <a16:creationId xmlns:a16="http://schemas.microsoft.com/office/drawing/2014/main" id="{2F2ECB3B-10F2-4903-8B96-B0521D6B266A}"/>
              </a:ext>
            </a:extLst>
          </p:cNvPr>
          <p:cNvSpPr txBox="1">
            <a:spLocks noChangeArrowheads="1"/>
          </p:cNvSpPr>
          <p:nvPr/>
        </p:nvSpPr>
        <p:spPr bwMode="auto">
          <a:xfrm>
            <a:off x="609600" y="3733800"/>
            <a:ext cx="1676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Q2</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(Low Priority</a:t>
            </a:r>
          </a:p>
        </p:txBody>
      </p:sp>
      <p:sp>
        <p:nvSpPr>
          <p:cNvPr id="86024" name="TextBox 9">
            <a:extLst>
              <a:ext uri="{FF2B5EF4-FFF2-40B4-BE49-F238E27FC236}">
                <a16:creationId xmlns:a16="http://schemas.microsoft.com/office/drawing/2014/main" id="{3B9DE915-12CC-417E-AC80-936315DB396D}"/>
              </a:ext>
            </a:extLst>
          </p:cNvPr>
          <p:cNvSpPr txBox="1">
            <a:spLocks noChangeArrowheads="1"/>
          </p:cNvSpPr>
          <p:nvPr/>
        </p:nvSpPr>
        <p:spPr bwMode="auto">
          <a:xfrm>
            <a:off x="7010400" y="1752600"/>
            <a:ext cx="684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CPU</a:t>
            </a:r>
          </a:p>
        </p:txBody>
      </p:sp>
      <p:sp>
        <p:nvSpPr>
          <p:cNvPr id="86025" name="Rectangle 11">
            <a:extLst>
              <a:ext uri="{FF2B5EF4-FFF2-40B4-BE49-F238E27FC236}">
                <a16:creationId xmlns:a16="http://schemas.microsoft.com/office/drawing/2014/main" id="{506818A6-DEA9-4AA6-92B1-07DE3021A961}"/>
              </a:ext>
            </a:extLst>
          </p:cNvPr>
          <p:cNvSpPr>
            <a:spLocks noChangeArrowheads="1"/>
          </p:cNvSpPr>
          <p:nvPr/>
        </p:nvSpPr>
        <p:spPr bwMode="auto">
          <a:xfrm>
            <a:off x="6858000" y="2209800"/>
            <a:ext cx="914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6026" name="Oval 13">
            <a:extLst>
              <a:ext uri="{FF2B5EF4-FFF2-40B4-BE49-F238E27FC236}">
                <a16:creationId xmlns:a16="http://schemas.microsoft.com/office/drawing/2014/main" id="{2CBD7433-40AB-4B9A-87CD-2BB2F19CB84D}"/>
              </a:ext>
            </a:extLst>
          </p:cNvPr>
          <p:cNvSpPr>
            <a:spLocks noChangeArrowheads="1"/>
          </p:cNvSpPr>
          <p:nvPr/>
        </p:nvSpPr>
        <p:spPr bwMode="auto">
          <a:xfrm>
            <a:off x="6934200" y="22860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
        <p:nvSpPr>
          <p:cNvPr id="86027" name="TextBox 17">
            <a:extLst>
              <a:ext uri="{FF2B5EF4-FFF2-40B4-BE49-F238E27FC236}">
                <a16:creationId xmlns:a16="http://schemas.microsoft.com/office/drawing/2014/main" id="{A22E47C1-651F-481E-912B-0C25D6C73127}"/>
              </a:ext>
            </a:extLst>
          </p:cNvPr>
          <p:cNvSpPr txBox="1">
            <a:spLocks noChangeArrowheads="1"/>
          </p:cNvSpPr>
          <p:nvPr/>
        </p:nvSpPr>
        <p:spPr bwMode="auto">
          <a:xfrm>
            <a:off x="1524000" y="5943600"/>
            <a:ext cx="5867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dirty="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t70 </a:t>
            </a:r>
            <a:r>
              <a:rPr kumimoji="0" lang="en-US" altLang="ms-MY" sz="2000" b="0" i="0" u="none" strike="noStrike" kern="1200" cap="none" spc="0" normalizeH="0" baseline="0" noProof="0" dirty="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sym typeface="Wingdings" panose="05000000000000000000" pitchFamily="2" charset="2"/>
              </a:rPr>
              <a:t> </a:t>
            </a:r>
            <a:r>
              <a:rPr kumimoji="0" lang="en-US" altLang="ms-MY" sz="2000" b="0" i="0" u="none" strike="noStrike" kern="1200" cap="none" spc="0" normalizeH="0" baseline="0" noProof="0" dirty="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Next new jobs arrived: J5 (High priority), </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dirty="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 still running, J1 has been waiting 70 CPU burst time</a:t>
            </a:r>
          </a:p>
        </p:txBody>
      </p:sp>
      <p:sp>
        <p:nvSpPr>
          <p:cNvPr id="86028" name="TextBox 18">
            <a:extLst>
              <a:ext uri="{FF2B5EF4-FFF2-40B4-BE49-F238E27FC236}">
                <a16:creationId xmlns:a16="http://schemas.microsoft.com/office/drawing/2014/main" id="{8A0CCECD-C48E-4749-9214-88419AF1CCEF}"/>
              </a:ext>
            </a:extLst>
          </p:cNvPr>
          <p:cNvSpPr txBox="1">
            <a:spLocks noChangeArrowheads="1"/>
          </p:cNvSpPr>
          <p:nvPr/>
        </p:nvSpPr>
        <p:spPr bwMode="auto">
          <a:xfrm>
            <a:off x="5334000" y="175260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(FCFS)</a:t>
            </a:r>
          </a:p>
        </p:txBody>
      </p:sp>
      <p:graphicFrame>
        <p:nvGraphicFramePr>
          <p:cNvPr id="18" name="Table 17">
            <a:extLst>
              <a:ext uri="{FF2B5EF4-FFF2-40B4-BE49-F238E27FC236}">
                <a16:creationId xmlns:a16="http://schemas.microsoft.com/office/drawing/2014/main" id="{C480E626-387C-43A7-B4AC-8F868B61BC65}"/>
              </a:ext>
            </a:extLst>
          </p:cNvPr>
          <p:cNvGraphicFramePr>
            <a:graphicFrameLocks noGrp="1"/>
          </p:cNvGraphicFramePr>
          <p:nvPr>
            <p:extLst>
              <p:ext uri="{D42A27DB-BD31-4B8C-83A1-F6EECF244321}">
                <p14:modId xmlns:p14="http://schemas.microsoft.com/office/powerpoint/2010/main" val="3322941543"/>
              </p:ext>
            </p:extLst>
          </p:nvPr>
        </p:nvGraphicFramePr>
        <p:xfrm>
          <a:off x="6858000" y="3810000"/>
          <a:ext cx="1752600" cy="1828800"/>
        </p:xfrm>
        <a:graphic>
          <a:graphicData uri="http://schemas.openxmlformats.org/drawingml/2006/table">
            <a:tbl>
              <a:tblPr firstRow="1" bandRow="1">
                <a:tableStyleId>{5C22544A-7EE6-4342-B048-85BDC9FD1C3A}</a:tableStyleId>
              </a:tblPr>
              <a:tblGrid>
                <a:gridCol w="568411">
                  <a:extLst>
                    <a:ext uri="{9D8B030D-6E8A-4147-A177-3AD203B41FA5}">
                      <a16:colId xmlns:a16="http://schemas.microsoft.com/office/drawing/2014/main" val="20000"/>
                    </a:ext>
                  </a:extLst>
                </a:gridCol>
                <a:gridCol w="1184189">
                  <a:extLst>
                    <a:ext uri="{9D8B030D-6E8A-4147-A177-3AD203B41FA5}">
                      <a16:colId xmlns:a16="http://schemas.microsoft.com/office/drawing/2014/main" val="20001"/>
                    </a:ext>
                  </a:extLst>
                </a:gridCol>
              </a:tblGrid>
              <a:tr h="304800">
                <a:tc>
                  <a:txBody>
                    <a:bodyPr/>
                    <a:lstStyle/>
                    <a:p>
                      <a:pPr algn="ctr"/>
                      <a:r>
                        <a:rPr lang="en-US" sz="1400" dirty="0">
                          <a:solidFill>
                            <a:schemeClr val="tx1"/>
                          </a:solidFill>
                        </a:rPr>
                        <a:t>Job</a:t>
                      </a:r>
                    </a:p>
                  </a:txBody>
                  <a:tcPr>
                    <a:solidFill>
                      <a:schemeClr val="bg1">
                        <a:lumMod val="65000"/>
                      </a:schemeClr>
                    </a:solidFill>
                  </a:tcPr>
                </a:tc>
                <a:tc>
                  <a:txBody>
                    <a:bodyPr/>
                    <a:lstStyle/>
                    <a:p>
                      <a:pPr algn="ctr"/>
                      <a:r>
                        <a:rPr lang="en-US" sz="1400" dirty="0">
                          <a:solidFill>
                            <a:schemeClr val="tx1"/>
                          </a:solidFill>
                        </a:rPr>
                        <a:t>CPU Burst </a:t>
                      </a:r>
                    </a:p>
                  </a:txBody>
                  <a:tcPr>
                    <a:solidFill>
                      <a:schemeClr val="bg1">
                        <a:lumMod val="65000"/>
                      </a:schemeClr>
                    </a:solidFill>
                  </a:tcPr>
                </a:tc>
                <a:extLst>
                  <a:ext uri="{0D108BD9-81ED-4DB2-BD59-A6C34878D82A}">
                    <a16:rowId xmlns:a16="http://schemas.microsoft.com/office/drawing/2014/main" val="10000"/>
                  </a:ext>
                </a:extLst>
              </a:tr>
              <a:tr h="304800">
                <a:tc>
                  <a:txBody>
                    <a:bodyPr/>
                    <a:lstStyle/>
                    <a:p>
                      <a:pPr algn="ctr"/>
                      <a:r>
                        <a:rPr lang="en-US" sz="1400" dirty="0">
                          <a:solidFill>
                            <a:schemeClr val="tx1"/>
                          </a:solidFill>
                        </a:rPr>
                        <a:t>1</a:t>
                      </a:r>
                    </a:p>
                  </a:txBody>
                  <a:tcPr/>
                </a:tc>
                <a:tc>
                  <a:txBody>
                    <a:bodyPr/>
                    <a:lstStyle/>
                    <a:p>
                      <a:pPr algn="ctr"/>
                      <a:r>
                        <a:rPr lang="en-US" sz="1400" dirty="0">
                          <a:solidFill>
                            <a:schemeClr val="tx1"/>
                          </a:solidFill>
                        </a:rPr>
                        <a:t>9</a:t>
                      </a:r>
                    </a:p>
                  </a:txBody>
                  <a:tcPr/>
                </a:tc>
                <a:extLst>
                  <a:ext uri="{0D108BD9-81ED-4DB2-BD59-A6C34878D82A}">
                    <a16:rowId xmlns:a16="http://schemas.microsoft.com/office/drawing/2014/main" val="10001"/>
                  </a:ext>
                </a:extLst>
              </a:tr>
              <a:tr h="304800">
                <a:tc>
                  <a:txBody>
                    <a:bodyPr/>
                    <a:lstStyle/>
                    <a:p>
                      <a:pPr algn="ctr"/>
                      <a:r>
                        <a:rPr lang="en-US" sz="1400" dirty="0">
                          <a:solidFill>
                            <a:schemeClr val="tx1"/>
                          </a:solidFill>
                        </a:rPr>
                        <a:t>2</a:t>
                      </a:r>
                    </a:p>
                  </a:txBody>
                  <a:tcPr/>
                </a:tc>
                <a:tc>
                  <a:txBody>
                    <a:bodyPr/>
                    <a:lstStyle/>
                    <a:p>
                      <a:pPr algn="ctr"/>
                      <a:r>
                        <a:rPr lang="en-US" sz="1400" dirty="0">
                          <a:solidFill>
                            <a:schemeClr val="tx1"/>
                          </a:solidFill>
                        </a:rPr>
                        <a:t>100</a:t>
                      </a:r>
                    </a:p>
                  </a:txBody>
                  <a:tcPr/>
                </a:tc>
                <a:extLst>
                  <a:ext uri="{0D108BD9-81ED-4DB2-BD59-A6C34878D82A}">
                    <a16:rowId xmlns:a16="http://schemas.microsoft.com/office/drawing/2014/main" val="10002"/>
                  </a:ext>
                </a:extLst>
              </a:tr>
              <a:tr h="304800">
                <a:tc>
                  <a:txBody>
                    <a:bodyPr/>
                    <a:lstStyle/>
                    <a:p>
                      <a:pPr algn="ctr"/>
                      <a:r>
                        <a:rPr lang="en-US" sz="1400" dirty="0">
                          <a:solidFill>
                            <a:schemeClr val="tx1"/>
                          </a:solidFill>
                        </a:rPr>
                        <a:t>3</a:t>
                      </a:r>
                    </a:p>
                  </a:txBody>
                  <a:tcPr/>
                </a:tc>
                <a:tc>
                  <a:txBody>
                    <a:bodyPr/>
                    <a:lstStyle/>
                    <a:p>
                      <a:pPr algn="ctr"/>
                      <a:r>
                        <a:rPr lang="en-US" sz="1400" dirty="0">
                          <a:solidFill>
                            <a:schemeClr val="tx1"/>
                          </a:solidFill>
                        </a:rPr>
                        <a:t>30</a:t>
                      </a:r>
                    </a:p>
                  </a:txBody>
                  <a:tcPr/>
                </a:tc>
                <a:extLst>
                  <a:ext uri="{0D108BD9-81ED-4DB2-BD59-A6C34878D82A}">
                    <a16:rowId xmlns:a16="http://schemas.microsoft.com/office/drawing/2014/main" val="10003"/>
                  </a:ext>
                </a:extLst>
              </a:tr>
              <a:tr h="304800">
                <a:tc>
                  <a:txBody>
                    <a:bodyPr/>
                    <a:lstStyle/>
                    <a:p>
                      <a:pPr algn="ctr"/>
                      <a:r>
                        <a:rPr lang="en-US" sz="1400" dirty="0">
                          <a:solidFill>
                            <a:schemeClr val="tx1"/>
                          </a:solidFill>
                        </a:rPr>
                        <a:t>4</a:t>
                      </a:r>
                    </a:p>
                  </a:txBody>
                  <a:tcPr/>
                </a:tc>
                <a:tc>
                  <a:txBody>
                    <a:bodyPr/>
                    <a:lstStyle/>
                    <a:p>
                      <a:pPr algn="ctr"/>
                      <a:r>
                        <a:rPr lang="en-US" sz="1400" dirty="0">
                          <a:solidFill>
                            <a:schemeClr val="tx1"/>
                          </a:solidFill>
                        </a:rPr>
                        <a:t>20</a:t>
                      </a:r>
                    </a:p>
                  </a:txBody>
                  <a:tcPr/>
                </a:tc>
                <a:extLst>
                  <a:ext uri="{0D108BD9-81ED-4DB2-BD59-A6C34878D82A}">
                    <a16:rowId xmlns:a16="http://schemas.microsoft.com/office/drawing/2014/main" val="10004"/>
                  </a:ext>
                </a:extLst>
              </a:tr>
              <a:tr h="304800">
                <a:tc>
                  <a:txBody>
                    <a:bodyPr/>
                    <a:lstStyle/>
                    <a:p>
                      <a:pPr algn="ctr"/>
                      <a:r>
                        <a:rPr lang="en-US" sz="1400" dirty="0">
                          <a:solidFill>
                            <a:schemeClr val="tx1"/>
                          </a:solidFill>
                        </a:rPr>
                        <a:t>5</a:t>
                      </a:r>
                    </a:p>
                  </a:txBody>
                  <a:tcPr/>
                </a:tc>
                <a:tc>
                  <a:txBody>
                    <a:bodyPr/>
                    <a:lstStyle/>
                    <a:p>
                      <a:pPr algn="ctr"/>
                      <a:r>
                        <a:rPr lang="en-US" sz="1400" dirty="0">
                          <a:solidFill>
                            <a:schemeClr val="tx1"/>
                          </a:solidFill>
                        </a:rPr>
                        <a:t>5</a:t>
                      </a:r>
                    </a:p>
                  </a:txBody>
                  <a:tcPr/>
                </a:tc>
                <a:extLst>
                  <a:ext uri="{0D108BD9-81ED-4DB2-BD59-A6C34878D82A}">
                    <a16:rowId xmlns:a16="http://schemas.microsoft.com/office/drawing/2014/main" val="10005"/>
                  </a:ext>
                </a:extLst>
              </a:tr>
            </a:tbl>
          </a:graphicData>
        </a:graphic>
      </p:graphicFrame>
      <p:sp>
        <p:nvSpPr>
          <p:cNvPr id="13" name="Oval 12">
            <a:extLst>
              <a:ext uri="{FF2B5EF4-FFF2-40B4-BE49-F238E27FC236}">
                <a16:creationId xmlns:a16="http://schemas.microsoft.com/office/drawing/2014/main" id="{C2A926D0-78FB-4BBF-8A0A-C6B0B71B813F}"/>
              </a:ext>
            </a:extLst>
          </p:cNvPr>
          <p:cNvSpPr>
            <a:spLocks noChangeArrowheads="1"/>
          </p:cNvSpPr>
          <p:nvPr/>
        </p:nvSpPr>
        <p:spPr bwMode="auto">
          <a:xfrm>
            <a:off x="5410200" y="3733800"/>
            <a:ext cx="685800" cy="609600"/>
          </a:xfrm>
          <a:prstGeom prst="ellipse">
            <a:avLst/>
          </a:prstGeom>
          <a:solidFill>
            <a:srgbClr val="00B05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J1</a:t>
            </a:r>
          </a:p>
        </p:txBody>
      </p:sp>
      <p:sp>
        <p:nvSpPr>
          <p:cNvPr id="86053" name="Oval 14">
            <a:extLst>
              <a:ext uri="{FF2B5EF4-FFF2-40B4-BE49-F238E27FC236}">
                <a16:creationId xmlns:a16="http://schemas.microsoft.com/office/drawing/2014/main" id="{4C5BF75A-B39B-4F77-9EF3-76273F2D843A}"/>
              </a:ext>
            </a:extLst>
          </p:cNvPr>
          <p:cNvSpPr>
            <a:spLocks noChangeArrowheads="1"/>
          </p:cNvSpPr>
          <p:nvPr/>
        </p:nvSpPr>
        <p:spPr bwMode="auto">
          <a:xfrm>
            <a:off x="4648200" y="3733800"/>
            <a:ext cx="685800" cy="609600"/>
          </a:xfrm>
          <a:prstGeom prst="ellipse">
            <a:avLst/>
          </a:prstGeom>
          <a:solidFill>
            <a:srgbClr val="7030A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J3</a:t>
            </a:r>
          </a:p>
        </p:txBody>
      </p:sp>
      <p:sp>
        <p:nvSpPr>
          <p:cNvPr id="86054" name="Oval 15">
            <a:extLst>
              <a:ext uri="{FF2B5EF4-FFF2-40B4-BE49-F238E27FC236}">
                <a16:creationId xmlns:a16="http://schemas.microsoft.com/office/drawing/2014/main" id="{59DD693B-C053-4D2A-9FA7-E56CE26F0C95}"/>
              </a:ext>
            </a:extLst>
          </p:cNvPr>
          <p:cNvSpPr>
            <a:spLocks noChangeArrowheads="1"/>
          </p:cNvSpPr>
          <p:nvPr/>
        </p:nvSpPr>
        <p:spPr bwMode="auto">
          <a:xfrm>
            <a:off x="3810000" y="3733800"/>
            <a:ext cx="685800" cy="609600"/>
          </a:xfrm>
          <a:prstGeom prst="ellipse">
            <a:avLst/>
          </a:prstGeom>
          <a:solidFill>
            <a:srgbClr val="0033CC"/>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J4</a:t>
            </a:r>
          </a:p>
        </p:txBody>
      </p:sp>
      <p:sp>
        <p:nvSpPr>
          <p:cNvPr id="17" name="Oval 16">
            <a:extLst>
              <a:ext uri="{FF2B5EF4-FFF2-40B4-BE49-F238E27FC236}">
                <a16:creationId xmlns:a16="http://schemas.microsoft.com/office/drawing/2014/main" id="{E6B91630-6646-4D51-B828-F9DD075E3E66}"/>
              </a:ext>
            </a:extLst>
          </p:cNvPr>
          <p:cNvSpPr>
            <a:spLocks noChangeArrowheads="1"/>
          </p:cNvSpPr>
          <p:nvPr/>
        </p:nvSpPr>
        <p:spPr bwMode="auto">
          <a:xfrm>
            <a:off x="2590800" y="5105400"/>
            <a:ext cx="685800" cy="609600"/>
          </a:xfrm>
          <a:prstGeom prst="ellipse">
            <a:avLst/>
          </a:prstGeom>
          <a:solidFill>
            <a:srgbClr val="FF0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J5</a:t>
            </a:r>
          </a:p>
        </p:txBody>
      </p:sp>
    </p:spTree>
    <p:extLst>
      <p:ext uri="{BB962C8B-B14F-4D97-AF65-F5344CB8AC3E}">
        <p14:creationId xmlns:p14="http://schemas.microsoft.com/office/powerpoint/2010/main" val="375822114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4" presetClass="path" presetSubtype="0" accel="50000" decel="50000" fill="hold" grpId="0" nodeType="clickEffect">
                                  <p:stCondLst>
                                    <p:cond delay="0"/>
                                  </p:stCondLst>
                                  <p:childTnLst>
                                    <p:animMotion origin="layout" path="M 3.33333E-6 -4.12581E-6 L 0.00416 -0.21091 " pathEditMode="relative" rAng="0" ptsTypes="AA">
                                      <p:cBhvr>
                                        <p:cTn id="6" dur="2000" fill="hold"/>
                                        <p:tgtEl>
                                          <p:spTgt spid="13"/>
                                        </p:tgtEl>
                                        <p:attrNameLst>
                                          <p:attrName>ppt_x</p:attrName>
                                          <p:attrName>ppt_y</p:attrName>
                                        </p:attrNameLst>
                                      </p:cBhvr>
                                      <p:rCtr x="200" y="-10500"/>
                                    </p:animMotion>
                                  </p:childTnLst>
                                </p:cTn>
                              </p:par>
                            </p:childTnLst>
                          </p:cTn>
                        </p:par>
                        <p:par>
                          <p:cTn id="7" fill="hold" nodeType="afterGroup">
                            <p:stCondLst>
                              <p:cond delay="2000"/>
                            </p:stCondLst>
                            <p:childTnLst>
                              <p:par>
                                <p:cTn id="8" presetID="64" presetClass="path" presetSubtype="0" accel="50000" decel="50000" fill="hold" grpId="0" nodeType="afterEffect">
                                  <p:stCondLst>
                                    <p:cond delay="0"/>
                                  </p:stCondLst>
                                  <p:childTnLst>
                                    <p:animMotion origin="layout" path="M -3.33333E-6 8.88067E-7 L 0.22917 -0.41073 " pathEditMode="relative" rAng="0" ptsTypes="AA">
                                      <p:cBhvr>
                                        <p:cTn id="9" dur="2000" fill="hold"/>
                                        <p:tgtEl>
                                          <p:spTgt spid="17"/>
                                        </p:tgtEl>
                                        <p:attrNameLst>
                                          <p:attrName>ppt_x</p:attrName>
                                          <p:attrName>ppt_y</p:attrName>
                                        </p:attrNameLst>
                                      </p:cBhvr>
                                      <p:rCtr x="11500" y="-205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7" grpId="0" animBg="1"/>
    </p:bld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2">
            <a:extLst>
              <a:ext uri="{FF2B5EF4-FFF2-40B4-BE49-F238E27FC236}">
                <a16:creationId xmlns:a16="http://schemas.microsoft.com/office/drawing/2014/main" id="{FCC99740-3145-4FB3-8CD7-A6A9364C4065}"/>
              </a:ext>
            </a:extLst>
          </p:cNvPr>
          <p:cNvSpPr>
            <a:spLocks noGrp="1" noChangeArrowheads="1"/>
          </p:cNvSpPr>
          <p:nvPr>
            <p:ph type="title"/>
          </p:nvPr>
        </p:nvSpPr>
        <p:spPr>
          <a:xfrm>
            <a:off x="381000" y="762000"/>
            <a:ext cx="8458200" cy="914400"/>
          </a:xfrm>
        </p:spPr>
        <p:txBody>
          <a:bodyPr/>
          <a:lstStyle/>
          <a:p>
            <a:pPr algn="l" eaLnBrk="1" hangingPunct="1"/>
            <a:r>
              <a:rPr lang="en-CA" altLang="ms-MY" sz="3200"/>
              <a:t>Case 4: </a:t>
            </a:r>
            <a:r>
              <a:rPr lang="en-CA" altLang="ms-MY" sz="3200">
                <a:solidFill>
                  <a:schemeClr val="tx1"/>
                </a:solidFill>
              </a:rPr>
              <a:t>Aging</a:t>
            </a:r>
          </a:p>
        </p:txBody>
      </p:sp>
      <p:sp>
        <p:nvSpPr>
          <p:cNvPr id="87043" name="Slide Number Placeholder 4">
            <a:extLst>
              <a:ext uri="{FF2B5EF4-FFF2-40B4-BE49-F238E27FC236}">
                <a16:creationId xmlns:a16="http://schemas.microsoft.com/office/drawing/2014/main" id="{780D3DC8-35C2-43C5-B7AF-98051C253680}"/>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D3F7BB-09C1-4A2A-BB70-04D7C98F45D2}"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90</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87044" name="Rectangle 5">
            <a:extLst>
              <a:ext uri="{FF2B5EF4-FFF2-40B4-BE49-F238E27FC236}">
                <a16:creationId xmlns:a16="http://schemas.microsoft.com/office/drawing/2014/main" id="{B2A323E8-E1AE-4B21-84BE-EB96AE2E910B}"/>
              </a:ext>
            </a:extLst>
          </p:cNvPr>
          <p:cNvSpPr>
            <a:spLocks noChangeArrowheads="1"/>
          </p:cNvSpPr>
          <p:nvPr/>
        </p:nvSpPr>
        <p:spPr bwMode="auto">
          <a:xfrm>
            <a:off x="2362200" y="22098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7045" name="Rectangle 6">
            <a:extLst>
              <a:ext uri="{FF2B5EF4-FFF2-40B4-BE49-F238E27FC236}">
                <a16:creationId xmlns:a16="http://schemas.microsoft.com/office/drawing/2014/main" id="{52683D43-4562-4C95-B1B5-76C031C37919}"/>
              </a:ext>
            </a:extLst>
          </p:cNvPr>
          <p:cNvSpPr>
            <a:spLocks noChangeArrowheads="1"/>
          </p:cNvSpPr>
          <p:nvPr/>
        </p:nvSpPr>
        <p:spPr bwMode="auto">
          <a:xfrm>
            <a:off x="2362200" y="3657600"/>
            <a:ext cx="3962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7046" name="TextBox 7">
            <a:extLst>
              <a:ext uri="{FF2B5EF4-FFF2-40B4-BE49-F238E27FC236}">
                <a16:creationId xmlns:a16="http://schemas.microsoft.com/office/drawing/2014/main" id="{04F7E381-C2D2-4983-8328-040762A64BAD}"/>
              </a:ext>
            </a:extLst>
          </p:cNvPr>
          <p:cNvSpPr txBox="1">
            <a:spLocks noChangeArrowheads="1"/>
          </p:cNvSpPr>
          <p:nvPr/>
        </p:nvSpPr>
        <p:spPr bwMode="auto">
          <a:xfrm>
            <a:off x="609600" y="2286000"/>
            <a:ext cx="17129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Q1</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(High Priority)</a:t>
            </a:r>
          </a:p>
        </p:txBody>
      </p:sp>
      <p:sp>
        <p:nvSpPr>
          <p:cNvPr id="87047" name="TextBox 8">
            <a:extLst>
              <a:ext uri="{FF2B5EF4-FFF2-40B4-BE49-F238E27FC236}">
                <a16:creationId xmlns:a16="http://schemas.microsoft.com/office/drawing/2014/main" id="{879D3DE2-BF63-401A-8157-F0DE5625CD3C}"/>
              </a:ext>
            </a:extLst>
          </p:cNvPr>
          <p:cNvSpPr txBox="1">
            <a:spLocks noChangeArrowheads="1"/>
          </p:cNvSpPr>
          <p:nvPr/>
        </p:nvSpPr>
        <p:spPr bwMode="auto">
          <a:xfrm>
            <a:off x="609600" y="3733800"/>
            <a:ext cx="16764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0" noProof="0">
                <a:ln>
                  <a:noFill/>
                </a:ln>
                <a:solidFill>
                  <a:srgbClr val="FF0000"/>
                </a:solidFill>
                <a:effectLst/>
                <a:uLnTx/>
                <a:uFillTx/>
                <a:latin typeface="Times New Roman" panose="02020603050405020304" pitchFamily="18" charset="0"/>
                <a:ea typeface="MS PGothic" panose="020B0600070205080204" pitchFamily="34" charset="-128"/>
                <a:cs typeface="Arial" panose="020B0604020202020204" pitchFamily="34" charset="0"/>
              </a:rPr>
              <a:t>Q2</a:t>
            </a:r>
          </a:p>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(Low Priority</a:t>
            </a:r>
          </a:p>
        </p:txBody>
      </p:sp>
      <p:sp>
        <p:nvSpPr>
          <p:cNvPr id="87048" name="TextBox 9">
            <a:extLst>
              <a:ext uri="{FF2B5EF4-FFF2-40B4-BE49-F238E27FC236}">
                <a16:creationId xmlns:a16="http://schemas.microsoft.com/office/drawing/2014/main" id="{53285C45-55E0-48FA-8487-1A6A728495B1}"/>
              </a:ext>
            </a:extLst>
          </p:cNvPr>
          <p:cNvSpPr txBox="1">
            <a:spLocks noChangeArrowheads="1"/>
          </p:cNvSpPr>
          <p:nvPr/>
        </p:nvSpPr>
        <p:spPr bwMode="auto">
          <a:xfrm>
            <a:off x="7010400" y="1752600"/>
            <a:ext cx="6842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CPU</a:t>
            </a:r>
          </a:p>
        </p:txBody>
      </p:sp>
      <p:sp>
        <p:nvSpPr>
          <p:cNvPr id="87049" name="Rectangle 11">
            <a:extLst>
              <a:ext uri="{FF2B5EF4-FFF2-40B4-BE49-F238E27FC236}">
                <a16:creationId xmlns:a16="http://schemas.microsoft.com/office/drawing/2014/main" id="{A58123BA-74FE-4199-A942-037563298B04}"/>
              </a:ext>
            </a:extLst>
          </p:cNvPr>
          <p:cNvSpPr>
            <a:spLocks noChangeArrowheads="1"/>
          </p:cNvSpPr>
          <p:nvPr/>
        </p:nvSpPr>
        <p:spPr bwMode="auto">
          <a:xfrm>
            <a:off x="6858000" y="2209800"/>
            <a:ext cx="914400" cy="838200"/>
          </a:xfrm>
          <a:prstGeom prst="rect">
            <a:avLst/>
          </a:prstGeom>
          <a:solidFill>
            <a:schemeClr val="accent1"/>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7050" name="TextBox 17">
            <a:extLst>
              <a:ext uri="{FF2B5EF4-FFF2-40B4-BE49-F238E27FC236}">
                <a16:creationId xmlns:a16="http://schemas.microsoft.com/office/drawing/2014/main" id="{36966BA7-D4D5-4E3C-B50C-000EC8AE89E5}"/>
              </a:ext>
            </a:extLst>
          </p:cNvPr>
          <p:cNvSpPr txBox="1">
            <a:spLocks noChangeArrowheads="1"/>
          </p:cNvSpPr>
          <p:nvPr/>
        </p:nvSpPr>
        <p:spPr bwMode="auto">
          <a:xfrm>
            <a:off x="2209800" y="5943600"/>
            <a:ext cx="44386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t100 </a:t>
            </a: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sym typeface="Wingdings" panose="05000000000000000000" pitchFamily="2" charset="2"/>
              </a:rPr>
              <a:t> </a:t>
            </a: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 , completed. J5 then running.</a:t>
            </a: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             Continued with low priority jobs.</a:t>
            </a:r>
          </a:p>
        </p:txBody>
      </p:sp>
      <p:sp>
        <p:nvSpPr>
          <p:cNvPr id="87051" name="TextBox 18">
            <a:extLst>
              <a:ext uri="{FF2B5EF4-FFF2-40B4-BE49-F238E27FC236}">
                <a16:creationId xmlns:a16="http://schemas.microsoft.com/office/drawing/2014/main" id="{D419F538-9E7F-4C0D-8F09-05068B90FE9F}"/>
              </a:ext>
            </a:extLst>
          </p:cNvPr>
          <p:cNvSpPr txBox="1">
            <a:spLocks noChangeArrowheads="1"/>
          </p:cNvSpPr>
          <p:nvPr/>
        </p:nvSpPr>
        <p:spPr bwMode="auto">
          <a:xfrm>
            <a:off x="5334000" y="1752600"/>
            <a:ext cx="954088"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(FCFS)</a:t>
            </a:r>
          </a:p>
        </p:txBody>
      </p:sp>
      <p:graphicFrame>
        <p:nvGraphicFramePr>
          <p:cNvPr id="18" name="Table 17">
            <a:extLst>
              <a:ext uri="{FF2B5EF4-FFF2-40B4-BE49-F238E27FC236}">
                <a16:creationId xmlns:a16="http://schemas.microsoft.com/office/drawing/2014/main" id="{C81988E8-83BB-4897-9AC8-9BF3910CF1D9}"/>
              </a:ext>
            </a:extLst>
          </p:cNvPr>
          <p:cNvGraphicFramePr>
            <a:graphicFrameLocks noGrp="1"/>
          </p:cNvGraphicFramePr>
          <p:nvPr>
            <p:extLst>
              <p:ext uri="{D42A27DB-BD31-4B8C-83A1-F6EECF244321}">
                <p14:modId xmlns:p14="http://schemas.microsoft.com/office/powerpoint/2010/main" val="2213586059"/>
              </p:ext>
            </p:extLst>
          </p:nvPr>
        </p:nvGraphicFramePr>
        <p:xfrm>
          <a:off x="6858000" y="3810000"/>
          <a:ext cx="1752600" cy="1828800"/>
        </p:xfrm>
        <a:graphic>
          <a:graphicData uri="http://schemas.openxmlformats.org/drawingml/2006/table">
            <a:tbl>
              <a:tblPr firstRow="1" bandRow="1">
                <a:tableStyleId>{5C22544A-7EE6-4342-B048-85BDC9FD1C3A}</a:tableStyleId>
              </a:tblPr>
              <a:tblGrid>
                <a:gridCol w="568411">
                  <a:extLst>
                    <a:ext uri="{9D8B030D-6E8A-4147-A177-3AD203B41FA5}">
                      <a16:colId xmlns:a16="http://schemas.microsoft.com/office/drawing/2014/main" val="20000"/>
                    </a:ext>
                  </a:extLst>
                </a:gridCol>
                <a:gridCol w="1184189">
                  <a:extLst>
                    <a:ext uri="{9D8B030D-6E8A-4147-A177-3AD203B41FA5}">
                      <a16:colId xmlns:a16="http://schemas.microsoft.com/office/drawing/2014/main" val="20001"/>
                    </a:ext>
                  </a:extLst>
                </a:gridCol>
              </a:tblGrid>
              <a:tr h="304800">
                <a:tc>
                  <a:txBody>
                    <a:bodyPr/>
                    <a:lstStyle/>
                    <a:p>
                      <a:pPr algn="ctr"/>
                      <a:r>
                        <a:rPr lang="en-US" sz="1400" dirty="0">
                          <a:solidFill>
                            <a:schemeClr val="tx1"/>
                          </a:solidFill>
                        </a:rPr>
                        <a:t>Job</a:t>
                      </a:r>
                    </a:p>
                  </a:txBody>
                  <a:tcPr>
                    <a:solidFill>
                      <a:schemeClr val="bg1">
                        <a:lumMod val="65000"/>
                      </a:schemeClr>
                    </a:solidFill>
                  </a:tcPr>
                </a:tc>
                <a:tc>
                  <a:txBody>
                    <a:bodyPr/>
                    <a:lstStyle/>
                    <a:p>
                      <a:pPr algn="ctr"/>
                      <a:r>
                        <a:rPr lang="en-US" sz="1400" dirty="0">
                          <a:solidFill>
                            <a:schemeClr val="tx1"/>
                          </a:solidFill>
                        </a:rPr>
                        <a:t>CPU Burst </a:t>
                      </a:r>
                    </a:p>
                  </a:txBody>
                  <a:tcPr>
                    <a:solidFill>
                      <a:schemeClr val="bg1">
                        <a:lumMod val="65000"/>
                      </a:schemeClr>
                    </a:solidFill>
                  </a:tcPr>
                </a:tc>
                <a:extLst>
                  <a:ext uri="{0D108BD9-81ED-4DB2-BD59-A6C34878D82A}">
                    <a16:rowId xmlns:a16="http://schemas.microsoft.com/office/drawing/2014/main" val="10000"/>
                  </a:ext>
                </a:extLst>
              </a:tr>
              <a:tr h="304800">
                <a:tc>
                  <a:txBody>
                    <a:bodyPr/>
                    <a:lstStyle/>
                    <a:p>
                      <a:pPr algn="ctr"/>
                      <a:r>
                        <a:rPr lang="en-US" sz="1400" dirty="0">
                          <a:solidFill>
                            <a:schemeClr val="tx1"/>
                          </a:solidFill>
                        </a:rPr>
                        <a:t>1</a:t>
                      </a:r>
                    </a:p>
                  </a:txBody>
                  <a:tcPr/>
                </a:tc>
                <a:tc>
                  <a:txBody>
                    <a:bodyPr/>
                    <a:lstStyle/>
                    <a:p>
                      <a:pPr algn="ctr"/>
                      <a:r>
                        <a:rPr lang="en-US" sz="1400" dirty="0">
                          <a:solidFill>
                            <a:schemeClr val="tx1"/>
                          </a:solidFill>
                        </a:rPr>
                        <a:t>9</a:t>
                      </a:r>
                    </a:p>
                  </a:txBody>
                  <a:tcPr/>
                </a:tc>
                <a:extLst>
                  <a:ext uri="{0D108BD9-81ED-4DB2-BD59-A6C34878D82A}">
                    <a16:rowId xmlns:a16="http://schemas.microsoft.com/office/drawing/2014/main" val="10001"/>
                  </a:ext>
                </a:extLst>
              </a:tr>
              <a:tr h="304800">
                <a:tc>
                  <a:txBody>
                    <a:bodyPr/>
                    <a:lstStyle/>
                    <a:p>
                      <a:pPr algn="ctr"/>
                      <a:r>
                        <a:rPr lang="en-US" sz="1400" dirty="0">
                          <a:solidFill>
                            <a:schemeClr val="tx1"/>
                          </a:solidFill>
                        </a:rPr>
                        <a:t>2</a:t>
                      </a:r>
                    </a:p>
                  </a:txBody>
                  <a:tcPr/>
                </a:tc>
                <a:tc>
                  <a:txBody>
                    <a:bodyPr/>
                    <a:lstStyle/>
                    <a:p>
                      <a:pPr algn="ctr"/>
                      <a:r>
                        <a:rPr lang="en-US" sz="1400" dirty="0">
                          <a:solidFill>
                            <a:schemeClr val="tx1"/>
                          </a:solidFill>
                        </a:rPr>
                        <a:t>100</a:t>
                      </a:r>
                    </a:p>
                  </a:txBody>
                  <a:tcPr/>
                </a:tc>
                <a:extLst>
                  <a:ext uri="{0D108BD9-81ED-4DB2-BD59-A6C34878D82A}">
                    <a16:rowId xmlns:a16="http://schemas.microsoft.com/office/drawing/2014/main" val="10002"/>
                  </a:ext>
                </a:extLst>
              </a:tr>
              <a:tr h="304800">
                <a:tc>
                  <a:txBody>
                    <a:bodyPr/>
                    <a:lstStyle/>
                    <a:p>
                      <a:pPr algn="ctr"/>
                      <a:r>
                        <a:rPr lang="en-US" sz="1400" dirty="0">
                          <a:solidFill>
                            <a:schemeClr val="tx1"/>
                          </a:solidFill>
                        </a:rPr>
                        <a:t>3</a:t>
                      </a:r>
                    </a:p>
                  </a:txBody>
                  <a:tcPr/>
                </a:tc>
                <a:tc>
                  <a:txBody>
                    <a:bodyPr/>
                    <a:lstStyle/>
                    <a:p>
                      <a:pPr algn="ctr"/>
                      <a:r>
                        <a:rPr lang="en-US" sz="1400" dirty="0">
                          <a:solidFill>
                            <a:schemeClr val="tx1"/>
                          </a:solidFill>
                        </a:rPr>
                        <a:t>30</a:t>
                      </a:r>
                    </a:p>
                  </a:txBody>
                  <a:tcPr/>
                </a:tc>
                <a:extLst>
                  <a:ext uri="{0D108BD9-81ED-4DB2-BD59-A6C34878D82A}">
                    <a16:rowId xmlns:a16="http://schemas.microsoft.com/office/drawing/2014/main" val="10003"/>
                  </a:ext>
                </a:extLst>
              </a:tr>
              <a:tr h="304800">
                <a:tc>
                  <a:txBody>
                    <a:bodyPr/>
                    <a:lstStyle/>
                    <a:p>
                      <a:pPr algn="ctr"/>
                      <a:r>
                        <a:rPr lang="en-US" sz="1400" dirty="0">
                          <a:solidFill>
                            <a:schemeClr val="tx1"/>
                          </a:solidFill>
                        </a:rPr>
                        <a:t>4</a:t>
                      </a:r>
                    </a:p>
                  </a:txBody>
                  <a:tcPr/>
                </a:tc>
                <a:tc>
                  <a:txBody>
                    <a:bodyPr/>
                    <a:lstStyle/>
                    <a:p>
                      <a:pPr algn="ctr"/>
                      <a:r>
                        <a:rPr lang="en-US" sz="1400" dirty="0">
                          <a:solidFill>
                            <a:schemeClr val="tx1"/>
                          </a:solidFill>
                        </a:rPr>
                        <a:t>20</a:t>
                      </a:r>
                    </a:p>
                  </a:txBody>
                  <a:tcPr/>
                </a:tc>
                <a:extLst>
                  <a:ext uri="{0D108BD9-81ED-4DB2-BD59-A6C34878D82A}">
                    <a16:rowId xmlns:a16="http://schemas.microsoft.com/office/drawing/2014/main" val="10004"/>
                  </a:ext>
                </a:extLst>
              </a:tr>
              <a:tr h="304800">
                <a:tc>
                  <a:txBody>
                    <a:bodyPr/>
                    <a:lstStyle/>
                    <a:p>
                      <a:pPr algn="ctr"/>
                      <a:r>
                        <a:rPr lang="en-US" sz="1400" dirty="0">
                          <a:solidFill>
                            <a:schemeClr val="tx1"/>
                          </a:solidFill>
                        </a:rPr>
                        <a:t>5</a:t>
                      </a:r>
                    </a:p>
                  </a:txBody>
                  <a:tcPr/>
                </a:tc>
                <a:tc>
                  <a:txBody>
                    <a:bodyPr/>
                    <a:lstStyle/>
                    <a:p>
                      <a:pPr algn="ctr"/>
                      <a:r>
                        <a:rPr lang="en-US" sz="1400" dirty="0">
                          <a:solidFill>
                            <a:schemeClr val="tx1"/>
                          </a:solidFill>
                        </a:rPr>
                        <a:t>5</a:t>
                      </a:r>
                    </a:p>
                  </a:txBody>
                  <a:tcPr/>
                </a:tc>
                <a:extLst>
                  <a:ext uri="{0D108BD9-81ED-4DB2-BD59-A6C34878D82A}">
                    <a16:rowId xmlns:a16="http://schemas.microsoft.com/office/drawing/2014/main" val="10005"/>
                  </a:ext>
                </a:extLst>
              </a:tr>
            </a:tbl>
          </a:graphicData>
        </a:graphic>
      </p:graphicFrame>
      <p:sp>
        <p:nvSpPr>
          <p:cNvPr id="13" name="Oval 12">
            <a:extLst>
              <a:ext uri="{FF2B5EF4-FFF2-40B4-BE49-F238E27FC236}">
                <a16:creationId xmlns:a16="http://schemas.microsoft.com/office/drawing/2014/main" id="{6FE9640C-7AA9-4B9B-A8EA-CCE67BF6192D}"/>
              </a:ext>
            </a:extLst>
          </p:cNvPr>
          <p:cNvSpPr>
            <a:spLocks noChangeArrowheads="1"/>
          </p:cNvSpPr>
          <p:nvPr/>
        </p:nvSpPr>
        <p:spPr bwMode="auto">
          <a:xfrm>
            <a:off x="5410200" y="2286000"/>
            <a:ext cx="685800" cy="609600"/>
          </a:xfrm>
          <a:prstGeom prst="ellipse">
            <a:avLst/>
          </a:prstGeom>
          <a:solidFill>
            <a:srgbClr val="00B05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J1</a:t>
            </a:r>
          </a:p>
        </p:txBody>
      </p:sp>
      <p:sp>
        <p:nvSpPr>
          <p:cNvPr id="15" name="Oval 14">
            <a:extLst>
              <a:ext uri="{FF2B5EF4-FFF2-40B4-BE49-F238E27FC236}">
                <a16:creationId xmlns:a16="http://schemas.microsoft.com/office/drawing/2014/main" id="{523EFBFA-B087-46FF-9CFE-05CEBF17EA98}"/>
              </a:ext>
            </a:extLst>
          </p:cNvPr>
          <p:cNvSpPr>
            <a:spLocks noChangeArrowheads="1"/>
          </p:cNvSpPr>
          <p:nvPr/>
        </p:nvSpPr>
        <p:spPr bwMode="auto">
          <a:xfrm>
            <a:off x="4648200" y="3733800"/>
            <a:ext cx="685800" cy="609600"/>
          </a:xfrm>
          <a:prstGeom prst="ellipse">
            <a:avLst/>
          </a:prstGeom>
          <a:solidFill>
            <a:srgbClr val="7030A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J3</a:t>
            </a:r>
          </a:p>
        </p:txBody>
      </p:sp>
      <p:sp>
        <p:nvSpPr>
          <p:cNvPr id="16" name="Oval 15">
            <a:extLst>
              <a:ext uri="{FF2B5EF4-FFF2-40B4-BE49-F238E27FC236}">
                <a16:creationId xmlns:a16="http://schemas.microsoft.com/office/drawing/2014/main" id="{1A5DFDDD-15CC-42E8-86E2-3E19D1AA97C9}"/>
              </a:ext>
            </a:extLst>
          </p:cNvPr>
          <p:cNvSpPr>
            <a:spLocks noChangeArrowheads="1"/>
          </p:cNvSpPr>
          <p:nvPr/>
        </p:nvSpPr>
        <p:spPr bwMode="auto">
          <a:xfrm>
            <a:off x="3810000" y="3733800"/>
            <a:ext cx="685800" cy="609600"/>
          </a:xfrm>
          <a:prstGeom prst="ellipse">
            <a:avLst/>
          </a:prstGeom>
          <a:solidFill>
            <a:srgbClr val="0033CC"/>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J4</a:t>
            </a:r>
          </a:p>
        </p:txBody>
      </p:sp>
      <p:sp>
        <p:nvSpPr>
          <p:cNvPr id="17" name="Oval 16">
            <a:extLst>
              <a:ext uri="{FF2B5EF4-FFF2-40B4-BE49-F238E27FC236}">
                <a16:creationId xmlns:a16="http://schemas.microsoft.com/office/drawing/2014/main" id="{E4108829-4F9C-4FA9-AB14-C2BCFB673123}"/>
              </a:ext>
            </a:extLst>
          </p:cNvPr>
          <p:cNvSpPr>
            <a:spLocks noChangeArrowheads="1"/>
          </p:cNvSpPr>
          <p:nvPr/>
        </p:nvSpPr>
        <p:spPr bwMode="auto">
          <a:xfrm>
            <a:off x="4648200" y="2286000"/>
            <a:ext cx="685800" cy="609600"/>
          </a:xfrm>
          <a:prstGeom prst="ellipse">
            <a:avLst/>
          </a:prstGeom>
          <a:solidFill>
            <a:srgbClr val="FF0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rPr>
              <a:t>J5</a:t>
            </a:r>
          </a:p>
        </p:txBody>
      </p:sp>
      <p:sp>
        <p:nvSpPr>
          <p:cNvPr id="19" name="Oval 18">
            <a:extLst>
              <a:ext uri="{FF2B5EF4-FFF2-40B4-BE49-F238E27FC236}">
                <a16:creationId xmlns:a16="http://schemas.microsoft.com/office/drawing/2014/main" id="{46478387-FE1F-449E-8BBF-1C8301CBA83B}"/>
              </a:ext>
            </a:extLst>
          </p:cNvPr>
          <p:cNvSpPr>
            <a:spLocks noChangeArrowheads="1"/>
          </p:cNvSpPr>
          <p:nvPr/>
        </p:nvSpPr>
        <p:spPr bwMode="auto">
          <a:xfrm>
            <a:off x="6934200" y="2286000"/>
            <a:ext cx="685800" cy="609600"/>
          </a:xfrm>
          <a:prstGeom prst="ellipse">
            <a:avLst/>
          </a:prstGeom>
          <a:solidFill>
            <a:srgbClr val="FFC000"/>
          </a:solidFill>
          <a:ln w="9525">
            <a:solidFill>
              <a:schemeClr val="tx1"/>
            </a:solidFill>
            <a:round/>
            <a:headEnd/>
            <a:tailEnd/>
          </a:ln>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2000" b="0" i="0" u="none" strike="noStrike" kern="1200" cap="none" spc="0" normalizeH="0" baseline="0" noProof="0">
                <a:ln>
                  <a:noFill/>
                </a:ln>
                <a:solidFill>
                  <a:srgbClr val="000000"/>
                </a:solidFill>
                <a:effectLst/>
                <a:uLnTx/>
                <a:uFillTx/>
                <a:latin typeface="Times New Roman" panose="02020603050405020304" pitchFamily="18" charset="0"/>
                <a:ea typeface="MS PGothic" panose="020B0600070205080204" pitchFamily="34" charset="-128"/>
                <a:cs typeface="Arial" panose="020B0604020202020204" pitchFamily="34" charset="0"/>
              </a:rPr>
              <a:t>J2</a:t>
            </a:r>
          </a:p>
        </p:txBody>
      </p:sp>
    </p:spTree>
    <p:extLst>
      <p:ext uri="{BB962C8B-B14F-4D97-AF65-F5344CB8AC3E}">
        <p14:creationId xmlns:p14="http://schemas.microsoft.com/office/powerpoint/2010/main" val="764789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xit" presetSubtype="0" fill="hold" grpId="0" nodeType="afterEffect">
                                  <p:stCondLst>
                                    <p:cond delay="0"/>
                                  </p:stCondLst>
                                  <p:childTnLst>
                                    <p:animEffect transition="out" filter="dissolve">
                                      <p:cBhvr>
                                        <p:cTn id="6" dur="500"/>
                                        <p:tgtEl>
                                          <p:spTgt spid="19"/>
                                        </p:tgtEl>
                                      </p:cBhvr>
                                    </p:animEffect>
                                    <p:set>
                                      <p:cBhvr>
                                        <p:cTn id="7" dur="1" fill="hold">
                                          <p:stCondLst>
                                            <p:cond delay="499"/>
                                          </p:stCondLst>
                                        </p:cTn>
                                        <p:tgtEl>
                                          <p:spTgt spid="19"/>
                                        </p:tgtEl>
                                        <p:attrNameLst>
                                          <p:attrName>style.visibility</p:attrName>
                                        </p:attrNameLst>
                                      </p:cBhvr>
                                      <p:to>
                                        <p:strVal val="hidden"/>
                                      </p:to>
                                    </p:set>
                                  </p:childTnLst>
                                </p:cTn>
                              </p:par>
                            </p:childTnLst>
                          </p:cTn>
                        </p:par>
                        <p:par>
                          <p:cTn id="8" fill="hold" nodeType="afterGroup">
                            <p:stCondLst>
                              <p:cond delay="500"/>
                            </p:stCondLst>
                            <p:childTnLst>
                              <p:par>
                                <p:cTn id="9" presetID="64" presetClass="path" presetSubtype="0" accel="50000" decel="50000" fill="hold" grpId="0" nodeType="afterEffect">
                                  <p:stCondLst>
                                    <p:cond delay="0"/>
                                  </p:stCondLst>
                                  <p:childTnLst>
                                    <p:animMotion origin="layout" path="M 0 8.60315E-7 L 0.1625 8.60315E-7 " pathEditMode="relative" rAng="0" ptsTypes="AA">
                                      <p:cBhvr>
                                        <p:cTn id="10" dur="2000" fill="hold"/>
                                        <p:tgtEl>
                                          <p:spTgt spid="13"/>
                                        </p:tgtEl>
                                        <p:attrNameLst>
                                          <p:attrName>ppt_x</p:attrName>
                                          <p:attrName>ppt_y</p:attrName>
                                        </p:attrNameLst>
                                      </p:cBhvr>
                                      <p:rCtr x="8100" y="0"/>
                                    </p:animMotion>
                                  </p:childTnLst>
                                  <p:subTnLst>
                                    <p:set>
                                      <p:cBhvr override="childStyle">
                                        <p:cTn dur="1" fill="hold" display="0" masterRel="sameClick" afterEffect="1">
                                          <p:stCondLst>
                                            <p:cond evt="end" delay="0">
                                              <p:tn val="9"/>
                                            </p:cond>
                                          </p:stCondLst>
                                        </p:cTn>
                                        <p:tgtEl>
                                          <p:spTgt spid="13"/>
                                        </p:tgtEl>
                                        <p:attrNameLst>
                                          <p:attrName>style.visibility</p:attrName>
                                        </p:attrNameLst>
                                      </p:cBhvr>
                                      <p:to>
                                        <p:strVal val="hidden"/>
                                      </p:to>
                                    </p:set>
                                  </p:subTnLst>
                                </p:cTn>
                              </p:par>
                            </p:childTnLst>
                          </p:cTn>
                        </p:par>
                        <p:par>
                          <p:cTn id="11" fill="hold" nodeType="afterGroup">
                            <p:stCondLst>
                              <p:cond delay="2500"/>
                            </p:stCondLst>
                            <p:childTnLst>
                              <p:par>
                                <p:cTn id="12" presetID="64" presetClass="path" presetSubtype="0" accel="50000" decel="50000" fill="hold" grpId="0" nodeType="afterEffect">
                                  <p:stCondLst>
                                    <p:cond delay="0"/>
                                  </p:stCondLst>
                                  <p:childTnLst>
                                    <p:animMotion origin="layout" path="M -3.33333E-6 8.60315E-7 L 0.25417 8.60315E-7 " pathEditMode="relative" rAng="0" ptsTypes="AA">
                                      <p:cBhvr>
                                        <p:cTn id="13" dur="2000" fill="hold"/>
                                        <p:tgtEl>
                                          <p:spTgt spid="17"/>
                                        </p:tgtEl>
                                        <p:attrNameLst>
                                          <p:attrName>ppt_x</p:attrName>
                                          <p:attrName>ppt_y</p:attrName>
                                        </p:attrNameLst>
                                      </p:cBhvr>
                                      <p:rCtr x="12700" y="0"/>
                                    </p:animMotion>
                                  </p:childTnLst>
                                  <p:subTnLst>
                                    <p:set>
                                      <p:cBhvr override="childStyle">
                                        <p:cTn dur="1" fill="hold" display="0" masterRel="sameClick" afterEffect="1">
                                          <p:stCondLst>
                                            <p:cond evt="end" delay="0">
                                              <p:tn val="12"/>
                                            </p:cond>
                                          </p:stCondLst>
                                        </p:cTn>
                                        <p:tgtEl>
                                          <p:spTgt spid="17"/>
                                        </p:tgtEl>
                                        <p:attrNameLst>
                                          <p:attrName>style.visibility</p:attrName>
                                        </p:attrNameLst>
                                      </p:cBhvr>
                                      <p:to>
                                        <p:strVal val="hidden"/>
                                      </p:to>
                                    </p:set>
                                  </p:subTnLst>
                                </p:cTn>
                              </p:par>
                            </p:childTnLst>
                          </p:cTn>
                        </p:par>
                        <p:par>
                          <p:cTn id="14" fill="hold" nodeType="afterGroup">
                            <p:stCondLst>
                              <p:cond delay="4500"/>
                            </p:stCondLst>
                            <p:childTnLst>
                              <p:par>
                                <p:cTn id="15" presetID="56" presetClass="path" presetSubtype="0" accel="50000" decel="50000" fill="hold" grpId="0" nodeType="afterEffect">
                                  <p:stCondLst>
                                    <p:cond delay="0"/>
                                  </p:stCondLst>
                                  <p:childTnLst>
                                    <p:animMotion origin="layout" path="M -3.33333E-6 -4.12581E-6 L 0.24584 -0.19981 " pathEditMode="relative" rAng="0" ptsTypes="AA">
                                      <p:cBhvr>
                                        <p:cTn id="16" dur="2000" fill="hold"/>
                                        <p:tgtEl>
                                          <p:spTgt spid="15"/>
                                        </p:tgtEl>
                                        <p:attrNameLst>
                                          <p:attrName>ppt_x</p:attrName>
                                          <p:attrName>ppt_y</p:attrName>
                                        </p:attrNameLst>
                                      </p:cBhvr>
                                      <p:rCtr x="12300" y="-10000"/>
                                    </p:animMotion>
                                  </p:childTnLst>
                                  <p:subTnLst>
                                    <p:set>
                                      <p:cBhvr override="childStyle">
                                        <p:cTn dur="1" fill="hold" display="0" masterRel="sameClick" afterEffect="1">
                                          <p:stCondLst>
                                            <p:cond evt="end" delay="0">
                                              <p:tn val="15"/>
                                            </p:cond>
                                          </p:stCondLst>
                                        </p:cTn>
                                        <p:tgtEl>
                                          <p:spTgt spid="15"/>
                                        </p:tgtEl>
                                        <p:attrNameLst>
                                          <p:attrName>style.visibility</p:attrName>
                                        </p:attrNameLst>
                                      </p:cBhvr>
                                      <p:to>
                                        <p:strVal val="hidden"/>
                                      </p:to>
                                    </p:set>
                                  </p:subTnLst>
                                </p:cTn>
                              </p:par>
                            </p:childTnLst>
                          </p:cTn>
                        </p:par>
                        <p:par>
                          <p:cTn id="17" fill="hold" nodeType="afterGroup">
                            <p:stCondLst>
                              <p:cond delay="6500"/>
                            </p:stCondLst>
                            <p:childTnLst>
                              <p:par>
                                <p:cTn id="18" presetID="56" presetClass="path" presetSubtype="0" accel="50000" decel="50000" fill="hold" grpId="0" nodeType="afterEffect">
                                  <p:stCondLst>
                                    <p:cond delay="0"/>
                                  </p:stCondLst>
                                  <p:childTnLst>
                                    <p:animMotion origin="layout" path="M 3.33333E-6 -4.12581E-6 L 0.34583 -0.19981 " pathEditMode="relative" rAng="0" ptsTypes="AA">
                                      <p:cBhvr>
                                        <p:cTn id="19" dur="2000" fill="hold"/>
                                        <p:tgtEl>
                                          <p:spTgt spid="16"/>
                                        </p:tgtEl>
                                        <p:attrNameLst>
                                          <p:attrName>ppt_x</p:attrName>
                                          <p:attrName>ppt_y</p:attrName>
                                        </p:attrNameLst>
                                      </p:cBhvr>
                                      <p:rCtr x="17300" y="-10000"/>
                                    </p:animMotion>
                                  </p:childTnLst>
                                  <p:subTnLst>
                                    <p:set>
                                      <p:cBhvr override="childStyle">
                                        <p:cTn dur="1" fill="hold" display="0" masterRel="sameClick" afterEffect="1">
                                          <p:stCondLst>
                                            <p:cond evt="end" delay="0">
                                              <p:tn val="18"/>
                                            </p:cond>
                                          </p:stCondLst>
                                        </p:cTn>
                                        <p:tgtEl>
                                          <p:spTgt spid="16"/>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5" grpId="0" animBg="1"/>
      <p:bldP spid="16" grpId="0" animBg="1"/>
      <p:bldP spid="17" grpId="0" animBg="1"/>
      <p:bldP spid="19" grpId="0" animBg="1"/>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12C13B69-CEC9-4872-B7F0-5559536A2BBC}"/>
              </a:ext>
            </a:extLst>
          </p:cNvPr>
          <p:cNvSpPr>
            <a:spLocks noGrp="1" noChangeArrowheads="1"/>
          </p:cNvSpPr>
          <p:nvPr>
            <p:ph type="title"/>
          </p:nvPr>
        </p:nvSpPr>
        <p:spPr>
          <a:xfrm>
            <a:off x="1090613" y="188913"/>
            <a:ext cx="7596187" cy="576262"/>
          </a:xfrm>
        </p:spPr>
        <p:txBody>
          <a:bodyPr/>
          <a:lstStyle/>
          <a:p>
            <a:pPr eaLnBrk="1" hangingPunct="1"/>
            <a:r>
              <a:rPr lang="en-US" altLang="en-US"/>
              <a:t>Multilevel Queue Scheduling</a:t>
            </a:r>
          </a:p>
        </p:txBody>
      </p:sp>
      <p:pic>
        <p:nvPicPr>
          <p:cNvPr id="32771" name="Picture 4" descr="5">
            <a:extLst>
              <a:ext uri="{FF2B5EF4-FFF2-40B4-BE49-F238E27FC236}">
                <a16:creationId xmlns:a16="http://schemas.microsoft.com/office/drawing/2014/main" id="{2B31CCBF-E4E1-493B-91EE-50C6099F40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9925" y="1379538"/>
            <a:ext cx="6016625" cy="398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6">
            <a:extLst>
              <a:ext uri="{FF2B5EF4-FFF2-40B4-BE49-F238E27FC236}">
                <a16:creationId xmlns:a16="http://schemas.microsoft.com/office/drawing/2014/main" id="{97C2CFDB-5770-4B2A-8E2B-D5FEC52DBC2E}"/>
              </a:ext>
            </a:extLst>
          </p:cNvPr>
          <p:cNvSpPr>
            <a:spLocks noGrp="1" noChangeArrowheads="1"/>
          </p:cNvSpPr>
          <p:nvPr>
            <p:ph type="title"/>
          </p:nvPr>
        </p:nvSpPr>
        <p:spPr/>
        <p:txBody>
          <a:bodyPr/>
          <a:lstStyle/>
          <a:p>
            <a:pPr eaLnBrk="1" hangingPunct="1"/>
            <a:r>
              <a:rPr lang="en-US" altLang="ms-MY"/>
              <a:t>Summary (cont'd.)</a:t>
            </a:r>
          </a:p>
        </p:txBody>
      </p:sp>
      <p:pic>
        <p:nvPicPr>
          <p:cNvPr id="89091" name="Picture 5">
            <a:extLst>
              <a:ext uri="{FF2B5EF4-FFF2-40B4-BE49-F238E27FC236}">
                <a16:creationId xmlns:a16="http://schemas.microsoft.com/office/drawing/2014/main" id="{38D092D1-EE85-4E8D-BEE3-414BF80BB8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725" y="914400"/>
            <a:ext cx="8448675" cy="509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2" name="Slide Number Placeholder 4">
            <a:extLst>
              <a:ext uri="{FF2B5EF4-FFF2-40B4-BE49-F238E27FC236}">
                <a16:creationId xmlns:a16="http://schemas.microsoft.com/office/drawing/2014/main" id="{B878A30C-6525-4099-9E49-D58AD02ABBA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3A83EF0-4C2C-40E7-82C9-AAD483113825}"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92</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5" name="TextBox 4">
            <a:extLst>
              <a:ext uri="{FF2B5EF4-FFF2-40B4-BE49-F238E27FC236}">
                <a16:creationId xmlns:a16="http://schemas.microsoft.com/office/drawing/2014/main" id="{A290D5A1-990D-4706-9A12-8281C0728C60}"/>
              </a:ext>
            </a:extLst>
          </p:cNvPr>
          <p:cNvSpPr txBox="1"/>
          <p:nvPr/>
        </p:nvSpPr>
        <p:spPr>
          <a:xfrm>
            <a:off x="855969" y="1638300"/>
            <a:ext cx="705642" cy="338554"/>
          </a:xfrm>
          <a:prstGeom prst="rect">
            <a:avLst/>
          </a:prstGeom>
          <a:noFill/>
        </p:spPr>
        <p:txBody>
          <a:bodyPr wrap="none" rtlCol="0">
            <a:spAutoFit/>
          </a:bodyPr>
          <a:lstStyle/>
          <a:p>
            <a:r>
              <a:rPr lang="en-US" sz="1600" dirty="0"/>
              <a:t>#SJF</a:t>
            </a:r>
          </a:p>
        </p:txBody>
      </p:sp>
      <p:sp>
        <p:nvSpPr>
          <p:cNvPr id="6" name="TextBox 5">
            <a:extLst>
              <a:ext uri="{FF2B5EF4-FFF2-40B4-BE49-F238E27FC236}">
                <a16:creationId xmlns:a16="http://schemas.microsoft.com/office/drawing/2014/main" id="{3342A207-1968-4A92-8CC0-735C3E8DEAEA}"/>
              </a:ext>
            </a:extLst>
          </p:cNvPr>
          <p:cNvSpPr txBox="1"/>
          <p:nvPr/>
        </p:nvSpPr>
        <p:spPr>
          <a:xfrm>
            <a:off x="1856946" y="2289274"/>
            <a:ext cx="2435282" cy="307777"/>
          </a:xfrm>
          <a:prstGeom prst="rect">
            <a:avLst/>
          </a:prstGeom>
          <a:noFill/>
        </p:spPr>
        <p:txBody>
          <a:bodyPr wrap="none" rtlCol="0">
            <a:spAutoFit/>
          </a:bodyPr>
          <a:lstStyle/>
          <a:p>
            <a:r>
              <a:rPr lang="en-US" sz="1400" dirty="0"/>
              <a:t>#can be preemptive also</a:t>
            </a:r>
          </a:p>
        </p:txBody>
      </p:sp>
    </p:spTree>
    <p:extLst>
      <p:ext uri="{BB962C8B-B14F-4D97-AF65-F5344CB8AC3E}">
        <p14:creationId xmlns:p14="http://schemas.microsoft.com/office/powerpoint/2010/main" val="192321285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D5BC6963-3123-496D-ACB7-242A6EA311F8}"/>
              </a:ext>
            </a:extLst>
          </p:cNvPr>
          <p:cNvSpPr>
            <a:spLocks noGrp="1" noChangeArrowheads="1"/>
          </p:cNvSpPr>
          <p:nvPr>
            <p:ph type="title"/>
          </p:nvPr>
        </p:nvSpPr>
        <p:spPr>
          <a:xfrm>
            <a:off x="660400" y="239713"/>
            <a:ext cx="8026400" cy="576262"/>
          </a:xfrm>
        </p:spPr>
        <p:txBody>
          <a:bodyPr/>
          <a:lstStyle/>
          <a:p>
            <a:pPr eaLnBrk="1" hangingPunct="1"/>
            <a:r>
              <a:rPr lang="en-US" altLang="en-US" dirty="0"/>
              <a:t>Multilevel Feedback Queue</a:t>
            </a:r>
          </a:p>
        </p:txBody>
      </p:sp>
      <p:sp>
        <p:nvSpPr>
          <p:cNvPr id="33795" name="Rectangle 3">
            <a:extLst>
              <a:ext uri="{FF2B5EF4-FFF2-40B4-BE49-F238E27FC236}">
                <a16:creationId xmlns:a16="http://schemas.microsoft.com/office/drawing/2014/main" id="{E2EDD92B-4C8A-40D2-AFB6-756937E53F44}"/>
              </a:ext>
            </a:extLst>
          </p:cNvPr>
          <p:cNvSpPr>
            <a:spLocks noGrp="1" noChangeArrowheads="1"/>
          </p:cNvSpPr>
          <p:nvPr>
            <p:ph type="body" idx="1"/>
          </p:nvPr>
        </p:nvSpPr>
        <p:spPr>
          <a:xfrm>
            <a:off x="497149" y="1468438"/>
            <a:ext cx="8189651" cy="4483100"/>
          </a:xfrm>
        </p:spPr>
        <p:txBody>
          <a:bodyPr/>
          <a:lstStyle/>
          <a:p>
            <a:r>
              <a:rPr lang="en-US" altLang="en-US" sz="2200" dirty="0"/>
              <a:t>A process can move between the various queues; aging can be implemented this way.</a:t>
            </a:r>
          </a:p>
          <a:p>
            <a:r>
              <a:rPr lang="en-US" altLang="en-US" sz="2200" dirty="0"/>
              <a:t>The idea is to separate process according to the characteristics of their CPU bursts.</a:t>
            </a:r>
          </a:p>
          <a:p>
            <a:r>
              <a:rPr lang="en-US" altLang="en-US" sz="2200" dirty="0"/>
              <a:t>Multilevel-feedback-queue scheduler defined by the following parameters:</a:t>
            </a:r>
          </a:p>
          <a:p>
            <a:pPr lvl="1"/>
            <a:r>
              <a:rPr lang="en-US" altLang="en-US" sz="2000" dirty="0"/>
              <a:t>number of queues</a:t>
            </a:r>
          </a:p>
          <a:p>
            <a:pPr lvl="1"/>
            <a:r>
              <a:rPr lang="en-US" altLang="en-US" sz="2000" dirty="0"/>
              <a:t>scheduling algorithms for each queue</a:t>
            </a:r>
          </a:p>
          <a:p>
            <a:pPr lvl="1"/>
            <a:r>
              <a:rPr lang="en-US" altLang="en-US" sz="2000" dirty="0"/>
              <a:t>method used to determine when to upgrade a process</a:t>
            </a:r>
          </a:p>
          <a:p>
            <a:pPr lvl="1"/>
            <a:r>
              <a:rPr lang="en-US" altLang="en-US" sz="2000" dirty="0"/>
              <a:t>method used to determine when to demote a process</a:t>
            </a:r>
          </a:p>
          <a:p>
            <a:pPr lvl="1"/>
            <a:r>
              <a:rPr lang="en-US" altLang="en-US" sz="2000" dirty="0"/>
              <a:t>method used to determine which queue a process will enter when that process needs service</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6EBE900C-4A6F-4D5C-9E42-CF90F0EC7858}"/>
              </a:ext>
            </a:extLst>
          </p:cNvPr>
          <p:cNvSpPr>
            <a:spLocks noGrp="1" noChangeArrowheads="1"/>
          </p:cNvSpPr>
          <p:nvPr>
            <p:ph type="title"/>
          </p:nvPr>
        </p:nvSpPr>
        <p:spPr>
          <a:xfrm>
            <a:off x="1371600" y="50800"/>
            <a:ext cx="7710488" cy="679450"/>
          </a:xfrm>
        </p:spPr>
        <p:txBody>
          <a:bodyPr/>
          <a:lstStyle/>
          <a:p>
            <a:pPr eaLnBrk="1" hangingPunct="1"/>
            <a:r>
              <a:rPr lang="en-US" altLang="en-US"/>
              <a:t>Example of Multilevel Feedback Queue</a:t>
            </a:r>
          </a:p>
        </p:txBody>
      </p:sp>
      <p:sp>
        <p:nvSpPr>
          <p:cNvPr id="34819" name="Rectangle 3">
            <a:extLst>
              <a:ext uri="{FF2B5EF4-FFF2-40B4-BE49-F238E27FC236}">
                <a16:creationId xmlns:a16="http://schemas.microsoft.com/office/drawing/2014/main" id="{4CBFB2C1-C290-4FBB-9E2E-413C71A4458C}"/>
              </a:ext>
            </a:extLst>
          </p:cNvPr>
          <p:cNvSpPr>
            <a:spLocks noGrp="1" noChangeArrowheads="1"/>
          </p:cNvSpPr>
          <p:nvPr>
            <p:ph type="body" idx="1"/>
          </p:nvPr>
        </p:nvSpPr>
        <p:spPr>
          <a:xfrm>
            <a:off x="506027" y="1233488"/>
            <a:ext cx="4563123" cy="4530725"/>
          </a:xfrm>
        </p:spPr>
        <p:txBody>
          <a:bodyPr/>
          <a:lstStyle/>
          <a:p>
            <a:r>
              <a:rPr lang="en-US" altLang="en-US" dirty="0"/>
              <a:t>Three queues: </a:t>
            </a:r>
          </a:p>
          <a:p>
            <a:pPr lvl="1"/>
            <a:r>
              <a:rPr lang="en-US" altLang="en-US" sz="1600" i="1" dirty="0"/>
              <a:t>Q</a:t>
            </a:r>
            <a:r>
              <a:rPr lang="en-US" altLang="en-US" sz="1600" baseline="-25000" dirty="0"/>
              <a:t>0</a:t>
            </a:r>
            <a:r>
              <a:rPr lang="en-US" altLang="en-US" sz="1600" dirty="0"/>
              <a:t> – RR with time quantum 8 milliseconds</a:t>
            </a:r>
          </a:p>
          <a:p>
            <a:pPr lvl="1"/>
            <a:r>
              <a:rPr lang="en-US" altLang="en-US" sz="1600" i="1" dirty="0"/>
              <a:t>Q</a:t>
            </a:r>
            <a:r>
              <a:rPr lang="en-US" altLang="en-US" sz="1600" baseline="-25000" dirty="0"/>
              <a:t>1</a:t>
            </a:r>
            <a:r>
              <a:rPr lang="en-US" altLang="en-US" sz="1600" dirty="0"/>
              <a:t> – RR time quantum 16 milliseconds</a:t>
            </a:r>
          </a:p>
          <a:p>
            <a:pPr lvl="1"/>
            <a:r>
              <a:rPr lang="en-US" altLang="en-US" sz="1600" i="1" dirty="0"/>
              <a:t>Q</a:t>
            </a:r>
            <a:r>
              <a:rPr lang="en-US" altLang="en-US" sz="1600" baseline="-25000" dirty="0"/>
              <a:t>2</a:t>
            </a:r>
            <a:r>
              <a:rPr lang="en-US" altLang="en-US" sz="1600" dirty="0"/>
              <a:t> – FCFS</a:t>
            </a:r>
          </a:p>
          <a:p>
            <a:pPr lvl="1"/>
            <a:endParaRPr lang="en-US" altLang="en-US" dirty="0"/>
          </a:p>
          <a:p>
            <a:r>
              <a:rPr lang="en-US" altLang="en-US" dirty="0"/>
              <a:t>Scheduling</a:t>
            </a:r>
          </a:p>
          <a:p>
            <a:pPr lvl="1"/>
            <a:r>
              <a:rPr lang="en-US" altLang="en-US" sz="1600" dirty="0"/>
              <a:t>A new job enters queue </a:t>
            </a:r>
            <a:r>
              <a:rPr lang="en-US" altLang="en-US" sz="1600" i="1" dirty="0"/>
              <a:t>Q</a:t>
            </a:r>
            <a:r>
              <a:rPr lang="en-US" altLang="en-US" sz="1600" i="1" baseline="-25000" dirty="0"/>
              <a:t>0</a:t>
            </a:r>
            <a:r>
              <a:rPr lang="en-US" altLang="en-US" sz="1600" i="1" dirty="0"/>
              <a:t> </a:t>
            </a:r>
            <a:r>
              <a:rPr lang="en-US" altLang="en-US" sz="1600" dirty="0"/>
              <a:t>which is served</a:t>
            </a:r>
            <a:r>
              <a:rPr lang="en-US" altLang="en-US" sz="1600" i="1" dirty="0"/>
              <a:t> </a:t>
            </a:r>
            <a:r>
              <a:rPr lang="en-US" altLang="en-US" sz="1600" dirty="0"/>
              <a:t>FCFS</a:t>
            </a:r>
          </a:p>
          <a:p>
            <a:pPr lvl="2"/>
            <a:r>
              <a:rPr lang="en-US" altLang="en-US" sz="1400" dirty="0"/>
              <a:t>When it gains CPU, job receives 8 milliseconds</a:t>
            </a:r>
          </a:p>
          <a:p>
            <a:pPr lvl="2"/>
            <a:r>
              <a:rPr lang="en-US" altLang="en-US" sz="1400" dirty="0"/>
              <a:t>If it does not finish in 8 milliseconds, job is moved to queue </a:t>
            </a:r>
            <a:r>
              <a:rPr lang="en-US" altLang="en-US" sz="1400" i="1" dirty="0"/>
              <a:t>Q</a:t>
            </a:r>
            <a:r>
              <a:rPr lang="en-US" altLang="en-US" sz="1400" baseline="-25000" dirty="0"/>
              <a:t>1</a:t>
            </a:r>
            <a:endParaRPr lang="en-US" altLang="en-US" sz="1400" dirty="0"/>
          </a:p>
          <a:p>
            <a:pPr lvl="1"/>
            <a:r>
              <a:rPr lang="en-US" altLang="en-US" sz="1600" dirty="0"/>
              <a:t>At </a:t>
            </a:r>
            <a:r>
              <a:rPr lang="en-US" altLang="en-US" sz="1600" i="1" dirty="0"/>
              <a:t>Q</a:t>
            </a:r>
            <a:r>
              <a:rPr lang="en-US" altLang="en-US" sz="1600" baseline="-25000" dirty="0"/>
              <a:t>1</a:t>
            </a:r>
            <a:r>
              <a:rPr lang="en-US" altLang="en-US" sz="1600" dirty="0"/>
              <a:t> job is again served FCFS and receives 16 additional milliseconds</a:t>
            </a:r>
          </a:p>
          <a:p>
            <a:pPr lvl="2"/>
            <a:r>
              <a:rPr lang="en-US" altLang="en-US" sz="1400" dirty="0"/>
              <a:t>If it still does not complete, it is preempted and moved to queue </a:t>
            </a:r>
            <a:r>
              <a:rPr lang="en-US" altLang="en-US" sz="1400" i="1" dirty="0"/>
              <a:t>Q</a:t>
            </a:r>
            <a:r>
              <a:rPr lang="en-US" altLang="en-US" sz="1400" baseline="-25000" dirty="0"/>
              <a:t>2</a:t>
            </a:r>
            <a:endParaRPr lang="en-US" altLang="en-US" sz="1400" dirty="0"/>
          </a:p>
        </p:txBody>
      </p:sp>
      <p:pic>
        <p:nvPicPr>
          <p:cNvPr id="34820" name="Picture 4" descr="5">
            <a:extLst>
              <a:ext uri="{FF2B5EF4-FFF2-40B4-BE49-F238E27FC236}">
                <a16:creationId xmlns:a16="http://schemas.microsoft.com/office/drawing/2014/main" id="{29151725-AC4D-4975-986D-6443F886760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15825" y="1306744"/>
            <a:ext cx="3862388" cy="2574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A64578BE-2655-4454-8C3A-C35E2F61E85C}"/>
              </a:ext>
            </a:extLst>
          </p:cNvPr>
          <p:cNvSpPr/>
          <p:nvPr/>
        </p:nvSpPr>
        <p:spPr>
          <a:xfrm>
            <a:off x="4572000" y="4452474"/>
            <a:ext cx="4572000" cy="1384995"/>
          </a:xfrm>
          <a:prstGeom prst="rect">
            <a:avLst/>
          </a:prstGeom>
        </p:spPr>
        <p:txBody>
          <a:bodyPr>
            <a:spAutoFit/>
          </a:bodyPr>
          <a:lstStyle/>
          <a:p>
            <a:pPr marL="742950" lvl="1" indent="-285750" eaLnBrk="1" hangingPunct="1">
              <a:buFont typeface="Arial" panose="020B0604020202020204" pitchFamily="34" charset="0"/>
              <a:buChar char="•"/>
            </a:pPr>
            <a:r>
              <a:rPr lang="en-US" altLang="ms-MY" sz="1400" dirty="0"/>
              <a:t>Processes in queue </a:t>
            </a:r>
            <a:r>
              <a:rPr lang="en-US" altLang="ms-MY" sz="1400" i="1" dirty="0"/>
              <a:t>Q</a:t>
            </a:r>
            <a:r>
              <a:rPr lang="en-US" altLang="ms-MY" sz="1400" baseline="-25000" dirty="0"/>
              <a:t>2</a:t>
            </a:r>
            <a:r>
              <a:rPr lang="en-US" altLang="ms-MY" sz="1400" dirty="0"/>
              <a:t> are run on an </a:t>
            </a:r>
            <a:r>
              <a:rPr lang="ms-MY" altLang="ms-MY" sz="1400" dirty="0"/>
              <a:t>FCFS </a:t>
            </a:r>
            <a:r>
              <a:rPr lang="en-US" altLang="ms-MY" sz="1400" dirty="0"/>
              <a:t>basis but are run only when queues </a:t>
            </a:r>
            <a:r>
              <a:rPr lang="en-US" altLang="ms-MY" sz="1400" i="1" dirty="0"/>
              <a:t>Q</a:t>
            </a:r>
            <a:r>
              <a:rPr lang="en-US" altLang="ms-MY" sz="1400" i="1" baseline="-25000" dirty="0"/>
              <a:t>0</a:t>
            </a:r>
            <a:r>
              <a:rPr lang="en-US" altLang="ms-MY" sz="1400" dirty="0"/>
              <a:t> and </a:t>
            </a:r>
            <a:r>
              <a:rPr lang="en-US" altLang="ms-MY" sz="1400" i="1" dirty="0"/>
              <a:t>Q</a:t>
            </a:r>
            <a:r>
              <a:rPr lang="en-US" altLang="ms-MY" sz="1400" i="1" baseline="-25000" dirty="0"/>
              <a:t>1</a:t>
            </a:r>
            <a:r>
              <a:rPr lang="en-US" altLang="ms-MY" sz="1400" dirty="0"/>
              <a:t> are empty.</a:t>
            </a:r>
          </a:p>
          <a:p>
            <a:pPr marL="742950" lvl="1" indent="-285750" eaLnBrk="1" hangingPunct="1">
              <a:buFont typeface="Arial" panose="020B0604020202020204" pitchFamily="34" charset="0"/>
              <a:buChar char="•"/>
            </a:pPr>
            <a:r>
              <a:rPr lang="en-US" altLang="ms-MY" sz="1400" dirty="0"/>
              <a:t>This scheduling algorithm gives highest priority to any process with a </a:t>
            </a:r>
            <a:r>
              <a:rPr lang="ms-MY" altLang="ms-MY" sz="1400" dirty="0"/>
              <a:t>CPU </a:t>
            </a:r>
            <a:r>
              <a:rPr lang="en-US" altLang="ms-MY" sz="1400" dirty="0"/>
              <a:t>burst of 8 </a:t>
            </a:r>
            <a:r>
              <a:rPr lang="en-US" altLang="ms-MY" sz="1400" dirty="0" err="1"/>
              <a:t>ms</a:t>
            </a:r>
            <a:r>
              <a:rPr lang="en-US" altLang="ms-MY" sz="1400" dirty="0"/>
              <a:t> or less.</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8-Point Star 10">
            <a:extLst>
              <a:ext uri="{FF2B5EF4-FFF2-40B4-BE49-F238E27FC236}">
                <a16:creationId xmlns:a16="http://schemas.microsoft.com/office/drawing/2014/main" id="{25FB5FF1-1DAD-49CC-A444-65A6D93CEAAD}"/>
              </a:ext>
            </a:extLst>
          </p:cNvPr>
          <p:cNvSpPr>
            <a:spLocks noChangeArrowheads="1"/>
          </p:cNvSpPr>
          <p:nvPr/>
        </p:nvSpPr>
        <p:spPr bwMode="auto">
          <a:xfrm rot="2245177">
            <a:off x="7339013" y="331788"/>
            <a:ext cx="1676400" cy="990600"/>
          </a:xfrm>
          <a:prstGeom prst="star8">
            <a:avLst>
              <a:gd name="adj" fmla="val 37500"/>
            </a:avLst>
          </a:prstGeom>
          <a:solidFill>
            <a:srgbClr val="FFFF00"/>
          </a:solidFill>
          <a:ln>
            <a:noFill/>
          </a:ln>
          <a:effectLst>
            <a:outerShdw blurRad="63500" dist="139700" dir="2700000" algn="tl" rotWithShape="0">
              <a:srgbClr val="000000">
                <a:alpha val="42998"/>
              </a:srgbClr>
            </a:outerShdw>
          </a:effectLst>
          <a:extLst>
            <a:ext uri="{91240B29-F687-4f45-9708-019B960494DF}"/>
          </a:ex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FF0000"/>
                </a:solidFill>
                <a:effectLst/>
                <a:uLnTx/>
                <a:uFillTx/>
                <a:latin typeface="Chalkduster" charset="0"/>
                <a:ea typeface="MS PGothic" charset="0"/>
                <a:cs typeface="MS PGothic" charset="0"/>
              </a:rPr>
              <a:t>Extra</a:t>
            </a:r>
          </a:p>
        </p:txBody>
      </p:sp>
      <p:sp>
        <p:nvSpPr>
          <p:cNvPr id="12" name="Rectangle 9">
            <a:extLst>
              <a:ext uri="{FF2B5EF4-FFF2-40B4-BE49-F238E27FC236}">
                <a16:creationId xmlns:a16="http://schemas.microsoft.com/office/drawing/2014/main" id="{6B4966DE-E4F7-4A2E-9D58-09900BBD2886}"/>
              </a:ext>
            </a:extLst>
          </p:cNvPr>
          <p:cNvSpPr txBox="1">
            <a:spLocks noChangeArrowheads="1"/>
          </p:cNvSpPr>
          <p:nvPr/>
        </p:nvSpPr>
        <p:spPr>
          <a:xfrm>
            <a:off x="685800" y="914400"/>
            <a:ext cx="8153400" cy="533400"/>
          </a:xfrm>
          <a:prstGeom prst="rect">
            <a:avLst/>
          </a:prstGeom>
        </p:spPr>
        <p:txBody>
          <a:bodyPr/>
          <a:lstStyle/>
          <a:p>
            <a:pPr marL="0" marR="0" lvl="0" indent="0" algn="l" defTabSz="914400" rtl="0" eaLnBrk="1" fontAlgn="base" latinLnBrk="0" hangingPunct="1">
              <a:lnSpc>
                <a:spcPct val="90000"/>
              </a:lnSpc>
              <a:spcBef>
                <a:spcPct val="20000"/>
              </a:spcBef>
              <a:spcAft>
                <a:spcPct val="0"/>
              </a:spcAft>
              <a:buClrTx/>
              <a:buSzTx/>
              <a:buFontTx/>
              <a:buNone/>
              <a:tabLst/>
              <a:defRPr/>
            </a:pPr>
            <a:r>
              <a:rPr kumimoji="0" lang="en-US" sz="2400" b="1"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rPr>
              <a:t>MFQ: Exercise 9</a:t>
            </a:r>
            <a:endParaRPr kumimoji="0" lang="en-US" sz="2400" b="0" i="0" u="none" strike="noStrike" kern="0" cap="none" spc="0" normalizeH="0" baseline="0" noProof="0" dirty="0">
              <a:ln>
                <a:noFill/>
              </a:ln>
              <a:solidFill>
                <a:srgbClr val="FF0000"/>
              </a:solidFill>
              <a:effectLst/>
              <a:uLnTx/>
              <a:uFillTx/>
              <a:latin typeface="Arial"/>
              <a:ea typeface="MS PGothic" panose="020B0600070205080204" pitchFamily="34" charset="-128"/>
              <a:cs typeface="+mn-cs"/>
            </a:endParaRPr>
          </a:p>
          <a:p>
            <a:pPr marL="0" marR="0" lvl="0" indent="0" algn="l" defTabSz="914400" rtl="0" eaLnBrk="1" fontAlgn="base" latinLnBrk="0" hangingPunct="1">
              <a:lnSpc>
                <a:spcPct val="90000"/>
              </a:lnSpc>
              <a:spcBef>
                <a:spcPct val="2000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mn-cs"/>
            </a:endParaRPr>
          </a:p>
          <a:p>
            <a:pPr marL="342900" marR="0" lvl="0" indent="-342900" algn="l" defTabSz="914400" rtl="0" eaLnBrk="1" fontAlgn="base" latinLnBrk="0" hangingPunct="1">
              <a:lnSpc>
                <a:spcPct val="90000"/>
              </a:lnSpc>
              <a:spcBef>
                <a:spcPct val="20000"/>
              </a:spcBef>
              <a:spcAft>
                <a:spcPct val="0"/>
              </a:spcAft>
              <a:buClrTx/>
              <a:buSzTx/>
              <a:buFontTx/>
              <a:buChar char="•"/>
              <a:tabLst/>
              <a:defRPr/>
            </a:pPr>
            <a:endParaRPr kumimoji="0" lang="en-US" sz="2400" b="0" i="0" u="none" strike="noStrike" kern="0" cap="none" spc="0" normalizeH="0" baseline="0" noProof="0" dirty="0">
              <a:ln>
                <a:noFill/>
              </a:ln>
              <a:solidFill>
                <a:srgbClr val="000000"/>
              </a:solidFill>
              <a:effectLst/>
              <a:uLnTx/>
              <a:uFillTx/>
              <a:latin typeface="Arial"/>
              <a:ea typeface="MS PGothic" panose="020B0600070205080204" pitchFamily="34" charset="-128"/>
              <a:cs typeface="Arial" panose="020B0604020202020204" pitchFamily="34" charset="0"/>
            </a:endParaRPr>
          </a:p>
        </p:txBody>
      </p:sp>
      <p:sp>
        <p:nvSpPr>
          <p:cNvPr id="96260" name="Slide Number Placeholder 1">
            <a:extLst>
              <a:ext uri="{FF2B5EF4-FFF2-40B4-BE49-F238E27FC236}">
                <a16:creationId xmlns:a16="http://schemas.microsoft.com/office/drawing/2014/main" id="{E8907E2F-690D-49F1-A8C8-345ACFE905C3}"/>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7E8BE7A-3B54-419C-B89F-7BA2DEAD0D9F}"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95</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96283" name="Rectangle 7">
            <a:extLst>
              <a:ext uri="{FF2B5EF4-FFF2-40B4-BE49-F238E27FC236}">
                <a16:creationId xmlns:a16="http://schemas.microsoft.com/office/drawing/2014/main" id="{E70B8850-EF4F-4B52-8DBF-3F854E1AC334}"/>
              </a:ext>
            </a:extLst>
          </p:cNvPr>
          <p:cNvSpPr>
            <a:spLocks noChangeArrowheads="1"/>
          </p:cNvSpPr>
          <p:nvPr/>
        </p:nvSpPr>
        <p:spPr bwMode="auto">
          <a:xfrm>
            <a:off x="685800" y="1371600"/>
            <a:ext cx="79248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just" defTabSz="914400" rtl="0" eaLnBrk="1" fontAlgn="base" latinLnBrk="0" hangingPunct="1">
              <a:lnSpc>
                <a:spcPct val="100000"/>
              </a:lnSpc>
              <a:spcBef>
                <a:spcPct val="20000"/>
              </a:spcBef>
              <a:spcAft>
                <a:spcPct val="0"/>
              </a:spcAft>
              <a:buClrTx/>
              <a:buSzTx/>
              <a:buFontTx/>
              <a:buNone/>
              <a:tabLst/>
              <a:defRPr/>
            </a:pPr>
            <a:r>
              <a:rPr kumimoji="0" lang="en-US" altLang="ms-MY" sz="2000" b="0" i="0" u="none" strike="noStrike" kern="120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rPr>
              <a:t>Five processes Job A, Job B, Job C, Job D and Job E arrived at time </a:t>
            </a:r>
            <a:r>
              <a:rPr kumimoji="0" lang="en-US" altLang="ms-MY" sz="2000" b="0" i="1" u="none" strike="noStrike" kern="120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rPr>
              <a:t>t</a:t>
            </a:r>
            <a:r>
              <a:rPr kumimoji="0" lang="en-US" altLang="ms-MY" sz="2000" b="0" i="1" u="none" strike="noStrike" kern="1200" cap="none" spc="0" normalizeH="0" baseline="-2500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rPr>
              <a:t>0</a:t>
            </a:r>
            <a:r>
              <a:rPr kumimoji="0" lang="en-US" altLang="ms-MY" sz="2000" b="0" i="1" u="none" strike="noStrike" kern="120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rPr>
              <a:t> </a:t>
            </a:r>
            <a:r>
              <a:rPr kumimoji="0" lang="en-US" altLang="ms-MY" sz="2000" b="0" i="0" u="none" strike="noStrike" kern="1200" cap="none" spc="0" normalizeH="0" baseline="0" noProof="0" dirty="0">
                <a:ln>
                  <a:noFill/>
                </a:ln>
                <a:solidFill>
                  <a:srgbClr val="000000"/>
                </a:solidFill>
                <a:effectLst/>
                <a:uLnTx/>
                <a:uFillTx/>
                <a:latin typeface="Arial" panose="020B0604020202020204" pitchFamily="34" charset="0"/>
                <a:ea typeface="MS PGothic" panose="020B0600070205080204" pitchFamily="34" charset="-128"/>
                <a:cs typeface="Arial" panose="020B0604020202020204" pitchFamily="34" charset="0"/>
              </a:rPr>
              <a:t>with different CPU burst and priority level. Assume that MFQ Scheduling algorithm is applied with 2 levels and the priority range 1 Highest. By given an initial time quantum for the first level is 5 CPU bursts and the last level using FCFS,  calculate the average waiting time and average turnaround time. </a:t>
            </a:r>
          </a:p>
        </p:txBody>
      </p:sp>
      <p:graphicFrame>
        <p:nvGraphicFramePr>
          <p:cNvPr id="8" name="Google Shape;1555;p93"/>
          <p:cNvGraphicFramePr/>
          <p:nvPr/>
        </p:nvGraphicFramePr>
        <p:xfrm>
          <a:off x="2209800" y="3794125"/>
          <a:ext cx="5105400" cy="2225700"/>
        </p:xfrm>
        <a:graphic>
          <a:graphicData uri="http://schemas.openxmlformats.org/drawingml/2006/table">
            <a:tbl>
              <a:tblPr firstRow="1" bandRow="1">
                <a:noFill/>
              </a:tblPr>
              <a:tblGrid>
                <a:gridCol w="1828800">
                  <a:extLst>
                    <a:ext uri="{9D8B030D-6E8A-4147-A177-3AD203B41FA5}">
                      <a16:colId xmlns:a16="http://schemas.microsoft.com/office/drawing/2014/main" val="20000"/>
                    </a:ext>
                  </a:extLst>
                </a:gridCol>
                <a:gridCol w="1772250">
                  <a:extLst>
                    <a:ext uri="{9D8B030D-6E8A-4147-A177-3AD203B41FA5}">
                      <a16:colId xmlns:a16="http://schemas.microsoft.com/office/drawing/2014/main" val="20001"/>
                    </a:ext>
                  </a:extLst>
                </a:gridCol>
                <a:gridCol w="1504350">
                  <a:extLst>
                    <a:ext uri="{9D8B030D-6E8A-4147-A177-3AD203B41FA5}">
                      <a16:colId xmlns:a16="http://schemas.microsoft.com/office/drawing/2014/main" val="20002"/>
                    </a:ext>
                  </a:extLst>
                </a:gridCol>
              </a:tblGrid>
              <a:tr h="370950">
                <a:tc>
                  <a:txBody>
                    <a:bodyPr/>
                    <a:lstStyle/>
                    <a:p>
                      <a:pPr marL="0" marR="0" lvl="0" indent="0" algn="ctr" rtl="0">
                        <a:spcBef>
                          <a:spcPts val="0"/>
                        </a:spcBef>
                        <a:spcAft>
                          <a:spcPts val="0"/>
                        </a:spcAft>
                        <a:buNone/>
                      </a:pPr>
                      <a:r>
                        <a:rPr lang="en-US" sz="1800" u="none" strike="noStrike" cap="none">
                          <a:solidFill>
                            <a:schemeClr val="dk1"/>
                          </a:solidFill>
                        </a:rPr>
                        <a:t>Process</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solidFill>
                            <a:schemeClr val="dk1"/>
                          </a:solidFill>
                        </a:rPr>
                        <a:t>CPU Burst</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solidFill>
                            <a:schemeClr val="dk1"/>
                          </a:solidFill>
                        </a:rPr>
                        <a:t>Priority</a:t>
                      </a:r>
                      <a:endParaRPr/>
                    </a:p>
                  </a:txBody>
                  <a:tcPr marL="91450" marR="91450" marT="45725" marB="45725"/>
                </a:tc>
                <a:extLst>
                  <a:ext uri="{0D108BD9-81ED-4DB2-BD59-A6C34878D82A}">
                    <a16:rowId xmlns:a16="http://schemas.microsoft.com/office/drawing/2014/main" val="10000"/>
                  </a:ext>
                </a:extLst>
              </a:tr>
              <a:tr h="370950">
                <a:tc>
                  <a:txBody>
                    <a:bodyPr/>
                    <a:lstStyle/>
                    <a:p>
                      <a:pPr marL="0" marR="0" lvl="0" indent="0" algn="ctr" rtl="0">
                        <a:spcBef>
                          <a:spcPts val="0"/>
                        </a:spcBef>
                        <a:spcAft>
                          <a:spcPts val="0"/>
                        </a:spcAft>
                        <a:buNone/>
                      </a:pPr>
                      <a:r>
                        <a:rPr lang="en-US" sz="1800" u="none" strike="noStrike" cap="none"/>
                        <a:t>Job A</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10</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3</a:t>
                      </a:r>
                      <a:endParaRPr/>
                    </a:p>
                  </a:txBody>
                  <a:tcPr marL="91450" marR="91450" marT="45725" marB="45725"/>
                </a:tc>
                <a:extLst>
                  <a:ext uri="{0D108BD9-81ED-4DB2-BD59-A6C34878D82A}">
                    <a16:rowId xmlns:a16="http://schemas.microsoft.com/office/drawing/2014/main" val="10001"/>
                  </a:ext>
                </a:extLst>
              </a:tr>
              <a:tr h="370950">
                <a:tc>
                  <a:txBody>
                    <a:bodyPr/>
                    <a:lstStyle/>
                    <a:p>
                      <a:pPr marL="0" marR="0" lvl="0" indent="0" algn="ctr" rtl="0">
                        <a:spcBef>
                          <a:spcPts val="0"/>
                        </a:spcBef>
                        <a:spcAft>
                          <a:spcPts val="0"/>
                        </a:spcAft>
                        <a:buNone/>
                      </a:pPr>
                      <a:r>
                        <a:rPr lang="en-US" sz="1800" u="none" strike="noStrike" cap="none"/>
                        <a:t>Job B</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extLst>
                  <a:ext uri="{0D108BD9-81ED-4DB2-BD59-A6C34878D82A}">
                    <a16:rowId xmlns:a16="http://schemas.microsoft.com/office/drawing/2014/main" val="10002"/>
                  </a:ext>
                </a:extLst>
              </a:tr>
              <a:tr h="370950">
                <a:tc>
                  <a:txBody>
                    <a:bodyPr/>
                    <a:lstStyle/>
                    <a:p>
                      <a:pPr marL="0" marR="0" lvl="0" indent="0" algn="ctr" rtl="0">
                        <a:spcBef>
                          <a:spcPts val="0"/>
                        </a:spcBef>
                        <a:spcAft>
                          <a:spcPts val="0"/>
                        </a:spcAft>
                        <a:buNone/>
                      </a:pPr>
                      <a:r>
                        <a:rPr lang="en-US" sz="1800" u="none" strike="noStrike" cap="none"/>
                        <a:t>Job C</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2</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4</a:t>
                      </a:r>
                      <a:endParaRPr/>
                    </a:p>
                  </a:txBody>
                  <a:tcPr marL="91450" marR="91450" marT="45725" marB="45725"/>
                </a:tc>
                <a:extLst>
                  <a:ext uri="{0D108BD9-81ED-4DB2-BD59-A6C34878D82A}">
                    <a16:rowId xmlns:a16="http://schemas.microsoft.com/office/drawing/2014/main" val="10003"/>
                  </a:ext>
                </a:extLst>
              </a:tr>
              <a:tr h="370950">
                <a:tc>
                  <a:txBody>
                    <a:bodyPr/>
                    <a:lstStyle/>
                    <a:p>
                      <a:pPr marL="0" marR="0" lvl="0" indent="0" algn="ctr" rtl="0">
                        <a:spcBef>
                          <a:spcPts val="0"/>
                        </a:spcBef>
                        <a:spcAft>
                          <a:spcPts val="0"/>
                        </a:spcAft>
                        <a:buNone/>
                      </a:pPr>
                      <a:r>
                        <a:rPr lang="en-US" sz="1800" u="none" strike="noStrike" cap="none"/>
                        <a:t>Job D</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1</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5</a:t>
                      </a:r>
                      <a:endParaRPr/>
                    </a:p>
                  </a:txBody>
                  <a:tcPr marL="91450" marR="91450" marT="45725" marB="45725"/>
                </a:tc>
                <a:extLst>
                  <a:ext uri="{0D108BD9-81ED-4DB2-BD59-A6C34878D82A}">
                    <a16:rowId xmlns:a16="http://schemas.microsoft.com/office/drawing/2014/main" val="10004"/>
                  </a:ext>
                </a:extLst>
              </a:tr>
              <a:tr h="370950">
                <a:tc>
                  <a:txBody>
                    <a:bodyPr/>
                    <a:lstStyle/>
                    <a:p>
                      <a:pPr marL="0" marR="0" lvl="0" indent="0" algn="ctr" rtl="0">
                        <a:spcBef>
                          <a:spcPts val="0"/>
                        </a:spcBef>
                        <a:spcAft>
                          <a:spcPts val="0"/>
                        </a:spcAft>
                        <a:buNone/>
                      </a:pPr>
                      <a:r>
                        <a:rPr lang="en-US" sz="1800" u="none" strike="noStrike" cap="none"/>
                        <a:t>Job E</a:t>
                      </a:r>
                      <a:endParaRPr/>
                    </a:p>
                  </a:txBody>
                  <a:tcPr marL="91450" marR="91450" marT="45725" marB="45725"/>
                </a:tc>
                <a:tc>
                  <a:txBody>
                    <a:bodyPr/>
                    <a:lstStyle/>
                    <a:p>
                      <a:pPr marL="0" marR="0" lvl="0" indent="0" algn="ctr" rtl="0">
                        <a:spcBef>
                          <a:spcPts val="0"/>
                        </a:spcBef>
                        <a:spcAft>
                          <a:spcPts val="0"/>
                        </a:spcAft>
                        <a:buNone/>
                      </a:pPr>
                      <a:r>
                        <a:rPr lang="en-US" sz="1800" u="none" strike="noStrike" cap="none"/>
                        <a:t>5</a:t>
                      </a:r>
                      <a:endParaRPr/>
                    </a:p>
                  </a:txBody>
                  <a:tcPr marL="91450" marR="91450" marT="45725" marB="45725"/>
                </a:tc>
                <a:tc>
                  <a:txBody>
                    <a:bodyPr/>
                    <a:lstStyle/>
                    <a:p>
                      <a:pPr marL="0" marR="0" lvl="0" indent="0" algn="ctr" rtl="0">
                        <a:spcBef>
                          <a:spcPts val="0"/>
                        </a:spcBef>
                        <a:spcAft>
                          <a:spcPts val="0"/>
                        </a:spcAft>
                        <a:buNone/>
                      </a:pPr>
                      <a:r>
                        <a:rPr lang="en-US" sz="1800" u="none" strike="noStrike" cap="none" dirty="0"/>
                        <a:t>2</a:t>
                      </a:r>
                      <a:endParaRPr dirty="0"/>
                    </a:p>
                  </a:txBody>
                  <a:tcPr marL="91450" marR="91450" marT="45725" marB="45725"/>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722731544"/>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Number Placeholder 4">
            <a:extLst>
              <a:ext uri="{FF2B5EF4-FFF2-40B4-BE49-F238E27FC236}">
                <a16:creationId xmlns:a16="http://schemas.microsoft.com/office/drawing/2014/main" id="{A80D845A-E316-469B-ACDB-A95AC44B3A4F}"/>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ABD4116E-F487-44E8-8711-812DAEEB32EF}"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96</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
        <p:nvSpPr>
          <p:cNvPr id="17" name="8-Point Star 10">
            <a:extLst>
              <a:ext uri="{FF2B5EF4-FFF2-40B4-BE49-F238E27FC236}">
                <a16:creationId xmlns:a16="http://schemas.microsoft.com/office/drawing/2014/main" id="{0A72AB2D-2E42-4007-BE52-EA3E1B107E13}"/>
              </a:ext>
            </a:extLst>
          </p:cNvPr>
          <p:cNvSpPr>
            <a:spLocks noChangeArrowheads="1"/>
          </p:cNvSpPr>
          <p:nvPr/>
        </p:nvSpPr>
        <p:spPr bwMode="auto">
          <a:xfrm rot="2245177">
            <a:off x="7824788" y="-125413"/>
            <a:ext cx="1676400" cy="990601"/>
          </a:xfrm>
          <a:prstGeom prst="star8">
            <a:avLst>
              <a:gd name="adj" fmla="val 37500"/>
            </a:avLst>
          </a:prstGeom>
          <a:solidFill>
            <a:srgbClr val="FF0000"/>
          </a:solidFill>
          <a:ln>
            <a:noFill/>
          </a:ln>
          <a:effectLst>
            <a:outerShdw blurRad="63500" dist="139700" dir="2700000" algn="tl" rotWithShape="0">
              <a:srgbClr val="000000">
                <a:alpha val="42998"/>
              </a:srgbClr>
            </a:outerShdw>
          </a:effectLst>
        </p:spPr>
        <p:txBody>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Chalkduster" charset="0"/>
                <a:ea typeface="MS PGothic" charset="0"/>
                <a:cs typeface="MS PGothic" charset="0"/>
              </a:rPr>
              <a:t>NEW</a:t>
            </a:r>
          </a:p>
        </p:txBody>
      </p:sp>
      <p:graphicFrame>
        <p:nvGraphicFramePr>
          <p:cNvPr id="4" name="Table 3">
            <a:extLst>
              <a:ext uri="{FF2B5EF4-FFF2-40B4-BE49-F238E27FC236}">
                <a16:creationId xmlns:a16="http://schemas.microsoft.com/office/drawing/2014/main" id="{A8934635-4E21-42E3-A224-F9DFFC5734BD}"/>
              </a:ext>
            </a:extLst>
          </p:cNvPr>
          <p:cNvGraphicFramePr>
            <a:graphicFrameLocks noGrp="1"/>
          </p:cNvGraphicFramePr>
          <p:nvPr>
            <p:extLst>
              <p:ext uri="{D42A27DB-BD31-4B8C-83A1-F6EECF244321}">
                <p14:modId xmlns:p14="http://schemas.microsoft.com/office/powerpoint/2010/main" val="821724861"/>
              </p:ext>
            </p:extLst>
          </p:nvPr>
        </p:nvGraphicFramePr>
        <p:xfrm>
          <a:off x="76200" y="76200"/>
          <a:ext cx="3641724" cy="1828872"/>
        </p:xfrm>
        <a:graphic>
          <a:graphicData uri="http://schemas.openxmlformats.org/drawingml/2006/table">
            <a:tbl>
              <a:tblPr firstRow="1" bandRow="1">
                <a:tableStyleId>{74C1A8A3-306A-4EB7-A6B1-4F7E0EB9C5D6}</a:tableStyleId>
              </a:tblPr>
              <a:tblGrid>
                <a:gridCol w="1304498">
                  <a:extLst>
                    <a:ext uri="{9D8B030D-6E8A-4147-A177-3AD203B41FA5}">
                      <a16:colId xmlns:a16="http://schemas.microsoft.com/office/drawing/2014/main" val="20000"/>
                    </a:ext>
                  </a:extLst>
                </a:gridCol>
                <a:gridCol w="1264158">
                  <a:extLst>
                    <a:ext uri="{9D8B030D-6E8A-4147-A177-3AD203B41FA5}">
                      <a16:colId xmlns:a16="http://schemas.microsoft.com/office/drawing/2014/main" val="20001"/>
                    </a:ext>
                  </a:extLst>
                </a:gridCol>
                <a:gridCol w="1073068">
                  <a:extLst>
                    <a:ext uri="{9D8B030D-6E8A-4147-A177-3AD203B41FA5}">
                      <a16:colId xmlns:a16="http://schemas.microsoft.com/office/drawing/2014/main" val="20002"/>
                    </a:ext>
                  </a:extLst>
                </a:gridCol>
              </a:tblGrid>
              <a:tr h="304800">
                <a:tc>
                  <a:txBody>
                    <a:bodyPr/>
                    <a:lstStyle/>
                    <a:p>
                      <a:pPr algn="ctr"/>
                      <a:r>
                        <a:rPr lang="en-US" sz="1400" dirty="0">
                          <a:solidFill>
                            <a:schemeClr val="tx1"/>
                          </a:solidFill>
                        </a:rPr>
                        <a:t>Process</a:t>
                      </a:r>
                    </a:p>
                  </a:txBody>
                  <a:tcPr marL="91456" marR="91456" marT="45726" marB="45726"/>
                </a:tc>
                <a:tc>
                  <a:txBody>
                    <a:bodyPr/>
                    <a:lstStyle/>
                    <a:p>
                      <a:pPr algn="ctr"/>
                      <a:r>
                        <a:rPr lang="en-US" sz="1400" dirty="0">
                          <a:solidFill>
                            <a:schemeClr val="tx1"/>
                          </a:solidFill>
                        </a:rPr>
                        <a:t>CPU Burst</a:t>
                      </a:r>
                    </a:p>
                  </a:txBody>
                  <a:tcPr marL="91456" marR="91456" marT="45726" marB="45726"/>
                </a:tc>
                <a:tc>
                  <a:txBody>
                    <a:bodyPr/>
                    <a:lstStyle/>
                    <a:p>
                      <a:pPr algn="ctr"/>
                      <a:r>
                        <a:rPr lang="en-US" sz="1400" dirty="0">
                          <a:solidFill>
                            <a:schemeClr val="tx1"/>
                          </a:solidFill>
                        </a:rPr>
                        <a:t>Priority</a:t>
                      </a:r>
                    </a:p>
                  </a:txBody>
                  <a:tcPr marL="91456" marR="91456" marT="45726" marB="45726"/>
                </a:tc>
                <a:extLst>
                  <a:ext uri="{0D108BD9-81ED-4DB2-BD59-A6C34878D82A}">
                    <a16:rowId xmlns:a16="http://schemas.microsoft.com/office/drawing/2014/main" val="10000"/>
                  </a:ext>
                </a:extLst>
              </a:tr>
              <a:tr h="304800">
                <a:tc>
                  <a:txBody>
                    <a:bodyPr/>
                    <a:lstStyle/>
                    <a:p>
                      <a:pPr algn="ctr"/>
                      <a:r>
                        <a:rPr lang="en-US" sz="1400" dirty="0"/>
                        <a:t>Job A</a:t>
                      </a:r>
                    </a:p>
                  </a:txBody>
                  <a:tcPr marL="91456" marR="91456" marT="45726" marB="45726"/>
                </a:tc>
                <a:tc>
                  <a:txBody>
                    <a:bodyPr/>
                    <a:lstStyle/>
                    <a:p>
                      <a:pPr algn="ctr"/>
                      <a:r>
                        <a:rPr lang="en-US" sz="1400" dirty="0"/>
                        <a:t>10</a:t>
                      </a:r>
                    </a:p>
                  </a:txBody>
                  <a:tcPr marL="91456" marR="91456" marT="45726" marB="45726"/>
                </a:tc>
                <a:tc>
                  <a:txBody>
                    <a:bodyPr/>
                    <a:lstStyle/>
                    <a:p>
                      <a:pPr algn="ctr"/>
                      <a:r>
                        <a:rPr lang="en-US" sz="1400" dirty="0"/>
                        <a:t>3</a:t>
                      </a:r>
                    </a:p>
                  </a:txBody>
                  <a:tcPr marL="91456" marR="91456" marT="45726" marB="45726"/>
                </a:tc>
                <a:extLst>
                  <a:ext uri="{0D108BD9-81ED-4DB2-BD59-A6C34878D82A}">
                    <a16:rowId xmlns:a16="http://schemas.microsoft.com/office/drawing/2014/main" val="10001"/>
                  </a:ext>
                </a:extLst>
              </a:tr>
              <a:tr h="304800">
                <a:tc>
                  <a:txBody>
                    <a:bodyPr/>
                    <a:lstStyle/>
                    <a:p>
                      <a:pPr algn="ctr"/>
                      <a:r>
                        <a:rPr lang="en-US" sz="1400" dirty="0"/>
                        <a:t>Job B</a:t>
                      </a:r>
                    </a:p>
                  </a:txBody>
                  <a:tcPr marL="91456" marR="91456" marT="45726" marB="45726"/>
                </a:tc>
                <a:tc>
                  <a:txBody>
                    <a:bodyPr/>
                    <a:lstStyle/>
                    <a:p>
                      <a:pPr algn="ctr"/>
                      <a:r>
                        <a:rPr lang="en-US" sz="1400" dirty="0"/>
                        <a:t>1</a:t>
                      </a:r>
                    </a:p>
                  </a:txBody>
                  <a:tcPr marL="91456" marR="91456" marT="45726" marB="45726"/>
                </a:tc>
                <a:tc>
                  <a:txBody>
                    <a:bodyPr/>
                    <a:lstStyle/>
                    <a:p>
                      <a:pPr algn="ctr"/>
                      <a:r>
                        <a:rPr lang="en-US" sz="1400" dirty="0"/>
                        <a:t>1</a:t>
                      </a:r>
                    </a:p>
                  </a:txBody>
                  <a:tcPr marL="91456" marR="91456" marT="45726" marB="45726"/>
                </a:tc>
                <a:extLst>
                  <a:ext uri="{0D108BD9-81ED-4DB2-BD59-A6C34878D82A}">
                    <a16:rowId xmlns:a16="http://schemas.microsoft.com/office/drawing/2014/main" val="10002"/>
                  </a:ext>
                </a:extLst>
              </a:tr>
              <a:tr h="304800">
                <a:tc>
                  <a:txBody>
                    <a:bodyPr/>
                    <a:lstStyle/>
                    <a:p>
                      <a:pPr algn="ctr"/>
                      <a:r>
                        <a:rPr lang="en-US" sz="1400" dirty="0"/>
                        <a:t>Job C</a:t>
                      </a:r>
                    </a:p>
                  </a:txBody>
                  <a:tcPr marL="91456" marR="91456" marT="45726" marB="45726"/>
                </a:tc>
                <a:tc>
                  <a:txBody>
                    <a:bodyPr/>
                    <a:lstStyle/>
                    <a:p>
                      <a:pPr algn="ctr"/>
                      <a:r>
                        <a:rPr lang="en-US" sz="1400" dirty="0"/>
                        <a:t>2</a:t>
                      </a:r>
                    </a:p>
                  </a:txBody>
                  <a:tcPr marL="91456" marR="91456" marT="45726" marB="45726"/>
                </a:tc>
                <a:tc>
                  <a:txBody>
                    <a:bodyPr/>
                    <a:lstStyle/>
                    <a:p>
                      <a:pPr algn="ctr"/>
                      <a:r>
                        <a:rPr lang="en-US" sz="1400" dirty="0"/>
                        <a:t>4</a:t>
                      </a:r>
                    </a:p>
                  </a:txBody>
                  <a:tcPr marL="91456" marR="91456" marT="45726" marB="45726"/>
                </a:tc>
                <a:extLst>
                  <a:ext uri="{0D108BD9-81ED-4DB2-BD59-A6C34878D82A}">
                    <a16:rowId xmlns:a16="http://schemas.microsoft.com/office/drawing/2014/main" val="10003"/>
                  </a:ext>
                </a:extLst>
              </a:tr>
              <a:tr h="304800">
                <a:tc>
                  <a:txBody>
                    <a:bodyPr/>
                    <a:lstStyle/>
                    <a:p>
                      <a:pPr algn="ctr"/>
                      <a:r>
                        <a:rPr lang="en-US" sz="1400" dirty="0"/>
                        <a:t>Job D</a:t>
                      </a:r>
                    </a:p>
                  </a:txBody>
                  <a:tcPr marL="91456" marR="91456" marT="45726" marB="45726"/>
                </a:tc>
                <a:tc>
                  <a:txBody>
                    <a:bodyPr/>
                    <a:lstStyle/>
                    <a:p>
                      <a:pPr algn="ctr"/>
                      <a:r>
                        <a:rPr lang="en-US" sz="1400" dirty="0"/>
                        <a:t>1</a:t>
                      </a:r>
                    </a:p>
                  </a:txBody>
                  <a:tcPr marL="91456" marR="91456" marT="45726" marB="45726"/>
                </a:tc>
                <a:tc>
                  <a:txBody>
                    <a:bodyPr/>
                    <a:lstStyle/>
                    <a:p>
                      <a:pPr algn="ctr"/>
                      <a:r>
                        <a:rPr lang="en-US" sz="1400" dirty="0"/>
                        <a:t>5</a:t>
                      </a:r>
                    </a:p>
                  </a:txBody>
                  <a:tcPr marL="91456" marR="91456" marT="45726" marB="45726"/>
                </a:tc>
                <a:extLst>
                  <a:ext uri="{0D108BD9-81ED-4DB2-BD59-A6C34878D82A}">
                    <a16:rowId xmlns:a16="http://schemas.microsoft.com/office/drawing/2014/main" val="10004"/>
                  </a:ext>
                </a:extLst>
              </a:tr>
              <a:tr h="304800">
                <a:tc>
                  <a:txBody>
                    <a:bodyPr/>
                    <a:lstStyle/>
                    <a:p>
                      <a:pPr algn="ctr"/>
                      <a:r>
                        <a:rPr lang="en-US" sz="1400" dirty="0"/>
                        <a:t>Job E</a:t>
                      </a:r>
                    </a:p>
                  </a:txBody>
                  <a:tcPr marL="91456" marR="91456" marT="45726" marB="45726"/>
                </a:tc>
                <a:tc>
                  <a:txBody>
                    <a:bodyPr/>
                    <a:lstStyle/>
                    <a:p>
                      <a:pPr algn="ctr"/>
                      <a:r>
                        <a:rPr lang="en-US" sz="1400" dirty="0"/>
                        <a:t>5</a:t>
                      </a:r>
                    </a:p>
                  </a:txBody>
                  <a:tcPr marL="91456" marR="91456" marT="45726" marB="45726"/>
                </a:tc>
                <a:tc>
                  <a:txBody>
                    <a:bodyPr/>
                    <a:lstStyle/>
                    <a:p>
                      <a:pPr algn="ctr"/>
                      <a:r>
                        <a:rPr lang="en-US" sz="1400" dirty="0"/>
                        <a:t>2</a:t>
                      </a:r>
                    </a:p>
                  </a:txBody>
                  <a:tcPr marL="91456" marR="91456" marT="45726" marB="45726"/>
                </a:tc>
                <a:extLst>
                  <a:ext uri="{0D108BD9-81ED-4DB2-BD59-A6C34878D82A}">
                    <a16:rowId xmlns:a16="http://schemas.microsoft.com/office/drawing/2014/main" val="10005"/>
                  </a:ext>
                </a:extLst>
              </a:tr>
            </a:tbl>
          </a:graphicData>
        </a:graphic>
      </p:graphicFrame>
      <p:sp>
        <p:nvSpPr>
          <p:cNvPr id="8" name="TextBox 7">
            <a:extLst>
              <a:ext uri="{FF2B5EF4-FFF2-40B4-BE49-F238E27FC236}">
                <a16:creationId xmlns:a16="http://schemas.microsoft.com/office/drawing/2014/main" id="{63044AC3-5B32-4134-AF18-556AF0763CA7}"/>
              </a:ext>
            </a:extLst>
          </p:cNvPr>
          <p:cNvSpPr txBox="1"/>
          <p:nvPr/>
        </p:nvSpPr>
        <p:spPr>
          <a:xfrm>
            <a:off x="609600" y="3181350"/>
            <a:ext cx="525463" cy="40005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Q0</a:t>
            </a:r>
          </a:p>
        </p:txBody>
      </p:sp>
      <p:sp>
        <p:nvSpPr>
          <p:cNvPr id="11" name="TextBox 10">
            <a:extLst>
              <a:ext uri="{FF2B5EF4-FFF2-40B4-BE49-F238E27FC236}">
                <a16:creationId xmlns:a16="http://schemas.microsoft.com/office/drawing/2014/main" id="{BA978EF5-E7B2-4CD7-B209-05F774ED4DD5}"/>
              </a:ext>
            </a:extLst>
          </p:cNvPr>
          <p:cNvSpPr txBox="1"/>
          <p:nvPr/>
        </p:nvSpPr>
        <p:spPr>
          <a:xfrm>
            <a:off x="5584825" y="2266950"/>
            <a:ext cx="923925" cy="400050"/>
          </a:xfrm>
          <a:prstGeom prst="rect">
            <a:avLst/>
          </a:prstGeom>
          <a:noFill/>
          <a:ln w="12700">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Job B</a:t>
            </a:r>
          </a:p>
        </p:txBody>
      </p:sp>
      <p:sp>
        <p:nvSpPr>
          <p:cNvPr id="12" name="TextBox 11">
            <a:extLst>
              <a:ext uri="{FF2B5EF4-FFF2-40B4-BE49-F238E27FC236}">
                <a16:creationId xmlns:a16="http://schemas.microsoft.com/office/drawing/2014/main" id="{1A650238-B26D-419E-8209-2215EF954930}"/>
              </a:ext>
            </a:extLst>
          </p:cNvPr>
          <p:cNvSpPr txBox="1"/>
          <p:nvPr/>
        </p:nvSpPr>
        <p:spPr>
          <a:xfrm>
            <a:off x="4670425" y="2266950"/>
            <a:ext cx="923925" cy="400050"/>
          </a:xfrm>
          <a:prstGeom prst="rect">
            <a:avLst/>
          </a:prstGeom>
          <a:noFill/>
          <a:ln w="12700">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Job E</a:t>
            </a:r>
          </a:p>
        </p:txBody>
      </p:sp>
      <p:sp>
        <p:nvSpPr>
          <p:cNvPr id="13" name="TextBox 12">
            <a:extLst>
              <a:ext uri="{FF2B5EF4-FFF2-40B4-BE49-F238E27FC236}">
                <a16:creationId xmlns:a16="http://schemas.microsoft.com/office/drawing/2014/main" id="{BE40B923-6608-41AC-AA27-E11F020F927C}"/>
              </a:ext>
            </a:extLst>
          </p:cNvPr>
          <p:cNvSpPr txBox="1"/>
          <p:nvPr/>
        </p:nvSpPr>
        <p:spPr>
          <a:xfrm>
            <a:off x="3843338" y="2266950"/>
            <a:ext cx="827087" cy="400050"/>
          </a:xfrm>
          <a:prstGeom prst="rect">
            <a:avLst/>
          </a:prstGeom>
          <a:noFill/>
          <a:ln w="12700">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Job A</a:t>
            </a:r>
          </a:p>
        </p:txBody>
      </p:sp>
      <p:sp>
        <p:nvSpPr>
          <p:cNvPr id="14" name="TextBox 13">
            <a:extLst>
              <a:ext uri="{FF2B5EF4-FFF2-40B4-BE49-F238E27FC236}">
                <a16:creationId xmlns:a16="http://schemas.microsoft.com/office/drawing/2014/main" id="{5FD48FC5-01CE-4502-B355-BDAAC3455AEE}"/>
              </a:ext>
            </a:extLst>
          </p:cNvPr>
          <p:cNvSpPr txBox="1"/>
          <p:nvPr/>
        </p:nvSpPr>
        <p:spPr>
          <a:xfrm>
            <a:off x="2994025" y="2266950"/>
            <a:ext cx="854075" cy="400050"/>
          </a:xfrm>
          <a:prstGeom prst="rect">
            <a:avLst/>
          </a:prstGeom>
          <a:noFill/>
          <a:ln w="12700">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Job C</a:t>
            </a:r>
          </a:p>
        </p:txBody>
      </p:sp>
      <p:sp>
        <p:nvSpPr>
          <p:cNvPr id="15" name="TextBox 14">
            <a:extLst>
              <a:ext uri="{FF2B5EF4-FFF2-40B4-BE49-F238E27FC236}">
                <a16:creationId xmlns:a16="http://schemas.microsoft.com/office/drawing/2014/main" id="{BEB6AABA-F29C-48DF-A9E5-EBC1BE22CA43}"/>
              </a:ext>
            </a:extLst>
          </p:cNvPr>
          <p:cNvSpPr txBox="1"/>
          <p:nvPr/>
        </p:nvSpPr>
        <p:spPr>
          <a:xfrm>
            <a:off x="2155825" y="2266950"/>
            <a:ext cx="854075" cy="400050"/>
          </a:xfrm>
          <a:prstGeom prst="rect">
            <a:avLst/>
          </a:prstGeom>
          <a:noFill/>
          <a:ln w="12700">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Job D</a:t>
            </a:r>
          </a:p>
        </p:txBody>
      </p:sp>
      <p:sp>
        <p:nvSpPr>
          <p:cNvPr id="18" name="TextBox 17">
            <a:extLst>
              <a:ext uri="{FF2B5EF4-FFF2-40B4-BE49-F238E27FC236}">
                <a16:creationId xmlns:a16="http://schemas.microsoft.com/office/drawing/2014/main" id="{0748B922-666E-451A-BBA0-69033C41C0BB}"/>
              </a:ext>
            </a:extLst>
          </p:cNvPr>
          <p:cNvSpPr txBox="1"/>
          <p:nvPr/>
        </p:nvSpPr>
        <p:spPr>
          <a:xfrm>
            <a:off x="7500938" y="2266950"/>
            <a:ext cx="728662" cy="400050"/>
          </a:xfrm>
          <a:prstGeom prst="rect">
            <a:avLst/>
          </a:prstGeom>
          <a:noFill/>
          <a:ln w="12700">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CPU</a:t>
            </a:r>
          </a:p>
        </p:txBody>
      </p:sp>
      <p:sp>
        <p:nvSpPr>
          <p:cNvPr id="3" name="Right Arrow 2">
            <a:extLst>
              <a:ext uri="{FF2B5EF4-FFF2-40B4-BE49-F238E27FC236}">
                <a16:creationId xmlns:a16="http://schemas.microsoft.com/office/drawing/2014/main" id="{1C85A0DB-A780-43BF-9BDB-56CB5BAE824D}"/>
              </a:ext>
            </a:extLst>
          </p:cNvPr>
          <p:cNvSpPr/>
          <p:nvPr/>
        </p:nvSpPr>
        <p:spPr bwMode="auto">
          <a:xfrm>
            <a:off x="6651625" y="2376488"/>
            <a:ext cx="762000" cy="195262"/>
          </a:xfrm>
          <a:prstGeom prst="rightArrow">
            <a:avLst/>
          </a:prstGeom>
          <a:solidFill>
            <a:schemeClr val="accent2">
              <a:lumMod val="60000"/>
              <a:lumOff val="40000"/>
            </a:schemeClr>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20" name="TextBox 19">
            <a:extLst>
              <a:ext uri="{FF2B5EF4-FFF2-40B4-BE49-F238E27FC236}">
                <a16:creationId xmlns:a16="http://schemas.microsoft.com/office/drawing/2014/main" id="{52FC220D-2F3F-4C9A-BABB-C0E12E0C3B07}"/>
              </a:ext>
            </a:extLst>
          </p:cNvPr>
          <p:cNvSpPr txBox="1"/>
          <p:nvPr/>
        </p:nvSpPr>
        <p:spPr>
          <a:xfrm>
            <a:off x="2286000" y="3124200"/>
            <a:ext cx="450850" cy="400050"/>
          </a:xfrm>
          <a:prstGeom prst="rect">
            <a:avLst/>
          </a:prstGeom>
          <a:noFill/>
          <a:ln w="12700">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0033CC"/>
                </a:solidFill>
                <a:effectLst/>
                <a:uLnTx/>
                <a:uFillTx/>
                <a:latin typeface="Arial"/>
                <a:ea typeface="MS PGothic" panose="020B0600070205080204" pitchFamily="34" charset="-128"/>
                <a:cs typeface="Arial" charset="0"/>
              </a:rPr>
              <a:t>J</a:t>
            </a:r>
            <a:r>
              <a:rPr kumimoji="0" lang="en-US" sz="2000" b="1" i="0" u="none" strike="noStrike" kern="1200" cap="none" spc="0" normalizeH="0" baseline="-25000" noProof="0" dirty="0">
                <a:ln>
                  <a:noFill/>
                </a:ln>
                <a:solidFill>
                  <a:srgbClr val="0033CC"/>
                </a:solidFill>
                <a:effectLst/>
                <a:uLnTx/>
                <a:uFillTx/>
                <a:latin typeface="Arial"/>
                <a:ea typeface="MS PGothic" panose="020B0600070205080204" pitchFamily="34" charset="-128"/>
                <a:cs typeface="Arial" charset="0"/>
              </a:rPr>
              <a:t>B</a:t>
            </a:r>
          </a:p>
        </p:txBody>
      </p:sp>
      <p:sp>
        <p:nvSpPr>
          <p:cNvPr id="21" name="TextBox 20">
            <a:extLst>
              <a:ext uri="{FF2B5EF4-FFF2-40B4-BE49-F238E27FC236}">
                <a16:creationId xmlns:a16="http://schemas.microsoft.com/office/drawing/2014/main" id="{467F5154-F742-4A54-BDCC-A5ED26F4A899}"/>
              </a:ext>
            </a:extLst>
          </p:cNvPr>
          <p:cNvSpPr txBox="1"/>
          <p:nvPr/>
        </p:nvSpPr>
        <p:spPr>
          <a:xfrm>
            <a:off x="2133600" y="3581400"/>
            <a:ext cx="263525" cy="261938"/>
          </a:xfrm>
          <a:prstGeom prst="rect">
            <a:avLst/>
          </a:prstGeom>
          <a:noFill/>
          <a:ln w="12700">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0</a:t>
            </a:r>
          </a:p>
        </p:txBody>
      </p:sp>
      <p:sp>
        <p:nvSpPr>
          <p:cNvPr id="22" name="TextBox 21">
            <a:extLst>
              <a:ext uri="{FF2B5EF4-FFF2-40B4-BE49-F238E27FC236}">
                <a16:creationId xmlns:a16="http://schemas.microsoft.com/office/drawing/2014/main" id="{6303CCE2-0606-49EE-B436-1AD123F869B9}"/>
              </a:ext>
            </a:extLst>
          </p:cNvPr>
          <p:cNvSpPr txBox="1"/>
          <p:nvPr/>
        </p:nvSpPr>
        <p:spPr>
          <a:xfrm>
            <a:off x="2590800" y="3581400"/>
            <a:ext cx="263525" cy="261938"/>
          </a:xfrm>
          <a:prstGeom prst="rect">
            <a:avLst/>
          </a:prstGeom>
          <a:noFill/>
          <a:ln w="12700">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1</a:t>
            </a:r>
          </a:p>
        </p:txBody>
      </p:sp>
      <p:sp>
        <p:nvSpPr>
          <p:cNvPr id="23" name="TextBox 22">
            <a:extLst>
              <a:ext uri="{FF2B5EF4-FFF2-40B4-BE49-F238E27FC236}">
                <a16:creationId xmlns:a16="http://schemas.microsoft.com/office/drawing/2014/main" id="{F65899CC-282F-4539-83E3-D02C6A1A768F}"/>
              </a:ext>
            </a:extLst>
          </p:cNvPr>
          <p:cNvSpPr txBox="1"/>
          <p:nvPr/>
        </p:nvSpPr>
        <p:spPr>
          <a:xfrm>
            <a:off x="2743200" y="3124200"/>
            <a:ext cx="1039813" cy="400050"/>
          </a:xfrm>
          <a:prstGeom prst="rect">
            <a:avLst/>
          </a:prstGeom>
          <a:noFill/>
          <a:ln w="12700">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0033CC"/>
                </a:solidFill>
                <a:effectLst/>
                <a:uLnTx/>
                <a:uFillTx/>
                <a:latin typeface="Arial"/>
                <a:ea typeface="MS PGothic" panose="020B0600070205080204" pitchFamily="34" charset="-128"/>
                <a:cs typeface="Arial" charset="0"/>
              </a:rPr>
              <a:t>J</a:t>
            </a:r>
            <a:r>
              <a:rPr kumimoji="0" lang="en-US" sz="2000" b="1" i="0" u="none" strike="noStrike" kern="1200" cap="none" spc="0" normalizeH="0" baseline="-25000" noProof="0" dirty="0">
                <a:ln>
                  <a:noFill/>
                </a:ln>
                <a:solidFill>
                  <a:srgbClr val="0033CC"/>
                </a:solidFill>
                <a:effectLst/>
                <a:uLnTx/>
                <a:uFillTx/>
                <a:latin typeface="Arial"/>
                <a:ea typeface="MS PGothic" panose="020B0600070205080204" pitchFamily="34" charset="-128"/>
                <a:cs typeface="Arial" charset="0"/>
              </a:rPr>
              <a:t>E</a:t>
            </a:r>
          </a:p>
        </p:txBody>
      </p:sp>
      <p:sp>
        <p:nvSpPr>
          <p:cNvPr id="24" name="TextBox 23">
            <a:extLst>
              <a:ext uri="{FF2B5EF4-FFF2-40B4-BE49-F238E27FC236}">
                <a16:creationId xmlns:a16="http://schemas.microsoft.com/office/drawing/2014/main" id="{2C62676B-255D-414A-9F9B-E9BB49EBF39E}"/>
              </a:ext>
            </a:extLst>
          </p:cNvPr>
          <p:cNvSpPr txBox="1"/>
          <p:nvPr/>
        </p:nvSpPr>
        <p:spPr>
          <a:xfrm>
            <a:off x="3657600" y="3581400"/>
            <a:ext cx="263525" cy="261938"/>
          </a:xfrm>
          <a:prstGeom prst="rect">
            <a:avLst/>
          </a:prstGeom>
          <a:noFill/>
          <a:ln w="12700">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6</a:t>
            </a:r>
          </a:p>
        </p:txBody>
      </p:sp>
      <p:sp>
        <p:nvSpPr>
          <p:cNvPr id="25" name="TextBox 24">
            <a:extLst>
              <a:ext uri="{FF2B5EF4-FFF2-40B4-BE49-F238E27FC236}">
                <a16:creationId xmlns:a16="http://schemas.microsoft.com/office/drawing/2014/main" id="{84313F4E-AFFE-455D-BB58-4AC65DC38F26}"/>
              </a:ext>
            </a:extLst>
          </p:cNvPr>
          <p:cNvSpPr txBox="1"/>
          <p:nvPr/>
        </p:nvSpPr>
        <p:spPr>
          <a:xfrm>
            <a:off x="3775075" y="3124200"/>
            <a:ext cx="1711325" cy="400050"/>
          </a:xfrm>
          <a:prstGeom prst="rect">
            <a:avLst/>
          </a:prstGeom>
          <a:noFill/>
          <a:ln w="12700">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0033CC"/>
                </a:solidFill>
                <a:effectLst/>
                <a:uLnTx/>
                <a:uFillTx/>
                <a:latin typeface="Arial"/>
                <a:ea typeface="MS PGothic" panose="020B0600070205080204" pitchFamily="34" charset="-128"/>
                <a:cs typeface="Arial" charset="0"/>
              </a:rPr>
              <a:t>J</a:t>
            </a:r>
            <a:r>
              <a:rPr kumimoji="0" lang="en-US" sz="2000" b="1" i="0" u="none" strike="noStrike" kern="1200" cap="none" spc="0" normalizeH="0" baseline="-25000" noProof="0" dirty="0">
                <a:ln>
                  <a:noFill/>
                </a:ln>
                <a:solidFill>
                  <a:srgbClr val="0033CC"/>
                </a:solidFill>
                <a:effectLst/>
                <a:uLnTx/>
                <a:uFillTx/>
                <a:latin typeface="Arial"/>
                <a:ea typeface="MS PGothic" panose="020B0600070205080204" pitchFamily="34" charset="-128"/>
                <a:cs typeface="Arial" charset="0"/>
              </a:rPr>
              <a:t>A</a:t>
            </a:r>
          </a:p>
        </p:txBody>
      </p:sp>
      <p:sp>
        <p:nvSpPr>
          <p:cNvPr id="26" name="TextBox 25">
            <a:extLst>
              <a:ext uri="{FF2B5EF4-FFF2-40B4-BE49-F238E27FC236}">
                <a16:creationId xmlns:a16="http://schemas.microsoft.com/office/drawing/2014/main" id="{67869102-9BEB-4CBD-B555-12256105D971}"/>
              </a:ext>
            </a:extLst>
          </p:cNvPr>
          <p:cNvSpPr txBox="1"/>
          <p:nvPr/>
        </p:nvSpPr>
        <p:spPr>
          <a:xfrm>
            <a:off x="5375275" y="3581400"/>
            <a:ext cx="341313" cy="261938"/>
          </a:xfrm>
          <a:prstGeom prst="rect">
            <a:avLst/>
          </a:prstGeom>
          <a:noFill/>
          <a:ln w="12700">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11</a:t>
            </a:r>
          </a:p>
        </p:txBody>
      </p:sp>
      <p:sp>
        <p:nvSpPr>
          <p:cNvPr id="27" name="TextBox 26">
            <a:extLst>
              <a:ext uri="{FF2B5EF4-FFF2-40B4-BE49-F238E27FC236}">
                <a16:creationId xmlns:a16="http://schemas.microsoft.com/office/drawing/2014/main" id="{9EFBCA32-E3A8-4581-BC87-8FEDBAD9955F}"/>
              </a:ext>
            </a:extLst>
          </p:cNvPr>
          <p:cNvSpPr txBox="1"/>
          <p:nvPr/>
        </p:nvSpPr>
        <p:spPr>
          <a:xfrm>
            <a:off x="5486400" y="3124200"/>
            <a:ext cx="877888" cy="400050"/>
          </a:xfrm>
          <a:prstGeom prst="rect">
            <a:avLst/>
          </a:prstGeom>
          <a:noFill/>
          <a:ln w="12700">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0033CC"/>
                </a:solidFill>
                <a:effectLst/>
                <a:uLnTx/>
                <a:uFillTx/>
                <a:latin typeface="Arial"/>
                <a:ea typeface="MS PGothic" panose="020B0600070205080204" pitchFamily="34" charset="-128"/>
                <a:cs typeface="Arial" charset="0"/>
              </a:rPr>
              <a:t>J</a:t>
            </a:r>
            <a:r>
              <a:rPr kumimoji="0" lang="en-US" sz="2000" b="1" i="0" u="none" strike="noStrike" kern="1200" cap="none" spc="0" normalizeH="0" baseline="-25000" noProof="0" dirty="0">
                <a:ln>
                  <a:noFill/>
                </a:ln>
                <a:solidFill>
                  <a:srgbClr val="0033CC"/>
                </a:solidFill>
                <a:effectLst/>
                <a:uLnTx/>
                <a:uFillTx/>
                <a:latin typeface="Arial"/>
                <a:ea typeface="MS PGothic" panose="020B0600070205080204" pitchFamily="34" charset="-128"/>
                <a:cs typeface="Arial" charset="0"/>
              </a:rPr>
              <a:t>C</a:t>
            </a:r>
          </a:p>
        </p:txBody>
      </p:sp>
      <p:sp>
        <p:nvSpPr>
          <p:cNvPr id="28" name="TextBox 27">
            <a:extLst>
              <a:ext uri="{FF2B5EF4-FFF2-40B4-BE49-F238E27FC236}">
                <a16:creationId xmlns:a16="http://schemas.microsoft.com/office/drawing/2014/main" id="{364A4235-CC45-4882-8F9F-0DFDEAE5DAF6}"/>
              </a:ext>
            </a:extLst>
          </p:cNvPr>
          <p:cNvSpPr txBox="1"/>
          <p:nvPr/>
        </p:nvSpPr>
        <p:spPr>
          <a:xfrm>
            <a:off x="6137275" y="3581400"/>
            <a:ext cx="341313" cy="261938"/>
          </a:xfrm>
          <a:prstGeom prst="rect">
            <a:avLst/>
          </a:prstGeom>
          <a:noFill/>
          <a:ln w="12700">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13</a:t>
            </a:r>
          </a:p>
        </p:txBody>
      </p:sp>
      <p:sp>
        <p:nvSpPr>
          <p:cNvPr id="29" name="TextBox 28">
            <a:extLst>
              <a:ext uri="{FF2B5EF4-FFF2-40B4-BE49-F238E27FC236}">
                <a16:creationId xmlns:a16="http://schemas.microsoft.com/office/drawing/2014/main" id="{F9511F80-2523-41B2-A966-ED571E326D87}"/>
              </a:ext>
            </a:extLst>
          </p:cNvPr>
          <p:cNvSpPr txBox="1"/>
          <p:nvPr/>
        </p:nvSpPr>
        <p:spPr>
          <a:xfrm>
            <a:off x="6364288" y="3124200"/>
            <a:ext cx="493712" cy="400050"/>
          </a:xfrm>
          <a:prstGeom prst="rect">
            <a:avLst/>
          </a:prstGeom>
          <a:noFill/>
          <a:ln w="12700">
            <a:solidFill>
              <a:schemeClr val="tx1"/>
            </a:solid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0033CC"/>
                </a:solidFill>
                <a:effectLst/>
                <a:uLnTx/>
                <a:uFillTx/>
                <a:latin typeface="Arial"/>
                <a:ea typeface="MS PGothic" panose="020B0600070205080204" pitchFamily="34" charset="-128"/>
                <a:cs typeface="Arial" charset="0"/>
              </a:rPr>
              <a:t>J</a:t>
            </a:r>
            <a:r>
              <a:rPr kumimoji="0" lang="en-US" sz="2000" b="1" i="0" u="none" strike="noStrike" kern="1200" cap="none" spc="0" normalizeH="0" baseline="-25000" noProof="0" dirty="0">
                <a:ln>
                  <a:noFill/>
                </a:ln>
                <a:solidFill>
                  <a:srgbClr val="0033CC"/>
                </a:solidFill>
                <a:effectLst/>
                <a:uLnTx/>
                <a:uFillTx/>
                <a:latin typeface="Arial"/>
                <a:ea typeface="MS PGothic" panose="020B0600070205080204" pitchFamily="34" charset="-128"/>
                <a:cs typeface="Arial" charset="0"/>
              </a:rPr>
              <a:t>D</a:t>
            </a:r>
          </a:p>
        </p:txBody>
      </p:sp>
      <p:sp>
        <p:nvSpPr>
          <p:cNvPr id="30" name="TextBox 29">
            <a:extLst>
              <a:ext uri="{FF2B5EF4-FFF2-40B4-BE49-F238E27FC236}">
                <a16:creationId xmlns:a16="http://schemas.microsoft.com/office/drawing/2014/main" id="{8A03B23E-14CC-4460-B7CC-53C5841B9650}"/>
              </a:ext>
            </a:extLst>
          </p:cNvPr>
          <p:cNvSpPr txBox="1"/>
          <p:nvPr/>
        </p:nvSpPr>
        <p:spPr>
          <a:xfrm>
            <a:off x="6669088" y="3581400"/>
            <a:ext cx="341312" cy="261938"/>
          </a:xfrm>
          <a:prstGeom prst="rect">
            <a:avLst/>
          </a:prstGeom>
          <a:noFill/>
          <a:ln w="12700">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14</a:t>
            </a:r>
          </a:p>
        </p:txBody>
      </p:sp>
      <p:cxnSp>
        <p:nvCxnSpPr>
          <p:cNvPr id="81925" name="Straight Arrow Connector 81924">
            <a:extLst>
              <a:ext uri="{FF2B5EF4-FFF2-40B4-BE49-F238E27FC236}">
                <a16:creationId xmlns:a16="http://schemas.microsoft.com/office/drawing/2014/main" id="{4A8EBA4E-7064-4942-BDFF-618513F6CE35}"/>
              </a:ext>
            </a:extLst>
          </p:cNvPr>
          <p:cNvCxnSpPr>
            <a:cxnSpLocks noChangeShapeType="1"/>
            <a:stCxn id="29" idx="3"/>
          </p:cNvCxnSpPr>
          <p:nvPr/>
        </p:nvCxnSpPr>
        <p:spPr bwMode="auto">
          <a:xfrm>
            <a:off x="6858000" y="3324225"/>
            <a:ext cx="685800" cy="9525"/>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1927" name="Straight Arrow Connector 81926">
            <a:extLst>
              <a:ext uri="{FF2B5EF4-FFF2-40B4-BE49-F238E27FC236}">
                <a16:creationId xmlns:a16="http://schemas.microsoft.com/office/drawing/2014/main" id="{6696C84D-EB59-477E-9C46-9E031D8F1759}"/>
              </a:ext>
            </a:extLst>
          </p:cNvPr>
          <p:cNvCxnSpPr>
            <a:cxnSpLocks noChangeShapeType="1"/>
          </p:cNvCxnSpPr>
          <p:nvPr/>
        </p:nvCxnSpPr>
        <p:spPr bwMode="auto">
          <a:xfrm>
            <a:off x="7500938" y="3333750"/>
            <a:ext cx="0" cy="74295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81929" name="Straight Arrow Connector 81928">
            <a:extLst>
              <a:ext uri="{FF2B5EF4-FFF2-40B4-BE49-F238E27FC236}">
                <a16:creationId xmlns:a16="http://schemas.microsoft.com/office/drawing/2014/main" id="{58525451-8236-4045-972D-92C88A5F0A42}"/>
              </a:ext>
            </a:extLst>
          </p:cNvPr>
          <p:cNvCxnSpPr>
            <a:cxnSpLocks noChangeShapeType="1"/>
          </p:cNvCxnSpPr>
          <p:nvPr/>
        </p:nvCxnSpPr>
        <p:spPr bwMode="auto">
          <a:xfrm flipH="1">
            <a:off x="1600200" y="4038600"/>
            <a:ext cx="5900738"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2" name="Straight Arrow Connector 41">
            <a:extLst>
              <a:ext uri="{FF2B5EF4-FFF2-40B4-BE49-F238E27FC236}">
                <a16:creationId xmlns:a16="http://schemas.microsoft.com/office/drawing/2014/main" id="{FAC56006-1907-4379-A3CB-172F8D00798D}"/>
              </a:ext>
            </a:extLst>
          </p:cNvPr>
          <p:cNvCxnSpPr>
            <a:cxnSpLocks noChangeShapeType="1"/>
          </p:cNvCxnSpPr>
          <p:nvPr/>
        </p:nvCxnSpPr>
        <p:spPr bwMode="auto">
          <a:xfrm>
            <a:off x="1600200" y="4038600"/>
            <a:ext cx="0" cy="498475"/>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43" name="Straight Arrow Connector 42">
            <a:extLst>
              <a:ext uri="{FF2B5EF4-FFF2-40B4-BE49-F238E27FC236}">
                <a16:creationId xmlns:a16="http://schemas.microsoft.com/office/drawing/2014/main" id="{C0A1FE4C-6927-4DBD-A72B-D9577DA3DB1E}"/>
              </a:ext>
            </a:extLst>
          </p:cNvPr>
          <p:cNvCxnSpPr>
            <a:cxnSpLocks noChangeShapeType="1"/>
          </p:cNvCxnSpPr>
          <p:nvPr/>
        </p:nvCxnSpPr>
        <p:spPr bwMode="auto">
          <a:xfrm>
            <a:off x="1600200" y="4533900"/>
            <a:ext cx="685800" cy="3175"/>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45" name="TextBox 44">
            <a:extLst>
              <a:ext uri="{FF2B5EF4-FFF2-40B4-BE49-F238E27FC236}">
                <a16:creationId xmlns:a16="http://schemas.microsoft.com/office/drawing/2014/main" id="{0613688D-CDE2-42A3-8B29-8A8716813C0F}"/>
              </a:ext>
            </a:extLst>
          </p:cNvPr>
          <p:cNvSpPr txBox="1"/>
          <p:nvPr/>
        </p:nvSpPr>
        <p:spPr>
          <a:xfrm>
            <a:off x="2286000" y="4343400"/>
            <a:ext cx="1555750" cy="400050"/>
          </a:xfrm>
          <a:prstGeom prst="rect">
            <a:avLst/>
          </a:prstGeom>
          <a:noFill/>
          <a:ln w="12700">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0033CC"/>
                </a:solidFill>
                <a:effectLst/>
                <a:uLnTx/>
                <a:uFillTx/>
                <a:latin typeface="Arial"/>
                <a:ea typeface="MS PGothic" panose="020B0600070205080204" pitchFamily="34" charset="-128"/>
                <a:cs typeface="Arial" charset="0"/>
              </a:rPr>
              <a:t>J</a:t>
            </a:r>
            <a:r>
              <a:rPr kumimoji="0" lang="en-US" sz="2000" b="1" i="0" u="none" strike="noStrike" kern="1200" cap="none" spc="0" normalizeH="0" baseline="-25000" noProof="0" dirty="0">
                <a:ln>
                  <a:noFill/>
                </a:ln>
                <a:solidFill>
                  <a:srgbClr val="0033CC"/>
                </a:solidFill>
                <a:effectLst/>
                <a:uLnTx/>
                <a:uFillTx/>
                <a:latin typeface="Arial"/>
                <a:ea typeface="MS PGothic" panose="020B0600070205080204" pitchFamily="34" charset="-128"/>
                <a:cs typeface="Arial" charset="0"/>
              </a:rPr>
              <a:t>A</a:t>
            </a:r>
          </a:p>
        </p:txBody>
      </p:sp>
      <p:sp>
        <p:nvSpPr>
          <p:cNvPr id="81932" name="Rectangle 81931">
            <a:extLst>
              <a:ext uri="{FF2B5EF4-FFF2-40B4-BE49-F238E27FC236}">
                <a16:creationId xmlns:a16="http://schemas.microsoft.com/office/drawing/2014/main" id="{46C62CB3-5D42-49A7-8E73-A267A26D3869}"/>
              </a:ext>
            </a:extLst>
          </p:cNvPr>
          <p:cNvSpPr>
            <a:spLocks noChangeArrowheads="1"/>
          </p:cNvSpPr>
          <p:nvPr/>
        </p:nvSpPr>
        <p:spPr bwMode="auto">
          <a:xfrm>
            <a:off x="2298700" y="381000"/>
            <a:ext cx="2746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1400" b="0" i="0" u="none" strike="noStrike" kern="1200" cap="none" spc="0" normalizeH="0" baseline="0" noProof="0">
                <a:ln>
                  <a:noFill/>
                </a:ln>
                <a:solidFill>
                  <a:srgbClr val="0033CC"/>
                </a:solidFill>
                <a:effectLst/>
                <a:uLnTx/>
                <a:uFillTx/>
                <a:latin typeface="Times New Roman" panose="02020603050405020304" pitchFamily="18" charset="0"/>
                <a:ea typeface="MS PGothic" panose="020B0600070205080204" pitchFamily="34" charset="-128"/>
                <a:cs typeface="+mn-cs"/>
              </a:rPr>
              <a:t>5</a:t>
            </a:r>
          </a:p>
        </p:txBody>
      </p:sp>
      <p:sp>
        <p:nvSpPr>
          <p:cNvPr id="81933" name="Minus 81932">
            <a:extLst>
              <a:ext uri="{FF2B5EF4-FFF2-40B4-BE49-F238E27FC236}">
                <a16:creationId xmlns:a16="http://schemas.microsoft.com/office/drawing/2014/main" id="{D9C6CEFC-9EA9-43EB-B580-46DCFBA58D7B}"/>
              </a:ext>
            </a:extLst>
          </p:cNvPr>
          <p:cNvSpPr/>
          <p:nvPr/>
        </p:nvSpPr>
        <p:spPr bwMode="auto">
          <a:xfrm rot="2230271">
            <a:off x="1860550" y="473075"/>
            <a:ext cx="322263" cy="128588"/>
          </a:xfrm>
          <a:prstGeom prst="mathMinus">
            <a:avLst/>
          </a:prstGeom>
          <a:solidFill>
            <a:srgbClr val="FFFF00"/>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54" name="Minus 53">
            <a:extLst>
              <a:ext uri="{FF2B5EF4-FFF2-40B4-BE49-F238E27FC236}">
                <a16:creationId xmlns:a16="http://schemas.microsoft.com/office/drawing/2014/main" id="{76E753DE-23FB-4623-955D-DB04088DD8DC}"/>
              </a:ext>
            </a:extLst>
          </p:cNvPr>
          <p:cNvSpPr/>
          <p:nvPr/>
        </p:nvSpPr>
        <p:spPr bwMode="auto">
          <a:xfrm rot="2230271">
            <a:off x="1881188" y="769938"/>
            <a:ext cx="322262" cy="128587"/>
          </a:xfrm>
          <a:prstGeom prst="mathMinus">
            <a:avLst/>
          </a:prstGeom>
          <a:solidFill>
            <a:srgbClr val="FFFF00"/>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55" name="Minus 54">
            <a:extLst>
              <a:ext uri="{FF2B5EF4-FFF2-40B4-BE49-F238E27FC236}">
                <a16:creationId xmlns:a16="http://schemas.microsoft.com/office/drawing/2014/main" id="{E257D029-1E58-4962-BB1A-AA6026E739A5}"/>
              </a:ext>
            </a:extLst>
          </p:cNvPr>
          <p:cNvSpPr/>
          <p:nvPr/>
        </p:nvSpPr>
        <p:spPr bwMode="auto">
          <a:xfrm rot="2230271">
            <a:off x="1881188" y="1082675"/>
            <a:ext cx="322262" cy="128588"/>
          </a:xfrm>
          <a:prstGeom prst="mathMinus">
            <a:avLst/>
          </a:prstGeom>
          <a:solidFill>
            <a:srgbClr val="FFFF00"/>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56" name="Minus 55">
            <a:extLst>
              <a:ext uri="{FF2B5EF4-FFF2-40B4-BE49-F238E27FC236}">
                <a16:creationId xmlns:a16="http://schemas.microsoft.com/office/drawing/2014/main" id="{F1B3E556-EB59-4AB1-B2A4-C8DCE523D13D}"/>
              </a:ext>
            </a:extLst>
          </p:cNvPr>
          <p:cNvSpPr/>
          <p:nvPr/>
        </p:nvSpPr>
        <p:spPr bwMode="auto">
          <a:xfrm rot="2230271">
            <a:off x="1881188" y="1387475"/>
            <a:ext cx="322262" cy="128588"/>
          </a:xfrm>
          <a:prstGeom prst="mathMinus">
            <a:avLst/>
          </a:prstGeom>
          <a:solidFill>
            <a:srgbClr val="FFFF00"/>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57" name="Minus 56">
            <a:extLst>
              <a:ext uri="{FF2B5EF4-FFF2-40B4-BE49-F238E27FC236}">
                <a16:creationId xmlns:a16="http://schemas.microsoft.com/office/drawing/2014/main" id="{1FFD47E2-A184-4121-8EAD-265C85A71F80}"/>
              </a:ext>
            </a:extLst>
          </p:cNvPr>
          <p:cNvSpPr/>
          <p:nvPr/>
        </p:nvSpPr>
        <p:spPr bwMode="auto">
          <a:xfrm rot="2230271">
            <a:off x="1881188" y="1692275"/>
            <a:ext cx="322262" cy="128588"/>
          </a:xfrm>
          <a:prstGeom prst="mathMinus">
            <a:avLst/>
          </a:prstGeom>
          <a:solidFill>
            <a:srgbClr val="FFFF00"/>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58" name="Rectangle 57">
            <a:extLst>
              <a:ext uri="{FF2B5EF4-FFF2-40B4-BE49-F238E27FC236}">
                <a16:creationId xmlns:a16="http://schemas.microsoft.com/office/drawing/2014/main" id="{5FEAADE9-FF65-4CCF-807A-7628CAD8BF52}"/>
              </a:ext>
            </a:extLst>
          </p:cNvPr>
          <p:cNvSpPr>
            <a:spLocks noChangeArrowheads="1"/>
          </p:cNvSpPr>
          <p:nvPr/>
        </p:nvSpPr>
        <p:spPr bwMode="auto">
          <a:xfrm>
            <a:off x="2286000" y="682625"/>
            <a:ext cx="2746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1400" b="0" i="0" u="none" strike="noStrike" kern="1200" cap="none" spc="0" normalizeH="0" baseline="0" noProof="0">
                <a:ln>
                  <a:noFill/>
                </a:ln>
                <a:solidFill>
                  <a:srgbClr val="0033CC"/>
                </a:solidFill>
                <a:effectLst/>
                <a:uLnTx/>
                <a:uFillTx/>
                <a:latin typeface="Times New Roman" panose="02020603050405020304" pitchFamily="18" charset="0"/>
                <a:ea typeface="MS PGothic" panose="020B0600070205080204" pitchFamily="34" charset="-128"/>
                <a:cs typeface="+mn-cs"/>
              </a:rPr>
              <a:t>0</a:t>
            </a:r>
          </a:p>
        </p:txBody>
      </p:sp>
      <p:sp>
        <p:nvSpPr>
          <p:cNvPr id="60" name="Rectangle 59">
            <a:extLst>
              <a:ext uri="{FF2B5EF4-FFF2-40B4-BE49-F238E27FC236}">
                <a16:creationId xmlns:a16="http://schemas.microsoft.com/office/drawing/2014/main" id="{724F6162-A7D2-45F7-821C-75E86C3478A3}"/>
              </a:ext>
            </a:extLst>
          </p:cNvPr>
          <p:cNvSpPr>
            <a:spLocks noChangeArrowheads="1"/>
          </p:cNvSpPr>
          <p:nvPr/>
        </p:nvSpPr>
        <p:spPr bwMode="auto">
          <a:xfrm>
            <a:off x="2286000" y="987425"/>
            <a:ext cx="2746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1400" b="0" i="0" u="none" strike="noStrike" kern="1200" cap="none" spc="0" normalizeH="0" baseline="0" noProof="0">
                <a:ln>
                  <a:noFill/>
                </a:ln>
                <a:solidFill>
                  <a:srgbClr val="0033CC"/>
                </a:solidFill>
                <a:effectLst/>
                <a:uLnTx/>
                <a:uFillTx/>
                <a:latin typeface="Times New Roman" panose="02020603050405020304" pitchFamily="18" charset="0"/>
                <a:ea typeface="MS PGothic" panose="020B0600070205080204" pitchFamily="34" charset="-128"/>
                <a:cs typeface="+mn-cs"/>
              </a:rPr>
              <a:t>0</a:t>
            </a:r>
          </a:p>
        </p:txBody>
      </p:sp>
      <p:sp>
        <p:nvSpPr>
          <p:cNvPr id="61" name="Rectangle 60">
            <a:extLst>
              <a:ext uri="{FF2B5EF4-FFF2-40B4-BE49-F238E27FC236}">
                <a16:creationId xmlns:a16="http://schemas.microsoft.com/office/drawing/2014/main" id="{A20A1B6A-C6FC-4082-A2A1-0355FE7AAA9A}"/>
              </a:ext>
            </a:extLst>
          </p:cNvPr>
          <p:cNvSpPr>
            <a:spLocks noChangeArrowheads="1"/>
          </p:cNvSpPr>
          <p:nvPr/>
        </p:nvSpPr>
        <p:spPr bwMode="auto">
          <a:xfrm>
            <a:off x="2286000" y="1292225"/>
            <a:ext cx="2746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1400" b="0" i="0" u="none" strike="noStrike" kern="1200" cap="none" spc="0" normalizeH="0" baseline="0" noProof="0">
                <a:ln>
                  <a:noFill/>
                </a:ln>
                <a:solidFill>
                  <a:srgbClr val="0033CC"/>
                </a:solidFill>
                <a:effectLst/>
                <a:uLnTx/>
                <a:uFillTx/>
                <a:latin typeface="Times New Roman" panose="02020603050405020304" pitchFamily="18" charset="0"/>
                <a:ea typeface="MS PGothic" panose="020B0600070205080204" pitchFamily="34" charset="-128"/>
                <a:cs typeface="+mn-cs"/>
              </a:rPr>
              <a:t>0</a:t>
            </a:r>
          </a:p>
        </p:txBody>
      </p:sp>
      <p:sp>
        <p:nvSpPr>
          <p:cNvPr id="62" name="Rectangle 61">
            <a:extLst>
              <a:ext uri="{FF2B5EF4-FFF2-40B4-BE49-F238E27FC236}">
                <a16:creationId xmlns:a16="http://schemas.microsoft.com/office/drawing/2014/main" id="{BE0A6DE4-E1B3-4838-BE6E-73309A586DCC}"/>
              </a:ext>
            </a:extLst>
          </p:cNvPr>
          <p:cNvSpPr>
            <a:spLocks noChangeArrowheads="1"/>
          </p:cNvSpPr>
          <p:nvPr/>
        </p:nvSpPr>
        <p:spPr bwMode="auto">
          <a:xfrm>
            <a:off x="2286000" y="1597025"/>
            <a:ext cx="27463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1400" b="0" i="0" u="none" strike="noStrike" kern="1200" cap="none" spc="0" normalizeH="0" baseline="0" noProof="0">
                <a:ln>
                  <a:noFill/>
                </a:ln>
                <a:solidFill>
                  <a:srgbClr val="0033CC"/>
                </a:solidFill>
                <a:effectLst/>
                <a:uLnTx/>
                <a:uFillTx/>
                <a:latin typeface="Times New Roman" panose="02020603050405020304" pitchFamily="18" charset="0"/>
                <a:ea typeface="MS PGothic" panose="020B0600070205080204" pitchFamily="34" charset="-128"/>
                <a:cs typeface="+mn-cs"/>
              </a:rPr>
              <a:t>0</a:t>
            </a:r>
          </a:p>
        </p:txBody>
      </p:sp>
      <p:sp>
        <p:nvSpPr>
          <p:cNvPr id="63" name="Rectangle 62">
            <a:extLst>
              <a:ext uri="{FF2B5EF4-FFF2-40B4-BE49-F238E27FC236}">
                <a16:creationId xmlns:a16="http://schemas.microsoft.com/office/drawing/2014/main" id="{0F47E324-B514-458D-8719-1D9DFE0CF72E}"/>
              </a:ext>
            </a:extLst>
          </p:cNvPr>
          <p:cNvSpPr>
            <a:spLocks noChangeArrowheads="1"/>
          </p:cNvSpPr>
          <p:nvPr/>
        </p:nvSpPr>
        <p:spPr bwMode="auto">
          <a:xfrm>
            <a:off x="304800" y="3429000"/>
            <a:ext cx="12684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1200" b="0" i="1" u="none" strike="noStrike" kern="1200" cap="none" spc="0" normalizeH="0" baseline="0" noProof="0">
                <a:ln>
                  <a:noFill/>
                </a:ln>
                <a:solidFill>
                  <a:srgbClr val="0033CC"/>
                </a:solidFill>
                <a:effectLst/>
                <a:uLnTx/>
                <a:uFillTx/>
                <a:latin typeface="Times New Roman" panose="02020603050405020304" pitchFamily="18" charset="0"/>
                <a:ea typeface="MS PGothic" panose="020B0600070205080204" pitchFamily="34" charset="-128"/>
                <a:cs typeface="+mn-cs"/>
              </a:rPr>
              <a:t>time quantum</a:t>
            </a:r>
            <a:r>
              <a:rPr kumimoji="0" lang="en-US" altLang="ms-MY" sz="1200" b="0" i="0" u="none" strike="noStrike" kern="1200" cap="none" spc="0" normalizeH="0" baseline="0" noProof="0">
                <a:ln>
                  <a:noFill/>
                </a:ln>
                <a:solidFill>
                  <a:srgbClr val="0033CC"/>
                </a:solidFill>
                <a:effectLst/>
                <a:uLnTx/>
                <a:uFillTx/>
                <a:latin typeface="Times New Roman" panose="02020603050405020304" pitchFamily="18" charset="0"/>
                <a:ea typeface="MS PGothic" panose="020B0600070205080204" pitchFamily="34" charset="-128"/>
                <a:cs typeface="+mn-cs"/>
              </a:rPr>
              <a:t> = 5</a:t>
            </a:r>
          </a:p>
        </p:txBody>
      </p:sp>
      <p:sp>
        <p:nvSpPr>
          <p:cNvPr id="81934" name="Rectangle 81933">
            <a:extLst>
              <a:ext uri="{FF2B5EF4-FFF2-40B4-BE49-F238E27FC236}">
                <a16:creationId xmlns:a16="http://schemas.microsoft.com/office/drawing/2014/main" id="{4EC6D6A4-CC42-4822-83A6-D1A5D2C40C36}"/>
              </a:ext>
            </a:extLst>
          </p:cNvPr>
          <p:cNvSpPr>
            <a:spLocks noChangeArrowheads="1"/>
          </p:cNvSpPr>
          <p:nvPr/>
        </p:nvSpPr>
        <p:spPr bwMode="auto">
          <a:xfrm>
            <a:off x="5897563" y="1885950"/>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25000" noProof="0">
                <a:ln>
                  <a:noFill/>
                </a:ln>
                <a:solidFill>
                  <a:srgbClr val="0033CC"/>
                </a:solidFill>
                <a:effectLst/>
                <a:uLnTx/>
                <a:uFillTx/>
                <a:latin typeface="Times New Roman" panose="02020603050405020304" pitchFamily="18" charset="0"/>
                <a:ea typeface="MS PGothic" panose="020B0600070205080204" pitchFamily="34" charset="-128"/>
                <a:cs typeface="+mn-cs"/>
              </a:rPr>
              <a:t>1</a:t>
            </a: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65" name="Rectangle 64">
            <a:extLst>
              <a:ext uri="{FF2B5EF4-FFF2-40B4-BE49-F238E27FC236}">
                <a16:creationId xmlns:a16="http://schemas.microsoft.com/office/drawing/2014/main" id="{A5615EEF-165D-4483-82B4-6D506E77B141}"/>
              </a:ext>
            </a:extLst>
          </p:cNvPr>
          <p:cNvSpPr>
            <a:spLocks noChangeArrowheads="1"/>
          </p:cNvSpPr>
          <p:nvPr/>
        </p:nvSpPr>
        <p:spPr bwMode="auto">
          <a:xfrm>
            <a:off x="4953000" y="1885950"/>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25000" noProof="0">
                <a:ln>
                  <a:noFill/>
                </a:ln>
                <a:solidFill>
                  <a:srgbClr val="0033CC"/>
                </a:solidFill>
                <a:effectLst/>
                <a:uLnTx/>
                <a:uFillTx/>
                <a:latin typeface="Times New Roman" panose="02020603050405020304" pitchFamily="18" charset="0"/>
                <a:ea typeface="MS PGothic" panose="020B0600070205080204" pitchFamily="34" charset="-128"/>
                <a:cs typeface="+mn-cs"/>
              </a:rPr>
              <a:t>2</a:t>
            </a: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66" name="Rectangle 65">
            <a:extLst>
              <a:ext uri="{FF2B5EF4-FFF2-40B4-BE49-F238E27FC236}">
                <a16:creationId xmlns:a16="http://schemas.microsoft.com/office/drawing/2014/main" id="{6DB21CBB-06A3-4ED6-93AB-2FCAD16A6F91}"/>
              </a:ext>
            </a:extLst>
          </p:cNvPr>
          <p:cNvSpPr>
            <a:spLocks noChangeArrowheads="1"/>
          </p:cNvSpPr>
          <p:nvPr/>
        </p:nvSpPr>
        <p:spPr bwMode="auto">
          <a:xfrm>
            <a:off x="4114800" y="1885950"/>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25000" noProof="0">
                <a:ln>
                  <a:noFill/>
                </a:ln>
                <a:solidFill>
                  <a:srgbClr val="0033CC"/>
                </a:solidFill>
                <a:effectLst/>
                <a:uLnTx/>
                <a:uFillTx/>
                <a:latin typeface="Times New Roman" panose="02020603050405020304" pitchFamily="18" charset="0"/>
                <a:ea typeface="MS PGothic" panose="020B0600070205080204" pitchFamily="34" charset="-128"/>
                <a:cs typeface="+mn-cs"/>
              </a:rPr>
              <a:t>3</a:t>
            </a: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67" name="Rectangle 66">
            <a:extLst>
              <a:ext uri="{FF2B5EF4-FFF2-40B4-BE49-F238E27FC236}">
                <a16:creationId xmlns:a16="http://schemas.microsoft.com/office/drawing/2014/main" id="{24DBD035-CB5F-4A47-90B8-8305E84B9924}"/>
              </a:ext>
            </a:extLst>
          </p:cNvPr>
          <p:cNvSpPr>
            <a:spLocks noChangeArrowheads="1"/>
          </p:cNvSpPr>
          <p:nvPr/>
        </p:nvSpPr>
        <p:spPr bwMode="auto">
          <a:xfrm>
            <a:off x="3276600" y="1885950"/>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25000" noProof="0">
                <a:ln>
                  <a:noFill/>
                </a:ln>
                <a:solidFill>
                  <a:srgbClr val="0033CC"/>
                </a:solidFill>
                <a:effectLst/>
                <a:uLnTx/>
                <a:uFillTx/>
                <a:latin typeface="Times New Roman" panose="02020603050405020304" pitchFamily="18" charset="0"/>
                <a:ea typeface="MS PGothic" panose="020B0600070205080204" pitchFamily="34" charset="-128"/>
                <a:cs typeface="+mn-cs"/>
              </a:rPr>
              <a:t>4</a:t>
            </a: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sp>
        <p:nvSpPr>
          <p:cNvPr id="68" name="Rectangle 67">
            <a:extLst>
              <a:ext uri="{FF2B5EF4-FFF2-40B4-BE49-F238E27FC236}">
                <a16:creationId xmlns:a16="http://schemas.microsoft.com/office/drawing/2014/main" id="{E90E3943-5D58-482C-B1B7-D1F392388F72}"/>
              </a:ext>
            </a:extLst>
          </p:cNvPr>
          <p:cNvSpPr>
            <a:spLocks noChangeArrowheads="1"/>
          </p:cNvSpPr>
          <p:nvPr/>
        </p:nvSpPr>
        <p:spPr bwMode="auto">
          <a:xfrm>
            <a:off x="2362200" y="1885950"/>
            <a:ext cx="2698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ms-MY" sz="2000" b="1" i="0" u="none" strike="noStrike" kern="1200" cap="none" spc="0" normalizeH="0" baseline="-25000" noProof="0">
                <a:ln>
                  <a:noFill/>
                </a:ln>
                <a:solidFill>
                  <a:srgbClr val="0033CC"/>
                </a:solidFill>
                <a:effectLst/>
                <a:uLnTx/>
                <a:uFillTx/>
                <a:latin typeface="Times New Roman" panose="02020603050405020304" pitchFamily="18" charset="0"/>
                <a:ea typeface="MS PGothic" panose="020B0600070205080204" pitchFamily="34" charset="-128"/>
                <a:cs typeface="+mn-cs"/>
              </a:rPr>
              <a:t>5</a:t>
            </a:r>
            <a:endParaRPr kumimoji="0" lang="ms-MY" alt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mn-cs"/>
            </a:endParaRPr>
          </a:p>
        </p:txBody>
      </p:sp>
      <p:grpSp>
        <p:nvGrpSpPr>
          <p:cNvPr id="81940" name="Group 81939">
            <a:extLst>
              <a:ext uri="{FF2B5EF4-FFF2-40B4-BE49-F238E27FC236}">
                <a16:creationId xmlns:a16="http://schemas.microsoft.com/office/drawing/2014/main" id="{27D52F3C-CC71-4D0A-A9AE-B5D449776C62}"/>
              </a:ext>
            </a:extLst>
          </p:cNvPr>
          <p:cNvGrpSpPr>
            <a:grpSpLocks/>
          </p:cNvGrpSpPr>
          <p:nvPr/>
        </p:nvGrpSpPr>
        <p:grpSpPr bwMode="auto">
          <a:xfrm>
            <a:off x="609600" y="4343400"/>
            <a:ext cx="554038" cy="525463"/>
            <a:chOff x="609600" y="4552890"/>
            <a:chExt cx="553358" cy="524709"/>
          </a:xfrm>
        </p:grpSpPr>
        <p:sp>
          <p:nvSpPr>
            <p:cNvPr id="9" name="TextBox 8">
              <a:extLst>
                <a:ext uri="{FF2B5EF4-FFF2-40B4-BE49-F238E27FC236}">
                  <a16:creationId xmlns:a16="http://schemas.microsoft.com/office/drawing/2014/main" id="{807313EC-4AA9-4A18-9783-4C5E796DD2DB}"/>
                </a:ext>
              </a:extLst>
            </p:cNvPr>
            <p:cNvSpPr txBox="1"/>
            <p:nvPr/>
          </p:nvSpPr>
          <p:spPr>
            <a:xfrm>
              <a:off x="609600" y="4552890"/>
              <a:ext cx="526403" cy="399476"/>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Q1</a:t>
              </a:r>
            </a:p>
          </p:txBody>
        </p:sp>
        <p:sp>
          <p:nvSpPr>
            <p:cNvPr id="97353" name="Rectangle 73">
              <a:extLst>
                <a:ext uri="{FF2B5EF4-FFF2-40B4-BE49-F238E27FC236}">
                  <a16:creationId xmlns:a16="http://schemas.microsoft.com/office/drawing/2014/main" id="{C1F11D08-2165-44C1-BCF2-888BA9F24DEE}"/>
                </a:ext>
              </a:extLst>
            </p:cNvPr>
            <p:cNvSpPr>
              <a:spLocks noChangeArrowheads="1"/>
            </p:cNvSpPr>
            <p:nvPr/>
          </p:nvSpPr>
          <p:spPr bwMode="auto">
            <a:xfrm>
              <a:off x="609600" y="4800600"/>
              <a:ext cx="55335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1200" b="0" i="1" u="none" strike="noStrike" kern="1200" cap="none" spc="0" normalizeH="0" baseline="0" noProof="0">
                  <a:ln>
                    <a:noFill/>
                  </a:ln>
                  <a:solidFill>
                    <a:srgbClr val="0033CC"/>
                  </a:solidFill>
                  <a:effectLst/>
                  <a:uLnTx/>
                  <a:uFillTx/>
                  <a:latin typeface="Times New Roman" panose="02020603050405020304" pitchFamily="18" charset="0"/>
                  <a:ea typeface="MS PGothic" panose="020B0600070205080204" pitchFamily="34" charset="-128"/>
                  <a:cs typeface="+mn-cs"/>
                </a:rPr>
                <a:t>FCFS</a:t>
              </a:r>
              <a:endParaRPr kumimoji="0" lang="en-US" altLang="ms-MY" sz="1200" b="0" i="0" u="none" strike="noStrike" kern="1200" cap="none" spc="0" normalizeH="0" baseline="0" noProof="0">
                <a:ln>
                  <a:noFill/>
                </a:ln>
                <a:solidFill>
                  <a:srgbClr val="0033CC"/>
                </a:solidFill>
                <a:effectLst/>
                <a:uLnTx/>
                <a:uFillTx/>
                <a:latin typeface="Times New Roman" panose="02020603050405020304" pitchFamily="18" charset="0"/>
                <a:ea typeface="MS PGothic" panose="020B0600070205080204" pitchFamily="34" charset="-128"/>
                <a:cs typeface="+mn-cs"/>
              </a:endParaRPr>
            </a:p>
          </p:txBody>
        </p:sp>
      </p:grpSp>
      <p:sp>
        <p:nvSpPr>
          <p:cNvPr id="76" name="TextBox 75">
            <a:extLst>
              <a:ext uri="{FF2B5EF4-FFF2-40B4-BE49-F238E27FC236}">
                <a16:creationId xmlns:a16="http://schemas.microsoft.com/office/drawing/2014/main" id="{1FDC1795-326B-4C2F-BBA8-B945E9C2E9ED}"/>
              </a:ext>
            </a:extLst>
          </p:cNvPr>
          <p:cNvSpPr txBox="1"/>
          <p:nvPr/>
        </p:nvSpPr>
        <p:spPr>
          <a:xfrm>
            <a:off x="2133600" y="4767263"/>
            <a:ext cx="341760" cy="261610"/>
          </a:xfrm>
          <a:prstGeom prst="rect">
            <a:avLst/>
          </a:prstGeom>
          <a:noFill/>
          <a:ln w="12700">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14</a:t>
            </a:r>
          </a:p>
        </p:txBody>
      </p:sp>
      <p:sp>
        <p:nvSpPr>
          <p:cNvPr id="77" name="TextBox 76">
            <a:extLst>
              <a:ext uri="{FF2B5EF4-FFF2-40B4-BE49-F238E27FC236}">
                <a16:creationId xmlns:a16="http://schemas.microsoft.com/office/drawing/2014/main" id="{CC9DE131-1365-4686-8070-14DCC51971C7}"/>
              </a:ext>
            </a:extLst>
          </p:cNvPr>
          <p:cNvSpPr txBox="1"/>
          <p:nvPr/>
        </p:nvSpPr>
        <p:spPr>
          <a:xfrm>
            <a:off x="3621088" y="4767263"/>
            <a:ext cx="341760" cy="261610"/>
          </a:xfrm>
          <a:prstGeom prst="rect">
            <a:avLst/>
          </a:prstGeom>
          <a:noFill/>
          <a:ln w="12700">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19</a:t>
            </a:r>
          </a:p>
        </p:txBody>
      </p:sp>
      <p:sp>
        <p:nvSpPr>
          <p:cNvPr id="78" name="Minus 77">
            <a:extLst>
              <a:ext uri="{FF2B5EF4-FFF2-40B4-BE49-F238E27FC236}">
                <a16:creationId xmlns:a16="http://schemas.microsoft.com/office/drawing/2014/main" id="{1876E74E-B951-4C9B-B0D2-B58C3E45FA42}"/>
              </a:ext>
            </a:extLst>
          </p:cNvPr>
          <p:cNvSpPr/>
          <p:nvPr/>
        </p:nvSpPr>
        <p:spPr bwMode="auto">
          <a:xfrm rot="2230271">
            <a:off x="2292350" y="465138"/>
            <a:ext cx="322263" cy="128587"/>
          </a:xfrm>
          <a:prstGeom prst="mathMinus">
            <a:avLst/>
          </a:prstGeom>
          <a:solidFill>
            <a:srgbClr val="FFFF00"/>
          </a:solidFill>
          <a:ln w="9525" cap="flat" cmpd="sng" algn="ctr">
            <a:solidFill>
              <a:schemeClr val="tx1"/>
            </a:solidFill>
            <a:prstDash val="solid"/>
            <a:round/>
            <a:headEnd type="none" w="med" len="med"/>
            <a:tailEnd type="none" w="med" len="med"/>
          </a:ln>
          <a:effectLst/>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ms-MY" sz="2000" b="0" i="0" u="none" strike="noStrike" kern="1200" cap="none" spc="0" normalizeH="0" baseline="0" noProof="0">
              <a:ln>
                <a:noFill/>
              </a:ln>
              <a:solidFill>
                <a:srgbClr val="FFFFFF"/>
              </a:solidFill>
              <a:effectLst/>
              <a:uLnTx/>
              <a:uFillTx/>
              <a:latin typeface="Times New Roman" panose="02020603050405020304" pitchFamily="18" charset="0"/>
              <a:ea typeface="MS PGothic" panose="020B0600070205080204" pitchFamily="34" charset="-128"/>
              <a:cs typeface="Arial" panose="020B0604020202020204" pitchFamily="34" charset="0"/>
            </a:endParaRPr>
          </a:p>
        </p:txBody>
      </p:sp>
      <p:sp>
        <p:nvSpPr>
          <p:cNvPr id="81941" name="Rectangle 81940">
            <a:extLst>
              <a:ext uri="{FF2B5EF4-FFF2-40B4-BE49-F238E27FC236}">
                <a16:creationId xmlns:a16="http://schemas.microsoft.com/office/drawing/2014/main" id="{1840FA72-B81F-40A7-B766-B87F5A0FD61B}"/>
              </a:ext>
            </a:extLst>
          </p:cNvPr>
          <p:cNvSpPr/>
          <p:nvPr/>
        </p:nvSpPr>
        <p:spPr>
          <a:xfrm>
            <a:off x="2586038" y="377825"/>
            <a:ext cx="284162" cy="307975"/>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33CC"/>
                </a:solidFill>
                <a:effectLst/>
                <a:uLnTx/>
                <a:uFillTx/>
                <a:latin typeface="Arial"/>
                <a:ea typeface="MS PGothic" panose="020B0600070205080204" pitchFamily="34" charset="-128"/>
                <a:cs typeface="Arial" panose="020B0604020202020204" pitchFamily="34" charset="0"/>
              </a:rPr>
              <a:t>0</a:t>
            </a:r>
          </a:p>
        </p:txBody>
      </p:sp>
    </p:spTree>
    <p:extLst>
      <p:ext uri="{BB962C8B-B14F-4D97-AF65-F5344CB8AC3E}">
        <p14:creationId xmlns:p14="http://schemas.microsoft.com/office/powerpoint/2010/main" val="34071493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1934"/>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5"/>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6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8"/>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5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8"/>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grpId="1" nodeType="clickEffect">
                                  <p:stCondLst>
                                    <p:cond delay="0"/>
                                  </p:stCondLst>
                                  <p:childTnLst>
                                    <p:set>
                                      <p:cBhvr>
                                        <p:cTn id="62" dur="1" fill="hold">
                                          <p:stCondLst>
                                            <p:cond delay="0"/>
                                          </p:stCondLst>
                                        </p:cTn>
                                        <p:tgtEl>
                                          <p:spTgt spid="22"/>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23"/>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0"/>
                                          </p:stCondLst>
                                        </p:cTn>
                                        <p:tgtEl>
                                          <p:spTgt spid="57"/>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62"/>
                                        </p:tgtEl>
                                        <p:attrNameLst>
                                          <p:attrName>style.visibility</p:attrName>
                                        </p:attrNameLst>
                                      </p:cBhvr>
                                      <p:to>
                                        <p:strVal val="visible"/>
                                      </p:to>
                                    </p:set>
                                  </p:childTnLst>
                                </p:cTn>
                              </p:par>
                            </p:childTnLst>
                          </p:cTn>
                        </p:par>
                      </p:childTnLst>
                    </p:cTn>
                  </p:par>
                  <p:par>
                    <p:cTn id="73" fill="hold" nodeType="clickPar">
                      <p:stCondLst>
                        <p:cond delay="indefinite"/>
                      </p:stCondLst>
                      <p:childTnLst>
                        <p:par>
                          <p:cTn id="74" fill="hold" nodeType="withGroup">
                            <p:stCondLst>
                              <p:cond delay="0"/>
                            </p:stCondLst>
                            <p:childTnLst>
                              <p:par>
                                <p:cTn id="75" presetID="1" presetClass="entr" presetSubtype="0" fill="hold" grpId="1" nodeType="clickEffect">
                                  <p:stCondLst>
                                    <p:cond delay="0"/>
                                  </p:stCondLst>
                                  <p:childTnLst>
                                    <p:set>
                                      <p:cBhvr>
                                        <p:cTn id="76" dur="1" fill="hold">
                                          <p:stCondLst>
                                            <p:cond delay="0"/>
                                          </p:stCondLst>
                                        </p:cTn>
                                        <p:tgtEl>
                                          <p:spTgt spid="24"/>
                                        </p:tgtEl>
                                        <p:attrNameLst>
                                          <p:attrName>style.visibility</p:attrName>
                                        </p:attrNameLst>
                                      </p:cBhvr>
                                      <p:to>
                                        <p:strVal val="visible"/>
                                      </p:to>
                                    </p:set>
                                  </p:childTnLst>
                                </p:cTn>
                              </p:par>
                              <p:par>
                                <p:cTn id="77" presetID="1" presetClass="entr" presetSubtype="0" fill="hold" grpId="0" nodeType="withEffect">
                                  <p:stCondLst>
                                    <p:cond delay="0"/>
                                  </p:stCondLst>
                                  <p:childTnLst>
                                    <p:set>
                                      <p:cBhvr>
                                        <p:cTn id="78" dur="1" fill="hold">
                                          <p:stCondLst>
                                            <p:cond delay="0"/>
                                          </p:stCondLst>
                                        </p:cTn>
                                        <p:tgtEl>
                                          <p:spTgt spid="26"/>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5"/>
                                        </p:tgtEl>
                                        <p:attrNameLst>
                                          <p:attrName>style.visibility</p:attrName>
                                        </p:attrNameLst>
                                      </p:cBhvr>
                                      <p:to>
                                        <p:strVal val="visible"/>
                                      </p:to>
                                    </p:set>
                                  </p:childTnLst>
                                </p:cTn>
                              </p:par>
                            </p:childTnLst>
                          </p:cTn>
                        </p:par>
                      </p:childTnLst>
                    </p:cTn>
                  </p:par>
                  <p:par>
                    <p:cTn id="81" fill="hold" nodeType="clickPar">
                      <p:stCondLst>
                        <p:cond delay="indefinite"/>
                      </p:stCondLst>
                      <p:childTnLst>
                        <p:par>
                          <p:cTn id="82" fill="hold" nodeType="withGroup">
                            <p:stCondLst>
                              <p:cond delay="0"/>
                            </p:stCondLst>
                            <p:childTnLst>
                              <p:par>
                                <p:cTn id="83" presetID="1" presetClass="entr" presetSubtype="0" fill="hold" nodeType="clickEffect">
                                  <p:stCondLst>
                                    <p:cond delay="0"/>
                                  </p:stCondLst>
                                  <p:childTnLst>
                                    <p:set>
                                      <p:cBhvr>
                                        <p:cTn id="84" dur="1" fill="hold">
                                          <p:stCondLst>
                                            <p:cond delay="0"/>
                                          </p:stCondLst>
                                        </p:cTn>
                                        <p:tgtEl>
                                          <p:spTgt spid="81933"/>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81932"/>
                                        </p:tgtEl>
                                        <p:attrNameLst>
                                          <p:attrName>style.visibility</p:attrName>
                                        </p:attrNameLst>
                                      </p:cBhvr>
                                      <p:to>
                                        <p:strVal val="visible"/>
                                      </p:to>
                                    </p:set>
                                  </p:childTnLst>
                                </p:cTn>
                              </p:par>
                            </p:childTnLst>
                          </p:cTn>
                        </p:par>
                      </p:childTnLst>
                    </p:cTn>
                  </p:par>
                  <p:par>
                    <p:cTn id="87" fill="hold" nodeType="clickPar">
                      <p:stCondLst>
                        <p:cond delay="indefinite"/>
                      </p:stCondLst>
                      <p:childTnLst>
                        <p:par>
                          <p:cTn id="88" fill="hold" nodeType="withGroup">
                            <p:stCondLst>
                              <p:cond delay="0"/>
                            </p:stCondLst>
                            <p:childTnLst>
                              <p:par>
                                <p:cTn id="89" presetID="1" presetClass="entr" presetSubtype="0" fill="hold" grpId="1" nodeType="clickEffect">
                                  <p:stCondLst>
                                    <p:cond delay="0"/>
                                  </p:stCondLst>
                                  <p:childTnLst>
                                    <p:set>
                                      <p:cBhvr>
                                        <p:cTn id="90" dur="1" fill="hold">
                                          <p:stCondLst>
                                            <p:cond delay="0"/>
                                          </p:stCondLst>
                                        </p:cTn>
                                        <p:tgtEl>
                                          <p:spTgt spid="26"/>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28"/>
                                        </p:tgtEl>
                                        <p:attrNameLst>
                                          <p:attrName>style.visibility</p:attrName>
                                        </p:attrNameLst>
                                      </p:cBhvr>
                                      <p:to>
                                        <p:strVal val="visible"/>
                                      </p:to>
                                    </p:set>
                                  </p:childTnLst>
                                </p:cTn>
                              </p:par>
                              <p:par>
                                <p:cTn id="93" presetID="1" presetClass="entr" presetSubtype="0" fill="hold" grpId="0" nodeType="withEffect">
                                  <p:stCondLst>
                                    <p:cond delay="0"/>
                                  </p:stCondLst>
                                  <p:childTnLst>
                                    <p:set>
                                      <p:cBhvr>
                                        <p:cTn id="94" dur="1" fill="hold">
                                          <p:stCondLst>
                                            <p:cond delay="0"/>
                                          </p:stCondLst>
                                        </p:cTn>
                                        <p:tgtEl>
                                          <p:spTgt spid="27"/>
                                        </p:tgtEl>
                                        <p:attrNameLst>
                                          <p:attrName>style.visibility</p:attrName>
                                        </p:attrNameLst>
                                      </p:cBhvr>
                                      <p:to>
                                        <p:strVal val="visible"/>
                                      </p:to>
                                    </p:set>
                                  </p:childTnLst>
                                </p:cTn>
                              </p:par>
                            </p:childTnLst>
                          </p:cTn>
                        </p:par>
                      </p:childTnLst>
                    </p:cTn>
                  </p:par>
                  <p:par>
                    <p:cTn id="95" fill="hold" nodeType="clickPar">
                      <p:stCondLst>
                        <p:cond delay="indefinite"/>
                      </p:stCondLst>
                      <p:childTnLst>
                        <p:par>
                          <p:cTn id="96" fill="hold" nodeType="withGroup">
                            <p:stCondLst>
                              <p:cond delay="0"/>
                            </p:stCondLst>
                            <p:childTnLst>
                              <p:par>
                                <p:cTn id="97" presetID="1" presetClass="entr" presetSubtype="0" fill="hold" nodeType="clickEffect">
                                  <p:stCondLst>
                                    <p:cond delay="0"/>
                                  </p:stCondLst>
                                  <p:childTnLst>
                                    <p:set>
                                      <p:cBhvr>
                                        <p:cTn id="98" dur="1" fill="hold">
                                          <p:stCondLst>
                                            <p:cond delay="0"/>
                                          </p:stCondLst>
                                        </p:cTn>
                                        <p:tgtEl>
                                          <p:spTgt spid="55"/>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60"/>
                                        </p:tgtEl>
                                        <p:attrNameLst>
                                          <p:attrName>style.visibility</p:attrName>
                                        </p:attrNameLst>
                                      </p:cBhvr>
                                      <p:to>
                                        <p:strVal val="visible"/>
                                      </p:to>
                                    </p:se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1" presetClass="entr" presetSubtype="0" fill="hold" grpId="1" nodeType="clickEffect">
                                  <p:stCondLst>
                                    <p:cond delay="0"/>
                                  </p:stCondLst>
                                  <p:childTnLst>
                                    <p:set>
                                      <p:cBhvr>
                                        <p:cTn id="104" dur="1" fill="hold">
                                          <p:stCondLst>
                                            <p:cond delay="0"/>
                                          </p:stCondLst>
                                        </p:cTn>
                                        <p:tgtEl>
                                          <p:spTgt spid="28"/>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30"/>
                                        </p:tgtEl>
                                        <p:attrNameLst>
                                          <p:attrName>style.visibility</p:attrName>
                                        </p:attrNameLst>
                                      </p:cBhvr>
                                      <p:to>
                                        <p:strVal val="visible"/>
                                      </p:to>
                                    </p:set>
                                  </p:childTnLst>
                                </p:cTn>
                              </p:par>
                              <p:par>
                                <p:cTn id="107" presetID="1" presetClass="entr" presetSubtype="0" fill="hold" grpId="0" nodeType="withEffect">
                                  <p:stCondLst>
                                    <p:cond delay="0"/>
                                  </p:stCondLst>
                                  <p:childTnLst>
                                    <p:set>
                                      <p:cBhvr>
                                        <p:cTn id="108" dur="1" fill="hold">
                                          <p:stCondLst>
                                            <p:cond delay="0"/>
                                          </p:stCondLst>
                                        </p:cTn>
                                        <p:tgtEl>
                                          <p:spTgt spid="29"/>
                                        </p:tgtEl>
                                        <p:attrNameLst>
                                          <p:attrName>style.visibility</p:attrName>
                                        </p:attrNameLst>
                                      </p:cBhvr>
                                      <p:to>
                                        <p:strVal val="visible"/>
                                      </p:to>
                                    </p:se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1" presetClass="entr" presetSubtype="0" fill="hold" nodeType="clickEffect">
                                  <p:stCondLst>
                                    <p:cond delay="0"/>
                                  </p:stCondLst>
                                  <p:childTnLst>
                                    <p:set>
                                      <p:cBhvr>
                                        <p:cTn id="112" dur="1" fill="hold">
                                          <p:stCondLst>
                                            <p:cond delay="0"/>
                                          </p:stCondLst>
                                        </p:cTn>
                                        <p:tgtEl>
                                          <p:spTgt spid="56"/>
                                        </p:tgtEl>
                                        <p:attrNameLst>
                                          <p:attrName>style.visibility</p:attrName>
                                        </p:attrNameLst>
                                      </p:cBhvr>
                                      <p:to>
                                        <p:strVal val="visible"/>
                                      </p:to>
                                    </p:set>
                                  </p:childTnLst>
                                </p:cTn>
                              </p:par>
                              <p:par>
                                <p:cTn id="113" presetID="1" presetClass="entr" presetSubtype="0" fill="hold" grpId="0" nodeType="withEffect">
                                  <p:stCondLst>
                                    <p:cond delay="0"/>
                                  </p:stCondLst>
                                  <p:childTnLst>
                                    <p:set>
                                      <p:cBhvr>
                                        <p:cTn id="114" dur="1" fill="hold">
                                          <p:stCondLst>
                                            <p:cond delay="0"/>
                                          </p:stCondLst>
                                        </p:cTn>
                                        <p:tgtEl>
                                          <p:spTgt spid="61"/>
                                        </p:tgtEl>
                                        <p:attrNameLst>
                                          <p:attrName>style.visibility</p:attrName>
                                        </p:attrNameLst>
                                      </p:cBhvr>
                                      <p:to>
                                        <p:strVal val="visible"/>
                                      </p:to>
                                    </p:set>
                                  </p:childTnLst>
                                </p:cTn>
                              </p:par>
                            </p:childTnLst>
                          </p:cTn>
                        </p:par>
                      </p:childTnLst>
                    </p:cTn>
                  </p:par>
                  <p:par>
                    <p:cTn id="115" fill="hold" nodeType="clickPar">
                      <p:stCondLst>
                        <p:cond delay="indefinite"/>
                      </p:stCondLst>
                      <p:childTnLst>
                        <p:par>
                          <p:cTn id="116" fill="hold" nodeType="withGroup">
                            <p:stCondLst>
                              <p:cond delay="0"/>
                            </p:stCondLst>
                            <p:childTnLst>
                              <p:par>
                                <p:cTn id="117" presetID="1" presetClass="entr" presetSubtype="0" fill="hold" nodeType="clickEffect">
                                  <p:stCondLst>
                                    <p:cond delay="0"/>
                                  </p:stCondLst>
                                  <p:childTnLst>
                                    <p:set>
                                      <p:cBhvr>
                                        <p:cTn id="118" dur="1" fill="hold">
                                          <p:stCondLst>
                                            <p:cond delay="0"/>
                                          </p:stCondLst>
                                        </p:cTn>
                                        <p:tgtEl>
                                          <p:spTgt spid="81925"/>
                                        </p:tgtEl>
                                        <p:attrNameLst>
                                          <p:attrName>style.visibility</p:attrName>
                                        </p:attrNameLst>
                                      </p:cBhvr>
                                      <p:to>
                                        <p:strVal val="visible"/>
                                      </p:to>
                                    </p:set>
                                  </p:childTnLst>
                                </p:cTn>
                              </p:par>
                            </p:childTnLst>
                          </p:cTn>
                        </p:par>
                      </p:childTnLst>
                    </p:cTn>
                  </p:par>
                  <p:par>
                    <p:cTn id="119" fill="hold" nodeType="clickPar">
                      <p:stCondLst>
                        <p:cond delay="indefinite"/>
                      </p:stCondLst>
                      <p:childTnLst>
                        <p:par>
                          <p:cTn id="120" fill="hold" nodeType="withGroup">
                            <p:stCondLst>
                              <p:cond delay="0"/>
                            </p:stCondLst>
                            <p:childTnLst>
                              <p:par>
                                <p:cTn id="121" presetID="1" presetClass="entr" presetSubtype="0" fill="hold" nodeType="clickEffect">
                                  <p:stCondLst>
                                    <p:cond delay="0"/>
                                  </p:stCondLst>
                                  <p:childTnLst>
                                    <p:set>
                                      <p:cBhvr>
                                        <p:cTn id="122" dur="1" fill="hold">
                                          <p:stCondLst>
                                            <p:cond delay="0"/>
                                          </p:stCondLst>
                                        </p:cTn>
                                        <p:tgtEl>
                                          <p:spTgt spid="81927"/>
                                        </p:tgtEl>
                                        <p:attrNameLst>
                                          <p:attrName>style.visibility</p:attrName>
                                        </p:attrNameLst>
                                      </p:cBhvr>
                                      <p:to>
                                        <p:strVal val="visible"/>
                                      </p:to>
                                    </p:se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1" presetClass="entr" presetSubtype="0" fill="hold" nodeType="clickEffect">
                                  <p:stCondLst>
                                    <p:cond delay="0"/>
                                  </p:stCondLst>
                                  <p:childTnLst>
                                    <p:set>
                                      <p:cBhvr>
                                        <p:cTn id="126" dur="1" fill="hold">
                                          <p:stCondLst>
                                            <p:cond delay="0"/>
                                          </p:stCondLst>
                                        </p:cTn>
                                        <p:tgtEl>
                                          <p:spTgt spid="81929"/>
                                        </p:tgtEl>
                                        <p:attrNameLst>
                                          <p:attrName>style.visibility</p:attrName>
                                        </p:attrNameLst>
                                      </p:cBhvr>
                                      <p:to>
                                        <p:strVal val="visible"/>
                                      </p:to>
                                    </p:set>
                                  </p:childTnLst>
                                </p:cTn>
                              </p:par>
                            </p:childTnLst>
                          </p:cTn>
                        </p:par>
                      </p:childTnLst>
                    </p:cTn>
                  </p:par>
                  <p:par>
                    <p:cTn id="127" fill="hold" nodeType="clickPar">
                      <p:stCondLst>
                        <p:cond delay="indefinite"/>
                      </p:stCondLst>
                      <p:childTnLst>
                        <p:par>
                          <p:cTn id="128" fill="hold" nodeType="withGroup">
                            <p:stCondLst>
                              <p:cond delay="0"/>
                            </p:stCondLst>
                            <p:childTnLst>
                              <p:par>
                                <p:cTn id="129" presetID="1" presetClass="entr" presetSubtype="0" fill="hold" nodeType="clickEffect">
                                  <p:stCondLst>
                                    <p:cond delay="0"/>
                                  </p:stCondLst>
                                  <p:childTnLst>
                                    <p:set>
                                      <p:cBhvr>
                                        <p:cTn id="130" dur="1" fill="hold">
                                          <p:stCondLst>
                                            <p:cond delay="0"/>
                                          </p:stCondLst>
                                        </p:cTn>
                                        <p:tgtEl>
                                          <p:spTgt spid="42"/>
                                        </p:tgtEl>
                                        <p:attrNameLst>
                                          <p:attrName>style.visibility</p:attrName>
                                        </p:attrNameLst>
                                      </p:cBhvr>
                                      <p:to>
                                        <p:strVal val="visible"/>
                                      </p:to>
                                    </p:set>
                                  </p:childTnLst>
                                </p:cTn>
                              </p:par>
                            </p:childTnLst>
                          </p:cTn>
                        </p:par>
                      </p:childTnLst>
                    </p:cTn>
                  </p:par>
                  <p:par>
                    <p:cTn id="131" fill="hold" nodeType="clickPar">
                      <p:stCondLst>
                        <p:cond delay="indefinite"/>
                      </p:stCondLst>
                      <p:childTnLst>
                        <p:par>
                          <p:cTn id="132" fill="hold" nodeType="withGroup">
                            <p:stCondLst>
                              <p:cond delay="0"/>
                            </p:stCondLst>
                            <p:childTnLst>
                              <p:par>
                                <p:cTn id="133" presetID="1" presetClass="entr" presetSubtype="0" fill="hold" nodeType="clickEffect">
                                  <p:stCondLst>
                                    <p:cond delay="0"/>
                                  </p:stCondLst>
                                  <p:childTnLst>
                                    <p:set>
                                      <p:cBhvr>
                                        <p:cTn id="134" dur="1" fill="hold">
                                          <p:stCondLst>
                                            <p:cond delay="0"/>
                                          </p:stCondLst>
                                        </p:cTn>
                                        <p:tgtEl>
                                          <p:spTgt spid="43"/>
                                        </p:tgtEl>
                                        <p:attrNameLst>
                                          <p:attrName>style.visibility</p:attrName>
                                        </p:attrNameLst>
                                      </p:cBhvr>
                                      <p:to>
                                        <p:strVal val="visible"/>
                                      </p:to>
                                    </p:set>
                                  </p:childTnLst>
                                </p:cTn>
                              </p:par>
                            </p:childTnLst>
                          </p:cTn>
                        </p:par>
                      </p:childTnLst>
                    </p:cTn>
                  </p:par>
                  <p:par>
                    <p:cTn id="135" fill="hold" nodeType="clickPar">
                      <p:stCondLst>
                        <p:cond delay="indefinite"/>
                      </p:stCondLst>
                      <p:childTnLst>
                        <p:par>
                          <p:cTn id="136" fill="hold" nodeType="withGroup">
                            <p:stCondLst>
                              <p:cond delay="0"/>
                            </p:stCondLst>
                            <p:childTnLst>
                              <p:par>
                                <p:cTn id="137" presetID="1" presetClass="entr" presetSubtype="0" fill="hold" nodeType="clickEffect">
                                  <p:stCondLst>
                                    <p:cond delay="0"/>
                                  </p:stCondLst>
                                  <p:childTnLst>
                                    <p:set>
                                      <p:cBhvr>
                                        <p:cTn id="138" dur="1" fill="hold">
                                          <p:stCondLst>
                                            <p:cond delay="0"/>
                                          </p:stCondLst>
                                        </p:cTn>
                                        <p:tgtEl>
                                          <p:spTgt spid="81940"/>
                                        </p:tgtEl>
                                        <p:attrNameLst>
                                          <p:attrName>style.visibility</p:attrName>
                                        </p:attrNameLst>
                                      </p:cBhvr>
                                      <p:to>
                                        <p:strVal val="visible"/>
                                      </p:to>
                                    </p:set>
                                  </p:childTnLst>
                                </p:cTn>
                              </p:par>
                            </p:childTnLst>
                          </p:cTn>
                        </p:par>
                      </p:childTnLst>
                    </p:cTn>
                  </p:par>
                  <p:par>
                    <p:cTn id="139" fill="hold" nodeType="clickPar">
                      <p:stCondLst>
                        <p:cond delay="indefinite"/>
                      </p:stCondLst>
                      <p:childTnLst>
                        <p:par>
                          <p:cTn id="140" fill="hold" nodeType="withGroup">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76"/>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77"/>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45"/>
                                        </p:tgtEl>
                                        <p:attrNameLst>
                                          <p:attrName>style.visibility</p:attrName>
                                        </p:attrNameLst>
                                      </p:cBhvr>
                                      <p:to>
                                        <p:strVal val="visible"/>
                                      </p:to>
                                    </p:set>
                                  </p:childTnLst>
                                </p:cTn>
                              </p:par>
                            </p:childTnLst>
                          </p:cTn>
                        </p:par>
                      </p:childTnLst>
                    </p:cTn>
                  </p:par>
                  <p:par>
                    <p:cTn id="147" fill="hold" nodeType="clickPar">
                      <p:stCondLst>
                        <p:cond delay="indefinite"/>
                      </p:stCondLst>
                      <p:childTnLst>
                        <p:par>
                          <p:cTn id="148" fill="hold" nodeType="withGroup">
                            <p:stCondLst>
                              <p:cond delay="0"/>
                            </p:stCondLst>
                            <p:childTnLst>
                              <p:par>
                                <p:cTn id="149" presetID="1" presetClass="entr" presetSubtype="0" fill="hold" nodeType="clickEffect">
                                  <p:stCondLst>
                                    <p:cond delay="0"/>
                                  </p:stCondLst>
                                  <p:childTnLst>
                                    <p:set>
                                      <p:cBhvr>
                                        <p:cTn id="150" dur="1" fill="hold">
                                          <p:stCondLst>
                                            <p:cond delay="0"/>
                                          </p:stCondLst>
                                        </p:cTn>
                                        <p:tgtEl>
                                          <p:spTgt spid="78"/>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819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animBg="1"/>
      <p:bldP spid="12" grpId="0" animBg="1"/>
      <p:bldP spid="13" grpId="0" animBg="1"/>
      <p:bldP spid="14" grpId="0" animBg="1"/>
      <p:bldP spid="15" grpId="0" animBg="1"/>
      <p:bldP spid="18" grpId="0" animBg="1"/>
      <p:bldP spid="3" grpId="0" animBg="1"/>
      <p:bldP spid="20" grpId="0" animBg="1"/>
      <p:bldP spid="21" grpId="0"/>
      <p:bldP spid="22" grpId="0"/>
      <p:bldP spid="22" grpId="1"/>
      <p:bldP spid="23" grpId="0" animBg="1"/>
      <p:bldP spid="24" grpId="0"/>
      <p:bldP spid="24" grpId="1"/>
      <p:bldP spid="25" grpId="0" animBg="1"/>
      <p:bldP spid="26" grpId="0"/>
      <p:bldP spid="26" grpId="1"/>
      <p:bldP spid="27" grpId="0" animBg="1"/>
      <p:bldP spid="28" grpId="0"/>
      <p:bldP spid="28" grpId="1"/>
      <p:bldP spid="29" grpId="0" animBg="1"/>
      <p:bldP spid="30" grpId="0"/>
      <p:bldP spid="45" grpId="0" animBg="1"/>
      <p:bldP spid="81932" grpId="0"/>
      <p:bldP spid="58" grpId="0"/>
      <p:bldP spid="60" grpId="0"/>
      <p:bldP spid="61" grpId="0"/>
      <p:bldP spid="62" grpId="0"/>
      <p:bldP spid="63" grpId="0"/>
      <p:bldP spid="81934" grpId="0"/>
      <p:bldP spid="65" grpId="0"/>
      <p:bldP spid="66" grpId="0"/>
      <p:bldP spid="67" grpId="0"/>
      <p:bldP spid="68" grpId="0"/>
      <p:bldP spid="76" grpId="0"/>
      <p:bldP spid="77" grpId="0"/>
      <p:bldP spid="81941" grpId="0"/>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Number Placeholder 2">
            <a:extLst>
              <a:ext uri="{FF2B5EF4-FFF2-40B4-BE49-F238E27FC236}">
                <a16:creationId xmlns:a16="http://schemas.microsoft.com/office/drawing/2014/main" id="{5927E202-E484-4FFC-A373-AAEEE942393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91AB683-5C5E-4D3F-B0EC-4C2A98A2737B}"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97</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grpSp>
        <p:nvGrpSpPr>
          <p:cNvPr id="99331" name="Group 29">
            <a:extLst>
              <a:ext uri="{FF2B5EF4-FFF2-40B4-BE49-F238E27FC236}">
                <a16:creationId xmlns:a16="http://schemas.microsoft.com/office/drawing/2014/main" id="{07FE5CB0-1C44-4982-B0D0-6539C42179C3}"/>
              </a:ext>
            </a:extLst>
          </p:cNvPr>
          <p:cNvGrpSpPr>
            <a:grpSpLocks/>
          </p:cNvGrpSpPr>
          <p:nvPr/>
        </p:nvGrpSpPr>
        <p:grpSpPr bwMode="auto">
          <a:xfrm>
            <a:off x="762000" y="3048000"/>
            <a:ext cx="7239000" cy="1904673"/>
            <a:chOff x="304800" y="3124200"/>
            <a:chExt cx="7239000" cy="1904673"/>
          </a:xfrm>
        </p:grpSpPr>
        <p:sp>
          <p:nvSpPr>
            <p:cNvPr id="5" name="TextBox 4">
              <a:extLst>
                <a:ext uri="{FF2B5EF4-FFF2-40B4-BE49-F238E27FC236}">
                  <a16:creationId xmlns:a16="http://schemas.microsoft.com/office/drawing/2014/main" id="{EF388D02-4173-4029-A601-DD8D3B2DEE90}"/>
                </a:ext>
              </a:extLst>
            </p:cNvPr>
            <p:cNvSpPr txBox="1"/>
            <p:nvPr/>
          </p:nvSpPr>
          <p:spPr>
            <a:xfrm>
              <a:off x="609600" y="3181350"/>
              <a:ext cx="525463" cy="40005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Q0</a:t>
              </a:r>
            </a:p>
          </p:txBody>
        </p:sp>
        <p:sp>
          <p:nvSpPr>
            <p:cNvPr id="6" name="TextBox 5">
              <a:extLst>
                <a:ext uri="{FF2B5EF4-FFF2-40B4-BE49-F238E27FC236}">
                  <a16:creationId xmlns:a16="http://schemas.microsoft.com/office/drawing/2014/main" id="{9F630946-D6E7-4942-91DE-32B6B47973B1}"/>
                </a:ext>
              </a:extLst>
            </p:cNvPr>
            <p:cNvSpPr txBox="1"/>
            <p:nvPr/>
          </p:nvSpPr>
          <p:spPr>
            <a:xfrm>
              <a:off x="2286000" y="3124200"/>
              <a:ext cx="450850" cy="400050"/>
            </a:xfrm>
            <a:prstGeom prst="rect">
              <a:avLst/>
            </a:prstGeom>
            <a:noFill/>
            <a:ln w="12700">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0033CC"/>
                  </a:solidFill>
                  <a:effectLst/>
                  <a:uLnTx/>
                  <a:uFillTx/>
                  <a:latin typeface="Arial"/>
                  <a:ea typeface="MS PGothic" panose="020B0600070205080204" pitchFamily="34" charset="-128"/>
                  <a:cs typeface="Arial" charset="0"/>
                </a:rPr>
                <a:t>J</a:t>
              </a:r>
              <a:r>
                <a:rPr kumimoji="0" lang="en-US" sz="2000" b="1" i="0" u="none" strike="noStrike" kern="1200" cap="none" spc="0" normalizeH="0" baseline="-25000" noProof="0" dirty="0">
                  <a:ln>
                    <a:noFill/>
                  </a:ln>
                  <a:solidFill>
                    <a:srgbClr val="0033CC"/>
                  </a:solidFill>
                  <a:effectLst/>
                  <a:uLnTx/>
                  <a:uFillTx/>
                  <a:latin typeface="Arial"/>
                  <a:ea typeface="MS PGothic" panose="020B0600070205080204" pitchFamily="34" charset="-128"/>
                  <a:cs typeface="Arial" charset="0"/>
                </a:rPr>
                <a:t>B</a:t>
              </a:r>
            </a:p>
          </p:txBody>
        </p:sp>
        <p:sp>
          <p:nvSpPr>
            <p:cNvPr id="7" name="TextBox 6">
              <a:extLst>
                <a:ext uri="{FF2B5EF4-FFF2-40B4-BE49-F238E27FC236}">
                  <a16:creationId xmlns:a16="http://schemas.microsoft.com/office/drawing/2014/main" id="{F9C3F28E-29F1-4B4A-8FD7-D13A873D59A2}"/>
                </a:ext>
              </a:extLst>
            </p:cNvPr>
            <p:cNvSpPr txBox="1"/>
            <p:nvPr/>
          </p:nvSpPr>
          <p:spPr>
            <a:xfrm>
              <a:off x="2133600" y="3581400"/>
              <a:ext cx="263525" cy="261938"/>
            </a:xfrm>
            <a:prstGeom prst="rect">
              <a:avLst/>
            </a:prstGeom>
            <a:noFill/>
            <a:ln w="12700">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0</a:t>
              </a:r>
            </a:p>
          </p:txBody>
        </p:sp>
        <p:sp>
          <p:nvSpPr>
            <p:cNvPr id="8" name="TextBox 7">
              <a:extLst>
                <a:ext uri="{FF2B5EF4-FFF2-40B4-BE49-F238E27FC236}">
                  <a16:creationId xmlns:a16="http://schemas.microsoft.com/office/drawing/2014/main" id="{52E6D5A6-AF06-4DA7-A87D-48FB202D30D0}"/>
                </a:ext>
              </a:extLst>
            </p:cNvPr>
            <p:cNvSpPr txBox="1"/>
            <p:nvPr/>
          </p:nvSpPr>
          <p:spPr>
            <a:xfrm>
              <a:off x="2590800" y="3581400"/>
              <a:ext cx="263525" cy="261938"/>
            </a:xfrm>
            <a:prstGeom prst="rect">
              <a:avLst/>
            </a:prstGeom>
            <a:noFill/>
            <a:ln w="12700">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1</a:t>
              </a:r>
            </a:p>
          </p:txBody>
        </p:sp>
        <p:sp>
          <p:nvSpPr>
            <p:cNvPr id="9" name="TextBox 8">
              <a:extLst>
                <a:ext uri="{FF2B5EF4-FFF2-40B4-BE49-F238E27FC236}">
                  <a16:creationId xmlns:a16="http://schemas.microsoft.com/office/drawing/2014/main" id="{36609413-9CC9-4E36-BE63-F8666D1BD888}"/>
                </a:ext>
              </a:extLst>
            </p:cNvPr>
            <p:cNvSpPr txBox="1"/>
            <p:nvPr/>
          </p:nvSpPr>
          <p:spPr>
            <a:xfrm>
              <a:off x="2743200" y="3124200"/>
              <a:ext cx="1039813" cy="400050"/>
            </a:xfrm>
            <a:prstGeom prst="rect">
              <a:avLst/>
            </a:prstGeom>
            <a:noFill/>
            <a:ln w="12700">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0033CC"/>
                  </a:solidFill>
                  <a:effectLst/>
                  <a:uLnTx/>
                  <a:uFillTx/>
                  <a:latin typeface="Arial"/>
                  <a:ea typeface="MS PGothic" panose="020B0600070205080204" pitchFamily="34" charset="-128"/>
                  <a:cs typeface="Arial" charset="0"/>
                </a:rPr>
                <a:t>J</a:t>
              </a:r>
              <a:r>
                <a:rPr kumimoji="0" lang="en-US" sz="2000" b="1" i="0" u="none" strike="noStrike" kern="1200" cap="none" spc="0" normalizeH="0" baseline="-25000" noProof="0" dirty="0">
                  <a:ln>
                    <a:noFill/>
                  </a:ln>
                  <a:solidFill>
                    <a:srgbClr val="0033CC"/>
                  </a:solidFill>
                  <a:effectLst/>
                  <a:uLnTx/>
                  <a:uFillTx/>
                  <a:latin typeface="Arial"/>
                  <a:ea typeface="MS PGothic" panose="020B0600070205080204" pitchFamily="34" charset="-128"/>
                  <a:cs typeface="Arial" charset="0"/>
                </a:rPr>
                <a:t>E</a:t>
              </a:r>
            </a:p>
          </p:txBody>
        </p:sp>
        <p:sp>
          <p:nvSpPr>
            <p:cNvPr id="10" name="TextBox 9">
              <a:extLst>
                <a:ext uri="{FF2B5EF4-FFF2-40B4-BE49-F238E27FC236}">
                  <a16:creationId xmlns:a16="http://schemas.microsoft.com/office/drawing/2014/main" id="{1B9810F7-B1BB-4158-90EB-92A3CF3E09F8}"/>
                </a:ext>
              </a:extLst>
            </p:cNvPr>
            <p:cNvSpPr txBox="1"/>
            <p:nvPr/>
          </p:nvSpPr>
          <p:spPr>
            <a:xfrm>
              <a:off x="3657600" y="3581400"/>
              <a:ext cx="263525" cy="261938"/>
            </a:xfrm>
            <a:prstGeom prst="rect">
              <a:avLst/>
            </a:prstGeom>
            <a:noFill/>
            <a:ln w="12700">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6</a:t>
              </a:r>
            </a:p>
          </p:txBody>
        </p:sp>
        <p:sp>
          <p:nvSpPr>
            <p:cNvPr id="11" name="TextBox 10">
              <a:extLst>
                <a:ext uri="{FF2B5EF4-FFF2-40B4-BE49-F238E27FC236}">
                  <a16:creationId xmlns:a16="http://schemas.microsoft.com/office/drawing/2014/main" id="{A02800A6-C2E2-4816-9DE2-00B4FE564B06}"/>
                </a:ext>
              </a:extLst>
            </p:cNvPr>
            <p:cNvSpPr txBox="1"/>
            <p:nvPr/>
          </p:nvSpPr>
          <p:spPr>
            <a:xfrm>
              <a:off x="3775075" y="3124200"/>
              <a:ext cx="1711325" cy="400050"/>
            </a:xfrm>
            <a:prstGeom prst="rect">
              <a:avLst/>
            </a:prstGeom>
            <a:noFill/>
            <a:ln w="12700">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0033CC"/>
                  </a:solidFill>
                  <a:effectLst/>
                  <a:uLnTx/>
                  <a:uFillTx/>
                  <a:latin typeface="Arial"/>
                  <a:ea typeface="MS PGothic" panose="020B0600070205080204" pitchFamily="34" charset="-128"/>
                  <a:cs typeface="Arial" charset="0"/>
                </a:rPr>
                <a:t>J</a:t>
              </a:r>
              <a:r>
                <a:rPr kumimoji="0" lang="en-US" sz="2000" b="1" i="0" u="none" strike="noStrike" kern="1200" cap="none" spc="0" normalizeH="0" baseline="-25000" noProof="0" dirty="0">
                  <a:ln>
                    <a:noFill/>
                  </a:ln>
                  <a:solidFill>
                    <a:srgbClr val="0033CC"/>
                  </a:solidFill>
                  <a:effectLst/>
                  <a:uLnTx/>
                  <a:uFillTx/>
                  <a:latin typeface="Arial"/>
                  <a:ea typeface="MS PGothic" panose="020B0600070205080204" pitchFamily="34" charset="-128"/>
                  <a:cs typeface="Arial" charset="0"/>
                </a:rPr>
                <a:t>A</a:t>
              </a:r>
            </a:p>
          </p:txBody>
        </p:sp>
        <p:sp>
          <p:nvSpPr>
            <p:cNvPr id="12" name="TextBox 11">
              <a:extLst>
                <a:ext uri="{FF2B5EF4-FFF2-40B4-BE49-F238E27FC236}">
                  <a16:creationId xmlns:a16="http://schemas.microsoft.com/office/drawing/2014/main" id="{94CA6B29-603A-400F-AFDF-878F4D1AD102}"/>
                </a:ext>
              </a:extLst>
            </p:cNvPr>
            <p:cNvSpPr txBox="1"/>
            <p:nvPr/>
          </p:nvSpPr>
          <p:spPr>
            <a:xfrm>
              <a:off x="5375275" y="3581400"/>
              <a:ext cx="341313" cy="261938"/>
            </a:xfrm>
            <a:prstGeom prst="rect">
              <a:avLst/>
            </a:prstGeom>
            <a:noFill/>
            <a:ln w="12700">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11</a:t>
              </a:r>
            </a:p>
          </p:txBody>
        </p:sp>
        <p:sp>
          <p:nvSpPr>
            <p:cNvPr id="13" name="TextBox 12">
              <a:extLst>
                <a:ext uri="{FF2B5EF4-FFF2-40B4-BE49-F238E27FC236}">
                  <a16:creationId xmlns:a16="http://schemas.microsoft.com/office/drawing/2014/main" id="{61DB2661-2F91-4CA0-A199-80D659314E6A}"/>
                </a:ext>
              </a:extLst>
            </p:cNvPr>
            <p:cNvSpPr txBox="1"/>
            <p:nvPr/>
          </p:nvSpPr>
          <p:spPr>
            <a:xfrm>
              <a:off x="5486400" y="3124200"/>
              <a:ext cx="877888" cy="400050"/>
            </a:xfrm>
            <a:prstGeom prst="rect">
              <a:avLst/>
            </a:prstGeom>
            <a:noFill/>
            <a:ln w="12700">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0033CC"/>
                  </a:solidFill>
                  <a:effectLst/>
                  <a:uLnTx/>
                  <a:uFillTx/>
                  <a:latin typeface="Arial"/>
                  <a:ea typeface="MS PGothic" panose="020B0600070205080204" pitchFamily="34" charset="-128"/>
                  <a:cs typeface="Arial" charset="0"/>
                </a:rPr>
                <a:t>J</a:t>
              </a:r>
              <a:r>
                <a:rPr kumimoji="0" lang="en-US" sz="2000" b="1" i="0" u="none" strike="noStrike" kern="1200" cap="none" spc="0" normalizeH="0" baseline="-25000" noProof="0" dirty="0">
                  <a:ln>
                    <a:noFill/>
                  </a:ln>
                  <a:solidFill>
                    <a:srgbClr val="0033CC"/>
                  </a:solidFill>
                  <a:effectLst/>
                  <a:uLnTx/>
                  <a:uFillTx/>
                  <a:latin typeface="Arial"/>
                  <a:ea typeface="MS PGothic" panose="020B0600070205080204" pitchFamily="34" charset="-128"/>
                  <a:cs typeface="Arial" charset="0"/>
                </a:rPr>
                <a:t>C</a:t>
              </a:r>
            </a:p>
          </p:txBody>
        </p:sp>
        <p:sp>
          <p:nvSpPr>
            <p:cNvPr id="14" name="TextBox 13">
              <a:extLst>
                <a:ext uri="{FF2B5EF4-FFF2-40B4-BE49-F238E27FC236}">
                  <a16:creationId xmlns:a16="http://schemas.microsoft.com/office/drawing/2014/main" id="{EE6CF3B5-1B2B-4F71-B375-AD49CCB18824}"/>
                </a:ext>
              </a:extLst>
            </p:cNvPr>
            <p:cNvSpPr txBox="1"/>
            <p:nvPr/>
          </p:nvSpPr>
          <p:spPr>
            <a:xfrm>
              <a:off x="6137275" y="3581400"/>
              <a:ext cx="341313" cy="261938"/>
            </a:xfrm>
            <a:prstGeom prst="rect">
              <a:avLst/>
            </a:prstGeom>
            <a:noFill/>
            <a:ln w="12700">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13</a:t>
              </a:r>
            </a:p>
          </p:txBody>
        </p:sp>
        <p:sp>
          <p:nvSpPr>
            <p:cNvPr id="15" name="TextBox 14">
              <a:extLst>
                <a:ext uri="{FF2B5EF4-FFF2-40B4-BE49-F238E27FC236}">
                  <a16:creationId xmlns:a16="http://schemas.microsoft.com/office/drawing/2014/main" id="{E57F22B6-0DE2-4D1D-AFD4-1E1D2319907C}"/>
                </a:ext>
              </a:extLst>
            </p:cNvPr>
            <p:cNvSpPr txBox="1"/>
            <p:nvPr/>
          </p:nvSpPr>
          <p:spPr>
            <a:xfrm>
              <a:off x="6364288" y="3124200"/>
              <a:ext cx="493712" cy="400050"/>
            </a:xfrm>
            <a:prstGeom prst="rect">
              <a:avLst/>
            </a:prstGeom>
            <a:noFill/>
            <a:ln w="12700">
              <a:solidFill>
                <a:schemeClr val="tx1"/>
              </a:solidFill>
            </a:ln>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0033CC"/>
                  </a:solidFill>
                  <a:effectLst/>
                  <a:uLnTx/>
                  <a:uFillTx/>
                  <a:latin typeface="Arial"/>
                  <a:ea typeface="MS PGothic" panose="020B0600070205080204" pitchFamily="34" charset="-128"/>
                  <a:cs typeface="Arial" charset="0"/>
                </a:rPr>
                <a:t>J</a:t>
              </a:r>
              <a:r>
                <a:rPr kumimoji="0" lang="en-US" sz="2000" b="1" i="0" u="none" strike="noStrike" kern="1200" cap="none" spc="0" normalizeH="0" baseline="-25000" noProof="0" dirty="0">
                  <a:ln>
                    <a:noFill/>
                  </a:ln>
                  <a:solidFill>
                    <a:srgbClr val="0033CC"/>
                  </a:solidFill>
                  <a:effectLst/>
                  <a:uLnTx/>
                  <a:uFillTx/>
                  <a:latin typeface="Arial"/>
                  <a:ea typeface="MS PGothic" panose="020B0600070205080204" pitchFamily="34" charset="-128"/>
                  <a:cs typeface="Arial" charset="0"/>
                </a:rPr>
                <a:t>D</a:t>
              </a:r>
            </a:p>
          </p:txBody>
        </p:sp>
        <p:sp>
          <p:nvSpPr>
            <p:cNvPr id="16" name="TextBox 15">
              <a:extLst>
                <a:ext uri="{FF2B5EF4-FFF2-40B4-BE49-F238E27FC236}">
                  <a16:creationId xmlns:a16="http://schemas.microsoft.com/office/drawing/2014/main" id="{C0DC3FF3-3FF7-4138-85F2-635A0205D276}"/>
                </a:ext>
              </a:extLst>
            </p:cNvPr>
            <p:cNvSpPr txBox="1"/>
            <p:nvPr/>
          </p:nvSpPr>
          <p:spPr>
            <a:xfrm>
              <a:off x="6669088" y="3581400"/>
              <a:ext cx="341312" cy="261938"/>
            </a:xfrm>
            <a:prstGeom prst="rect">
              <a:avLst/>
            </a:prstGeom>
            <a:noFill/>
            <a:ln w="12700">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14</a:t>
              </a:r>
            </a:p>
          </p:txBody>
        </p:sp>
        <p:cxnSp>
          <p:nvCxnSpPr>
            <p:cNvPr id="99398" name="Straight Arrow Connector 16">
              <a:extLst>
                <a:ext uri="{FF2B5EF4-FFF2-40B4-BE49-F238E27FC236}">
                  <a16:creationId xmlns:a16="http://schemas.microsoft.com/office/drawing/2014/main" id="{95330EF5-2F77-49BB-859C-06008D47ED53}"/>
                </a:ext>
              </a:extLst>
            </p:cNvPr>
            <p:cNvCxnSpPr>
              <a:cxnSpLocks noChangeShapeType="1"/>
              <a:stCxn id="15" idx="3"/>
            </p:cNvCxnSpPr>
            <p:nvPr/>
          </p:nvCxnSpPr>
          <p:spPr bwMode="auto">
            <a:xfrm>
              <a:off x="6858000" y="3324255"/>
              <a:ext cx="685800" cy="9496"/>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9399" name="Straight Arrow Connector 17">
              <a:extLst>
                <a:ext uri="{FF2B5EF4-FFF2-40B4-BE49-F238E27FC236}">
                  <a16:creationId xmlns:a16="http://schemas.microsoft.com/office/drawing/2014/main" id="{4478ADAB-825D-4274-A9BD-69218A4ACC87}"/>
                </a:ext>
              </a:extLst>
            </p:cNvPr>
            <p:cNvCxnSpPr>
              <a:cxnSpLocks noChangeShapeType="1"/>
            </p:cNvCxnSpPr>
            <p:nvPr/>
          </p:nvCxnSpPr>
          <p:spPr bwMode="auto">
            <a:xfrm>
              <a:off x="7501516" y="3333750"/>
              <a:ext cx="0" cy="74313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9400" name="Straight Arrow Connector 18">
              <a:extLst>
                <a:ext uri="{FF2B5EF4-FFF2-40B4-BE49-F238E27FC236}">
                  <a16:creationId xmlns:a16="http://schemas.microsoft.com/office/drawing/2014/main" id="{56699926-080D-48DF-B77D-E5571B4A76C8}"/>
                </a:ext>
              </a:extLst>
            </p:cNvPr>
            <p:cNvCxnSpPr>
              <a:cxnSpLocks noChangeShapeType="1"/>
            </p:cNvCxnSpPr>
            <p:nvPr/>
          </p:nvCxnSpPr>
          <p:spPr bwMode="auto">
            <a:xfrm flipH="1">
              <a:off x="1600200" y="4038600"/>
              <a:ext cx="5901316" cy="0"/>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9401" name="Straight Arrow Connector 19">
              <a:extLst>
                <a:ext uri="{FF2B5EF4-FFF2-40B4-BE49-F238E27FC236}">
                  <a16:creationId xmlns:a16="http://schemas.microsoft.com/office/drawing/2014/main" id="{43D44BC7-D99C-4439-B32E-FF1315A8B84D}"/>
                </a:ext>
              </a:extLst>
            </p:cNvPr>
            <p:cNvCxnSpPr>
              <a:cxnSpLocks noChangeShapeType="1"/>
            </p:cNvCxnSpPr>
            <p:nvPr/>
          </p:nvCxnSpPr>
          <p:spPr bwMode="auto">
            <a:xfrm>
              <a:off x="1600200" y="4038600"/>
              <a:ext cx="0" cy="498505"/>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99402" name="Straight Arrow Connector 20">
              <a:extLst>
                <a:ext uri="{FF2B5EF4-FFF2-40B4-BE49-F238E27FC236}">
                  <a16:creationId xmlns:a16="http://schemas.microsoft.com/office/drawing/2014/main" id="{9241BD95-F154-4629-87E3-98C162FE700A}"/>
                </a:ext>
              </a:extLst>
            </p:cNvPr>
            <p:cNvCxnSpPr>
              <a:cxnSpLocks noChangeShapeType="1"/>
            </p:cNvCxnSpPr>
            <p:nvPr/>
          </p:nvCxnSpPr>
          <p:spPr bwMode="auto">
            <a:xfrm>
              <a:off x="1600200" y="4533931"/>
              <a:ext cx="685800" cy="3174"/>
            </a:xfrm>
            <a:prstGeom prst="straightConnector1">
              <a:avLst/>
            </a:prstGeom>
            <a:noFill/>
            <a:ln w="9525" algn="ctr">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2" name="TextBox 21">
              <a:extLst>
                <a:ext uri="{FF2B5EF4-FFF2-40B4-BE49-F238E27FC236}">
                  <a16:creationId xmlns:a16="http://schemas.microsoft.com/office/drawing/2014/main" id="{581601EE-7592-43B1-A256-79DDEE3FD0F5}"/>
                </a:ext>
              </a:extLst>
            </p:cNvPr>
            <p:cNvSpPr txBox="1"/>
            <p:nvPr/>
          </p:nvSpPr>
          <p:spPr>
            <a:xfrm>
              <a:off x="2286000" y="4343400"/>
              <a:ext cx="1555750" cy="400050"/>
            </a:xfrm>
            <a:prstGeom prst="rect">
              <a:avLst/>
            </a:prstGeom>
            <a:noFill/>
            <a:ln w="12700">
              <a:solidFill>
                <a:schemeClr val="tx1"/>
              </a:solid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dirty="0">
                  <a:ln>
                    <a:noFill/>
                  </a:ln>
                  <a:solidFill>
                    <a:srgbClr val="0033CC"/>
                  </a:solidFill>
                  <a:effectLst/>
                  <a:uLnTx/>
                  <a:uFillTx/>
                  <a:latin typeface="Arial"/>
                  <a:ea typeface="MS PGothic" panose="020B0600070205080204" pitchFamily="34" charset="-128"/>
                  <a:cs typeface="Arial" charset="0"/>
                </a:rPr>
                <a:t>J</a:t>
              </a:r>
              <a:r>
                <a:rPr kumimoji="0" lang="en-US" sz="2000" b="1" i="0" u="none" strike="noStrike" kern="1200" cap="none" spc="0" normalizeH="0" baseline="-25000" noProof="0" dirty="0">
                  <a:ln>
                    <a:noFill/>
                  </a:ln>
                  <a:solidFill>
                    <a:srgbClr val="0033CC"/>
                  </a:solidFill>
                  <a:effectLst/>
                  <a:uLnTx/>
                  <a:uFillTx/>
                  <a:latin typeface="Arial"/>
                  <a:ea typeface="MS PGothic" panose="020B0600070205080204" pitchFamily="34" charset="-128"/>
                  <a:cs typeface="Arial" charset="0"/>
                </a:rPr>
                <a:t>A</a:t>
              </a:r>
            </a:p>
          </p:txBody>
        </p:sp>
        <p:sp>
          <p:nvSpPr>
            <p:cNvPr id="99404" name="Rectangle 22">
              <a:extLst>
                <a:ext uri="{FF2B5EF4-FFF2-40B4-BE49-F238E27FC236}">
                  <a16:creationId xmlns:a16="http://schemas.microsoft.com/office/drawing/2014/main" id="{AE2FC466-1B9A-464B-94E4-2841834E9106}"/>
                </a:ext>
              </a:extLst>
            </p:cNvPr>
            <p:cNvSpPr>
              <a:spLocks noChangeArrowheads="1"/>
            </p:cNvSpPr>
            <p:nvPr/>
          </p:nvSpPr>
          <p:spPr bwMode="auto">
            <a:xfrm>
              <a:off x="304800" y="3429000"/>
              <a:ext cx="1268296"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1200" b="0" i="1" u="none" strike="noStrike" kern="1200" cap="none" spc="0" normalizeH="0" baseline="0" noProof="0">
                  <a:ln>
                    <a:noFill/>
                  </a:ln>
                  <a:solidFill>
                    <a:srgbClr val="0033CC"/>
                  </a:solidFill>
                  <a:effectLst/>
                  <a:uLnTx/>
                  <a:uFillTx/>
                  <a:latin typeface="Times New Roman" panose="02020603050405020304" pitchFamily="18" charset="0"/>
                  <a:ea typeface="MS PGothic" panose="020B0600070205080204" pitchFamily="34" charset="-128"/>
                  <a:cs typeface="+mn-cs"/>
                </a:rPr>
                <a:t>time quantum</a:t>
              </a:r>
              <a:r>
                <a:rPr kumimoji="0" lang="en-US" altLang="ms-MY" sz="1200" b="0" i="0" u="none" strike="noStrike" kern="1200" cap="none" spc="0" normalizeH="0" baseline="0" noProof="0">
                  <a:ln>
                    <a:noFill/>
                  </a:ln>
                  <a:solidFill>
                    <a:srgbClr val="0033CC"/>
                  </a:solidFill>
                  <a:effectLst/>
                  <a:uLnTx/>
                  <a:uFillTx/>
                  <a:latin typeface="Times New Roman" panose="02020603050405020304" pitchFamily="18" charset="0"/>
                  <a:ea typeface="MS PGothic" panose="020B0600070205080204" pitchFamily="34" charset="-128"/>
                  <a:cs typeface="+mn-cs"/>
                </a:rPr>
                <a:t> = 5</a:t>
              </a:r>
            </a:p>
          </p:txBody>
        </p:sp>
        <p:grpSp>
          <p:nvGrpSpPr>
            <p:cNvPr id="99405" name="Group 23">
              <a:extLst>
                <a:ext uri="{FF2B5EF4-FFF2-40B4-BE49-F238E27FC236}">
                  <a16:creationId xmlns:a16="http://schemas.microsoft.com/office/drawing/2014/main" id="{CCB5C436-FD4A-499B-859C-7C269494D428}"/>
                </a:ext>
              </a:extLst>
            </p:cNvPr>
            <p:cNvGrpSpPr>
              <a:grpSpLocks/>
            </p:cNvGrpSpPr>
            <p:nvPr/>
          </p:nvGrpSpPr>
          <p:grpSpPr bwMode="auto">
            <a:xfrm>
              <a:off x="609600" y="4343400"/>
              <a:ext cx="553358" cy="524709"/>
              <a:chOff x="609600" y="4552890"/>
              <a:chExt cx="553358" cy="524709"/>
            </a:xfrm>
          </p:grpSpPr>
          <p:sp>
            <p:nvSpPr>
              <p:cNvPr id="25" name="TextBox 24">
                <a:extLst>
                  <a:ext uri="{FF2B5EF4-FFF2-40B4-BE49-F238E27FC236}">
                    <a16:creationId xmlns:a16="http://schemas.microsoft.com/office/drawing/2014/main" id="{79E264D6-01AC-45EF-9C48-0DA374FCA9BD}"/>
                  </a:ext>
                </a:extLst>
              </p:cNvPr>
              <p:cNvSpPr txBox="1"/>
              <p:nvPr/>
            </p:nvSpPr>
            <p:spPr>
              <a:xfrm>
                <a:off x="609600" y="4552890"/>
                <a:ext cx="527050" cy="40005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Q1</a:t>
                </a:r>
              </a:p>
            </p:txBody>
          </p:sp>
          <p:sp>
            <p:nvSpPr>
              <p:cNvPr id="99409" name="Rectangle 25">
                <a:extLst>
                  <a:ext uri="{FF2B5EF4-FFF2-40B4-BE49-F238E27FC236}">
                    <a16:creationId xmlns:a16="http://schemas.microsoft.com/office/drawing/2014/main" id="{89AB559A-DE0E-423A-A968-0EC5EDBD6D60}"/>
                  </a:ext>
                </a:extLst>
              </p:cNvPr>
              <p:cNvSpPr>
                <a:spLocks noChangeArrowheads="1"/>
              </p:cNvSpPr>
              <p:nvPr/>
            </p:nvSpPr>
            <p:spPr bwMode="auto">
              <a:xfrm>
                <a:off x="609600" y="4800600"/>
                <a:ext cx="553358"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ms-MY" sz="1200" b="0" i="1" u="none" strike="noStrike" kern="1200" cap="none" spc="0" normalizeH="0" baseline="0" noProof="0">
                    <a:ln>
                      <a:noFill/>
                    </a:ln>
                    <a:solidFill>
                      <a:srgbClr val="0033CC"/>
                    </a:solidFill>
                    <a:effectLst/>
                    <a:uLnTx/>
                    <a:uFillTx/>
                    <a:latin typeface="Times New Roman" panose="02020603050405020304" pitchFamily="18" charset="0"/>
                    <a:ea typeface="MS PGothic" panose="020B0600070205080204" pitchFamily="34" charset="-128"/>
                    <a:cs typeface="+mn-cs"/>
                  </a:rPr>
                  <a:t>FCFS</a:t>
                </a:r>
                <a:endParaRPr kumimoji="0" lang="en-US" altLang="ms-MY" sz="1200" b="0" i="0" u="none" strike="noStrike" kern="1200" cap="none" spc="0" normalizeH="0" baseline="0" noProof="0">
                  <a:ln>
                    <a:noFill/>
                  </a:ln>
                  <a:solidFill>
                    <a:srgbClr val="0033CC"/>
                  </a:solidFill>
                  <a:effectLst/>
                  <a:uLnTx/>
                  <a:uFillTx/>
                  <a:latin typeface="Times New Roman" panose="02020603050405020304" pitchFamily="18" charset="0"/>
                  <a:ea typeface="MS PGothic" panose="020B0600070205080204" pitchFamily="34" charset="-128"/>
                  <a:cs typeface="+mn-cs"/>
                </a:endParaRPr>
              </a:p>
            </p:txBody>
          </p:sp>
        </p:grpSp>
        <p:sp>
          <p:nvSpPr>
            <p:cNvPr id="27" name="TextBox 26">
              <a:extLst>
                <a:ext uri="{FF2B5EF4-FFF2-40B4-BE49-F238E27FC236}">
                  <a16:creationId xmlns:a16="http://schemas.microsoft.com/office/drawing/2014/main" id="{2B193B47-4B56-49E5-B19F-0310B63EA9EB}"/>
                </a:ext>
              </a:extLst>
            </p:cNvPr>
            <p:cNvSpPr txBox="1"/>
            <p:nvPr/>
          </p:nvSpPr>
          <p:spPr>
            <a:xfrm>
              <a:off x="2133600" y="4767263"/>
              <a:ext cx="341760" cy="261610"/>
            </a:xfrm>
            <a:prstGeom prst="rect">
              <a:avLst/>
            </a:prstGeom>
            <a:noFill/>
            <a:ln w="12700">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14</a:t>
              </a:r>
            </a:p>
          </p:txBody>
        </p:sp>
        <p:sp>
          <p:nvSpPr>
            <p:cNvPr id="28" name="TextBox 27">
              <a:extLst>
                <a:ext uri="{FF2B5EF4-FFF2-40B4-BE49-F238E27FC236}">
                  <a16:creationId xmlns:a16="http://schemas.microsoft.com/office/drawing/2014/main" id="{6603DB02-332B-4341-976E-7C076F6F4304}"/>
                </a:ext>
              </a:extLst>
            </p:cNvPr>
            <p:cNvSpPr txBox="1"/>
            <p:nvPr/>
          </p:nvSpPr>
          <p:spPr>
            <a:xfrm>
              <a:off x="3621088" y="4767263"/>
              <a:ext cx="341760" cy="261610"/>
            </a:xfrm>
            <a:prstGeom prst="rect">
              <a:avLst/>
            </a:prstGeom>
            <a:noFill/>
            <a:ln w="12700">
              <a:noFill/>
            </a:ln>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100" b="0" i="0" u="none" strike="noStrike" kern="1200" cap="none" spc="0" normalizeH="0" baseline="0" noProof="0" dirty="0">
                  <a:ln>
                    <a:noFill/>
                  </a:ln>
                  <a:solidFill>
                    <a:srgbClr val="FF0000"/>
                  </a:solidFill>
                  <a:effectLst/>
                  <a:uLnTx/>
                  <a:uFillTx/>
                  <a:latin typeface="Arial"/>
                  <a:ea typeface="MS PGothic" panose="020B0600070205080204" pitchFamily="34" charset="-128"/>
                  <a:cs typeface="Arial" charset="0"/>
                </a:rPr>
                <a:t>19</a:t>
              </a:r>
            </a:p>
          </p:txBody>
        </p:sp>
      </p:grpSp>
      <p:graphicFrame>
        <p:nvGraphicFramePr>
          <p:cNvPr id="29" name="Table 28">
            <a:extLst>
              <a:ext uri="{FF2B5EF4-FFF2-40B4-BE49-F238E27FC236}">
                <a16:creationId xmlns:a16="http://schemas.microsoft.com/office/drawing/2014/main" id="{3BF376F7-55B6-4AA0-B6CD-6141B425FBED}"/>
              </a:ext>
            </a:extLst>
          </p:cNvPr>
          <p:cNvGraphicFramePr>
            <a:graphicFrameLocks noGrp="1"/>
          </p:cNvGraphicFramePr>
          <p:nvPr>
            <p:extLst>
              <p:ext uri="{D42A27DB-BD31-4B8C-83A1-F6EECF244321}">
                <p14:modId xmlns:p14="http://schemas.microsoft.com/office/powerpoint/2010/main" val="1708006378"/>
              </p:ext>
            </p:extLst>
          </p:nvPr>
        </p:nvGraphicFramePr>
        <p:xfrm>
          <a:off x="304800" y="838200"/>
          <a:ext cx="3128963" cy="2019300"/>
        </p:xfrm>
        <a:graphic>
          <a:graphicData uri="http://schemas.openxmlformats.org/drawingml/2006/table">
            <a:tbl>
              <a:tblPr firstRow="1" bandRow="1">
                <a:tableStyleId>{74C1A8A3-306A-4EB7-A6B1-4F7E0EB9C5D6}</a:tableStyleId>
              </a:tblPr>
              <a:tblGrid>
                <a:gridCol w="990576">
                  <a:extLst>
                    <a:ext uri="{9D8B030D-6E8A-4147-A177-3AD203B41FA5}">
                      <a16:colId xmlns:a16="http://schemas.microsoft.com/office/drawing/2014/main" val="20000"/>
                    </a:ext>
                  </a:extLst>
                </a:gridCol>
                <a:gridCol w="1219172">
                  <a:extLst>
                    <a:ext uri="{9D8B030D-6E8A-4147-A177-3AD203B41FA5}">
                      <a16:colId xmlns:a16="http://schemas.microsoft.com/office/drawing/2014/main" val="20001"/>
                    </a:ext>
                  </a:extLst>
                </a:gridCol>
                <a:gridCol w="919215">
                  <a:extLst>
                    <a:ext uri="{9D8B030D-6E8A-4147-A177-3AD203B41FA5}">
                      <a16:colId xmlns:a16="http://schemas.microsoft.com/office/drawing/2014/main" val="20002"/>
                    </a:ext>
                  </a:extLst>
                </a:gridCol>
              </a:tblGrid>
              <a:tr h="336550">
                <a:tc>
                  <a:txBody>
                    <a:bodyPr/>
                    <a:lstStyle/>
                    <a:p>
                      <a:pPr algn="ctr"/>
                      <a:r>
                        <a:rPr lang="en-US" sz="1600" dirty="0">
                          <a:solidFill>
                            <a:schemeClr val="tx1"/>
                          </a:solidFill>
                        </a:rPr>
                        <a:t>Process</a:t>
                      </a:r>
                    </a:p>
                  </a:txBody>
                  <a:tcPr marL="91438" marR="91438" marT="45734" marB="45734"/>
                </a:tc>
                <a:tc>
                  <a:txBody>
                    <a:bodyPr/>
                    <a:lstStyle/>
                    <a:p>
                      <a:pPr algn="ctr"/>
                      <a:r>
                        <a:rPr lang="en-US" sz="1600" dirty="0">
                          <a:solidFill>
                            <a:schemeClr val="tx1"/>
                          </a:solidFill>
                        </a:rPr>
                        <a:t>CPU Burst</a:t>
                      </a:r>
                    </a:p>
                  </a:txBody>
                  <a:tcPr marL="91438" marR="91438" marT="45734" marB="45734"/>
                </a:tc>
                <a:tc>
                  <a:txBody>
                    <a:bodyPr/>
                    <a:lstStyle/>
                    <a:p>
                      <a:pPr algn="ctr"/>
                      <a:r>
                        <a:rPr lang="en-US" sz="1600" dirty="0">
                          <a:solidFill>
                            <a:schemeClr val="tx1"/>
                          </a:solidFill>
                        </a:rPr>
                        <a:t>Priority</a:t>
                      </a:r>
                    </a:p>
                  </a:txBody>
                  <a:tcPr marL="91438" marR="91438" marT="45734" marB="45734"/>
                </a:tc>
                <a:extLst>
                  <a:ext uri="{0D108BD9-81ED-4DB2-BD59-A6C34878D82A}">
                    <a16:rowId xmlns:a16="http://schemas.microsoft.com/office/drawing/2014/main" val="10000"/>
                  </a:ext>
                </a:extLst>
              </a:tr>
              <a:tr h="336550">
                <a:tc>
                  <a:txBody>
                    <a:bodyPr/>
                    <a:lstStyle/>
                    <a:p>
                      <a:pPr algn="ctr"/>
                      <a:r>
                        <a:rPr lang="en-US" sz="1600" dirty="0"/>
                        <a:t>Job A</a:t>
                      </a:r>
                    </a:p>
                  </a:txBody>
                  <a:tcPr marL="91438" marR="91438" marT="45734" marB="45734"/>
                </a:tc>
                <a:tc>
                  <a:txBody>
                    <a:bodyPr/>
                    <a:lstStyle/>
                    <a:p>
                      <a:pPr algn="ctr"/>
                      <a:r>
                        <a:rPr lang="en-US" sz="1600" dirty="0"/>
                        <a:t>10</a:t>
                      </a:r>
                    </a:p>
                  </a:txBody>
                  <a:tcPr marL="91438" marR="91438" marT="45734" marB="45734"/>
                </a:tc>
                <a:tc>
                  <a:txBody>
                    <a:bodyPr/>
                    <a:lstStyle/>
                    <a:p>
                      <a:pPr algn="ctr"/>
                      <a:r>
                        <a:rPr lang="en-US" sz="1600" dirty="0"/>
                        <a:t>3</a:t>
                      </a:r>
                    </a:p>
                  </a:txBody>
                  <a:tcPr marL="91438" marR="91438" marT="45734" marB="45734"/>
                </a:tc>
                <a:extLst>
                  <a:ext uri="{0D108BD9-81ED-4DB2-BD59-A6C34878D82A}">
                    <a16:rowId xmlns:a16="http://schemas.microsoft.com/office/drawing/2014/main" val="10001"/>
                  </a:ext>
                </a:extLst>
              </a:tr>
              <a:tr h="336550">
                <a:tc>
                  <a:txBody>
                    <a:bodyPr/>
                    <a:lstStyle/>
                    <a:p>
                      <a:pPr algn="ctr"/>
                      <a:r>
                        <a:rPr lang="en-US" sz="1600" dirty="0"/>
                        <a:t>Job B</a:t>
                      </a:r>
                    </a:p>
                  </a:txBody>
                  <a:tcPr marL="91438" marR="91438" marT="45734" marB="45734"/>
                </a:tc>
                <a:tc>
                  <a:txBody>
                    <a:bodyPr/>
                    <a:lstStyle/>
                    <a:p>
                      <a:pPr algn="ctr"/>
                      <a:r>
                        <a:rPr lang="en-US" sz="1600" dirty="0"/>
                        <a:t>1</a:t>
                      </a:r>
                    </a:p>
                  </a:txBody>
                  <a:tcPr marL="91438" marR="91438" marT="45734" marB="45734"/>
                </a:tc>
                <a:tc>
                  <a:txBody>
                    <a:bodyPr/>
                    <a:lstStyle/>
                    <a:p>
                      <a:pPr algn="ctr"/>
                      <a:r>
                        <a:rPr lang="en-US" sz="1600" dirty="0"/>
                        <a:t>1</a:t>
                      </a:r>
                    </a:p>
                  </a:txBody>
                  <a:tcPr marL="91438" marR="91438" marT="45734" marB="45734"/>
                </a:tc>
                <a:extLst>
                  <a:ext uri="{0D108BD9-81ED-4DB2-BD59-A6C34878D82A}">
                    <a16:rowId xmlns:a16="http://schemas.microsoft.com/office/drawing/2014/main" val="10002"/>
                  </a:ext>
                </a:extLst>
              </a:tr>
              <a:tr h="336550">
                <a:tc>
                  <a:txBody>
                    <a:bodyPr/>
                    <a:lstStyle/>
                    <a:p>
                      <a:pPr algn="ctr"/>
                      <a:r>
                        <a:rPr lang="en-US" sz="1600" dirty="0"/>
                        <a:t>Job C</a:t>
                      </a:r>
                    </a:p>
                  </a:txBody>
                  <a:tcPr marL="91438" marR="91438" marT="45734" marB="45734"/>
                </a:tc>
                <a:tc>
                  <a:txBody>
                    <a:bodyPr/>
                    <a:lstStyle/>
                    <a:p>
                      <a:pPr algn="ctr"/>
                      <a:r>
                        <a:rPr lang="en-US" sz="1600" dirty="0"/>
                        <a:t>2</a:t>
                      </a:r>
                    </a:p>
                  </a:txBody>
                  <a:tcPr marL="91438" marR="91438" marT="45734" marB="45734"/>
                </a:tc>
                <a:tc>
                  <a:txBody>
                    <a:bodyPr/>
                    <a:lstStyle/>
                    <a:p>
                      <a:pPr algn="ctr"/>
                      <a:r>
                        <a:rPr lang="en-US" sz="1600" dirty="0"/>
                        <a:t>4</a:t>
                      </a:r>
                    </a:p>
                  </a:txBody>
                  <a:tcPr marL="91438" marR="91438" marT="45734" marB="45734"/>
                </a:tc>
                <a:extLst>
                  <a:ext uri="{0D108BD9-81ED-4DB2-BD59-A6C34878D82A}">
                    <a16:rowId xmlns:a16="http://schemas.microsoft.com/office/drawing/2014/main" val="10003"/>
                  </a:ext>
                </a:extLst>
              </a:tr>
              <a:tr h="336550">
                <a:tc>
                  <a:txBody>
                    <a:bodyPr/>
                    <a:lstStyle/>
                    <a:p>
                      <a:pPr algn="ctr"/>
                      <a:r>
                        <a:rPr lang="en-US" sz="1600" dirty="0"/>
                        <a:t>Job D</a:t>
                      </a:r>
                    </a:p>
                  </a:txBody>
                  <a:tcPr marL="91438" marR="91438" marT="45734" marB="45734"/>
                </a:tc>
                <a:tc>
                  <a:txBody>
                    <a:bodyPr/>
                    <a:lstStyle/>
                    <a:p>
                      <a:pPr algn="ctr"/>
                      <a:r>
                        <a:rPr lang="en-US" sz="1600" dirty="0"/>
                        <a:t>1</a:t>
                      </a:r>
                    </a:p>
                  </a:txBody>
                  <a:tcPr marL="91438" marR="91438" marT="45734" marB="45734"/>
                </a:tc>
                <a:tc>
                  <a:txBody>
                    <a:bodyPr/>
                    <a:lstStyle/>
                    <a:p>
                      <a:pPr algn="ctr"/>
                      <a:r>
                        <a:rPr lang="en-US" sz="1600" dirty="0"/>
                        <a:t>5</a:t>
                      </a:r>
                    </a:p>
                  </a:txBody>
                  <a:tcPr marL="91438" marR="91438" marT="45734" marB="45734"/>
                </a:tc>
                <a:extLst>
                  <a:ext uri="{0D108BD9-81ED-4DB2-BD59-A6C34878D82A}">
                    <a16:rowId xmlns:a16="http://schemas.microsoft.com/office/drawing/2014/main" val="10004"/>
                  </a:ext>
                </a:extLst>
              </a:tr>
              <a:tr h="336550">
                <a:tc>
                  <a:txBody>
                    <a:bodyPr/>
                    <a:lstStyle/>
                    <a:p>
                      <a:pPr algn="ctr"/>
                      <a:r>
                        <a:rPr lang="en-US" sz="1600" dirty="0"/>
                        <a:t>Job E</a:t>
                      </a:r>
                    </a:p>
                  </a:txBody>
                  <a:tcPr marL="91438" marR="91438" marT="45734" marB="45734"/>
                </a:tc>
                <a:tc>
                  <a:txBody>
                    <a:bodyPr/>
                    <a:lstStyle/>
                    <a:p>
                      <a:pPr algn="ctr"/>
                      <a:r>
                        <a:rPr lang="en-US" sz="1600" dirty="0"/>
                        <a:t>5</a:t>
                      </a:r>
                    </a:p>
                  </a:txBody>
                  <a:tcPr marL="91438" marR="91438" marT="45734" marB="45734"/>
                </a:tc>
                <a:tc>
                  <a:txBody>
                    <a:bodyPr/>
                    <a:lstStyle/>
                    <a:p>
                      <a:pPr algn="ctr"/>
                      <a:r>
                        <a:rPr lang="en-US" sz="1600" dirty="0"/>
                        <a:t>2</a:t>
                      </a:r>
                    </a:p>
                  </a:txBody>
                  <a:tcPr marL="91438" marR="91438" marT="45734" marB="45734"/>
                </a:tc>
                <a:extLst>
                  <a:ext uri="{0D108BD9-81ED-4DB2-BD59-A6C34878D82A}">
                    <a16:rowId xmlns:a16="http://schemas.microsoft.com/office/drawing/2014/main" val="10005"/>
                  </a:ext>
                </a:extLst>
              </a:tr>
            </a:tbl>
          </a:graphicData>
        </a:graphic>
      </p:graphicFrame>
      <p:sp>
        <p:nvSpPr>
          <p:cNvPr id="31" name="TextBox 30">
            <a:extLst>
              <a:ext uri="{FF2B5EF4-FFF2-40B4-BE49-F238E27FC236}">
                <a16:creationId xmlns:a16="http://schemas.microsoft.com/office/drawing/2014/main" id="{CABB681D-6ECA-4F4F-A1EE-8088439C3426}"/>
              </a:ext>
            </a:extLst>
          </p:cNvPr>
          <p:cNvSpPr txBox="1"/>
          <p:nvPr/>
        </p:nvSpPr>
        <p:spPr>
          <a:xfrm>
            <a:off x="1447800" y="5029200"/>
            <a:ext cx="7319963" cy="40005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rPr>
              <a:t>Average Turnaround Time = (20 + 1 + 13 + 1 4+ 6)/5 = 10.6 </a:t>
            </a:r>
            <a:r>
              <a:rPr kumimoji="0" lang="en-US" sz="2000" b="0" i="0" u="none" strike="noStrike" kern="1200" cap="none" spc="0" normalizeH="0" baseline="0" noProof="0" dirty="0" err="1">
                <a:ln>
                  <a:noFill/>
                </a:ln>
                <a:solidFill>
                  <a:srgbClr val="000000"/>
                </a:solidFill>
                <a:effectLst/>
                <a:uLnTx/>
                <a:uFillTx/>
                <a:latin typeface="Arial"/>
                <a:ea typeface="MS PGothic" panose="020B0600070205080204" pitchFamily="34" charset="-128"/>
                <a:cs typeface="Arial" charset="0"/>
              </a:rPr>
              <a:t>ms</a:t>
            </a:r>
            <a:endParaRPr kumimoji="0" lang="en-US" sz="20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endParaRPr>
          </a:p>
        </p:txBody>
      </p:sp>
      <p:graphicFrame>
        <p:nvGraphicFramePr>
          <p:cNvPr id="32" name="Table 31">
            <a:extLst>
              <a:ext uri="{FF2B5EF4-FFF2-40B4-BE49-F238E27FC236}">
                <a16:creationId xmlns:a16="http://schemas.microsoft.com/office/drawing/2014/main" id="{7B0A7710-F74E-480F-B14C-AEB090744E49}"/>
              </a:ext>
            </a:extLst>
          </p:cNvPr>
          <p:cNvGraphicFramePr>
            <a:graphicFrameLocks noGrp="1"/>
          </p:cNvGraphicFramePr>
          <p:nvPr>
            <p:extLst>
              <p:ext uri="{D42A27DB-BD31-4B8C-83A1-F6EECF244321}">
                <p14:modId xmlns:p14="http://schemas.microsoft.com/office/powerpoint/2010/main" val="812357717"/>
              </p:ext>
            </p:extLst>
          </p:nvPr>
        </p:nvGraphicFramePr>
        <p:xfrm>
          <a:off x="4800600" y="838200"/>
          <a:ext cx="1789113" cy="2019300"/>
        </p:xfrm>
        <a:graphic>
          <a:graphicData uri="http://schemas.openxmlformats.org/drawingml/2006/table">
            <a:tbl>
              <a:tblPr firstRow="1" bandRow="1">
                <a:tableStyleId>{74C1A8A3-306A-4EB7-A6B1-4F7E0EB9C5D6}</a:tableStyleId>
              </a:tblPr>
              <a:tblGrid>
                <a:gridCol w="1789113">
                  <a:extLst>
                    <a:ext uri="{9D8B030D-6E8A-4147-A177-3AD203B41FA5}">
                      <a16:colId xmlns:a16="http://schemas.microsoft.com/office/drawing/2014/main" val="20000"/>
                    </a:ext>
                  </a:extLst>
                </a:gridCol>
              </a:tblGrid>
              <a:tr h="336550">
                <a:tc>
                  <a:txBody>
                    <a:bodyPr/>
                    <a:lstStyle/>
                    <a:p>
                      <a:pPr algn="ctr"/>
                      <a:r>
                        <a:rPr lang="en-US" sz="1600" dirty="0">
                          <a:solidFill>
                            <a:schemeClr val="tx1"/>
                          </a:solidFill>
                        </a:rPr>
                        <a:t>Turnaround time</a:t>
                      </a:r>
                    </a:p>
                  </a:txBody>
                  <a:tcPr marL="91467" marR="91467" marT="45734" marB="45734"/>
                </a:tc>
                <a:extLst>
                  <a:ext uri="{0D108BD9-81ED-4DB2-BD59-A6C34878D82A}">
                    <a16:rowId xmlns:a16="http://schemas.microsoft.com/office/drawing/2014/main" val="10000"/>
                  </a:ext>
                </a:extLst>
              </a:tr>
              <a:tr h="336550">
                <a:tc>
                  <a:txBody>
                    <a:bodyPr/>
                    <a:lstStyle/>
                    <a:p>
                      <a:pPr algn="ctr"/>
                      <a:r>
                        <a:rPr lang="en-US" sz="1600" dirty="0"/>
                        <a:t>19 – 0 </a:t>
                      </a:r>
                      <a:r>
                        <a:rPr lang="en-US" sz="1600" baseline="0" dirty="0"/>
                        <a:t>= 19</a:t>
                      </a:r>
                      <a:endParaRPr lang="en-US" sz="1600" dirty="0"/>
                    </a:p>
                  </a:txBody>
                  <a:tcPr marL="91467" marR="91467" marT="45734" marB="45734"/>
                </a:tc>
                <a:extLst>
                  <a:ext uri="{0D108BD9-81ED-4DB2-BD59-A6C34878D82A}">
                    <a16:rowId xmlns:a16="http://schemas.microsoft.com/office/drawing/2014/main" val="10001"/>
                  </a:ext>
                </a:extLst>
              </a:tr>
              <a:tr h="336550">
                <a:tc>
                  <a:txBody>
                    <a:bodyPr/>
                    <a:lstStyle/>
                    <a:p>
                      <a:pPr algn="ctr"/>
                      <a:r>
                        <a:rPr lang="en-US" sz="1600" dirty="0"/>
                        <a:t>1 – 0 = 1</a:t>
                      </a:r>
                    </a:p>
                  </a:txBody>
                  <a:tcPr marL="91467" marR="91467" marT="45734" marB="45734"/>
                </a:tc>
                <a:extLst>
                  <a:ext uri="{0D108BD9-81ED-4DB2-BD59-A6C34878D82A}">
                    <a16:rowId xmlns:a16="http://schemas.microsoft.com/office/drawing/2014/main" val="10002"/>
                  </a:ext>
                </a:extLst>
              </a:tr>
              <a:tr h="336550">
                <a:tc>
                  <a:txBody>
                    <a:bodyPr/>
                    <a:lstStyle/>
                    <a:p>
                      <a:pPr algn="ctr"/>
                      <a:r>
                        <a:rPr lang="en-US" sz="1600" dirty="0"/>
                        <a:t>13</a:t>
                      </a:r>
                      <a:r>
                        <a:rPr lang="en-US" sz="1600" baseline="0" dirty="0"/>
                        <a:t> – 0 = 13</a:t>
                      </a:r>
                      <a:endParaRPr lang="en-US" sz="1600" dirty="0"/>
                    </a:p>
                  </a:txBody>
                  <a:tcPr marL="91467" marR="91467" marT="45734" marB="45734"/>
                </a:tc>
                <a:extLst>
                  <a:ext uri="{0D108BD9-81ED-4DB2-BD59-A6C34878D82A}">
                    <a16:rowId xmlns:a16="http://schemas.microsoft.com/office/drawing/2014/main" val="10003"/>
                  </a:ext>
                </a:extLst>
              </a:tr>
              <a:tr h="336550">
                <a:tc>
                  <a:txBody>
                    <a:bodyPr/>
                    <a:lstStyle/>
                    <a:p>
                      <a:pPr algn="ctr"/>
                      <a:r>
                        <a:rPr lang="en-US" sz="1600" dirty="0"/>
                        <a:t>14 - 0 = 14</a:t>
                      </a:r>
                    </a:p>
                  </a:txBody>
                  <a:tcPr marL="91467" marR="91467" marT="45734" marB="45734"/>
                </a:tc>
                <a:extLst>
                  <a:ext uri="{0D108BD9-81ED-4DB2-BD59-A6C34878D82A}">
                    <a16:rowId xmlns:a16="http://schemas.microsoft.com/office/drawing/2014/main" val="10004"/>
                  </a:ext>
                </a:extLst>
              </a:tr>
              <a:tr h="336550">
                <a:tc>
                  <a:txBody>
                    <a:bodyPr/>
                    <a:lstStyle/>
                    <a:p>
                      <a:pPr algn="ctr"/>
                      <a:r>
                        <a:rPr lang="en-US" sz="1600" dirty="0"/>
                        <a:t>6</a:t>
                      </a:r>
                      <a:r>
                        <a:rPr lang="en-US" sz="1600" baseline="0" dirty="0"/>
                        <a:t> – 0 = 6</a:t>
                      </a:r>
                      <a:endParaRPr lang="en-US" sz="1600" dirty="0"/>
                    </a:p>
                  </a:txBody>
                  <a:tcPr marL="91467" marR="91467" marT="45734" marB="45734"/>
                </a:tc>
                <a:extLst>
                  <a:ext uri="{0D108BD9-81ED-4DB2-BD59-A6C34878D82A}">
                    <a16:rowId xmlns:a16="http://schemas.microsoft.com/office/drawing/2014/main" val="10005"/>
                  </a:ext>
                </a:extLst>
              </a:tr>
            </a:tbl>
          </a:graphicData>
        </a:graphic>
      </p:graphicFrame>
      <p:graphicFrame>
        <p:nvGraphicFramePr>
          <p:cNvPr id="33" name="Table 32">
            <a:extLst>
              <a:ext uri="{FF2B5EF4-FFF2-40B4-BE49-F238E27FC236}">
                <a16:creationId xmlns:a16="http://schemas.microsoft.com/office/drawing/2014/main" id="{636B099F-D70A-44EA-A0F3-ABFC28E68215}"/>
              </a:ext>
            </a:extLst>
          </p:cNvPr>
          <p:cNvGraphicFramePr>
            <a:graphicFrameLocks noGrp="1"/>
          </p:cNvGraphicFramePr>
          <p:nvPr>
            <p:extLst>
              <p:ext uri="{D42A27DB-BD31-4B8C-83A1-F6EECF244321}">
                <p14:modId xmlns:p14="http://schemas.microsoft.com/office/powerpoint/2010/main" val="4057659612"/>
              </p:ext>
            </p:extLst>
          </p:nvPr>
        </p:nvGraphicFramePr>
        <p:xfrm>
          <a:off x="6589713" y="838200"/>
          <a:ext cx="2325687" cy="2019300"/>
        </p:xfrm>
        <a:graphic>
          <a:graphicData uri="http://schemas.openxmlformats.org/drawingml/2006/table">
            <a:tbl>
              <a:tblPr firstRow="1" bandRow="1">
                <a:tableStyleId>{74C1A8A3-306A-4EB7-A6B1-4F7E0EB9C5D6}</a:tableStyleId>
              </a:tblPr>
              <a:tblGrid>
                <a:gridCol w="2325687">
                  <a:extLst>
                    <a:ext uri="{9D8B030D-6E8A-4147-A177-3AD203B41FA5}">
                      <a16:colId xmlns:a16="http://schemas.microsoft.com/office/drawing/2014/main" val="20000"/>
                    </a:ext>
                  </a:extLst>
                </a:gridCol>
              </a:tblGrid>
              <a:tr h="336550">
                <a:tc>
                  <a:txBody>
                    <a:bodyPr/>
                    <a:lstStyle/>
                    <a:p>
                      <a:pPr algn="ctr"/>
                      <a:r>
                        <a:rPr lang="en-US" sz="1600" dirty="0">
                          <a:solidFill>
                            <a:schemeClr val="tx1"/>
                          </a:solidFill>
                        </a:rPr>
                        <a:t>Waiting time</a:t>
                      </a:r>
                    </a:p>
                  </a:txBody>
                  <a:tcPr marL="91419" marR="91419" marT="45734" marB="45734"/>
                </a:tc>
                <a:extLst>
                  <a:ext uri="{0D108BD9-81ED-4DB2-BD59-A6C34878D82A}">
                    <a16:rowId xmlns:a16="http://schemas.microsoft.com/office/drawing/2014/main" val="10000"/>
                  </a:ext>
                </a:extLst>
              </a:tr>
              <a:tr h="336550">
                <a:tc>
                  <a:txBody>
                    <a:bodyPr/>
                    <a:lstStyle/>
                    <a:p>
                      <a:pPr algn="ctr"/>
                      <a:r>
                        <a:rPr lang="en-US" sz="1600" baseline="0" dirty="0"/>
                        <a:t>(6 – 0)+(14 – 11) = 10</a:t>
                      </a:r>
                      <a:endParaRPr lang="en-US" sz="1600" dirty="0"/>
                    </a:p>
                  </a:txBody>
                  <a:tcPr marL="91419" marR="91419" marT="45734" marB="45734"/>
                </a:tc>
                <a:extLst>
                  <a:ext uri="{0D108BD9-81ED-4DB2-BD59-A6C34878D82A}">
                    <a16:rowId xmlns:a16="http://schemas.microsoft.com/office/drawing/2014/main" val="10001"/>
                  </a:ext>
                </a:extLst>
              </a:tr>
              <a:tr h="336550">
                <a:tc>
                  <a:txBody>
                    <a:bodyPr/>
                    <a:lstStyle/>
                    <a:p>
                      <a:pPr algn="ctr"/>
                      <a:r>
                        <a:rPr lang="en-US" sz="1600" dirty="0"/>
                        <a:t>0</a:t>
                      </a:r>
                      <a:r>
                        <a:rPr lang="en-US" sz="1600" baseline="0" dirty="0"/>
                        <a:t> - 0</a:t>
                      </a:r>
                      <a:r>
                        <a:rPr lang="en-US" sz="1600" dirty="0"/>
                        <a:t> = 0</a:t>
                      </a:r>
                    </a:p>
                  </a:txBody>
                  <a:tcPr marL="91419" marR="91419" marT="45734" marB="45734"/>
                </a:tc>
                <a:extLst>
                  <a:ext uri="{0D108BD9-81ED-4DB2-BD59-A6C34878D82A}">
                    <a16:rowId xmlns:a16="http://schemas.microsoft.com/office/drawing/2014/main" val="10002"/>
                  </a:ext>
                </a:extLst>
              </a:tr>
              <a:tr h="336550">
                <a:tc>
                  <a:txBody>
                    <a:bodyPr/>
                    <a:lstStyle/>
                    <a:p>
                      <a:pPr algn="ctr"/>
                      <a:r>
                        <a:rPr lang="en-US" sz="1600" dirty="0"/>
                        <a:t>11</a:t>
                      </a:r>
                      <a:r>
                        <a:rPr lang="en-US" sz="1600" baseline="0" dirty="0"/>
                        <a:t> – 0 = 11</a:t>
                      </a:r>
                      <a:endParaRPr lang="en-US" sz="1600" dirty="0"/>
                    </a:p>
                  </a:txBody>
                  <a:tcPr marL="91419" marR="91419" marT="45734" marB="45734"/>
                </a:tc>
                <a:extLst>
                  <a:ext uri="{0D108BD9-81ED-4DB2-BD59-A6C34878D82A}">
                    <a16:rowId xmlns:a16="http://schemas.microsoft.com/office/drawing/2014/main" val="10003"/>
                  </a:ext>
                </a:extLst>
              </a:tr>
              <a:tr h="336550">
                <a:tc>
                  <a:txBody>
                    <a:bodyPr/>
                    <a:lstStyle/>
                    <a:p>
                      <a:pPr algn="ctr"/>
                      <a:r>
                        <a:rPr lang="en-US" sz="1600" dirty="0"/>
                        <a:t>13 – 0 = 13</a:t>
                      </a:r>
                    </a:p>
                  </a:txBody>
                  <a:tcPr marL="91419" marR="91419" marT="45734" marB="45734"/>
                </a:tc>
                <a:extLst>
                  <a:ext uri="{0D108BD9-81ED-4DB2-BD59-A6C34878D82A}">
                    <a16:rowId xmlns:a16="http://schemas.microsoft.com/office/drawing/2014/main" val="10004"/>
                  </a:ext>
                </a:extLst>
              </a:tr>
              <a:tr h="336550">
                <a:tc>
                  <a:txBody>
                    <a:bodyPr/>
                    <a:lstStyle/>
                    <a:p>
                      <a:pPr algn="ctr"/>
                      <a:r>
                        <a:rPr lang="en-US" sz="1600" dirty="0"/>
                        <a:t>1 - 0</a:t>
                      </a:r>
                      <a:r>
                        <a:rPr lang="en-US" sz="1600" baseline="0" dirty="0"/>
                        <a:t> = 1</a:t>
                      </a:r>
                      <a:endParaRPr lang="en-US" sz="1600" dirty="0"/>
                    </a:p>
                  </a:txBody>
                  <a:tcPr marL="91419" marR="91419" marT="45734" marB="45734"/>
                </a:tc>
                <a:extLst>
                  <a:ext uri="{0D108BD9-81ED-4DB2-BD59-A6C34878D82A}">
                    <a16:rowId xmlns:a16="http://schemas.microsoft.com/office/drawing/2014/main" val="10005"/>
                  </a:ext>
                </a:extLst>
              </a:tr>
            </a:tbl>
          </a:graphicData>
        </a:graphic>
      </p:graphicFrame>
      <p:sp>
        <p:nvSpPr>
          <p:cNvPr id="34" name="TextBox 33">
            <a:extLst>
              <a:ext uri="{FF2B5EF4-FFF2-40B4-BE49-F238E27FC236}">
                <a16:creationId xmlns:a16="http://schemas.microsoft.com/office/drawing/2014/main" id="{81874FEE-95DC-41CB-8A70-78465703CF26}"/>
              </a:ext>
            </a:extLst>
          </p:cNvPr>
          <p:cNvSpPr txBox="1"/>
          <p:nvPr/>
        </p:nvSpPr>
        <p:spPr>
          <a:xfrm>
            <a:off x="1447800" y="5410200"/>
            <a:ext cx="6480175" cy="400050"/>
          </a:xfrm>
          <a:prstGeom prst="rect">
            <a:avLst/>
          </a:prstGeom>
          <a:noFill/>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rPr>
              <a:t>Average Waiting Time = (10 + 0 + 11 + 13 + 1)/5 = 7 </a:t>
            </a:r>
            <a:r>
              <a:rPr kumimoji="0" lang="en-US" sz="2000" b="0" i="0" u="none" strike="noStrike" kern="1200" cap="none" spc="0" normalizeH="0" baseline="0" noProof="0" dirty="0" err="1">
                <a:ln>
                  <a:noFill/>
                </a:ln>
                <a:solidFill>
                  <a:srgbClr val="000000"/>
                </a:solidFill>
                <a:effectLst/>
                <a:uLnTx/>
                <a:uFillTx/>
                <a:latin typeface="Arial"/>
                <a:ea typeface="MS PGothic" panose="020B0600070205080204" pitchFamily="34" charset="-128"/>
                <a:cs typeface="Arial" charset="0"/>
              </a:rPr>
              <a:t>ms</a:t>
            </a:r>
            <a:endParaRPr kumimoji="0" lang="en-US" sz="2000" b="0" i="0" u="none" strike="noStrike" kern="1200" cap="none" spc="0" normalizeH="0" baseline="0" noProof="0" dirty="0">
              <a:ln>
                <a:noFill/>
              </a:ln>
              <a:solidFill>
                <a:srgbClr val="000000"/>
              </a:solidFill>
              <a:effectLst/>
              <a:uLnTx/>
              <a:uFillTx/>
              <a:latin typeface="Arial"/>
              <a:ea typeface="MS PGothic" panose="020B0600070205080204" pitchFamily="34" charset="-128"/>
              <a:cs typeface="Arial" charset="0"/>
            </a:endParaRPr>
          </a:p>
        </p:txBody>
      </p:sp>
      <p:graphicFrame>
        <p:nvGraphicFramePr>
          <p:cNvPr id="35" name="Table 34">
            <a:extLst>
              <a:ext uri="{FF2B5EF4-FFF2-40B4-BE49-F238E27FC236}">
                <a16:creationId xmlns:a16="http://schemas.microsoft.com/office/drawing/2014/main" id="{9D0C6579-0034-43B9-856F-575618486889}"/>
              </a:ext>
            </a:extLst>
          </p:cNvPr>
          <p:cNvGraphicFramePr>
            <a:graphicFrameLocks noGrp="1"/>
          </p:cNvGraphicFramePr>
          <p:nvPr>
            <p:extLst>
              <p:ext uri="{D42A27DB-BD31-4B8C-83A1-F6EECF244321}">
                <p14:modId xmlns:p14="http://schemas.microsoft.com/office/powerpoint/2010/main" val="827476054"/>
              </p:ext>
            </p:extLst>
          </p:nvPr>
        </p:nvGraphicFramePr>
        <p:xfrm>
          <a:off x="3424238" y="838200"/>
          <a:ext cx="1376362" cy="2019300"/>
        </p:xfrm>
        <a:graphic>
          <a:graphicData uri="http://schemas.openxmlformats.org/drawingml/2006/table">
            <a:tbl>
              <a:tblPr firstRow="1" bandRow="1">
                <a:tableStyleId>{74C1A8A3-306A-4EB7-A6B1-4F7E0EB9C5D6}</a:tableStyleId>
              </a:tblPr>
              <a:tblGrid>
                <a:gridCol w="1376362">
                  <a:extLst>
                    <a:ext uri="{9D8B030D-6E8A-4147-A177-3AD203B41FA5}">
                      <a16:colId xmlns:a16="http://schemas.microsoft.com/office/drawing/2014/main" val="20000"/>
                    </a:ext>
                  </a:extLst>
                </a:gridCol>
              </a:tblGrid>
              <a:tr h="336550">
                <a:tc>
                  <a:txBody>
                    <a:bodyPr/>
                    <a:lstStyle/>
                    <a:p>
                      <a:pPr algn="ctr"/>
                      <a:r>
                        <a:rPr lang="en-US" sz="1600" dirty="0">
                          <a:solidFill>
                            <a:schemeClr val="tx1"/>
                          </a:solidFill>
                        </a:rPr>
                        <a:t>Completion</a:t>
                      </a:r>
                    </a:p>
                  </a:txBody>
                  <a:tcPr marL="91435" marR="91435" marT="45734" marB="45734"/>
                </a:tc>
                <a:extLst>
                  <a:ext uri="{0D108BD9-81ED-4DB2-BD59-A6C34878D82A}">
                    <a16:rowId xmlns:a16="http://schemas.microsoft.com/office/drawing/2014/main" val="10000"/>
                  </a:ext>
                </a:extLst>
              </a:tr>
              <a:tr h="336550">
                <a:tc>
                  <a:txBody>
                    <a:bodyPr/>
                    <a:lstStyle/>
                    <a:p>
                      <a:pPr algn="ctr"/>
                      <a:r>
                        <a:rPr lang="en-US" sz="1600" dirty="0"/>
                        <a:t>19</a:t>
                      </a:r>
                    </a:p>
                  </a:txBody>
                  <a:tcPr marL="91435" marR="91435" marT="45734" marB="45734"/>
                </a:tc>
                <a:extLst>
                  <a:ext uri="{0D108BD9-81ED-4DB2-BD59-A6C34878D82A}">
                    <a16:rowId xmlns:a16="http://schemas.microsoft.com/office/drawing/2014/main" val="10001"/>
                  </a:ext>
                </a:extLst>
              </a:tr>
              <a:tr h="336550">
                <a:tc>
                  <a:txBody>
                    <a:bodyPr/>
                    <a:lstStyle/>
                    <a:p>
                      <a:pPr algn="ctr"/>
                      <a:r>
                        <a:rPr lang="en-US" sz="1600" dirty="0"/>
                        <a:t>1</a:t>
                      </a:r>
                    </a:p>
                  </a:txBody>
                  <a:tcPr marL="91435" marR="91435" marT="45734" marB="45734"/>
                </a:tc>
                <a:extLst>
                  <a:ext uri="{0D108BD9-81ED-4DB2-BD59-A6C34878D82A}">
                    <a16:rowId xmlns:a16="http://schemas.microsoft.com/office/drawing/2014/main" val="10002"/>
                  </a:ext>
                </a:extLst>
              </a:tr>
              <a:tr h="336550">
                <a:tc>
                  <a:txBody>
                    <a:bodyPr/>
                    <a:lstStyle/>
                    <a:p>
                      <a:pPr algn="ctr"/>
                      <a:r>
                        <a:rPr lang="en-US" sz="1600" dirty="0"/>
                        <a:t>13</a:t>
                      </a:r>
                    </a:p>
                  </a:txBody>
                  <a:tcPr marL="91435" marR="91435" marT="45734" marB="45734"/>
                </a:tc>
                <a:extLst>
                  <a:ext uri="{0D108BD9-81ED-4DB2-BD59-A6C34878D82A}">
                    <a16:rowId xmlns:a16="http://schemas.microsoft.com/office/drawing/2014/main" val="10003"/>
                  </a:ext>
                </a:extLst>
              </a:tr>
              <a:tr h="336550">
                <a:tc>
                  <a:txBody>
                    <a:bodyPr/>
                    <a:lstStyle/>
                    <a:p>
                      <a:pPr algn="ctr"/>
                      <a:r>
                        <a:rPr lang="en-US" sz="1600" dirty="0"/>
                        <a:t>14</a:t>
                      </a:r>
                    </a:p>
                  </a:txBody>
                  <a:tcPr marL="91435" marR="91435" marT="45734" marB="45734"/>
                </a:tc>
                <a:extLst>
                  <a:ext uri="{0D108BD9-81ED-4DB2-BD59-A6C34878D82A}">
                    <a16:rowId xmlns:a16="http://schemas.microsoft.com/office/drawing/2014/main" val="10004"/>
                  </a:ext>
                </a:extLst>
              </a:tr>
              <a:tr h="336550">
                <a:tc>
                  <a:txBody>
                    <a:bodyPr/>
                    <a:lstStyle/>
                    <a:p>
                      <a:pPr algn="ctr"/>
                      <a:r>
                        <a:rPr lang="en-US" sz="1600" dirty="0"/>
                        <a:t>6</a:t>
                      </a:r>
                    </a:p>
                  </a:txBody>
                  <a:tcPr marL="91435" marR="91435" marT="45734" marB="45734"/>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0814403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pPr>
              <a:defRPr/>
            </a:pPr>
            <a:fld id="{3536AEFB-B2E5-464F-A55C-87D074CF9EBC}" type="slidenum">
              <a:rPr lang="en-US" altLang="ms-MY" smtClean="0"/>
              <a:pPr>
                <a:defRPr/>
              </a:pPr>
              <a:t>98</a:t>
            </a:fld>
            <a:endParaRPr lang="en-US" altLang="ms-MY"/>
          </a:p>
        </p:txBody>
      </p:sp>
      <p:sp>
        <p:nvSpPr>
          <p:cNvPr id="4" name="Title 1"/>
          <p:cNvSpPr>
            <a:spLocks noGrp="1"/>
          </p:cNvSpPr>
          <p:nvPr>
            <p:ph type="title"/>
          </p:nvPr>
        </p:nvSpPr>
        <p:spPr>
          <a:xfrm>
            <a:off x="457200" y="622340"/>
            <a:ext cx="8229600" cy="576262"/>
          </a:xfrm>
        </p:spPr>
        <p:txBody>
          <a:bodyPr/>
          <a:lstStyle/>
          <a:p>
            <a:r>
              <a:rPr lang="en-US" dirty="0"/>
              <a:t>EXERCISE (DIY!!)</a:t>
            </a:r>
            <a:endParaRPr lang="en-MY" dirty="0"/>
          </a:p>
        </p:txBody>
      </p:sp>
      <p:graphicFrame>
        <p:nvGraphicFramePr>
          <p:cNvPr id="5" name="Table 4"/>
          <p:cNvGraphicFramePr>
            <a:graphicFrameLocks noGrp="1"/>
          </p:cNvGraphicFramePr>
          <p:nvPr>
            <p:extLst>
              <p:ext uri="{D42A27DB-BD31-4B8C-83A1-F6EECF244321}">
                <p14:modId xmlns:p14="http://schemas.microsoft.com/office/powerpoint/2010/main" val="921790311"/>
              </p:ext>
            </p:extLst>
          </p:nvPr>
        </p:nvGraphicFramePr>
        <p:xfrm>
          <a:off x="2320507" y="2410742"/>
          <a:ext cx="4267642" cy="1472184"/>
        </p:xfrm>
        <a:graphic>
          <a:graphicData uri="http://schemas.openxmlformats.org/drawingml/2006/table">
            <a:tbl>
              <a:tblPr firstRow="1" firstCol="1" bandRow="1"/>
              <a:tblGrid>
                <a:gridCol w="1164095">
                  <a:extLst>
                    <a:ext uri="{9D8B030D-6E8A-4147-A177-3AD203B41FA5}">
                      <a16:colId xmlns:a16="http://schemas.microsoft.com/office/drawing/2014/main" val="3836598163"/>
                    </a:ext>
                  </a:extLst>
                </a:gridCol>
                <a:gridCol w="1600896">
                  <a:extLst>
                    <a:ext uri="{9D8B030D-6E8A-4147-A177-3AD203B41FA5}">
                      <a16:colId xmlns:a16="http://schemas.microsoft.com/office/drawing/2014/main" val="2328083080"/>
                    </a:ext>
                  </a:extLst>
                </a:gridCol>
                <a:gridCol w="1502651">
                  <a:extLst>
                    <a:ext uri="{9D8B030D-6E8A-4147-A177-3AD203B41FA5}">
                      <a16:colId xmlns:a16="http://schemas.microsoft.com/office/drawing/2014/main" val="841738764"/>
                    </a:ext>
                  </a:extLst>
                </a:gridCol>
              </a:tblGrid>
              <a:tr h="0">
                <a:tc>
                  <a:txBody>
                    <a:bodyPr/>
                    <a:lstStyle/>
                    <a:p>
                      <a:pPr marL="0" indent="85725" algn="ctr">
                        <a:lnSpc>
                          <a:spcPct val="115000"/>
                        </a:lnSpc>
                        <a:spcAft>
                          <a:spcPts val="0"/>
                        </a:spcAft>
                      </a:pPr>
                      <a:r>
                        <a:rPr lang="en-US" sz="1400" b="1" dirty="0">
                          <a:effectLst/>
                        </a:rPr>
                        <a:t>Jobs</a:t>
                      </a:r>
                      <a:endParaRPr lang="en-MY"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85725" indent="0" algn="ctr">
                        <a:lnSpc>
                          <a:spcPct val="115000"/>
                        </a:lnSpc>
                        <a:spcAft>
                          <a:spcPts val="0"/>
                        </a:spcAft>
                      </a:pPr>
                      <a:r>
                        <a:rPr lang="en-US" sz="1400" b="1" dirty="0">
                          <a:effectLst/>
                        </a:rPr>
                        <a:t>Arrival Time</a:t>
                      </a:r>
                      <a:endParaRPr lang="en-MY"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85725" indent="0" algn="ctr">
                        <a:lnSpc>
                          <a:spcPct val="115000"/>
                        </a:lnSpc>
                        <a:spcAft>
                          <a:spcPts val="0"/>
                        </a:spcAft>
                      </a:pPr>
                      <a:r>
                        <a:rPr lang="en-US" sz="1400" b="1" dirty="0">
                          <a:effectLst/>
                        </a:rPr>
                        <a:t>CPU Burst</a:t>
                      </a:r>
                      <a:endParaRPr lang="en-MY"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67624345"/>
                  </a:ext>
                </a:extLst>
              </a:tr>
              <a:tr h="0">
                <a:tc>
                  <a:txBody>
                    <a:bodyPr/>
                    <a:lstStyle/>
                    <a:p>
                      <a:pPr marL="457200" algn="ctr">
                        <a:lnSpc>
                          <a:spcPct val="115000"/>
                        </a:lnSpc>
                        <a:spcAft>
                          <a:spcPts val="0"/>
                        </a:spcAft>
                      </a:pPr>
                      <a:r>
                        <a:rPr lang="en-US" sz="1400" dirty="0">
                          <a:effectLst/>
                        </a:rPr>
                        <a:t>A</a:t>
                      </a:r>
                      <a:endParaRPr lang="en-MY"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a:effectLst/>
                        </a:rPr>
                        <a:t>0</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dirty="0">
                          <a:effectLst/>
                        </a:rPr>
                        <a:t>15</a:t>
                      </a:r>
                      <a:endParaRPr lang="en-MY"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22586309"/>
                  </a:ext>
                </a:extLst>
              </a:tr>
              <a:tr h="0">
                <a:tc>
                  <a:txBody>
                    <a:bodyPr/>
                    <a:lstStyle/>
                    <a:p>
                      <a:pPr marL="457200" algn="ctr">
                        <a:lnSpc>
                          <a:spcPct val="115000"/>
                        </a:lnSpc>
                        <a:spcAft>
                          <a:spcPts val="0"/>
                        </a:spcAft>
                      </a:pPr>
                      <a:r>
                        <a:rPr lang="en-US" sz="1400" dirty="0">
                          <a:effectLst/>
                        </a:rPr>
                        <a:t>B</a:t>
                      </a:r>
                      <a:endParaRPr lang="en-MY"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a:effectLst/>
                        </a:rPr>
                        <a:t>4</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a:effectLst/>
                        </a:rPr>
                        <a:t>35</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2176595"/>
                  </a:ext>
                </a:extLst>
              </a:tr>
              <a:tr h="0">
                <a:tc>
                  <a:txBody>
                    <a:bodyPr/>
                    <a:lstStyle/>
                    <a:p>
                      <a:pPr marL="457200" algn="ctr">
                        <a:lnSpc>
                          <a:spcPct val="115000"/>
                        </a:lnSpc>
                        <a:spcAft>
                          <a:spcPts val="0"/>
                        </a:spcAft>
                      </a:pPr>
                      <a:r>
                        <a:rPr lang="en-US" sz="1400" dirty="0">
                          <a:effectLst/>
                        </a:rPr>
                        <a:t>C</a:t>
                      </a:r>
                      <a:endParaRPr lang="en-MY"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a:effectLst/>
                        </a:rPr>
                        <a:t>26</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a:effectLst/>
                        </a:rPr>
                        <a:t>4</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90333145"/>
                  </a:ext>
                </a:extLst>
              </a:tr>
              <a:tr h="0">
                <a:tc>
                  <a:txBody>
                    <a:bodyPr/>
                    <a:lstStyle/>
                    <a:p>
                      <a:pPr marL="457200" algn="ctr">
                        <a:lnSpc>
                          <a:spcPct val="115000"/>
                        </a:lnSpc>
                        <a:spcAft>
                          <a:spcPts val="0"/>
                        </a:spcAft>
                      </a:pPr>
                      <a:r>
                        <a:rPr lang="en-US" sz="1400" dirty="0">
                          <a:effectLst/>
                        </a:rPr>
                        <a:t>D</a:t>
                      </a:r>
                      <a:endParaRPr lang="en-MY"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dirty="0">
                          <a:effectLst/>
                        </a:rPr>
                        <a:t>28</a:t>
                      </a:r>
                      <a:endParaRPr lang="en-MY"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dirty="0">
                          <a:effectLst/>
                        </a:rPr>
                        <a:t>24</a:t>
                      </a:r>
                      <a:endParaRPr lang="en-MY"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35706538"/>
                  </a:ext>
                </a:extLst>
              </a:tr>
              <a:tr h="0">
                <a:tc>
                  <a:txBody>
                    <a:bodyPr/>
                    <a:lstStyle/>
                    <a:p>
                      <a:pPr marL="457200" algn="ctr">
                        <a:lnSpc>
                          <a:spcPct val="115000"/>
                        </a:lnSpc>
                        <a:spcAft>
                          <a:spcPts val="0"/>
                        </a:spcAft>
                      </a:pPr>
                      <a:r>
                        <a:rPr lang="en-US" sz="1400" dirty="0">
                          <a:effectLst/>
                        </a:rPr>
                        <a:t>E</a:t>
                      </a:r>
                      <a:endParaRPr lang="en-MY"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a:effectLst/>
                        </a:rPr>
                        <a:t>32</a:t>
                      </a:r>
                      <a:endParaRPr lang="en-MY"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457200" algn="ctr">
                        <a:lnSpc>
                          <a:spcPct val="115000"/>
                        </a:lnSpc>
                        <a:spcAft>
                          <a:spcPts val="0"/>
                        </a:spcAft>
                      </a:pPr>
                      <a:r>
                        <a:rPr lang="en-US" sz="1400" dirty="0">
                          <a:effectLst/>
                        </a:rPr>
                        <a:t>33</a:t>
                      </a:r>
                      <a:endParaRPr lang="en-MY"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36289377"/>
                  </a:ext>
                </a:extLst>
              </a:tr>
            </a:tbl>
          </a:graphicData>
        </a:graphic>
      </p:graphicFrame>
      <p:sp>
        <p:nvSpPr>
          <p:cNvPr id="6" name="Rectangle 5"/>
          <p:cNvSpPr/>
          <p:nvPr/>
        </p:nvSpPr>
        <p:spPr>
          <a:xfrm>
            <a:off x="457200" y="1264094"/>
            <a:ext cx="8248013" cy="1015663"/>
          </a:xfrm>
          <a:prstGeom prst="rect">
            <a:avLst/>
          </a:prstGeom>
        </p:spPr>
        <p:txBody>
          <a:bodyPr wrap="square">
            <a:spAutoFit/>
          </a:bodyPr>
          <a:lstStyle/>
          <a:p>
            <a:pPr lvl="0" algn="just">
              <a:buSzPts val="1980"/>
            </a:pPr>
            <a:r>
              <a:rPr lang="en-US" sz="1500" dirty="0">
                <a:latin typeface="Arial" panose="020B0604020202020204" pitchFamily="34" charset="0"/>
                <a:cs typeface="Arial" panose="020B0604020202020204" pitchFamily="34" charset="0"/>
              </a:rPr>
              <a:t>The table below shows five jobs A, B, C, D and E arrived at different times and with different CPU bursts. The Multilevel Feedback Queue (MFQ) scheduling is used with three queues (Qi). Given an initial time, the quantum for the Q</a:t>
            </a:r>
            <a:r>
              <a:rPr lang="en-US" sz="1500" baseline="-25000" dirty="0">
                <a:latin typeface="Arial" panose="020B0604020202020204" pitchFamily="34" charset="0"/>
                <a:cs typeface="Arial" panose="020B0604020202020204" pitchFamily="34" charset="0"/>
              </a:rPr>
              <a:t>0</a:t>
            </a:r>
            <a:r>
              <a:rPr lang="en-US" sz="1500" dirty="0">
                <a:latin typeface="Arial" panose="020B0604020202020204" pitchFamily="34" charset="0"/>
                <a:cs typeface="Arial" panose="020B0604020202020204" pitchFamily="34" charset="0"/>
              </a:rPr>
              <a:t> is 5, Q</a:t>
            </a:r>
            <a:r>
              <a:rPr lang="en-US" sz="1500" baseline="-25000" dirty="0">
                <a:latin typeface="Arial" panose="020B0604020202020204" pitchFamily="34" charset="0"/>
                <a:cs typeface="Arial" panose="020B0604020202020204" pitchFamily="34" charset="0"/>
              </a:rPr>
              <a:t>1</a:t>
            </a:r>
            <a:r>
              <a:rPr lang="en-US" sz="1500" dirty="0">
                <a:latin typeface="Arial" panose="020B0604020202020204" pitchFamily="34" charset="0"/>
                <a:cs typeface="Arial" panose="020B0604020202020204" pitchFamily="34" charset="0"/>
              </a:rPr>
              <a:t> is 10 and the last queue uses FCFS. Calculate the following questions [12m]:</a:t>
            </a:r>
            <a:endParaRPr lang="en-MY" sz="1500" dirty="0">
              <a:latin typeface="Arial" panose="020B0604020202020204" pitchFamily="34" charset="0"/>
              <a:cs typeface="Arial" panose="020B0604020202020204" pitchFamily="34" charset="0"/>
            </a:endParaRPr>
          </a:p>
        </p:txBody>
      </p:sp>
      <p:sp>
        <p:nvSpPr>
          <p:cNvPr id="7" name="Rectangle 6"/>
          <p:cNvSpPr/>
          <p:nvPr/>
        </p:nvSpPr>
        <p:spPr>
          <a:xfrm>
            <a:off x="457200" y="4274909"/>
            <a:ext cx="8534400" cy="2354491"/>
          </a:xfrm>
          <a:prstGeom prst="rect">
            <a:avLst/>
          </a:prstGeom>
        </p:spPr>
        <p:txBody>
          <a:bodyPr wrap="square">
            <a:spAutoFit/>
          </a:bodyPr>
          <a:lstStyle/>
          <a:p>
            <a:pPr marL="342900" lvl="0" indent="-342900">
              <a:lnSpc>
                <a:spcPct val="150000"/>
              </a:lnSpc>
              <a:buFont typeface="+mj-lt"/>
              <a:buAutoNum type="romanLcPeriod"/>
            </a:pPr>
            <a:r>
              <a:rPr lang="en-US" sz="1400" dirty="0">
                <a:latin typeface="+mn-lt"/>
                <a:ea typeface="Calibri" panose="020F0502020204030204" pitchFamily="34" charset="0"/>
                <a:cs typeface="Times New Roman" panose="02020603050405020304" pitchFamily="18" charset="0"/>
              </a:rPr>
              <a:t>What is the maximum value of CPU burst time that the jobs get at the Q1 level? [2]</a:t>
            </a:r>
          </a:p>
          <a:p>
            <a:pPr marL="342900" indent="-342900">
              <a:lnSpc>
                <a:spcPct val="150000"/>
              </a:lnSpc>
              <a:buFont typeface="+mj-lt"/>
              <a:buAutoNum type="romanLcPeriod"/>
            </a:pPr>
            <a:r>
              <a:rPr lang="en-US" sz="1400" dirty="0"/>
              <a:t>Which job(</a:t>
            </a:r>
            <a:r>
              <a:rPr lang="en-US" sz="1400" dirty="0" err="1"/>
              <a:t>es</a:t>
            </a:r>
            <a:r>
              <a:rPr lang="en-US" sz="1400" dirty="0"/>
              <a:t>) will finish at level Q1? [2]</a:t>
            </a:r>
            <a:endParaRPr lang="en-MY" sz="1400" dirty="0"/>
          </a:p>
          <a:p>
            <a:pPr marL="342900" indent="-342900">
              <a:lnSpc>
                <a:spcPct val="150000"/>
              </a:lnSpc>
              <a:buFont typeface="+mj-lt"/>
              <a:buAutoNum type="romanLcPeriod"/>
            </a:pPr>
            <a:r>
              <a:rPr lang="en-US" sz="1400" dirty="0"/>
              <a:t>At the Q1 level, what is the second job that gets the CPU, and at what time does it occur? [2]</a:t>
            </a:r>
            <a:endParaRPr lang="en-MY" sz="1400" dirty="0"/>
          </a:p>
          <a:p>
            <a:pPr marL="342900" indent="-342900">
              <a:lnSpc>
                <a:spcPct val="150000"/>
              </a:lnSpc>
              <a:buFont typeface="+mj-lt"/>
              <a:buAutoNum type="romanLcPeriod"/>
            </a:pPr>
            <a:r>
              <a:rPr lang="en-US" sz="1400" dirty="0"/>
              <a:t>What is the Waiting Time of Process B? [2]</a:t>
            </a:r>
            <a:endParaRPr lang="en-MY" sz="1400" dirty="0"/>
          </a:p>
          <a:p>
            <a:pPr marL="342900" indent="-342900">
              <a:lnSpc>
                <a:spcPct val="150000"/>
              </a:lnSpc>
              <a:buFont typeface="+mj-lt"/>
              <a:buAutoNum type="romanLcPeriod"/>
            </a:pPr>
            <a:r>
              <a:rPr lang="en-US" sz="1400" dirty="0"/>
              <a:t>What is the Average Turnaround time? [2]</a:t>
            </a:r>
            <a:endParaRPr lang="en-MY" sz="1400" dirty="0"/>
          </a:p>
          <a:p>
            <a:pPr marL="342900" indent="-342900">
              <a:lnSpc>
                <a:spcPct val="150000"/>
              </a:lnSpc>
              <a:buFont typeface="+mj-lt"/>
              <a:buAutoNum type="romanLcPeriod"/>
            </a:pPr>
            <a:r>
              <a:rPr lang="en-US" sz="1400" dirty="0"/>
              <a:t>What is the Average Waiting time? [2]</a:t>
            </a:r>
            <a:endParaRPr lang="en-MY" sz="1400" dirty="0"/>
          </a:p>
        </p:txBody>
      </p:sp>
    </p:spTree>
    <p:extLst>
      <p:ext uri="{BB962C8B-B14F-4D97-AF65-F5344CB8AC3E}">
        <p14:creationId xmlns:p14="http://schemas.microsoft.com/office/powerpoint/2010/main" val="217387014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12">
            <a:extLst>
              <a:ext uri="{FF2B5EF4-FFF2-40B4-BE49-F238E27FC236}">
                <a16:creationId xmlns:a16="http://schemas.microsoft.com/office/drawing/2014/main" id="{D766089F-2815-4824-AA58-9EEC20FE5DBE}"/>
              </a:ext>
            </a:extLst>
          </p:cNvPr>
          <p:cNvSpPr>
            <a:spLocks noGrp="1" noChangeArrowheads="1"/>
          </p:cNvSpPr>
          <p:nvPr>
            <p:ph type="title"/>
          </p:nvPr>
        </p:nvSpPr>
        <p:spPr>
          <a:xfrm>
            <a:off x="533400" y="838200"/>
            <a:ext cx="8077200" cy="1143000"/>
          </a:xfrm>
        </p:spPr>
        <p:txBody>
          <a:bodyPr/>
          <a:lstStyle/>
          <a:p>
            <a:pPr eaLnBrk="1" hangingPunct="1"/>
            <a:r>
              <a:rPr lang="en-US" altLang="ms-MY"/>
              <a:t>Summary</a:t>
            </a:r>
          </a:p>
        </p:txBody>
      </p:sp>
      <p:sp>
        <p:nvSpPr>
          <p:cNvPr id="100355" name="Rectangle 13">
            <a:extLst>
              <a:ext uri="{FF2B5EF4-FFF2-40B4-BE49-F238E27FC236}">
                <a16:creationId xmlns:a16="http://schemas.microsoft.com/office/drawing/2014/main" id="{4A0AE639-1004-4188-BC3F-E3987F104CFE}"/>
              </a:ext>
            </a:extLst>
          </p:cNvPr>
          <p:cNvSpPr>
            <a:spLocks noGrp="1" noChangeArrowheads="1"/>
          </p:cNvSpPr>
          <p:nvPr>
            <p:ph type="body" idx="1"/>
          </p:nvPr>
        </p:nvSpPr>
        <p:spPr>
          <a:xfrm>
            <a:off x="533400" y="1981200"/>
            <a:ext cx="8077200" cy="3962400"/>
          </a:xfrm>
        </p:spPr>
        <p:txBody>
          <a:bodyPr/>
          <a:lstStyle/>
          <a:p>
            <a:pPr eaLnBrk="1" hangingPunct="1"/>
            <a:r>
              <a:rPr lang="en-US" altLang="ms-MY" dirty="0"/>
              <a:t>Processor Manager allocates CPU among all users</a:t>
            </a:r>
          </a:p>
          <a:p>
            <a:pPr eaLnBrk="1" hangingPunct="1"/>
            <a:r>
              <a:rPr lang="en-US" altLang="ms-MY" dirty="0"/>
              <a:t>Job Scheduler </a:t>
            </a:r>
          </a:p>
          <a:p>
            <a:pPr lvl="1" eaLnBrk="1" hangingPunct="1"/>
            <a:r>
              <a:rPr lang="en-US" altLang="ms-MY" dirty="0"/>
              <a:t>Assigns job to </a:t>
            </a:r>
            <a:r>
              <a:rPr lang="en-US" altLang="ms-MY" sz="2800" dirty="0">
                <a:solidFill>
                  <a:srgbClr val="0070C0"/>
                </a:solidFill>
                <a:latin typeface="Courier New" panose="02070309020205020404" pitchFamily="49" charset="0"/>
                <a:cs typeface="Courier New" panose="02070309020205020404" pitchFamily="49" charset="0"/>
              </a:rPr>
              <a:t>READY</a:t>
            </a:r>
            <a:r>
              <a:rPr lang="en-US" altLang="ms-MY" dirty="0"/>
              <a:t> queue</a:t>
            </a:r>
          </a:p>
          <a:p>
            <a:pPr lvl="2" eaLnBrk="1" hangingPunct="1"/>
            <a:r>
              <a:rPr lang="en-US" altLang="ms-MY" dirty="0"/>
              <a:t>Based on characteristics</a:t>
            </a:r>
          </a:p>
          <a:p>
            <a:pPr eaLnBrk="1" hangingPunct="1"/>
            <a:r>
              <a:rPr lang="en-US" altLang="ms-MY" dirty="0"/>
              <a:t>Process Scheduler </a:t>
            </a:r>
          </a:p>
          <a:p>
            <a:pPr lvl="1" eaLnBrk="1" hangingPunct="1"/>
            <a:r>
              <a:rPr lang="en-US" altLang="ms-MY" dirty="0"/>
              <a:t>Instant-by-instant allocation of CPU</a:t>
            </a:r>
          </a:p>
          <a:p>
            <a:pPr eaLnBrk="1" hangingPunct="1"/>
            <a:r>
              <a:rPr lang="en-US" altLang="ms-MY" dirty="0"/>
              <a:t>Scheduling algorithm is unique</a:t>
            </a:r>
          </a:p>
          <a:p>
            <a:pPr lvl="1" eaLnBrk="1" hangingPunct="1"/>
            <a:r>
              <a:rPr lang="en-US" altLang="ms-MY" dirty="0"/>
              <a:t>Characteristics, objectives, and applications</a:t>
            </a:r>
          </a:p>
          <a:p>
            <a:pPr eaLnBrk="1" hangingPunct="1"/>
            <a:r>
              <a:rPr lang="en-US" altLang="ms-MY" dirty="0"/>
              <a:t>System designer selects best policy and algorithm</a:t>
            </a:r>
          </a:p>
          <a:p>
            <a:pPr lvl="1" eaLnBrk="1" hangingPunct="1"/>
            <a:r>
              <a:rPr lang="en-US" altLang="ms-MY" dirty="0"/>
              <a:t>After careful strengths and weaknesses evaluation</a:t>
            </a:r>
          </a:p>
        </p:txBody>
      </p:sp>
      <p:sp>
        <p:nvSpPr>
          <p:cNvPr id="100356" name="Slide Number Placeholder 4">
            <a:extLst>
              <a:ext uri="{FF2B5EF4-FFF2-40B4-BE49-F238E27FC236}">
                <a16:creationId xmlns:a16="http://schemas.microsoft.com/office/drawing/2014/main" id="{584403D8-5EA1-4A25-8A34-AFC587F3B7A8}"/>
              </a:ext>
            </a:extLst>
          </p:cNvPr>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2600">
                <a:solidFill>
                  <a:srgbClr val="222222"/>
                </a:solidFill>
                <a:latin typeface="Arial" panose="020B0604020202020204" pitchFamily="34" charset="0"/>
                <a:ea typeface="MS PGothic" panose="020B0600070205080204" pitchFamily="34" charset="-128"/>
              </a:defRPr>
            </a:lvl1pPr>
            <a:lvl2pPr marL="742950" indent="-285750">
              <a:spcBef>
                <a:spcPct val="20000"/>
              </a:spcBef>
              <a:buChar char="–"/>
              <a:defRPr sz="2400">
                <a:solidFill>
                  <a:srgbClr val="222222"/>
                </a:solidFill>
                <a:latin typeface="Arial" panose="020B0604020202020204" pitchFamily="34" charset="0"/>
                <a:ea typeface="MS PGothic" panose="020B0600070205080204" pitchFamily="34" charset="-128"/>
              </a:defRPr>
            </a:lvl2pPr>
            <a:lvl3pPr marL="1143000" indent="-228600">
              <a:spcBef>
                <a:spcPct val="20000"/>
              </a:spcBef>
              <a:buChar char="•"/>
              <a:defRPr sz="2200">
                <a:solidFill>
                  <a:srgbClr val="222222"/>
                </a:solidFill>
                <a:latin typeface="Arial" panose="020B0604020202020204" pitchFamily="34" charset="0"/>
                <a:ea typeface="MS PGothic" panose="020B0600070205080204" pitchFamily="34" charset="-128"/>
              </a:defRPr>
            </a:lvl3pPr>
            <a:lvl4pPr marL="1600200" indent="-228600">
              <a:spcBef>
                <a:spcPct val="20000"/>
              </a:spcBef>
              <a:buChar char="–"/>
              <a:defRPr sz="2200">
                <a:solidFill>
                  <a:srgbClr val="222222"/>
                </a:solidFill>
                <a:latin typeface="Arial" panose="020B0604020202020204" pitchFamily="34"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F44D05D-3E6F-4FC6-8E20-7A8B0FB2601E}" type="slidenum">
              <a:rPr kumimoji="0" lang="en-US" altLang="ms-MY" sz="1400" b="0" i="0" u="none" strike="noStrike" kern="1200" cap="none" spc="0" normalizeH="0" baseline="0" noProof="0" smtClean="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99</a:t>
            </a:fld>
            <a:endParaRPr kumimoji="0" lang="en-US" altLang="ms-MY" sz="1400" b="0" i="0" u="none" strike="noStrike" kern="1200" cap="none" spc="0" normalizeH="0" baseline="0" noProof="0">
              <a:ln>
                <a:noFill/>
              </a:ln>
              <a:solidFill>
                <a:srgbClr val="FFFFFF"/>
              </a:solidFill>
              <a:effectLst/>
              <a:uLnTx/>
              <a:uFillTx/>
              <a:latin typeface="Arial" panose="020B0604020202020204" pitchFamily="34" charset="0"/>
              <a:ea typeface="MS PGothic" panose="020B0600070205080204" pitchFamily="34" charset="-128"/>
              <a:cs typeface="Arial" panose="020B0604020202020204" pitchFamily="34" charset="0"/>
            </a:endParaRPr>
          </a:p>
        </p:txBody>
      </p:sp>
    </p:spTree>
    <p:extLst>
      <p:ext uri="{BB962C8B-B14F-4D97-AF65-F5344CB8AC3E}">
        <p14:creationId xmlns:p14="http://schemas.microsoft.com/office/powerpoint/2010/main" val="110472055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6863DB29-D26B-4EA5-AA81-9BAF978CD71E}"/>
              </a:ext>
            </a:extLst>
          </p:cNvPr>
          <p:cNvSpPr>
            <a:spLocks noGrp="1" noChangeArrowheads="1"/>
          </p:cNvSpPr>
          <p:nvPr>
            <p:ph type="ctrTitle"/>
          </p:nvPr>
        </p:nvSpPr>
        <p:spPr/>
        <p:txBody>
          <a:bodyPr/>
          <a:lstStyle/>
          <a:p>
            <a:pPr eaLnBrk="1" hangingPunct="1"/>
            <a:r>
              <a:rPr lang="en-US" altLang="en-US"/>
              <a:t>End of Chapter 5</a:t>
            </a:r>
          </a:p>
        </p:txBody>
      </p:sp>
    </p:spTree>
  </p:cSld>
  <p:clrMapOvr>
    <a:masterClrMapping/>
  </p:clrMapOvr>
</p:sld>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a:ln>
              <a:noFill/>
            </a:ln>
            <a:solidFill>
              <a:schemeClr val="tx1"/>
            </a:solidFill>
            <a:effectLst/>
            <a:latin typeface="Verdana"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Default Design">
  <a:themeElements>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Default Design">
  <a:themeElements>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Default Design">
  <a:themeElements>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3_Default Design">
  <a:themeElements>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4_Default Design">
  <a:themeElements>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5_Default Design">
  <a:themeElements>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000" b="0" i="0" u="none" strike="noStrike" cap="none" normalizeH="0" baseline="0" smtClean="0">
            <a:ln>
              <a:noFill/>
            </a:ln>
            <a:solidFill>
              <a:srgbClr val="FFFFFF"/>
            </a:solidFill>
            <a:effectLst/>
            <a:latin typeface="Times New Roman" pitchFamily="18" charset="0"/>
          </a:defRPr>
        </a:defPPr>
      </a:lstStyle>
    </a:lnDef>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Default Design 8">
        <a:dk1>
          <a:srgbClr val="000000"/>
        </a:dk1>
        <a:lt1>
          <a:srgbClr val="FFFFFF"/>
        </a:lt1>
        <a:dk2>
          <a:srgbClr val="000000"/>
        </a:dk2>
        <a:lt2>
          <a:srgbClr val="808080"/>
        </a:lt2>
        <a:accent1>
          <a:srgbClr val="FFFFFF"/>
        </a:accent1>
        <a:accent2>
          <a:srgbClr val="3333CC"/>
        </a:accent2>
        <a:accent3>
          <a:srgbClr val="FFFFFF"/>
        </a:accent3>
        <a:accent4>
          <a:srgbClr val="000000"/>
        </a:accent4>
        <a:accent5>
          <a:srgbClr val="FFFFFF"/>
        </a:accent5>
        <a:accent6>
          <a:srgbClr val="2D2DB9"/>
        </a:accent6>
        <a:hlink>
          <a:srgbClr val="FFFFFF"/>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9.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OS8</Template>
  <TotalTime>12804</TotalTime>
  <Words>6798</Words>
  <Application>Microsoft Office PowerPoint</Application>
  <PresentationFormat>On-screen Show (4:3)</PresentationFormat>
  <Paragraphs>1956</Paragraphs>
  <Slides>100</Slides>
  <Notes>42</Notes>
  <HiddenSlides>0</HiddenSlides>
  <MMClips>0</MMClips>
  <ScaleCrop>false</ScaleCrop>
  <HeadingPairs>
    <vt:vector size="8" baseType="variant">
      <vt:variant>
        <vt:lpstr>Fonts Used</vt:lpstr>
      </vt:variant>
      <vt:variant>
        <vt:i4>11</vt:i4>
      </vt:variant>
      <vt:variant>
        <vt:lpstr>Theme</vt:lpstr>
      </vt:variant>
      <vt:variant>
        <vt:i4>7</vt:i4>
      </vt:variant>
      <vt:variant>
        <vt:lpstr>Embedded OLE Servers</vt:lpstr>
      </vt:variant>
      <vt:variant>
        <vt:i4>1</vt:i4>
      </vt:variant>
      <vt:variant>
        <vt:lpstr>Slide Titles</vt:lpstr>
      </vt:variant>
      <vt:variant>
        <vt:i4>100</vt:i4>
      </vt:variant>
    </vt:vector>
  </HeadingPairs>
  <TitlesOfParts>
    <vt:vector size="119" baseType="lpstr">
      <vt:lpstr>Arial</vt:lpstr>
      <vt:lpstr>Calibri</vt:lpstr>
      <vt:lpstr>Chalkduster</vt:lpstr>
      <vt:lpstr>Courier New</vt:lpstr>
      <vt:lpstr>Helvetica</vt:lpstr>
      <vt:lpstr>Helvetica Neue</vt:lpstr>
      <vt:lpstr>Monotype Sorts</vt:lpstr>
      <vt:lpstr>Times New Roman</vt:lpstr>
      <vt:lpstr>Verdana</vt:lpstr>
      <vt:lpstr>Webdings</vt:lpstr>
      <vt:lpstr>Wingdings</vt:lpstr>
      <vt:lpstr>os-8</vt:lpstr>
      <vt:lpstr>Default Design</vt:lpstr>
      <vt:lpstr>1_Default Design</vt:lpstr>
      <vt:lpstr>2_Default Design</vt:lpstr>
      <vt:lpstr>3_Default Design</vt:lpstr>
      <vt:lpstr>4_Default Design</vt:lpstr>
      <vt:lpstr>5_Default Design</vt:lpstr>
      <vt:lpstr>Equation</vt:lpstr>
      <vt:lpstr>Chapter 5:   Process Scheduling</vt:lpstr>
      <vt:lpstr>Chapter 5:  CPU Scheduling</vt:lpstr>
      <vt:lpstr>5.1 Basic Concepts</vt:lpstr>
      <vt:lpstr>CPU-I/O Burst Cycle</vt:lpstr>
      <vt:lpstr>Histogram of CPU-burst Times</vt:lpstr>
      <vt:lpstr>Job and Process Status</vt:lpstr>
      <vt:lpstr>PowerPoint Presentation</vt:lpstr>
      <vt:lpstr>PCBs and Queuing</vt:lpstr>
      <vt:lpstr>CPU Scheduler</vt:lpstr>
      <vt:lpstr>Nonpreemptive Scheduling</vt:lpstr>
      <vt:lpstr>Preemptive scheduling</vt:lpstr>
      <vt:lpstr>Dispatcher</vt:lpstr>
      <vt:lpstr>Dispatch Latency</vt:lpstr>
      <vt:lpstr>Example:   Concurrent Execution of Processes (1/3)</vt:lpstr>
      <vt:lpstr>PowerPoint Presentation</vt:lpstr>
      <vt:lpstr>PowerPoint Presentation</vt:lpstr>
      <vt:lpstr>Concurrent Execution of Processes  (Process States)</vt:lpstr>
      <vt:lpstr>PowerPoint Presentation</vt:lpstr>
      <vt:lpstr>PowerPoint Presentation</vt:lpstr>
      <vt:lpstr>PowerPoint Presentation</vt:lpstr>
      <vt:lpstr>PowerPoint Presentation</vt:lpstr>
      <vt:lpstr>What is the process state for each process at x, y and z ? Justify your answer.</vt:lpstr>
      <vt:lpstr>5.2 Scheduling Criteria</vt:lpstr>
      <vt:lpstr>PowerPoint Presentation</vt:lpstr>
      <vt:lpstr>Optimization Criteria for Scheduling</vt:lpstr>
      <vt:lpstr>5.3 Scheduling Algorithm</vt:lpstr>
      <vt:lpstr>First- Come, First-Served (FCFS) Scheduling</vt:lpstr>
      <vt:lpstr>FCFS Scheduling (Cont.)</vt:lpstr>
      <vt:lpstr>PowerPoint Presentation</vt:lpstr>
      <vt:lpstr>PowerPoint Presentation</vt:lpstr>
      <vt:lpstr>PowerPoint Presentation</vt:lpstr>
      <vt:lpstr>PowerPoint Presentation</vt:lpstr>
      <vt:lpstr>PowerPoint Presentation</vt:lpstr>
      <vt:lpstr>FCFS:</vt:lpstr>
      <vt:lpstr>Shortest-Job-First (SJF)/SJN</vt:lpstr>
      <vt:lpstr>Example of SJF/SJN</vt:lpstr>
      <vt:lpstr>Solutions</vt:lpstr>
      <vt:lpstr>PowerPoint Presentation</vt:lpstr>
      <vt:lpstr>PowerPoint Presentation</vt:lpstr>
      <vt:lpstr>PowerPoint Presentation</vt:lpstr>
      <vt:lpstr>PowerPoint Presentation</vt:lpstr>
      <vt:lpstr>SJN / SJF:</vt:lpstr>
      <vt:lpstr>PowerPoint Presentation</vt:lpstr>
      <vt:lpstr>PowerPoint Presentation</vt:lpstr>
      <vt:lpstr>PowerPoint Presentation</vt:lpstr>
      <vt:lpstr>Shortest-remaining-time-first (SRT/SRTF)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SRT:</vt:lpstr>
      <vt:lpstr>Round Robin (RR)</vt:lpstr>
      <vt:lpstr>PowerPoint Presentation</vt:lpstr>
      <vt:lpstr>PowerPoint Presentation</vt:lpstr>
      <vt:lpstr>Example of RR with Time Quantum = 4</vt:lpstr>
      <vt:lpstr>PowerPoint Presentation</vt:lpstr>
      <vt:lpstr>PowerPoint Presentation</vt:lpstr>
      <vt:lpstr>PowerPoint Presentation</vt:lpstr>
      <vt:lpstr>PowerPoint Presentation</vt:lpstr>
      <vt:lpstr>  Time Quantum and Context Switch Time</vt:lpstr>
      <vt:lpstr> Turnaround Time Varies With The Time Quantum </vt:lpstr>
      <vt:lpstr>PowerPoint Presentation</vt:lpstr>
      <vt:lpstr>PowerPoint Presentation</vt:lpstr>
      <vt:lpstr>PowerPoint Presentation</vt:lpstr>
      <vt:lpstr>Priority Scheduling</vt:lpstr>
      <vt:lpstr>Example of Priority Scheduling</vt:lpstr>
      <vt:lpstr>PowerPoint Presentation</vt:lpstr>
      <vt:lpstr>PowerPoint Presentation</vt:lpstr>
      <vt:lpstr>Combining Priority Scheduling and RR</vt:lpstr>
      <vt:lpstr>Combining Priority Scheduling and RR</vt:lpstr>
      <vt:lpstr>Multilevel Queue</vt:lpstr>
      <vt:lpstr>Separate Queue For Each Priority </vt:lpstr>
      <vt:lpstr>PowerPoint Presentation</vt:lpstr>
      <vt:lpstr>Case 1: No Movement Between Queues</vt:lpstr>
      <vt:lpstr>Case 1: No Movement Between Queues</vt:lpstr>
      <vt:lpstr>Case 1: No Movement Between Queues</vt:lpstr>
      <vt:lpstr>Case 2: Movement Between Queues</vt:lpstr>
      <vt:lpstr>Case 2: Movement Between Queues</vt:lpstr>
      <vt:lpstr>Case 2: Movement Between Queues</vt:lpstr>
      <vt:lpstr>Case 3: Variable Time Quantum Per Queue</vt:lpstr>
      <vt:lpstr>Case 3: Variable Time Quantum Per Queue</vt:lpstr>
      <vt:lpstr>Case 4: Aging</vt:lpstr>
      <vt:lpstr>Case 4: Aging</vt:lpstr>
      <vt:lpstr>Case 4: Aging</vt:lpstr>
      <vt:lpstr>Case 4: Aging</vt:lpstr>
      <vt:lpstr>Case 4: Aging</vt:lpstr>
      <vt:lpstr>Case 4: Aging</vt:lpstr>
      <vt:lpstr>Multilevel Queue Scheduling</vt:lpstr>
      <vt:lpstr>Summary (cont'd.)</vt:lpstr>
      <vt:lpstr>Multilevel Feedback Queue</vt:lpstr>
      <vt:lpstr>Example of Multilevel Feedback Queue</vt:lpstr>
      <vt:lpstr>PowerPoint Presentation</vt:lpstr>
      <vt:lpstr>PowerPoint Presentation</vt:lpstr>
      <vt:lpstr>PowerPoint Presentation</vt:lpstr>
      <vt:lpstr>EXERCISE (DIY!!)</vt:lpstr>
      <vt:lpstr>Summary</vt:lpstr>
      <vt:lpstr>End of Chapter 5</vt:lpstr>
    </vt:vector>
  </TitlesOfParts>
  <Company>Lucent Technologies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zuriahati yunos</cp:lastModifiedBy>
  <cp:revision>350</cp:revision>
  <cp:lastPrinted>2018-02-17T08:52:55Z</cp:lastPrinted>
  <dcterms:created xsi:type="dcterms:W3CDTF">2011-01-13T23:43:38Z</dcterms:created>
  <dcterms:modified xsi:type="dcterms:W3CDTF">2023-04-12T13:12:59Z</dcterms:modified>
</cp:coreProperties>
</file>