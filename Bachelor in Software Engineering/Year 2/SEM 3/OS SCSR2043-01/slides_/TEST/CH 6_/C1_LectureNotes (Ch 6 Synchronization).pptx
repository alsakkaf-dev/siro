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 id="2147483674" r:id="rId7"/>
    <p:sldMasterId id="2147483687" r:id="rId8"/>
    <p:sldMasterId id="2147483700" r:id="rId9"/>
    <p:sldMasterId id="2147483715"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Lst>
  <p:sldSz cy="6858000" cx="9144000"/>
  <p:notesSz cx="9601200" cy="7315200"/>
  <p:embeddedFontLst>
    <p:embeddedFont>
      <p:font typeface="Short Stack"/>
      <p:regular r:id="rId82"/>
    </p:embeddedFont>
    <p:embeddedFont>
      <p:font typeface="Quattrocento Sans"/>
      <p:regular r:id="rId83"/>
      <p:bold r:id="rId84"/>
      <p:italic r:id="rId85"/>
      <p:boldItalic r:id="rId86"/>
    </p:embeddedFont>
    <p:embeddedFont>
      <p:font typeface="Helvetica Neue"/>
      <p:regular r:id="rId87"/>
      <p:bold r:id="rId88"/>
      <p:italic r:id="rId89"/>
      <p:boldItalic r:id="rId90"/>
    </p:embeddedFont>
    <p:embeddedFont>
      <p:font typeface="Open Sans"/>
      <p:regular r:id="rId91"/>
      <p:bold r:id="rId92"/>
      <p:italic r:id="rId93"/>
      <p:boldItalic r:id="rId9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440">
          <p15:clr>
            <a:srgbClr val="A4A3A4"/>
          </p15:clr>
        </p15:guide>
      </p15:sldGuideLst>
    </p:ext>
    <p:ext uri="GoogleSlidesCustomDataVersion2">
      <go:slidesCustomData xmlns:go="http://customooxmlschemas.google.com/" r:id="rId95" roundtripDataSignature="AMtx7mjtHfI/5YL8PcqTqZ+Uybsei0mc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33C24B-F2BD-46E9-8222-276430B22233}">
  <a:tblStyle styleId="{3E33C24B-F2BD-46E9-8222-276430B2223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E0AC9D8-C28C-4726-99FF-9876788166C9}"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chemeClr val="accent1"/>
          </a:solidFill>
        </a:fill>
      </a:tcStyle>
    </a:wholeTbl>
    <a:band1H>
      <a:tcTxStyle b="off" i="off"/>
      <a:tcStyle>
        <a:fill>
          <a:solidFill>
            <a:schemeClr val="accent1"/>
          </a:solidFill>
        </a:fill>
      </a:tcStyle>
    </a:band1H>
    <a:band2H>
      <a:tcTxStyle b="off" i="off"/>
    </a:band2H>
    <a:band1V>
      <a:tcTxStyle b="off" i="off"/>
      <a:tcStyle>
        <a:fill>
          <a:solidFill>
            <a:schemeClr val="accent1"/>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B9215D1F-2668-4416-99F6-6788D0F6B674}"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9.xml"/><Relationship Id="rId84" Type="http://schemas.openxmlformats.org/officeDocument/2006/relationships/font" Target="fonts/QuattrocentoSans-bold.fntdata"/><Relationship Id="rId83" Type="http://schemas.openxmlformats.org/officeDocument/2006/relationships/font" Target="fonts/QuattrocentoSans-regular.fntdata"/><Relationship Id="rId42" Type="http://schemas.openxmlformats.org/officeDocument/2006/relationships/slide" Target="slides/slide31.xml"/><Relationship Id="rId86" Type="http://schemas.openxmlformats.org/officeDocument/2006/relationships/font" Target="fonts/QuattrocentoSans-boldItalic.fntdata"/><Relationship Id="rId41" Type="http://schemas.openxmlformats.org/officeDocument/2006/relationships/slide" Target="slides/slide30.xml"/><Relationship Id="rId85" Type="http://schemas.openxmlformats.org/officeDocument/2006/relationships/font" Target="fonts/QuattrocentoSans-italic.fntdata"/><Relationship Id="rId44" Type="http://schemas.openxmlformats.org/officeDocument/2006/relationships/slide" Target="slides/slide33.xml"/><Relationship Id="rId88" Type="http://schemas.openxmlformats.org/officeDocument/2006/relationships/font" Target="fonts/HelveticaNeue-bold.fntdata"/><Relationship Id="rId43" Type="http://schemas.openxmlformats.org/officeDocument/2006/relationships/slide" Target="slides/slide32.xml"/><Relationship Id="rId87" Type="http://schemas.openxmlformats.org/officeDocument/2006/relationships/font" Target="fonts/HelveticaNeue-regular.fntdata"/><Relationship Id="rId46" Type="http://schemas.openxmlformats.org/officeDocument/2006/relationships/slide" Target="slides/slide35.xml"/><Relationship Id="rId45" Type="http://schemas.openxmlformats.org/officeDocument/2006/relationships/slide" Target="slides/slide34.xml"/><Relationship Id="rId89" Type="http://schemas.openxmlformats.org/officeDocument/2006/relationships/font" Target="fonts/HelveticaNeue-italic.fntdata"/><Relationship Id="rId80" Type="http://schemas.openxmlformats.org/officeDocument/2006/relationships/slide" Target="slides/slide69.xml"/><Relationship Id="rId82" Type="http://schemas.openxmlformats.org/officeDocument/2006/relationships/font" Target="fonts/ShortStack-regular.fntdata"/><Relationship Id="rId81" Type="http://schemas.openxmlformats.org/officeDocument/2006/relationships/slide" Target="slides/slide70.xml"/><Relationship Id="rId1" Type="http://schemas.openxmlformats.org/officeDocument/2006/relationships/theme" Target="theme/theme6.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7.xml"/><Relationship Id="rId47" Type="http://schemas.openxmlformats.org/officeDocument/2006/relationships/slide" Target="slides/slide36.xml"/><Relationship Id="rId49" Type="http://schemas.openxmlformats.org/officeDocument/2006/relationships/slide" Target="slides/slide38.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62.xml"/><Relationship Id="rId72" Type="http://schemas.openxmlformats.org/officeDocument/2006/relationships/slide" Target="slides/slide61.xml"/><Relationship Id="rId31" Type="http://schemas.openxmlformats.org/officeDocument/2006/relationships/slide" Target="slides/slide20.xml"/><Relationship Id="rId75" Type="http://schemas.openxmlformats.org/officeDocument/2006/relationships/slide" Target="slides/slide64.xml"/><Relationship Id="rId30" Type="http://schemas.openxmlformats.org/officeDocument/2006/relationships/slide" Target="slides/slide19.xml"/><Relationship Id="rId74" Type="http://schemas.openxmlformats.org/officeDocument/2006/relationships/slide" Target="slides/slide63.xml"/><Relationship Id="rId33" Type="http://schemas.openxmlformats.org/officeDocument/2006/relationships/slide" Target="slides/slide22.xml"/><Relationship Id="rId77" Type="http://schemas.openxmlformats.org/officeDocument/2006/relationships/slide" Target="slides/slide66.xml"/><Relationship Id="rId32" Type="http://schemas.openxmlformats.org/officeDocument/2006/relationships/slide" Target="slides/slide21.xml"/><Relationship Id="rId76" Type="http://schemas.openxmlformats.org/officeDocument/2006/relationships/slide" Target="slides/slide65.xml"/><Relationship Id="rId35" Type="http://schemas.openxmlformats.org/officeDocument/2006/relationships/slide" Target="slides/slide24.xml"/><Relationship Id="rId79" Type="http://schemas.openxmlformats.org/officeDocument/2006/relationships/slide" Target="slides/slide68.xml"/><Relationship Id="rId34" Type="http://schemas.openxmlformats.org/officeDocument/2006/relationships/slide" Target="slides/slide23.xml"/><Relationship Id="rId78" Type="http://schemas.openxmlformats.org/officeDocument/2006/relationships/slide" Target="slides/slide67.xml"/><Relationship Id="rId71" Type="http://schemas.openxmlformats.org/officeDocument/2006/relationships/slide" Target="slides/slide60.xml"/><Relationship Id="rId70" Type="http://schemas.openxmlformats.org/officeDocument/2006/relationships/slide" Target="slides/slide59.xml"/><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62" Type="http://schemas.openxmlformats.org/officeDocument/2006/relationships/slide" Target="slides/slide51.xml"/><Relationship Id="rId61" Type="http://schemas.openxmlformats.org/officeDocument/2006/relationships/slide" Target="slides/slide50.xml"/><Relationship Id="rId20" Type="http://schemas.openxmlformats.org/officeDocument/2006/relationships/slide" Target="slides/slide9.xml"/><Relationship Id="rId64" Type="http://schemas.openxmlformats.org/officeDocument/2006/relationships/slide" Target="slides/slide53.xml"/><Relationship Id="rId63" Type="http://schemas.openxmlformats.org/officeDocument/2006/relationships/slide" Target="slides/slide52.xml"/><Relationship Id="rId22" Type="http://schemas.openxmlformats.org/officeDocument/2006/relationships/slide" Target="slides/slide11.xml"/><Relationship Id="rId66" Type="http://schemas.openxmlformats.org/officeDocument/2006/relationships/slide" Target="slides/slide55.xml"/><Relationship Id="rId21" Type="http://schemas.openxmlformats.org/officeDocument/2006/relationships/slide" Target="slides/slide10.xml"/><Relationship Id="rId65" Type="http://schemas.openxmlformats.org/officeDocument/2006/relationships/slide" Target="slides/slide54.xml"/><Relationship Id="rId24" Type="http://schemas.openxmlformats.org/officeDocument/2006/relationships/slide" Target="slides/slide13.xml"/><Relationship Id="rId68" Type="http://schemas.openxmlformats.org/officeDocument/2006/relationships/slide" Target="slides/slide57.xml"/><Relationship Id="rId23" Type="http://schemas.openxmlformats.org/officeDocument/2006/relationships/slide" Target="slides/slide12.xml"/><Relationship Id="rId67" Type="http://schemas.openxmlformats.org/officeDocument/2006/relationships/slide" Target="slides/slide56.xml"/><Relationship Id="rId60" Type="http://schemas.openxmlformats.org/officeDocument/2006/relationships/slide" Target="slides/slide49.xml"/><Relationship Id="rId26" Type="http://schemas.openxmlformats.org/officeDocument/2006/relationships/slide" Target="slides/slide15.xml"/><Relationship Id="rId25" Type="http://schemas.openxmlformats.org/officeDocument/2006/relationships/slide" Target="slides/slide14.xml"/><Relationship Id="rId69" Type="http://schemas.openxmlformats.org/officeDocument/2006/relationships/slide" Target="slides/slide58.xml"/><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slide" Target="slides/slide40.xml"/><Relationship Id="rId95" Type="http://customschemas.google.com/relationships/presentationmetadata" Target="metadata"/><Relationship Id="rId50" Type="http://schemas.openxmlformats.org/officeDocument/2006/relationships/slide" Target="slides/slide39.xml"/><Relationship Id="rId94" Type="http://schemas.openxmlformats.org/officeDocument/2006/relationships/font" Target="fonts/OpenSans-boldItalic.fntdata"/><Relationship Id="rId53" Type="http://schemas.openxmlformats.org/officeDocument/2006/relationships/slide" Target="slides/slide42.xml"/><Relationship Id="rId52" Type="http://schemas.openxmlformats.org/officeDocument/2006/relationships/slide" Target="slides/slide41.xml"/><Relationship Id="rId11" Type="http://schemas.openxmlformats.org/officeDocument/2006/relationships/notesMaster" Target="notesMasters/notesMaster1.xml"/><Relationship Id="rId55" Type="http://schemas.openxmlformats.org/officeDocument/2006/relationships/slide" Target="slides/slide44.xml"/><Relationship Id="rId10" Type="http://schemas.openxmlformats.org/officeDocument/2006/relationships/slideMaster" Target="slideMasters/slideMaster6.xml"/><Relationship Id="rId54" Type="http://schemas.openxmlformats.org/officeDocument/2006/relationships/slide" Target="slides/slide43.xml"/><Relationship Id="rId13" Type="http://schemas.openxmlformats.org/officeDocument/2006/relationships/slide" Target="slides/slide2.xml"/><Relationship Id="rId57" Type="http://schemas.openxmlformats.org/officeDocument/2006/relationships/slide" Target="slides/slide46.xml"/><Relationship Id="rId12" Type="http://schemas.openxmlformats.org/officeDocument/2006/relationships/slide" Target="slides/slide1.xml"/><Relationship Id="rId56" Type="http://schemas.openxmlformats.org/officeDocument/2006/relationships/slide" Target="slides/slide45.xml"/><Relationship Id="rId91" Type="http://schemas.openxmlformats.org/officeDocument/2006/relationships/font" Target="fonts/OpenSans-regular.fntdata"/><Relationship Id="rId90" Type="http://schemas.openxmlformats.org/officeDocument/2006/relationships/font" Target="fonts/HelveticaNeue-boldItalic.fntdata"/><Relationship Id="rId93" Type="http://schemas.openxmlformats.org/officeDocument/2006/relationships/font" Target="fonts/OpenSans-italic.fntdata"/><Relationship Id="rId92" Type="http://schemas.openxmlformats.org/officeDocument/2006/relationships/font" Target="fonts/OpenSans-bold.fntdata"/><Relationship Id="rId15" Type="http://schemas.openxmlformats.org/officeDocument/2006/relationships/slide" Target="slides/slide4.xml"/><Relationship Id="rId59" Type="http://schemas.openxmlformats.org/officeDocument/2006/relationships/slide" Target="slides/slide48.xml"/><Relationship Id="rId14" Type="http://schemas.openxmlformats.org/officeDocument/2006/relationships/slide" Target="slides/slide3.xml"/><Relationship Id="rId58" Type="http://schemas.openxmlformats.org/officeDocument/2006/relationships/slide" Target="slides/slide47.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4159217" cy="364760"/>
          </a:xfrm>
          <a:prstGeom prst="rect">
            <a:avLst/>
          </a:prstGeom>
          <a:noFill/>
          <a:ln>
            <a:noFill/>
          </a:ln>
        </p:spPr>
        <p:txBody>
          <a:bodyPr anchorCtr="0" anchor="ctr"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5441986" y="0"/>
            <a:ext cx="4159215" cy="364760"/>
          </a:xfrm>
          <a:prstGeom prst="rect">
            <a:avLst/>
          </a:prstGeom>
          <a:noFill/>
          <a:ln>
            <a:noFill/>
          </a:ln>
        </p:spPr>
        <p:txBody>
          <a:bodyPr anchorCtr="0" anchor="ctr" bIns="48300" lIns="96600" spcFirstLastPara="1" rIns="96600" wrap="square" tIns="483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6950440"/>
            <a:ext cx="4159217" cy="364760"/>
          </a:xfrm>
          <a:prstGeom prst="rect">
            <a:avLst/>
          </a:prstGeom>
          <a:noFill/>
          <a:ln>
            <a:noFill/>
          </a:ln>
        </p:spPr>
        <p:txBody>
          <a:bodyPr anchorCtr="0" anchor="b"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f7e1d27163_0_0:notes"/>
          <p:cNvSpPr/>
          <p:nvPr>
            <p:ph idx="2" type="sldImg"/>
          </p:nvPr>
        </p:nvSpPr>
        <p:spPr>
          <a:xfrm>
            <a:off x="2971800" y="549275"/>
            <a:ext cx="36591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3" name="Google Shape;413;gf7e1d27163_0_0:notes"/>
          <p:cNvSpPr txBox="1"/>
          <p:nvPr>
            <p:ph idx="1" type="body"/>
          </p:nvPr>
        </p:nvSpPr>
        <p:spPr>
          <a:xfrm>
            <a:off x="1280598" y="3475220"/>
            <a:ext cx="7040100" cy="3290400"/>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414" name="Google Shape;414;gf7e1d27163_0_0:notes"/>
          <p:cNvSpPr txBox="1"/>
          <p:nvPr>
            <p:ph idx="12" type="sldNum"/>
          </p:nvPr>
        </p:nvSpPr>
        <p:spPr>
          <a:xfrm>
            <a:off x="5441986" y="6950440"/>
            <a:ext cx="4159200" cy="36480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19" name="Google Shape;419;p1: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1: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25" name="Google Shape;425;p2: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2: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notes"/>
          <p:cNvSpPr/>
          <p:nvPr>
            <p:ph idx="2" type="sldImg"/>
          </p:nvPr>
        </p:nvSpPr>
        <p:spPr>
          <a:xfrm>
            <a:off x="1335088" y="812800"/>
            <a:ext cx="4340225" cy="32559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4: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43" name="Google Shape;443;p4: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 name="Google Shape;444;p4: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5:notes"/>
          <p:cNvSpPr/>
          <p:nvPr>
            <p:ph idx="2" type="sldImg"/>
          </p:nvPr>
        </p:nvSpPr>
        <p:spPr>
          <a:xfrm>
            <a:off x="3011488" y="612775"/>
            <a:ext cx="3273425" cy="2455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5: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
        <p:nvSpPr>
          <p:cNvPr id="451" name="Google Shape;451;p5:notes"/>
          <p:cNvSpPr txBox="1"/>
          <p:nvPr>
            <p:ph idx="10" type="dt"/>
          </p:nvPr>
        </p:nvSpPr>
        <p:spPr>
          <a:xfrm>
            <a:off x="5441986" y="0"/>
            <a:ext cx="4159215" cy="364760"/>
          </a:xfrm>
          <a:prstGeom prst="rect">
            <a:avLst/>
          </a:prstGeom>
          <a:noFill/>
          <a:ln>
            <a:noFill/>
          </a:ln>
        </p:spPr>
        <p:txBody>
          <a:bodyPr anchorCtr="0" anchor="ctr" bIns="48300" lIns="96600" spcFirstLastPara="1" rIns="96600" wrap="square" tIns="48300">
            <a:noAutofit/>
          </a:bodyPr>
          <a:lstStyle/>
          <a:p>
            <a:pPr indent="0" lvl="0" marL="0" rtl="0" algn="r">
              <a:lnSpc>
                <a:spcPct val="100000"/>
              </a:lnSpc>
              <a:spcBef>
                <a:spcPts val="0"/>
              </a:spcBef>
              <a:spcAft>
                <a:spcPts val="0"/>
              </a:spcAft>
              <a:buSzPts val="1400"/>
              <a:buNone/>
            </a:pPr>
            <a:r>
              <a:rPr lang="en-US"/>
              <a:t>18/3/2019</a:t>
            </a:r>
            <a:endParaRPr/>
          </a:p>
        </p:txBody>
      </p:sp>
      <p:sp>
        <p:nvSpPr>
          <p:cNvPr id="452" name="Google Shape;452;p5:notes"/>
          <p:cNvSpPr txBox="1"/>
          <p:nvPr>
            <p:ph idx="11" type="ftr"/>
          </p:nvPr>
        </p:nvSpPr>
        <p:spPr>
          <a:xfrm>
            <a:off x="1" y="6950440"/>
            <a:ext cx="4159217" cy="364760"/>
          </a:xfrm>
          <a:prstGeom prst="rect">
            <a:avLst/>
          </a:prstGeom>
          <a:noFill/>
          <a:ln>
            <a:noFill/>
          </a:ln>
        </p:spPr>
        <p:txBody>
          <a:bodyPr anchorCtr="0" anchor="b" bIns="48300" lIns="96600" spcFirstLastPara="1" rIns="96600" wrap="square" tIns="48300">
            <a:noAutofit/>
          </a:bodyPr>
          <a:lstStyle/>
          <a:p>
            <a:pPr indent="0" lvl="0" marL="0" rtl="0" algn="l">
              <a:lnSpc>
                <a:spcPct val="100000"/>
              </a:lnSpc>
              <a:spcBef>
                <a:spcPts val="0"/>
              </a:spcBef>
              <a:spcAft>
                <a:spcPts val="0"/>
              </a:spcAft>
              <a:buSzPts val="1400"/>
              <a:buNone/>
            </a:pPr>
            <a:r>
              <a:rPr lang="en-US"/>
              <a:t>2017/2018-2 @ m</a:t>
            </a:r>
            <a:endParaRPr/>
          </a:p>
        </p:txBody>
      </p:sp>
      <p:sp>
        <p:nvSpPr>
          <p:cNvPr id="453" name="Google Shape;453;p5:notes"/>
          <p:cNvSpPr txBox="1"/>
          <p:nvPr>
            <p:ph idx="3" type="hdr"/>
          </p:nvPr>
        </p:nvSpPr>
        <p:spPr>
          <a:xfrm>
            <a:off x="1" y="0"/>
            <a:ext cx="4159217" cy="364760"/>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rPr lang="en-US"/>
              <a:t>SCSR2043-Operating System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6: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465" name="Google Shape;465;p6: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7: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474" name="Google Shape;474;p7: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8:notes"/>
          <p:cNvSpPr/>
          <p:nvPr>
            <p:ph idx="2" type="sldImg"/>
          </p:nvPr>
        </p:nvSpPr>
        <p:spPr>
          <a:xfrm>
            <a:off x="1335088" y="812800"/>
            <a:ext cx="4340225" cy="32559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8: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9: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9: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
        <p:nvSpPr>
          <p:cNvPr id="496" name="Google Shape;496;p9:notes"/>
          <p:cNvSpPr txBox="1"/>
          <p:nvPr>
            <p:ph idx="10" type="dt"/>
          </p:nvPr>
        </p:nvSpPr>
        <p:spPr>
          <a:xfrm>
            <a:off x="5441986" y="0"/>
            <a:ext cx="4159215" cy="364760"/>
          </a:xfrm>
          <a:prstGeom prst="rect">
            <a:avLst/>
          </a:prstGeom>
          <a:noFill/>
          <a:ln>
            <a:noFill/>
          </a:ln>
        </p:spPr>
        <p:txBody>
          <a:bodyPr anchorCtr="0" anchor="ctr" bIns="48300" lIns="96600" spcFirstLastPara="1" rIns="96600" wrap="square" tIns="48300">
            <a:noAutofit/>
          </a:bodyPr>
          <a:lstStyle/>
          <a:p>
            <a:pPr indent="0" lvl="0" marL="0" rtl="0" algn="r">
              <a:lnSpc>
                <a:spcPct val="100000"/>
              </a:lnSpc>
              <a:spcBef>
                <a:spcPts val="0"/>
              </a:spcBef>
              <a:spcAft>
                <a:spcPts val="0"/>
              </a:spcAft>
              <a:buSzPts val="1400"/>
              <a:buNone/>
            </a:pPr>
            <a:r>
              <a:rPr lang="en-US"/>
              <a:t>18/3/2019</a:t>
            </a:r>
            <a:endParaRPr/>
          </a:p>
        </p:txBody>
      </p:sp>
      <p:sp>
        <p:nvSpPr>
          <p:cNvPr id="497" name="Google Shape;497;p9:notes"/>
          <p:cNvSpPr txBox="1"/>
          <p:nvPr>
            <p:ph idx="11" type="ftr"/>
          </p:nvPr>
        </p:nvSpPr>
        <p:spPr>
          <a:xfrm>
            <a:off x="1" y="6950440"/>
            <a:ext cx="4159217" cy="364760"/>
          </a:xfrm>
          <a:prstGeom prst="rect">
            <a:avLst/>
          </a:prstGeom>
          <a:noFill/>
          <a:ln>
            <a:noFill/>
          </a:ln>
        </p:spPr>
        <p:txBody>
          <a:bodyPr anchorCtr="0" anchor="b" bIns="48300" lIns="96600" spcFirstLastPara="1" rIns="96600" wrap="square" tIns="48300">
            <a:noAutofit/>
          </a:bodyPr>
          <a:lstStyle/>
          <a:p>
            <a:pPr indent="0" lvl="0" marL="0" rtl="0" algn="l">
              <a:lnSpc>
                <a:spcPct val="100000"/>
              </a:lnSpc>
              <a:spcBef>
                <a:spcPts val="0"/>
              </a:spcBef>
              <a:spcAft>
                <a:spcPts val="0"/>
              </a:spcAft>
              <a:buSzPts val="1400"/>
              <a:buNone/>
            </a:pPr>
            <a:r>
              <a:rPr lang="en-US"/>
              <a:t>2017/2018-2 @ m</a:t>
            </a:r>
            <a:endParaRPr/>
          </a:p>
        </p:txBody>
      </p:sp>
      <p:sp>
        <p:nvSpPr>
          <p:cNvPr id="498" name="Google Shape;498;p9:notes"/>
          <p:cNvSpPr txBox="1"/>
          <p:nvPr>
            <p:ph idx="3" type="hdr"/>
          </p:nvPr>
        </p:nvSpPr>
        <p:spPr>
          <a:xfrm>
            <a:off x="1" y="0"/>
            <a:ext cx="4159217" cy="364760"/>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rPr lang="en-US"/>
              <a:t>SCSR2043-Operating System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0:notes"/>
          <p:cNvSpPr/>
          <p:nvPr>
            <p:ph idx="2" type="sldImg"/>
          </p:nvPr>
        </p:nvSpPr>
        <p:spPr>
          <a:xfrm>
            <a:off x="1335088" y="812800"/>
            <a:ext cx="4340225" cy="32559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6" name="Google Shape;506;p10: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1:notes"/>
          <p:cNvSpPr/>
          <p:nvPr>
            <p:ph idx="2" type="sldImg"/>
          </p:nvPr>
        </p:nvSpPr>
        <p:spPr>
          <a:xfrm>
            <a:off x="1335088" y="812800"/>
            <a:ext cx="4340225" cy="32559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11: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2: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26" name="Google Shape;526;p12: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12: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3: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33" name="Google Shape;533;p13: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13: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4:notes"/>
          <p:cNvSpPr/>
          <p:nvPr>
            <p:ph idx="2" type="sldImg"/>
          </p:nvPr>
        </p:nvSpPr>
        <p:spPr>
          <a:xfrm>
            <a:off x="3092450" y="639763"/>
            <a:ext cx="3416300" cy="25622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0" name="Google Shape;540;p14: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5:notes"/>
          <p:cNvSpPr/>
          <p:nvPr>
            <p:ph idx="2" type="sldImg"/>
          </p:nvPr>
        </p:nvSpPr>
        <p:spPr>
          <a:xfrm>
            <a:off x="3092450" y="639763"/>
            <a:ext cx="3416300" cy="25622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15: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6:notes"/>
          <p:cNvSpPr/>
          <p:nvPr>
            <p:ph idx="2" type="sldImg"/>
          </p:nvPr>
        </p:nvSpPr>
        <p:spPr>
          <a:xfrm>
            <a:off x="3092450" y="639763"/>
            <a:ext cx="3416300" cy="25622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6: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17: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74" name="Google Shape;574;p17: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17: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18:notes"/>
          <p:cNvSpPr/>
          <p:nvPr>
            <p:ph idx="2" type="sldImg"/>
          </p:nvPr>
        </p:nvSpPr>
        <p:spPr>
          <a:xfrm>
            <a:off x="3092450" y="639763"/>
            <a:ext cx="3416300" cy="25622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18: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9:notes"/>
          <p:cNvSpPr/>
          <p:nvPr>
            <p:ph idx="2" type="sldImg"/>
          </p:nvPr>
        </p:nvSpPr>
        <p:spPr>
          <a:xfrm>
            <a:off x="3092450" y="639763"/>
            <a:ext cx="3416300" cy="25622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19: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0: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97" name="Google Shape;597;p20: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20: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21: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604" name="Google Shape;604;p21: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22: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612" name="Google Shape;612;p22: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23: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620" name="Google Shape;620;p23: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4: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626" name="Google Shape;626;p24: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25: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25: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6: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p26: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
        <p:nvSpPr>
          <p:cNvPr id="642" name="Google Shape;642;p26: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27: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48" name="Google Shape;648;p27: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9" name="Google Shape;649;p27: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28: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0" name="Google Shape;660;p28: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
        <p:nvSpPr>
          <p:cNvPr id="661" name="Google Shape;661;p28:notes"/>
          <p:cNvSpPr txBox="1"/>
          <p:nvPr>
            <p:ph idx="10" type="dt"/>
          </p:nvPr>
        </p:nvSpPr>
        <p:spPr>
          <a:xfrm>
            <a:off x="5441986" y="0"/>
            <a:ext cx="4159215" cy="364760"/>
          </a:xfrm>
          <a:prstGeom prst="rect">
            <a:avLst/>
          </a:prstGeom>
          <a:noFill/>
          <a:ln>
            <a:noFill/>
          </a:ln>
        </p:spPr>
        <p:txBody>
          <a:bodyPr anchorCtr="0" anchor="ctr" bIns="48300" lIns="96600" spcFirstLastPara="1" rIns="96600" wrap="square" tIns="48300">
            <a:noAutofit/>
          </a:bodyPr>
          <a:lstStyle/>
          <a:p>
            <a:pPr indent="0" lvl="0" marL="0" rtl="0" algn="r">
              <a:lnSpc>
                <a:spcPct val="100000"/>
              </a:lnSpc>
              <a:spcBef>
                <a:spcPts val="0"/>
              </a:spcBef>
              <a:spcAft>
                <a:spcPts val="0"/>
              </a:spcAft>
              <a:buSzPts val="1400"/>
              <a:buNone/>
            </a:pPr>
            <a:r>
              <a:rPr lang="en-US"/>
              <a:t>18/3/2019</a:t>
            </a:r>
            <a:endParaRPr/>
          </a:p>
        </p:txBody>
      </p:sp>
      <p:sp>
        <p:nvSpPr>
          <p:cNvPr id="662" name="Google Shape;662;p28:notes"/>
          <p:cNvSpPr txBox="1"/>
          <p:nvPr>
            <p:ph idx="11" type="ftr"/>
          </p:nvPr>
        </p:nvSpPr>
        <p:spPr>
          <a:xfrm>
            <a:off x="1" y="6950440"/>
            <a:ext cx="4159217" cy="364760"/>
          </a:xfrm>
          <a:prstGeom prst="rect">
            <a:avLst/>
          </a:prstGeom>
          <a:noFill/>
          <a:ln>
            <a:noFill/>
          </a:ln>
        </p:spPr>
        <p:txBody>
          <a:bodyPr anchorCtr="0" anchor="b" bIns="48300" lIns="96600" spcFirstLastPara="1" rIns="96600" wrap="square" tIns="48300">
            <a:noAutofit/>
          </a:bodyPr>
          <a:lstStyle/>
          <a:p>
            <a:pPr indent="0" lvl="0" marL="0" rtl="0" algn="l">
              <a:lnSpc>
                <a:spcPct val="100000"/>
              </a:lnSpc>
              <a:spcBef>
                <a:spcPts val="0"/>
              </a:spcBef>
              <a:spcAft>
                <a:spcPts val="0"/>
              </a:spcAft>
              <a:buSzPts val="1400"/>
              <a:buNone/>
            </a:pPr>
            <a:r>
              <a:rPr lang="en-US"/>
              <a:t>2017/2018-2 @ m</a:t>
            </a:r>
            <a:endParaRPr/>
          </a:p>
        </p:txBody>
      </p:sp>
      <p:sp>
        <p:nvSpPr>
          <p:cNvPr id="663" name="Google Shape;663;p28:notes"/>
          <p:cNvSpPr txBox="1"/>
          <p:nvPr>
            <p:ph idx="3" type="hdr"/>
          </p:nvPr>
        </p:nvSpPr>
        <p:spPr>
          <a:xfrm>
            <a:off x="1" y="0"/>
            <a:ext cx="4159217" cy="364760"/>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rPr lang="en-US"/>
              <a:t>SCSR2043-Operating System</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9: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76" name="Google Shape;676;p29: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7" name="Google Shape;677;p29: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30: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30: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31: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93" name="Google Shape;693;p31: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4" name="Google Shape;694;p31: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32: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00" name="Google Shape;700;p32: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1" name="Google Shape;701;p32: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33: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1" name="Google Shape;711;p33: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34: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1" name="Google Shape;721;p34: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35: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736" name="Google Shape;736;p35: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36: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6" name="Google Shape;746;p36: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37: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p37: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38: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3" name="Google Shape;813;p38: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39: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5" name="Google Shape;825;p39: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40: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4" name="Google Shape;834;p40: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41: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5" name="Google Shape;865;p41: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42: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79" name="Google Shape;879;p42: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0" name="Google Shape;880;p42: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43: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93" name="Google Shape;893;p43: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4" name="Google Shape;894;p43: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44: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0" name="Google Shape;900;p44: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45: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907" name="Google Shape;907;p45: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8" name="Google Shape;908;p45: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46: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4" name="Google Shape;914;p46: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47: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921" name="Google Shape;921;p47: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2" name="Google Shape;922;p47: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48: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928" name="Google Shape;928;p48: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9" name="Google Shape;929;p48: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49: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5" name="Google Shape;935;p49: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
        <p:nvSpPr>
          <p:cNvPr id="936" name="Google Shape;936;p49:notes"/>
          <p:cNvSpPr txBox="1"/>
          <p:nvPr>
            <p:ph idx="10" type="dt"/>
          </p:nvPr>
        </p:nvSpPr>
        <p:spPr>
          <a:xfrm>
            <a:off x="5441986" y="0"/>
            <a:ext cx="4159215" cy="364760"/>
          </a:xfrm>
          <a:prstGeom prst="rect">
            <a:avLst/>
          </a:prstGeom>
          <a:noFill/>
          <a:ln>
            <a:noFill/>
          </a:ln>
        </p:spPr>
        <p:txBody>
          <a:bodyPr anchorCtr="0" anchor="ctr" bIns="48300" lIns="96600" spcFirstLastPara="1" rIns="96600" wrap="square" tIns="48300">
            <a:noAutofit/>
          </a:bodyPr>
          <a:lstStyle/>
          <a:p>
            <a:pPr indent="0" lvl="0" marL="0" rtl="0" algn="r">
              <a:lnSpc>
                <a:spcPct val="100000"/>
              </a:lnSpc>
              <a:spcBef>
                <a:spcPts val="0"/>
              </a:spcBef>
              <a:spcAft>
                <a:spcPts val="0"/>
              </a:spcAft>
              <a:buSzPts val="1400"/>
              <a:buNone/>
            </a:pPr>
            <a:r>
              <a:rPr lang="en-US"/>
              <a:t>18/3/2019</a:t>
            </a:r>
            <a:endParaRPr/>
          </a:p>
        </p:txBody>
      </p:sp>
      <p:sp>
        <p:nvSpPr>
          <p:cNvPr id="937" name="Google Shape;937;p49:notes"/>
          <p:cNvSpPr txBox="1"/>
          <p:nvPr>
            <p:ph idx="11" type="ftr"/>
          </p:nvPr>
        </p:nvSpPr>
        <p:spPr>
          <a:xfrm>
            <a:off x="1" y="6950440"/>
            <a:ext cx="4159217" cy="364760"/>
          </a:xfrm>
          <a:prstGeom prst="rect">
            <a:avLst/>
          </a:prstGeom>
          <a:noFill/>
          <a:ln>
            <a:noFill/>
          </a:ln>
        </p:spPr>
        <p:txBody>
          <a:bodyPr anchorCtr="0" anchor="b" bIns="48300" lIns="96600" spcFirstLastPara="1" rIns="96600" wrap="square" tIns="48300">
            <a:noAutofit/>
          </a:bodyPr>
          <a:lstStyle/>
          <a:p>
            <a:pPr indent="0" lvl="0" marL="0" rtl="0" algn="l">
              <a:lnSpc>
                <a:spcPct val="100000"/>
              </a:lnSpc>
              <a:spcBef>
                <a:spcPts val="0"/>
              </a:spcBef>
              <a:spcAft>
                <a:spcPts val="0"/>
              </a:spcAft>
              <a:buSzPts val="1400"/>
              <a:buNone/>
            </a:pPr>
            <a:r>
              <a:rPr lang="en-US"/>
              <a:t>2017/2018-2 @ m</a:t>
            </a:r>
            <a:endParaRPr/>
          </a:p>
        </p:txBody>
      </p:sp>
      <p:sp>
        <p:nvSpPr>
          <p:cNvPr id="938" name="Google Shape;938;p49:notes"/>
          <p:cNvSpPr txBox="1"/>
          <p:nvPr>
            <p:ph idx="3" type="hdr"/>
          </p:nvPr>
        </p:nvSpPr>
        <p:spPr>
          <a:xfrm>
            <a:off x="1" y="0"/>
            <a:ext cx="4159217" cy="364760"/>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rPr lang="en-US"/>
              <a:t>SCSR2043-Operating System</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50: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1" name="Google Shape;951;p50: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
        <p:nvSpPr>
          <p:cNvPr id="952" name="Google Shape;952;p50:notes"/>
          <p:cNvSpPr txBox="1"/>
          <p:nvPr>
            <p:ph idx="10" type="dt"/>
          </p:nvPr>
        </p:nvSpPr>
        <p:spPr>
          <a:xfrm>
            <a:off x="5441986" y="0"/>
            <a:ext cx="4159215" cy="364760"/>
          </a:xfrm>
          <a:prstGeom prst="rect">
            <a:avLst/>
          </a:prstGeom>
          <a:noFill/>
          <a:ln>
            <a:noFill/>
          </a:ln>
        </p:spPr>
        <p:txBody>
          <a:bodyPr anchorCtr="0" anchor="ctr" bIns="48300" lIns="96600" spcFirstLastPara="1" rIns="96600" wrap="square" tIns="48300">
            <a:noAutofit/>
          </a:bodyPr>
          <a:lstStyle/>
          <a:p>
            <a:pPr indent="0" lvl="0" marL="0" rtl="0" algn="r">
              <a:lnSpc>
                <a:spcPct val="100000"/>
              </a:lnSpc>
              <a:spcBef>
                <a:spcPts val="0"/>
              </a:spcBef>
              <a:spcAft>
                <a:spcPts val="0"/>
              </a:spcAft>
              <a:buSzPts val="1400"/>
              <a:buNone/>
            </a:pPr>
            <a:r>
              <a:rPr lang="en-US"/>
              <a:t>18/3/2019</a:t>
            </a:r>
            <a:endParaRPr/>
          </a:p>
        </p:txBody>
      </p:sp>
      <p:sp>
        <p:nvSpPr>
          <p:cNvPr id="953" name="Google Shape;953;p50:notes"/>
          <p:cNvSpPr txBox="1"/>
          <p:nvPr>
            <p:ph idx="11" type="ftr"/>
          </p:nvPr>
        </p:nvSpPr>
        <p:spPr>
          <a:xfrm>
            <a:off x="1" y="6950440"/>
            <a:ext cx="4159217" cy="364760"/>
          </a:xfrm>
          <a:prstGeom prst="rect">
            <a:avLst/>
          </a:prstGeom>
          <a:noFill/>
          <a:ln>
            <a:noFill/>
          </a:ln>
        </p:spPr>
        <p:txBody>
          <a:bodyPr anchorCtr="0" anchor="b" bIns="48300" lIns="96600" spcFirstLastPara="1" rIns="96600" wrap="square" tIns="48300">
            <a:noAutofit/>
          </a:bodyPr>
          <a:lstStyle/>
          <a:p>
            <a:pPr indent="0" lvl="0" marL="0" rtl="0" algn="l">
              <a:lnSpc>
                <a:spcPct val="100000"/>
              </a:lnSpc>
              <a:spcBef>
                <a:spcPts val="0"/>
              </a:spcBef>
              <a:spcAft>
                <a:spcPts val="0"/>
              </a:spcAft>
              <a:buSzPts val="1400"/>
              <a:buNone/>
            </a:pPr>
            <a:r>
              <a:rPr lang="en-US"/>
              <a:t>2017/2018-2 @ m</a:t>
            </a:r>
            <a:endParaRPr/>
          </a:p>
        </p:txBody>
      </p:sp>
      <p:sp>
        <p:nvSpPr>
          <p:cNvPr id="954" name="Google Shape;954;p50:notes"/>
          <p:cNvSpPr txBox="1"/>
          <p:nvPr>
            <p:ph idx="3" type="hdr"/>
          </p:nvPr>
        </p:nvSpPr>
        <p:spPr>
          <a:xfrm>
            <a:off x="1" y="0"/>
            <a:ext cx="4159217" cy="364760"/>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rPr lang="en-US"/>
              <a:t>SCSR2043-Operating System</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51: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5" name="Google Shape;965;p51: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
        <p:nvSpPr>
          <p:cNvPr id="966" name="Google Shape;966;p51:notes"/>
          <p:cNvSpPr txBox="1"/>
          <p:nvPr>
            <p:ph idx="10" type="dt"/>
          </p:nvPr>
        </p:nvSpPr>
        <p:spPr>
          <a:xfrm>
            <a:off x="5441986" y="0"/>
            <a:ext cx="4159215" cy="364760"/>
          </a:xfrm>
          <a:prstGeom prst="rect">
            <a:avLst/>
          </a:prstGeom>
          <a:noFill/>
          <a:ln>
            <a:noFill/>
          </a:ln>
        </p:spPr>
        <p:txBody>
          <a:bodyPr anchorCtr="0" anchor="ctr" bIns="48300" lIns="96600" spcFirstLastPara="1" rIns="96600" wrap="square" tIns="48300">
            <a:noAutofit/>
          </a:bodyPr>
          <a:lstStyle/>
          <a:p>
            <a:pPr indent="0" lvl="0" marL="0" rtl="0" algn="r">
              <a:lnSpc>
                <a:spcPct val="100000"/>
              </a:lnSpc>
              <a:spcBef>
                <a:spcPts val="0"/>
              </a:spcBef>
              <a:spcAft>
                <a:spcPts val="0"/>
              </a:spcAft>
              <a:buSzPts val="1400"/>
              <a:buNone/>
            </a:pPr>
            <a:r>
              <a:rPr lang="en-US"/>
              <a:t>18/3/2019</a:t>
            </a:r>
            <a:endParaRPr/>
          </a:p>
        </p:txBody>
      </p:sp>
      <p:sp>
        <p:nvSpPr>
          <p:cNvPr id="967" name="Google Shape;967;p51:notes"/>
          <p:cNvSpPr txBox="1"/>
          <p:nvPr>
            <p:ph idx="11" type="ftr"/>
          </p:nvPr>
        </p:nvSpPr>
        <p:spPr>
          <a:xfrm>
            <a:off x="1" y="6950440"/>
            <a:ext cx="4159217" cy="364760"/>
          </a:xfrm>
          <a:prstGeom prst="rect">
            <a:avLst/>
          </a:prstGeom>
          <a:noFill/>
          <a:ln>
            <a:noFill/>
          </a:ln>
        </p:spPr>
        <p:txBody>
          <a:bodyPr anchorCtr="0" anchor="b" bIns="48300" lIns="96600" spcFirstLastPara="1" rIns="96600" wrap="square" tIns="48300">
            <a:noAutofit/>
          </a:bodyPr>
          <a:lstStyle/>
          <a:p>
            <a:pPr indent="0" lvl="0" marL="0" rtl="0" algn="l">
              <a:lnSpc>
                <a:spcPct val="100000"/>
              </a:lnSpc>
              <a:spcBef>
                <a:spcPts val="0"/>
              </a:spcBef>
              <a:spcAft>
                <a:spcPts val="0"/>
              </a:spcAft>
              <a:buSzPts val="1400"/>
              <a:buNone/>
            </a:pPr>
            <a:r>
              <a:rPr lang="en-US"/>
              <a:t>2017/2018-2 @ m</a:t>
            </a:r>
            <a:endParaRPr/>
          </a:p>
        </p:txBody>
      </p:sp>
      <p:sp>
        <p:nvSpPr>
          <p:cNvPr id="968" name="Google Shape;968;p51:notes"/>
          <p:cNvSpPr txBox="1"/>
          <p:nvPr>
            <p:ph idx="3" type="hdr"/>
          </p:nvPr>
        </p:nvSpPr>
        <p:spPr>
          <a:xfrm>
            <a:off x="1" y="0"/>
            <a:ext cx="4159217" cy="364760"/>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rPr lang="en-US"/>
              <a:t>SCSR2043-Operating System</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52: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975" name="Google Shape;975;p52: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6" name="Google Shape;976;p52: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147: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982" name="Google Shape;982;p147: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3" name="Google Shape;983;p147: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53: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989" name="Google Shape;989;p53: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0" name="Google Shape;990;p53: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54: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996" name="Google Shape;996;p54: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7" name="Google Shape;997;p54: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55: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1003" name="Google Shape;1003;p55: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56: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011" name="Google Shape;1011;p56: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2" name="Google Shape;1012;p56: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57: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018" name="Google Shape;1018;p57: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9" name="Google Shape;1019;p57: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58: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1025" name="Google Shape;1025;p58: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59: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1034" name="Google Shape;1034;p59: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60: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1042" name="Google Shape;1042;p60: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61: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0" name="Google Shape;1050;p61: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62: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1061" name="Google Shape;1061;p62: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p63: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1071" name="Google Shape;1071;p63: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64: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1079" name="Google Shape;1079;p64: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65: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rgbClr val="000000"/>
                </a:solidFill>
                <a:latin typeface="Times New Roman"/>
                <a:ea typeface="Times New Roman"/>
                <a:cs typeface="Times New Roman"/>
                <a:sym typeface="Times New Roman"/>
              </a:rPr>
              <a:t>‹#›</a:t>
            </a:fld>
            <a:endParaRPr sz="1200">
              <a:solidFill>
                <a:srgbClr val="000000"/>
              </a:solidFill>
              <a:latin typeface="Times New Roman"/>
              <a:ea typeface="Times New Roman"/>
              <a:cs typeface="Times New Roman"/>
              <a:sym typeface="Times New Roman"/>
            </a:endParaRPr>
          </a:p>
        </p:txBody>
      </p:sp>
      <p:sp>
        <p:nvSpPr>
          <p:cNvPr id="1093" name="Google Shape;1093;p65: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4" name="Google Shape;1094;p65: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66: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360"/>
              </a:spcBef>
              <a:spcAft>
                <a:spcPts val="0"/>
              </a:spcAft>
              <a:buSzPts val="1400"/>
              <a:buNone/>
            </a:pPr>
            <a:r>
              <a:t/>
            </a:r>
            <a:endParaRPr/>
          </a:p>
        </p:txBody>
      </p:sp>
      <p:sp>
        <p:nvSpPr>
          <p:cNvPr id="1100" name="Google Shape;1100;p66: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148:notes"/>
          <p:cNvSpPr txBox="1"/>
          <p:nvPr>
            <p:ph idx="1" type="body"/>
          </p:nvPr>
        </p:nvSpPr>
        <p:spPr>
          <a:xfrm>
            <a:off x="1280598" y="3475220"/>
            <a:ext cx="7040010" cy="3290341"/>
          </a:xfrm>
          <a:prstGeom prst="rect">
            <a:avLst/>
          </a:prstGeom>
        </p:spPr>
        <p:txBody>
          <a:bodyPr anchorCtr="0" anchor="ctr" bIns="48300" lIns="96600" spcFirstLastPara="1" rIns="96600" wrap="square" tIns="48300">
            <a:noAutofit/>
          </a:bodyPr>
          <a:lstStyle/>
          <a:p>
            <a:pPr indent="0" lvl="0" marL="0" rtl="0" algn="l">
              <a:spcBef>
                <a:spcPts val="360"/>
              </a:spcBef>
              <a:spcAft>
                <a:spcPts val="0"/>
              </a:spcAft>
              <a:buNone/>
            </a:pPr>
            <a:r>
              <a:t/>
            </a:r>
            <a:endParaRPr/>
          </a:p>
        </p:txBody>
      </p:sp>
      <p:sp>
        <p:nvSpPr>
          <p:cNvPr id="1107" name="Google Shape;1107;p148: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67:notes"/>
          <p:cNvSpPr txBox="1"/>
          <p:nvPr>
            <p:ph idx="12" type="sldNum"/>
          </p:nvPr>
        </p:nvSpPr>
        <p:spPr>
          <a:xfrm>
            <a:off x="5441986" y="6950440"/>
            <a:ext cx="4159215" cy="36476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16" name="Google Shape;1116;p67:notes"/>
          <p:cNvSpPr/>
          <p:nvPr>
            <p:ph idx="2" type="sldImg"/>
          </p:nvPr>
        </p:nvSpPr>
        <p:spPr>
          <a:xfrm>
            <a:off x="2971800" y="549275"/>
            <a:ext cx="3659188"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7" name="Google Shape;1117;p67:notes"/>
          <p:cNvSpPr txBox="1"/>
          <p:nvPr>
            <p:ph idx="1" type="body"/>
          </p:nvPr>
        </p:nvSpPr>
        <p:spPr>
          <a:xfrm>
            <a:off x="1280598" y="3475220"/>
            <a:ext cx="7040010" cy="3290341"/>
          </a:xfrm>
          <a:prstGeom prst="rect">
            <a:avLst/>
          </a:prstGeom>
          <a:noFill/>
          <a:ln>
            <a:noFill/>
          </a:ln>
        </p:spPr>
        <p:txBody>
          <a:bodyPr anchorCtr="0" anchor="ctr" bIns="48300" lIns="96600" spcFirstLastPara="1" rIns="96600" wrap="square" tIns="483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69"/>
          <p:cNvGrpSpPr/>
          <p:nvPr/>
        </p:nvGrpSpPr>
        <p:grpSpPr>
          <a:xfrm>
            <a:off x="198438" y="2960688"/>
            <a:ext cx="8610600" cy="201612"/>
            <a:chOff x="125" y="1865"/>
            <a:chExt cx="5424" cy="127"/>
          </a:xfrm>
        </p:grpSpPr>
        <p:sp>
          <p:nvSpPr>
            <p:cNvPr id="23" name="Google Shape;23;p69"/>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24" name="Google Shape;24;p69"/>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25" name="Google Shape;25;p69"/>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grpSp>
      <p:sp>
        <p:nvSpPr>
          <p:cNvPr id="26" name="Google Shape;26;p69"/>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336699"/>
                </a:solidFill>
                <a:latin typeface="Helvetica Neue"/>
                <a:ea typeface="Helvetica Neue"/>
                <a:cs typeface="Helvetica Neue"/>
                <a:sym typeface="Helvetica Neue"/>
              </a:rPr>
              <a:t>Silberschatz, Galvin and Gagne ©2013</a:t>
            </a:r>
            <a:endParaRPr b="0" i="0" sz="1400" u="none" cap="none" strike="noStrike">
              <a:solidFill>
                <a:srgbClr val="000000"/>
              </a:solidFill>
              <a:latin typeface="Arial"/>
              <a:ea typeface="Arial"/>
              <a:cs typeface="Arial"/>
              <a:sym typeface="Arial"/>
            </a:endParaRPr>
          </a:p>
        </p:txBody>
      </p:sp>
      <p:sp>
        <p:nvSpPr>
          <p:cNvPr id="27" name="Google Shape;27;p69"/>
          <p:cNvSpPr txBox="1"/>
          <p:nvPr/>
        </p:nvSpPr>
        <p:spPr>
          <a:xfrm>
            <a:off x="26988" y="6613525"/>
            <a:ext cx="2695575" cy="246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336699"/>
                </a:solidFill>
                <a:latin typeface="Helvetica Neue"/>
                <a:ea typeface="Helvetica Neue"/>
                <a:cs typeface="Helvetica Neue"/>
                <a:sym typeface="Helvetica Neue"/>
              </a:rPr>
              <a:t>Operating System Concepts – 9</a:t>
            </a:r>
            <a:r>
              <a:rPr b="1" baseline="30000" i="0" lang="en-US" sz="1000" u="none" cap="none" strike="noStrike">
                <a:solidFill>
                  <a:srgbClr val="336699"/>
                </a:solidFill>
                <a:latin typeface="Helvetica Neue"/>
                <a:ea typeface="Helvetica Neue"/>
                <a:cs typeface="Helvetica Neue"/>
                <a:sym typeface="Helvetica Neue"/>
              </a:rPr>
              <a:t>th</a:t>
            </a:r>
            <a:r>
              <a:rPr b="1" i="0" lang="en-US" sz="1000" u="none" cap="none" strike="noStrike">
                <a:solidFill>
                  <a:srgbClr val="336699"/>
                </a:solidFill>
                <a:latin typeface="Helvetica Neue"/>
                <a:ea typeface="Helvetica Neue"/>
                <a:cs typeface="Helvetica Neue"/>
                <a:sym typeface="Helvetica Neue"/>
              </a:rPr>
              <a:t> Edition</a:t>
            </a:r>
            <a:endParaRPr b="0" i="0" sz="1400" u="none" cap="none" strike="noStrike">
              <a:solidFill>
                <a:srgbClr val="000000"/>
              </a:solidFill>
              <a:latin typeface="Arial"/>
              <a:ea typeface="Arial"/>
              <a:cs typeface="Arial"/>
              <a:sym typeface="Arial"/>
            </a:endParaRPr>
          </a:p>
        </p:txBody>
      </p:sp>
      <p:pic>
        <p:nvPicPr>
          <p:cNvPr descr="dino_4" id="28" name="Google Shape;28;p69"/>
          <p:cNvPicPr preferRelativeResize="0"/>
          <p:nvPr/>
        </p:nvPicPr>
        <p:blipFill rotWithShape="1">
          <a:blip r:embed="rId2">
            <a:alphaModFix/>
          </a:blip>
          <a:srcRect b="0" l="0" r="0" t="0"/>
          <a:stretch/>
        </p:blipFill>
        <p:spPr>
          <a:xfrm>
            <a:off x="3360738" y="4157663"/>
            <a:ext cx="2062162" cy="1593850"/>
          </a:xfrm>
          <a:prstGeom prst="rect">
            <a:avLst/>
          </a:prstGeom>
          <a:noFill/>
          <a:ln cap="flat" cmpd="sng" w="76200">
            <a:solidFill>
              <a:srgbClr val="336699"/>
            </a:solidFill>
            <a:prstDash val="solid"/>
            <a:miter lim="800000"/>
            <a:headEnd len="sm" w="sm" type="none"/>
            <a:tailEnd len="sm" w="sm" type="none"/>
          </a:ln>
        </p:spPr>
      </p:pic>
      <p:sp>
        <p:nvSpPr>
          <p:cNvPr id="29" name="Google Shape;29;p69"/>
          <p:cNvSpPr/>
          <p:nvPr/>
        </p:nvSpPr>
        <p:spPr>
          <a:xfrm>
            <a:off x="3224213" y="4006850"/>
            <a:ext cx="2336800" cy="1887538"/>
          </a:xfrm>
          <a:prstGeom prst="rect">
            <a:avLst/>
          </a:prstGeom>
          <a:noFill/>
          <a:ln cap="flat" cmpd="thinThick" w="5715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30" name="Google Shape;30;p69"/>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43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0"/>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 name="Google Shape;33;p70"/>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lvl1pPr indent="-354330" lvl="0" marL="457200" algn="just">
              <a:lnSpc>
                <a:spcPct val="100000"/>
              </a:lnSpc>
              <a:spcBef>
                <a:spcPts val="770"/>
              </a:spcBef>
              <a:spcAft>
                <a:spcPts val="0"/>
              </a:spcAft>
              <a:buSzPts val="1980"/>
              <a:buChar char="●"/>
              <a:defRPr sz="2200"/>
            </a:lvl1pPr>
            <a:lvl2pPr indent="-340360" lvl="1" marL="914400" algn="just">
              <a:lnSpc>
                <a:spcPct val="100000"/>
              </a:lnSpc>
              <a:spcBef>
                <a:spcPts val="770"/>
              </a:spcBef>
              <a:spcAft>
                <a:spcPts val="0"/>
              </a:spcAft>
              <a:buSzPts val="1760"/>
              <a:buChar char="●"/>
              <a:defRPr sz="2200"/>
            </a:lvl2pPr>
            <a:lvl3pPr indent="-323850" lvl="2" marL="1371600" algn="just">
              <a:lnSpc>
                <a:spcPct val="100000"/>
              </a:lnSpc>
              <a:spcBef>
                <a:spcPts val="700"/>
              </a:spcBef>
              <a:spcAft>
                <a:spcPts val="0"/>
              </a:spcAft>
              <a:buSzPts val="1500"/>
              <a:buChar char="4"/>
              <a:defRPr sz="2000"/>
            </a:lvl3pPr>
            <a:lvl4pPr indent="-323850" lvl="3" marL="1828800" algn="just">
              <a:lnSpc>
                <a:spcPct val="100000"/>
              </a:lnSpc>
              <a:spcBef>
                <a:spcPts val="700"/>
              </a:spcBef>
              <a:spcAft>
                <a:spcPts val="0"/>
              </a:spcAft>
              <a:buSzPts val="1500"/>
              <a:buFont typeface="Helvetica Neue"/>
              <a:buChar char="–"/>
              <a:defRPr sz="2000"/>
            </a:lvl4pPr>
            <a:lvl5pPr indent="-314325" lvl="4" marL="2286000" algn="just">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4" name="Shape 34"/>
        <p:cNvGrpSpPr/>
        <p:nvPr/>
      </p:nvGrpSpPr>
      <p:grpSpPr>
        <a:xfrm>
          <a:off x="0" y="0"/>
          <a:ext cx="0" cy="0"/>
          <a:chOff x="0" y="0"/>
          <a:chExt cx="0" cy="0"/>
        </a:xfrm>
      </p:grpSpPr>
      <p:sp>
        <p:nvSpPr>
          <p:cNvPr id="35" name="Google Shape;35;p82"/>
          <p:cNvSpPr txBox="1"/>
          <p:nvPr>
            <p:ph type="title"/>
          </p:nvPr>
        </p:nvSpPr>
        <p:spPr>
          <a:xfrm>
            <a:off x="457200" y="152400"/>
            <a:ext cx="8229600" cy="1371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 name="Google Shape;36;p82"/>
          <p:cNvSpPr txBox="1"/>
          <p:nvPr>
            <p:ph idx="1" type="body"/>
          </p:nvPr>
        </p:nvSpPr>
        <p:spPr>
          <a:xfrm>
            <a:off x="457200" y="1447800"/>
            <a:ext cx="4038600" cy="3886200"/>
          </a:xfrm>
          <a:prstGeom prst="rect">
            <a:avLst/>
          </a:prstGeom>
          <a:noFill/>
          <a:ln>
            <a:noFill/>
          </a:ln>
        </p:spPr>
        <p:txBody>
          <a:bodyPr anchorCtr="0" anchor="t" bIns="45700" lIns="91425" spcFirstLastPara="1" rIns="91425" wrap="square" tIns="45700">
            <a:noAutofit/>
          </a:bodyPr>
          <a:lstStyle>
            <a:lvl1pPr indent="-331470" lvl="0" marL="457200" algn="just">
              <a:lnSpc>
                <a:spcPct val="100000"/>
              </a:lnSpc>
              <a:spcBef>
                <a:spcPts val="630"/>
              </a:spcBef>
              <a:spcAft>
                <a:spcPts val="0"/>
              </a:spcAft>
              <a:buSzPts val="1620"/>
              <a:buChar char="●"/>
              <a:defRPr/>
            </a:lvl1pPr>
            <a:lvl2pPr indent="-320040" lvl="1" marL="914400" algn="just">
              <a:lnSpc>
                <a:spcPct val="100000"/>
              </a:lnSpc>
              <a:spcBef>
                <a:spcPts val="630"/>
              </a:spcBef>
              <a:spcAft>
                <a:spcPts val="0"/>
              </a:spcAft>
              <a:buSzPts val="1440"/>
              <a:buChar char="●"/>
              <a:defRPr/>
            </a:lvl2pPr>
            <a:lvl3pPr indent="-314325" lvl="2" marL="1371600" algn="just">
              <a:lnSpc>
                <a:spcPct val="100000"/>
              </a:lnSpc>
              <a:spcBef>
                <a:spcPts val="630"/>
              </a:spcBef>
              <a:spcAft>
                <a:spcPts val="0"/>
              </a:spcAft>
              <a:buSzPts val="1350"/>
              <a:buChar char="4"/>
              <a:defRPr/>
            </a:lvl3pPr>
            <a:lvl4pPr indent="-314325" lvl="3" marL="1828800" algn="just">
              <a:lnSpc>
                <a:spcPct val="100000"/>
              </a:lnSpc>
              <a:spcBef>
                <a:spcPts val="630"/>
              </a:spcBef>
              <a:spcAft>
                <a:spcPts val="0"/>
              </a:spcAft>
              <a:buSzPts val="1350"/>
              <a:buChar char="–"/>
              <a:defRPr/>
            </a:lvl4pPr>
            <a:lvl5pPr indent="-314325" lvl="4" marL="2286000" algn="just">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
        <p:nvSpPr>
          <p:cNvPr id="37" name="Google Shape;37;p82"/>
          <p:cNvSpPr txBox="1"/>
          <p:nvPr>
            <p:ph idx="2" type="body"/>
          </p:nvPr>
        </p:nvSpPr>
        <p:spPr>
          <a:xfrm>
            <a:off x="4648200" y="1447800"/>
            <a:ext cx="4038600" cy="3886200"/>
          </a:xfrm>
          <a:prstGeom prst="rect">
            <a:avLst/>
          </a:prstGeom>
          <a:noFill/>
          <a:ln>
            <a:noFill/>
          </a:ln>
        </p:spPr>
        <p:txBody>
          <a:bodyPr anchorCtr="0" anchor="t" bIns="45700" lIns="91425" spcFirstLastPara="1" rIns="91425" wrap="square" tIns="45700">
            <a:noAutofit/>
          </a:bodyPr>
          <a:lstStyle>
            <a:lvl1pPr indent="-331470" lvl="0" marL="457200" algn="just">
              <a:lnSpc>
                <a:spcPct val="100000"/>
              </a:lnSpc>
              <a:spcBef>
                <a:spcPts val="630"/>
              </a:spcBef>
              <a:spcAft>
                <a:spcPts val="0"/>
              </a:spcAft>
              <a:buSzPts val="1620"/>
              <a:buChar char="●"/>
              <a:defRPr/>
            </a:lvl1pPr>
            <a:lvl2pPr indent="-320040" lvl="1" marL="914400" algn="just">
              <a:lnSpc>
                <a:spcPct val="100000"/>
              </a:lnSpc>
              <a:spcBef>
                <a:spcPts val="630"/>
              </a:spcBef>
              <a:spcAft>
                <a:spcPts val="0"/>
              </a:spcAft>
              <a:buSzPts val="1440"/>
              <a:buChar char="●"/>
              <a:defRPr/>
            </a:lvl2pPr>
            <a:lvl3pPr indent="-314325" lvl="2" marL="1371600" algn="just">
              <a:lnSpc>
                <a:spcPct val="100000"/>
              </a:lnSpc>
              <a:spcBef>
                <a:spcPts val="630"/>
              </a:spcBef>
              <a:spcAft>
                <a:spcPts val="0"/>
              </a:spcAft>
              <a:buSzPts val="1350"/>
              <a:buChar char="4"/>
              <a:defRPr/>
            </a:lvl3pPr>
            <a:lvl4pPr indent="-314325" lvl="3" marL="1828800" algn="just">
              <a:lnSpc>
                <a:spcPct val="100000"/>
              </a:lnSpc>
              <a:spcBef>
                <a:spcPts val="630"/>
              </a:spcBef>
              <a:spcAft>
                <a:spcPts val="0"/>
              </a:spcAft>
              <a:buSzPts val="1350"/>
              <a:buChar char="–"/>
              <a:defRPr/>
            </a:lvl4pPr>
            <a:lvl5pPr indent="-314325" lvl="4" marL="2286000" algn="just">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
        <p:nvSpPr>
          <p:cNvPr id="38" name="Google Shape;38;p82"/>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8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 name="Google Shape;41;p8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just">
              <a:lnSpc>
                <a:spcPct val="100000"/>
              </a:lnSpc>
              <a:spcBef>
                <a:spcPts val="700"/>
              </a:spcBef>
              <a:spcAft>
                <a:spcPts val="0"/>
              </a:spcAft>
              <a:buSzPts val="1800"/>
              <a:buNone/>
              <a:defRPr sz="2000"/>
            </a:lvl1pPr>
            <a:lvl2pPr indent="-228600" lvl="1" marL="914400" algn="just">
              <a:lnSpc>
                <a:spcPct val="100000"/>
              </a:lnSpc>
              <a:spcBef>
                <a:spcPts val="630"/>
              </a:spcBef>
              <a:spcAft>
                <a:spcPts val="0"/>
              </a:spcAft>
              <a:buSzPts val="1440"/>
              <a:buNone/>
              <a:defRPr sz="1800"/>
            </a:lvl2pPr>
            <a:lvl3pPr indent="-228600" lvl="2" marL="1371600" algn="just">
              <a:lnSpc>
                <a:spcPct val="100000"/>
              </a:lnSpc>
              <a:spcBef>
                <a:spcPts val="560"/>
              </a:spcBef>
              <a:spcAft>
                <a:spcPts val="0"/>
              </a:spcAft>
              <a:buSzPts val="1200"/>
              <a:buNone/>
              <a:defRPr sz="1600"/>
            </a:lvl3pPr>
            <a:lvl4pPr indent="-228600" lvl="3" marL="1828800" algn="just">
              <a:lnSpc>
                <a:spcPct val="100000"/>
              </a:lnSpc>
              <a:spcBef>
                <a:spcPts val="490"/>
              </a:spcBef>
              <a:spcAft>
                <a:spcPts val="0"/>
              </a:spcAft>
              <a:buSzPts val="1050"/>
              <a:buFont typeface="Helvetica Neue"/>
              <a:buNone/>
              <a:defRPr sz="1400"/>
            </a:lvl4pPr>
            <a:lvl5pPr indent="-228600" lvl="4" marL="2286000" algn="just">
              <a:lnSpc>
                <a:spcPct val="100000"/>
              </a:lnSpc>
              <a:spcBef>
                <a:spcPts val="490"/>
              </a:spcBef>
              <a:spcAft>
                <a:spcPts val="0"/>
              </a:spcAft>
              <a:buSzPts val="1050"/>
              <a:buFont typeface="Helvetica Neue"/>
              <a:buNone/>
              <a:defRPr sz="1400"/>
            </a:lvl5pPr>
            <a:lvl6pPr indent="-228600" lvl="5" marL="2743200" algn="l">
              <a:lnSpc>
                <a:spcPct val="100000"/>
              </a:lnSpc>
              <a:spcBef>
                <a:spcPts val="490"/>
              </a:spcBef>
              <a:spcAft>
                <a:spcPts val="0"/>
              </a:spcAft>
              <a:buSzPts val="1050"/>
              <a:buFont typeface="Helvetica Neue"/>
              <a:buNone/>
              <a:defRPr sz="1400"/>
            </a:lvl6pPr>
            <a:lvl7pPr indent="-228600" lvl="6" marL="3200400" algn="l">
              <a:lnSpc>
                <a:spcPct val="100000"/>
              </a:lnSpc>
              <a:spcBef>
                <a:spcPts val="490"/>
              </a:spcBef>
              <a:spcAft>
                <a:spcPts val="0"/>
              </a:spcAft>
              <a:buSzPts val="1050"/>
              <a:buFont typeface="Helvetica Neue"/>
              <a:buNone/>
              <a:defRPr sz="1400"/>
            </a:lvl7pPr>
            <a:lvl8pPr indent="-228600" lvl="7" marL="3657600" algn="l">
              <a:lnSpc>
                <a:spcPct val="100000"/>
              </a:lnSpc>
              <a:spcBef>
                <a:spcPts val="490"/>
              </a:spcBef>
              <a:spcAft>
                <a:spcPts val="0"/>
              </a:spcAft>
              <a:buSzPts val="1050"/>
              <a:buFont typeface="Helvetica Neue"/>
              <a:buNone/>
              <a:defRPr sz="1400"/>
            </a:lvl8pPr>
            <a:lvl9pPr indent="-228600" lvl="8" marL="4114800" algn="l">
              <a:lnSpc>
                <a:spcPct val="100000"/>
              </a:lnSpc>
              <a:spcBef>
                <a:spcPts val="490"/>
              </a:spcBef>
              <a:spcAft>
                <a:spcPts val="0"/>
              </a:spcAft>
              <a:buSzPts val="1050"/>
              <a:buFont typeface="Helvetica Neue"/>
              <a:buNone/>
              <a:defRPr sz="1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86"/>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 name="Google Shape;44;p86"/>
          <p:cNvSpPr txBox="1"/>
          <p:nvPr>
            <p:ph idx="1" type="body"/>
          </p:nvPr>
        </p:nvSpPr>
        <p:spPr>
          <a:xfrm>
            <a:off x="806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just">
              <a:lnSpc>
                <a:spcPct val="100000"/>
              </a:lnSpc>
              <a:spcBef>
                <a:spcPts val="980"/>
              </a:spcBef>
              <a:spcAft>
                <a:spcPts val="0"/>
              </a:spcAft>
              <a:buSzPts val="2520"/>
              <a:buChar char="●"/>
              <a:defRPr sz="2800"/>
            </a:lvl1pPr>
            <a:lvl2pPr indent="-350519" lvl="1" marL="914400" algn="just">
              <a:lnSpc>
                <a:spcPct val="100000"/>
              </a:lnSpc>
              <a:spcBef>
                <a:spcPts val="840"/>
              </a:spcBef>
              <a:spcAft>
                <a:spcPts val="0"/>
              </a:spcAft>
              <a:buSzPts val="1920"/>
              <a:buChar char="●"/>
              <a:defRPr sz="2400"/>
            </a:lvl2pPr>
            <a:lvl3pPr indent="-323850" lvl="2" marL="1371600" algn="just">
              <a:lnSpc>
                <a:spcPct val="100000"/>
              </a:lnSpc>
              <a:spcBef>
                <a:spcPts val="700"/>
              </a:spcBef>
              <a:spcAft>
                <a:spcPts val="0"/>
              </a:spcAft>
              <a:buSzPts val="1500"/>
              <a:buChar char="4"/>
              <a:defRPr sz="2000"/>
            </a:lvl3pPr>
            <a:lvl4pPr indent="-314325" lvl="3" marL="1828800" algn="just">
              <a:lnSpc>
                <a:spcPct val="100000"/>
              </a:lnSpc>
              <a:spcBef>
                <a:spcPts val="630"/>
              </a:spcBef>
              <a:spcAft>
                <a:spcPts val="0"/>
              </a:spcAft>
              <a:buSzPts val="1350"/>
              <a:buFont typeface="Helvetica Neue"/>
              <a:buChar char="–"/>
              <a:defRPr sz="1800"/>
            </a:lvl4pPr>
            <a:lvl5pPr indent="-314325" lvl="4" marL="2286000" algn="just">
              <a:lnSpc>
                <a:spcPct val="100000"/>
              </a:lnSpc>
              <a:spcBef>
                <a:spcPts val="630"/>
              </a:spcBef>
              <a:spcAft>
                <a:spcPts val="0"/>
              </a:spcAft>
              <a:buSzPts val="1350"/>
              <a:buFont typeface="Helvetica Neue"/>
              <a:buChar char="»"/>
              <a:defRPr sz="1800"/>
            </a:lvl5pPr>
            <a:lvl6pPr indent="-314325" lvl="5" marL="2743200" algn="l">
              <a:lnSpc>
                <a:spcPct val="100000"/>
              </a:lnSpc>
              <a:spcBef>
                <a:spcPts val="630"/>
              </a:spcBef>
              <a:spcAft>
                <a:spcPts val="0"/>
              </a:spcAft>
              <a:buSzPts val="1350"/>
              <a:buFont typeface="Helvetica Neue"/>
              <a:buChar char="»"/>
              <a:defRPr sz="1800"/>
            </a:lvl6pPr>
            <a:lvl7pPr indent="-314325" lvl="6" marL="3200400" algn="l">
              <a:lnSpc>
                <a:spcPct val="100000"/>
              </a:lnSpc>
              <a:spcBef>
                <a:spcPts val="630"/>
              </a:spcBef>
              <a:spcAft>
                <a:spcPts val="0"/>
              </a:spcAft>
              <a:buSzPts val="1350"/>
              <a:buFont typeface="Helvetica Neue"/>
              <a:buChar char="»"/>
              <a:defRPr sz="1800"/>
            </a:lvl7pPr>
            <a:lvl8pPr indent="-314325" lvl="7" marL="3657600" algn="l">
              <a:lnSpc>
                <a:spcPct val="100000"/>
              </a:lnSpc>
              <a:spcBef>
                <a:spcPts val="630"/>
              </a:spcBef>
              <a:spcAft>
                <a:spcPts val="0"/>
              </a:spcAft>
              <a:buSzPts val="1350"/>
              <a:buFont typeface="Helvetica Neue"/>
              <a:buChar char="»"/>
              <a:defRPr sz="1800"/>
            </a:lvl8pPr>
            <a:lvl9pPr indent="-314325" lvl="8" marL="4114800" algn="l">
              <a:lnSpc>
                <a:spcPct val="100000"/>
              </a:lnSpc>
              <a:spcBef>
                <a:spcPts val="630"/>
              </a:spcBef>
              <a:spcAft>
                <a:spcPts val="0"/>
              </a:spcAft>
              <a:buSzPts val="1350"/>
              <a:buFont typeface="Helvetica Neue"/>
              <a:buChar char="»"/>
              <a:defRPr sz="1800"/>
            </a:lvl9pPr>
          </a:lstStyle>
          <a:p/>
        </p:txBody>
      </p:sp>
      <p:sp>
        <p:nvSpPr>
          <p:cNvPr id="45" name="Google Shape;45;p86"/>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just">
              <a:lnSpc>
                <a:spcPct val="100000"/>
              </a:lnSpc>
              <a:spcBef>
                <a:spcPts val="980"/>
              </a:spcBef>
              <a:spcAft>
                <a:spcPts val="0"/>
              </a:spcAft>
              <a:buSzPts val="2520"/>
              <a:buChar char="●"/>
              <a:defRPr sz="2800"/>
            </a:lvl1pPr>
            <a:lvl2pPr indent="-350519" lvl="1" marL="914400" algn="just">
              <a:lnSpc>
                <a:spcPct val="100000"/>
              </a:lnSpc>
              <a:spcBef>
                <a:spcPts val="840"/>
              </a:spcBef>
              <a:spcAft>
                <a:spcPts val="0"/>
              </a:spcAft>
              <a:buSzPts val="1920"/>
              <a:buChar char="●"/>
              <a:defRPr sz="2400"/>
            </a:lvl2pPr>
            <a:lvl3pPr indent="-323850" lvl="2" marL="1371600" algn="just">
              <a:lnSpc>
                <a:spcPct val="100000"/>
              </a:lnSpc>
              <a:spcBef>
                <a:spcPts val="700"/>
              </a:spcBef>
              <a:spcAft>
                <a:spcPts val="0"/>
              </a:spcAft>
              <a:buSzPts val="1500"/>
              <a:buChar char="4"/>
              <a:defRPr sz="2000"/>
            </a:lvl3pPr>
            <a:lvl4pPr indent="-314325" lvl="3" marL="1828800" algn="just">
              <a:lnSpc>
                <a:spcPct val="100000"/>
              </a:lnSpc>
              <a:spcBef>
                <a:spcPts val="630"/>
              </a:spcBef>
              <a:spcAft>
                <a:spcPts val="0"/>
              </a:spcAft>
              <a:buSzPts val="1350"/>
              <a:buFont typeface="Helvetica Neue"/>
              <a:buChar char="–"/>
              <a:defRPr sz="1800"/>
            </a:lvl4pPr>
            <a:lvl5pPr indent="-314325" lvl="4" marL="2286000" algn="just">
              <a:lnSpc>
                <a:spcPct val="100000"/>
              </a:lnSpc>
              <a:spcBef>
                <a:spcPts val="630"/>
              </a:spcBef>
              <a:spcAft>
                <a:spcPts val="0"/>
              </a:spcAft>
              <a:buSzPts val="1350"/>
              <a:buFont typeface="Helvetica Neue"/>
              <a:buChar char="»"/>
              <a:defRPr sz="1800"/>
            </a:lvl5pPr>
            <a:lvl6pPr indent="-314325" lvl="5" marL="2743200" algn="l">
              <a:lnSpc>
                <a:spcPct val="100000"/>
              </a:lnSpc>
              <a:spcBef>
                <a:spcPts val="630"/>
              </a:spcBef>
              <a:spcAft>
                <a:spcPts val="0"/>
              </a:spcAft>
              <a:buSzPts val="1350"/>
              <a:buFont typeface="Helvetica Neue"/>
              <a:buChar char="»"/>
              <a:defRPr sz="1800"/>
            </a:lvl6pPr>
            <a:lvl7pPr indent="-314325" lvl="6" marL="3200400" algn="l">
              <a:lnSpc>
                <a:spcPct val="100000"/>
              </a:lnSpc>
              <a:spcBef>
                <a:spcPts val="630"/>
              </a:spcBef>
              <a:spcAft>
                <a:spcPts val="0"/>
              </a:spcAft>
              <a:buSzPts val="1350"/>
              <a:buFont typeface="Helvetica Neue"/>
              <a:buChar char="»"/>
              <a:defRPr sz="1800"/>
            </a:lvl7pPr>
            <a:lvl8pPr indent="-314325" lvl="7" marL="3657600" algn="l">
              <a:lnSpc>
                <a:spcPct val="100000"/>
              </a:lnSpc>
              <a:spcBef>
                <a:spcPts val="630"/>
              </a:spcBef>
              <a:spcAft>
                <a:spcPts val="0"/>
              </a:spcAft>
              <a:buSzPts val="1350"/>
              <a:buFont typeface="Helvetica Neue"/>
              <a:buChar char="»"/>
              <a:defRPr sz="1800"/>
            </a:lvl8pPr>
            <a:lvl9pPr indent="-314325" lvl="8" marL="4114800" algn="l">
              <a:lnSpc>
                <a:spcPct val="100000"/>
              </a:lnSpc>
              <a:spcBef>
                <a:spcPts val="630"/>
              </a:spcBef>
              <a:spcAft>
                <a:spcPts val="0"/>
              </a:spcAft>
              <a:buSzPts val="1350"/>
              <a:buFont typeface="Helvetica Neue"/>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87"/>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8" name="Google Shape;48;p8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just">
              <a:lnSpc>
                <a:spcPct val="100000"/>
              </a:lnSpc>
              <a:spcBef>
                <a:spcPts val="840"/>
              </a:spcBef>
              <a:spcAft>
                <a:spcPts val="0"/>
              </a:spcAft>
              <a:buSzPts val="2160"/>
              <a:buNone/>
              <a:defRPr b="1" sz="2400"/>
            </a:lvl1pPr>
            <a:lvl2pPr indent="-228600" lvl="1" marL="914400" algn="just">
              <a:lnSpc>
                <a:spcPct val="100000"/>
              </a:lnSpc>
              <a:spcBef>
                <a:spcPts val="700"/>
              </a:spcBef>
              <a:spcAft>
                <a:spcPts val="0"/>
              </a:spcAft>
              <a:buSzPts val="1600"/>
              <a:buNone/>
              <a:defRPr b="1" sz="2000"/>
            </a:lvl2pPr>
            <a:lvl3pPr indent="-228600" lvl="2" marL="1371600" algn="just">
              <a:lnSpc>
                <a:spcPct val="100000"/>
              </a:lnSpc>
              <a:spcBef>
                <a:spcPts val="630"/>
              </a:spcBef>
              <a:spcAft>
                <a:spcPts val="0"/>
              </a:spcAft>
              <a:buSzPts val="1350"/>
              <a:buNone/>
              <a:defRPr b="1" sz="1800"/>
            </a:lvl3pPr>
            <a:lvl4pPr indent="-228600" lvl="3" marL="1828800" algn="just">
              <a:lnSpc>
                <a:spcPct val="100000"/>
              </a:lnSpc>
              <a:spcBef>
                <a:spcPts val="560"/>
              </a:spcBef>
              <a:spcAft>
                <a:spcPts val="0"/>
              </a:spcAft>
              <a:buSzPts val="1200"/>
              <a:buFont typeface="Helvetica Neue"/>
              <a:buNone/>
              <a:defRPr b="1" sz="1600"/>
            </a:lvl4pPr>
            <a:lvl5pPr indent="-228600" lvl="4" marL="2286000" algn="just">
              <a:lnSpc>
                <a:spcPct val="100000"/>
              </a:lnSpc>
              <a:spcBef>
                <a:spcPts val="560"/>
              </a:spcBef>
              <a:spcAft>
                <a:spcPts val="0"/>
              </a:spcAft>
              <a:buSzPts val="1200"/>
              <a:buFont typeface="Helvetica Neue"/>
              <a:buNone/>
              <a:defRPr b="1" sz="1600"/>
            </a:lvl5pPr>
            <a:lvl6pPr indent="-228600" lvl="5" marL="2743200" algn="l">
              <a:lnSpc>
                <a:spcPct val="100000"/>
              </a:lnSpc>
              <a:spcBef>
                <a:spcPts val="560"/>
              </a:spcBef>
              <a:spcAft>
                <a:spcPts val="0"/>
              </a:spcAft>
              <a:buSzPts val="1200"/>
              <a:buFont typeface="Helvetica Neue"/>
              <a:buNone/>
              <a:defRPr b="1" sz="1600"/>
            </a:lvl6pPr>
            <a:lvl7pPr indent="-228600" lvl="6" marL="3200400" algn="l">
              <a:lnSpc>
                <a:spcPct val="100000"/>
              </a:lnSpc>
              <a:spcBef>
                <a:spcPts val="560"/>
              </a:spcBef>
              <a:spcAft>
                <a:spcPts val="0"/>
              </a:spcAft>
              <a:buSzPts val="1200"/>
              <a:buFont typeface="Helvetica Neue"/>
              <a:buNone/>
              <a:defRPr b="1" sz="1600"/>
            </a:lvl7pPr>
            <a:lvl8pPr indent="-228600" lvl="7" marL="3657600" algn="l">
              <a:lnSpc>
                <a:spcPct val="100000"/>
              </a:lnSpc>
              <a:spcBef>
                <a:spcPts val="560"/>
              </a:spcBef>
              <a:spcAft>
                <a:spcPts val="0"/>
              </a:spcAft>
              <a:buSzPts val="1200"/>
              <a:buFont typeface="Helvetica Neue"/>
              <a:buNone/>
              <a:defRPr b="1" sz="1600"/>
            </a:lvl8pPr>
            <a:lvl9pPr indent="-228600" lvl="8" marL="4114800" algn="l">
              <a:lnSpc>
                <a:spcPct val="100000"/>
              </a:lnSpc>
              <a:spcBef>
                <a:spcPts val="560"/>
              </a:spcBef>
              <a:spcAft>
                <a:spcPts val="0"/>
              </a:spcAft>
              <a:buSzPts val="1200"/>
              <a:buFont typeface="Helvetica Neue"/>
              <a:buNone/>
              <a:defRPr b="1" sz="1600"/>
            </a:lvl9pPr>
          </a:lstStyle>
          <a:p/>
        </p:txBody>
      </p:sp>
      <p:sp>
        <p:nvSpPr>
          <p:cNvPr id="49" name="Google Shape;49;p8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65760" lvl="0" marL="457200" algn="just">
              <a:lnSpc>
                <a:spcPct val="100000"/>
              </a:lnSpc>
              <a:spcBef>
                <a:spcPts val="840"/>
              </a:spcBef>
              <a:spcAft>
                <a:spcPts val="0"/>
              </a:spcAft>
              <a:buSzPts val="2160"/>
              <a:buChar char="●"/>
              <a:defRPr sz="2400"/>
            </a:lvl1pPr>
            <a:lvl2pPr indent="-330200" lvl="1" marL="914400" algn="just">
              <a:lnSpc>
                <a:spcPct val="100000"/>
              </a:lnSpc>
              <a:spcBef>
                <a:spcPts val="700"/>
              </a:spcBef>
              <a:spcAft>
                <a:spcPts val="0"/>
              </a:spcAft>
              <a:buSzPts val="1600"/>
              <a:buChar char="●"/>
              <a:defRPr sz="2000"/>
            </a:lvl2pPr>
            <a:lvl3pPr indent="-314325" lvl="2" marL="1371600" algn="just">
              <a:lnSpc>
                <a:spcPct val="100000"/>
              </a:lnSpc>
              <a:spcBef>
                <a:spcPts val="630"/>
              </a:spcBef>
              <a:spcAft>
                <a:spcPts val="0"/>
              </a:spcAft>
              <a:buSzPts val="1350"/>
              <a:buChar char="4"/>
              <a:defRPr sz="1800"/>
            </a:lvl3pPr>
            <a:lvl4pPr indent="-304800" lvl="3" marL="1828800" algn="just">
              <a:lnSpc>
                <a:spcPct val="100000"/>
              </a:lnSpc>
              <a:spcBef>
                <a:spcPts val="560"/>
              </a:spcBef>
              <a:spcAft>
                <a:spcPts val="0"/>
              </a:spcAft>
              <a:buSzPts val="1200"/>
              <a:buFont typeface="Helvetica Neue"/>
              <a:buChar char="–"/>
              <a:defRPr sz="1600"/>
            </a:lvl4pPr>
            <a:lvl5pPr indent="-304800" lvl="4" marL="2286000" algn="just">
              <a:lnSpc>
                <a:spcPct val="100000"/>
              </a:lnSpc>
              <a:spcBef>
                <a:spcPts val="560"/>
              </a:spcBef>
              <a:spcAft>
                <a:spcPts val="0"/>
              </a:spcAft>
              <a:buSzPts val="1200"/>
              <a:buFont typeface="Helvetica Neue"/>
              <a:buChar char="»"/>
              <a:defRPr sz="1600"/>
            </a:lvl5pPr>
            <a:lvl6pPr indent="-304800" lvl="5" marL="2743200" algn="l">
              <a:lnSpc>
                <a:spcPct val="100000"/>
              </a:lnSpc>
              <a:spcBef>
                <a:spcPts val="560"/>
              </a:spcBef>
              <a:spcAft>
                <a:spcPts val="0"/>
              </a:spcAft>
              <a:buSzPts val="1200"/>
              <a:buFont typeface="Helvetica Neue"/>
              <a:buChar char="»"/>
              <a:defRPr sz="1600"/>
            </a:lvl6pPr>
            <a:lvl7pPr indent="-304800" lvl="6" marL="3200400" algn="l">
              <a:lnSpc>
                <a:spcPct val="100000"/>
              </a:lnSpc>
              <a:spcBef>
                <a:spcPts val="560"/>
              </a:spcBef>
              <a:spcAft>
                <a:spcPts val="0"/>
              </a:spcAft>
              <a:buSzPts val="1200"/>
              <a:buFont typeface="Helvetica Neue"/>
              <a:buChar char="»"/>
              <a:defRPr sz="1600"/>
            </a:lvl7pPr>
            <a:lvl8pPr indent="-304800" lvl="7" marL="3657600" algn="l">
              <a:lnSpc>
                <a:spcPct val="100000"/>
              </a:lnSpc>
              <a:spcBef>
                <a:spcPts val="560"/>
              </a:spcBef>
              <a:spcAft>
                <a:spcPts val="0"/>
              </a:spcAft>
              <a:buSzPts val="1200"/>
              <a:buFont typeface="Helvetica Neue"/>
              <a:buChar char="»"/>
              <a:defRPr sz="1600"/>
            </a:lvl8pPr>
            <a:lvl9pPr indent="-304800" lvl="8" marL="4114800" algn="l">
              <a:lnSpc>
                <a:spcPct val="100000"/>
              </a:lnSpc>
              <a:spcBef>
                <a:spcPts val="560"/>
              </a:spcBef>
              <a:spcAft>
                <a:spcPts val="0"/>
              </a:spcAft>
              <a:buSzPts val="1200"/>
              <a:buFont typeface="Helvetica Neue"/>
              <a:buChar char="»"/>
              <a:defRPr sz="1600"/>
            </a:lvl9pPr>
          </a:lstStyle>
          <a:p/>
        </p:txBody>
      </p:sp>
      <p:sp>
        <p:nvSpPr>
          <p:cNvPr id="50" name="Google Shape;50;p8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just">
              <a:lnSpc>
                <a:spcPct val="100000"/>
              </a:lnSpc>
              <a:spcBef>
                <a:spcPts val="840"/>
              </a:spcBef>
              <a:spcAft>
                <a:spcPts val="0"/>
              </a:spcAft>
              <a:buSzPts val="2160"/>
              <a:buNone/>
              <a:defRPr b="1" sz="2400"/>
            </a:lvl1pPr>
            <a:lvl2pPr indent="-228600" lvl="1" marL="914400" algn="just">
              <a:lnSpc>
                <a:spcPct val="100000"/>
              </a:lnSpc>
              <a:spcBef>
                <a:spcPts val="700"/>
              </a:spcBef>
              <a:spcAft>
                <a:spcPts val="0"/>
              </a:spcAft>
              <a:buSzPts val="1600"/>
              <a:buNone/>
              <a:defRPr b="1" sz="2000"/>
            </a:lvl2pPr>
            <a:lvl3pPr indent="-228600" lvl="2" marL="1371600" algn="just">
              <a:lnSpc>
                <a:spcPct val="100000"/>
              </a:lnSpc>
              <a:spcBef>
                <a:spcPts val="630"/>
              </a:spcBef>
              <a:spcAft>
                <a:spcPts val="0"/>
              </a:spcAft>
              <a:buSzPts val="1350"/>
              <a:buNone/>
              <a:defRPr b="1" sz="1800"/>
            </a:lvl3pPr>
            <a:lvl4pPr indent="-228600" lvl="3" marL="1828800" algn="just">
              <a:lnSpc>
                <a:spcPct val="100000"/>
              </a:lnSpc>
              <a:spcBef>
                <a:spcPts val="560"/>
              </a:spcBef>
              <a:spcAft>
                <a:spcPts val="0"/>
              </a:spcAft>
              <a:buSzPts val="1200"/>
              <a:buFont typeface="Helvetica Neue"/>
              <a:buNone/>
              <a:defRPr b="1" sz="1600"/>
            </a:lvl4pPr>
            <a:lvl5pPr indent="-228600" lvl="4" marL="2286000" algn="just">
              <a:lnSpc>
                <a:spcPct val="100000"/>
              </a:lnSpc>
              <a:spcBef>
                <a:spcPts val="560"/>
              </a:spcBef>
              <a:spcAft>
                <a:spcPts val="0"/>
              </a:spcAft>
              <a:buSzPts val="1200"/>
              <a:buFont typeface="Helvetica Neue"/>
              <a:buNone/>
              <a:defRPr b="1" sz="1600"/>
            </a:lvl5pPr>
            <a:lvl6pPr indent="-228600" lvl="5" marL="2743200" algn="l">
              <a:lnSpc>
                <a:spcPct val="100000"/>
              </a:lnSpc>
              <a:spcBef>
                <a:spcPts val="560"/>
              </a:spcBef>
              <a:spcAft>
                <a:spcPts val="0"/>
              </a:spcAft>
              <a:buSzPts val="1200"/>
              <a:buFont typeface="Helvetica Neue"/>
              <a:buNone/>
              <a:defRPr b="1" sz="1600"/>
            </a:lvl6pPr>
            <a:lvl7pPr indent="-228600" lvl="6" marL="3200400" algn="l">
              <a:lnSpc>
                <a:spcPct val="100000"/>
              </a:lnSpc>
              <a:spcBef>
                <a:spcPts val="560"/>
              </a:spcBef>
              <a:spcAft>
                <a:spcPts val="0"/>
              </a:spcAft>
              <a:buSzPts val="1200"/>
              <a:buFont typeface="Helvetica Neue"/>
              <a:buNone/>
              <a:defRPr b="1" sz="1600"/>
            </a:lvl7pPr>
            <a:lvl8pPr indent="-228600" lvl="7" marL="3657600" algn="l">
              <a:lnSpc>
                <a:spcPct val="100000"/>
              </a:lnSpc>
              <a:spcBef>
                <a:spcPts val="560"/>
              </a:spcBef>
              <a:spcAft>
                <a:spcPts val="0"/>
              </a:spcAft>
              <a:buSzPts val="1200"/>
              <a:buFont typeface="Helvetica Neue"/>
              <a:buNone/>
              <a:defRPr b="1" sz="1600"/>
            </a:lvl8pPr>
            <a:lvl9pPr indent="-228600" lvl="8" marL="4114800" algn="l">
              <a:lnSpc>
                <a:spcPct val="100000"/>
              </a:lnSpc>
              <a:spcBef>
                <a:spcPts val="560"/>
              </a:spcBef>
              <a:spcAft>
                <a:spcPts val="0"/>
              </a:spcAft>
              <a:buSzPts val="1200"/>
              <a:buFont typeface="Helvetica Neue"/>
              <a:buNone/>
              <a:defRPr b="1" sz="1600"/>
            </a:lvl9pPr>
          </a:lstStyle>
          <a:p/>
        </p:txBody>
      </p:sp>
      <p:sp>
        <p:nvSpPr>
          <p:cNvPr id="51" name="Google Shape;51;p8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65760" lvl="0" marL="457200" algn="just">
              <a:lnSpc>
                <a:spcPct val="100000"/>
              </a:lnSpc>
              <a:spcBef>
                <a:spcPts val="840"/>
              </a:spcBef>
              <a:spcAft>
                <a:spcPts val="0"/>
              </a:spcAft>
              <a:buSzPts val="2160"/>
              <a:buChar char="●"/>
              <a:defRPr sz="2400"/>
            </a:lvl1pPr>
            <a:lvl2pPr indent="-330200" lvl="1" marL="914400" algn="just">
              <a:lnSpc>
                <a:spcPct val="100000"/>
              </a:lnSpc>
              <a:spcBef>
                <a:spcPts val="700"/>
              </a:spcBef>
              <a:spcAft>
                <a:spcPts val="0"/>
              </a:spcAft>
              <a:buSzPts val="1600"/>
              <a:buChar char="●"/>
              <a:defRPr sz="2000"/>
            </a:lvl2pPr>
            <a:lvl3pPr indent="-314325" lvl="2" marL="1371600" algn="just">
              <a:lnSpc>
                <a:spcPct val="100000"/>
              </a:lnSpc>
              <a:spcBef>
                <a:spcPts val="630"/>
              </a:spcBef>
              <a:spcAft>
                <a:spcPts val="0"/>
              </a:spcAft>
              <a:buSzPts val="1350"/>
              <a:buChar char="4"/>
              <a:defRPr sz="1800"/>
            </a:lvl3pPr>
            <a:lvl4pPr indent="-304800" lvl="3" marL="1828800" algn="just">
              <a:lnSpc>
                <a:spcPct val="100000"/>
              </a:lnSpc>
              <a:spcBef>
                <a:spcPts val="560"/>
              </a:spcBef>
              <a:spcAft>
                <a:spcPts val="0"/>
              </a:spcAft>
              <a:buSzPts val="1200"/>
              <a:buFont typeface="Helvetica Neue"/>
              <a:buChar char="–"/>
              <a:defRPr sz="1600"/>
            </a:lvl4pPr>
            <a:lvl5pPr indent="-304800" lvl="4" marL="2286000" algn="just">
              <a:lnSpc>
                <a:spcPct val="100000"/>
              </a:lnSpc>
              <a:spcBef>
                <a:spcPts val="560"/>
              </a:spcBef>
              <a:spcAft>
                <a:spcPts val="0"/>
              </a:spcAft>
              <a:buSzPts val="1200"/>
              <a:buFont typeface="Helvetica Neue"/>
              <a:buChar char="»"/>
              <a:defRPr sz="1600"/>
            </a:lvl5pPr>
            <a:lvl6pPr indent="-304800" lvl="5" marL="2743200" algn="l">
              <a:lnSpc>
                <a:spcPct val="100000"/>
              </a:lnSpc>
              <a:spcBef>
                <a:spcPts val="560"/>
              </a:spcBef>
              <a:spcAft>
                <a:spcPts val="0"/>
              </a:spcAft>
              <a:buSzPts val="1200"/>
              <a:buFont typeface="Helvetica Neue"/>
              <a:buChar char="»"/>
              <a:defRPr sz="1600"/>
            </a:lvl6pPr>
            <a:lvl7pPr indent="-304800" lvl="6" marL="3200400" algn="l">
              <a:lnSpc>
                <a:spcPct val="100000"/>
              </a:lnSpc>
              <a:spcBef>
                <a:spcPts val="560"/>
              </a:spcBef>
              <a:spcAft>
                <a:spcPts val="0"/>
              </a:spcAft>
              <a:buSzPts val="1200"/>
              <a:buFont typeface="Helvetica Neue"/>
              <a:buChar char="»"/>
              <a:defRPr sz="1600"/>
            </a:lvl7pPr>
            <a:lvl8pPr indent="-304800" lvl="7" marL="3657600" algn="l">
              <a:lnSpc>
                <a:spcPct val="100000"/>
              </a:lnSpc>
              <a:spcBef>
                <a:spcPts val="560"/>
              </a:spcBef>
              <a:spcAft>
                <a:spcPts val="0"/>
              </a:spcAft>
              <a:buSzPts val="1200"/>
              <a:buFont typeface="Helvetica Neue"/>
              <a:buChar char="»"/>
              <a:defRPr sz="1600"/>
            </a:lvl8pPr>
            <a:lvl9pPr indent="-304800" lvl="8" marL="4114800" algn="l">
              <a:lnSpc>
                <a:spcPct val="100000"/>
              </a:lnSpc>
              <a:spcBef>
                <a:spcPts val="560"/>
              </a:spcBef>
              <a:spcAft>
                <a:spcPts val="0"/>
              </a:spcAft>
              <a:buSzPts val="1200"/>
              <a:buFont typeface="Helvetica Neue"/>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88"/>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9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7" name="Google Shape;57;p9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11480" lvl="0" marL="457200" algn="just">
              <a:lnSpc>
                <a:spcPct val="100000"/>
              </a:lnSpc>
              <a:spcBef>
                <a:spcPts val="1120"/>
              </a:spcBef>
              <a:spcAft>
                <a:spcPts val="0"/>
              </a:spcAft>
              <a:buSzPts val="2880"/>
              <a:buChar char="●"/>
              <a:defRPr sz="3200"/>
            </a:lvl1pPr>
            <a:lvl2pPr indent="-370840" lvl="1" marL="914400" algn="just">
              <a:lnSpc>
                <a:spcPct val="100000"/>
              </a:lnSpc>
              <a:spcBef>
                <a:spcPts val="980"/>
              </a:spcBef>
              <a:spcAft>
                <a:spcPts val="0"/>
              </a:spcAft>
              <a:buSzPts val="2240"/>
              <a:buChar char="●"/>
              <a:defRPr sz="2800"/>
            </a:lvl2pPr>
            <a:lvl3pPr indent="-342900" lvl="2" marL="1371600" algn="just">
              <a:lnSpc>
                <a:spcPct val="100000"/>
              </a:lnSpc>
              <a:spcBef>
                <a:spcPts val="840"/>
              </a:spcBef>
              <a:spcAft>
                <a:spcPts val="0"/>
              </a:spcAft>
              <a:buSzPts val="1800"/>
              <a:buChar char="4"/>
              <a:defRPr sz="2400"/>
            </a:lvl3pPr>
            <a:lvl4pPr indent="-323850" lvl="3" marL="1828800" algn="just">
              <a:lnSpc>
                <a:spcPct val="100000"/>
              </a:lnSpc>
              <a:spcBef>
                <a:spcPts val="700"/>
              </a:spcBef>
              <a:spcAft>
                <a:spcPts val="0"/>
              </a:spcAft>
              <a:buSzPts val="1500"/>
              <a:buFont typeface="Helvetica Neue"/>
              <a:buChar char="–"/>
              <a:defRPr sz="2000"/>
            </a:lvl4pPr>
            <a:lvl5pPr indent="-323850" lvl="4" marL="2286000" algn="just">
              <a:lnSpc>
                <a:spcPct val="100000"/>
              </a:lnSpc>
              <a:spcBef>
                <a:spcPts val="700"/>
              </a:spcBef>
              <a:spcAft>
                <a:spcPts val="0"/>
              </a:spcAft>
              <a:buSzPts val="1500"/>
              <a:buFont typeface="Helvetica Neue"/>
              <a:buChar char="»"/>
              <a:defRPr sz="2000"/>
            </a:lvl5pPr>
            <a:lvl6pPr indent="-323850" lvl="5" marL="2743200" algn="l">
              <a:lnSpc>
                <a:spcPct val="100000"/>
              </a:lnSpc>
              <a:spcBef>
                <a:spcPts val="700"/>
              </a:spcBef>
              <a:spcAft>
                <a:spcPts val="0"/>
              </a:spcAft>
              <a:buSzPts val="1500"/>
              <a:buFont typeface="Helvetica Neue"/>
              <a:buChar char="»"/>
              <a:defRPr sz="2000"/>
            </a:lvl6pPr>
            <a:lvl7pPr indent="-323850" lvl="6" marL="3200400" algn="l">
              <a:lnSpc>
                <a:spcPct val="100000"/>
              </a:lnSpc>
              <a:spcBef>
                <a:spcPts val="700"/>
              </a:spcBef>
              <a:spcAft>
                <a:spcPts val="0"/>
              </a:spcAft>
              <a:buSzPts val="1500"/>
              <a:buFont typeface="Helvetica Neue"/>
              <a:buChar char="»"/>
              <a:defRPr sz="2000"/>
            </a:lvl7pPr>
            <a:lvl8pPr indent="-323850" lvl="7" marL="3657600" algn="l">
              <a:lnSpc>
                <a:spcPct val="100000"/>
              </a:lnSpc>
              <a:spcBef>
                <a:spcPts val="700"/>
              </a:spcBef>
              <a:spcAft>
                <a:spcPts val="0"/>
              </a:spcAft>
              <a:buSzPts val="1500"/>
              <a:buFont typeface="Helvetica Neue"/>
              <a:buChar char="»"/>
              <a:defRPr sz="2000"/>
            </a:lvl8pPr>
            <a:lvl9pPr indent="-323850" lvl="8" marL="4114800" algn="l">
              <a:lnSpc>
                <a:spcPct val="100000"/>
              </a:lnSpc>
              <a:spcBef>
                <a:spcPts val="700"/>
              </a:spcBef>
              <a:spcAft>
                <a:spcPts val="0"/>
              </a:spcAft>
              <a:buSzPts val="1500"/>
              <a:buFont typeface="Helvetica Neue"/>
              <a:buChar char="»"/>
              <a:defRPr sz="2000"/>
            </a:lvl9pPr>
          </a:lstStyle>
          <a:p/>
        </p:txBody>
      </p:sp>
      <p:sp>
        <p:nvSpPr>
          <p:cNvPr id="58" name="Google Shape;58;p9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just">
              <a:lnSpc>
                <a:spcPct val="100000"/>
              </a:lnSpc>
              <a:spcBef>
                <a:spcPts val="490"/>
              </a:spcBef>
              <a:spcAft>
                <a:spcPts val="0"/>
              </a:spcAft>
              <a:buSzPts val="1260"/>
              <a:buNone/>
              <a:defRPr sz="1400"/>
            </a:lvl1pPr>
            <a:lvl2pPr indent="-228600" lvl="1" marL="914400" algn="just">
              <a:lnSpc>
                <a:spcPct val="100000"/>
              </a:lnSpc>
              <a:spcBef>
                <a:spcPts val="420"/>
              </a:spcBef>
              <a:spcAft>
                <a:spcPts val="0"/>
              </a:spcAft>
              <a:buSzPts val="960"/>
              <a:buNone/>
              <a:defRPr sz="1200"/>
            </a:lvl2pPr>
            <a:lvl3pPr indent="-228600" lvl="2" marL="1371600" algn="just">
              <a:lnSpc>
                <a:spcPct val="100000"/>
              </a:lnSpc>
              <a:spcBef>
                <a:spcPts val="350"/>
              </a:spcBef>
              <a:spcAft>
                <a:spcPts val="0"/>
              </a:spcAft>
              <a:buSzPts val="750"/>
              <a:buNone/>
              <a:defRPr sz="1000"/>
            </a:lvl3pPr>
            <a:lvl4pPr indent="-228600" lvl="3" marL="1828800" algn="just">
              <a:lnSpc>
                <a:spcPct val="100000"/>
              </a:lnSpc>
              <a:spcBef>
                <a:spcPts val="315"/>
              </a:spcBef>
              <a:spcAft>
                <a:spcPts val="0"/>
              </a:spcAft>
              <a:buSzPts val="675"/>
              <a:buFont typeface="Helvetica Neue"/>
              <a:buNone/>
              <a:defRPr sz="900"/>
            </a:lvl4pPr>
            <a:lvl5pPr indent="-228600" lvl="4" marL="2286000" algn="just">
              <a:lnSpc>
                <a:spcPct val="100000"/>
              </a:lnSpc>
              <a:spcBef>
                <a:spcPts val="315"/>
              </a:spcBef>
              <a:spcAft>
                <a:spcPts val="0"/>
              </a:spcAft>
              <a:buSzPts val="675"/>
              <a:buFont typeface="Helvetica Neue"/>
              <a:buNone/>
              <a:defRPr sz="900"/>
            </a:lvl5pPr>
            <a:lvl6pPr indent="-228600" lvl="5" marL="2743200" algn="l">
              <a:lnSpc>
                <a:spcPct val="100000"/>
              </a:lnSpc>
              <a:spcBef>
                <a:spcPts val="315"/>
              </a:spcBef>
              <a:spcAft>
                <a:spcPts val="0"/>
              </a:spcAft>
              <a:buSzPts val="675"/>
              <a:buFont typeface="Helvetica Neue"/>
              <a:buNone/>
              <a:defRPr sz="900"/>
            </a:lvl6pPr>
            <a:lvl7pPr indent="-228600" lvl="6" marL="3200400" algn="l">
              <a:lnSpc>
                <a:spcPct val="100000"/>
              </a:lnSpc>
              <a:spcBef>
                <a:spcPts val="315"/>
              </a:spcBef>
              <a:spcAft>
                <a:spcPts val="0"/>
              </a:spcAft>
              <a:buSzPts val="675"/>
              <a:buFont typeface="Helvetica Neue"/>
              <a:buNone/>
              <a:defRPr sz="900"/>
            </a:lvl7pPr>
            <a:lvl8pPr indent="-228600" lvl="7" marL="3657600" algn="l">
              <a:lnSpc>
                <a:spcPct val="100000"/>
              </a:lnSpc>
              <a:spcBef>
                <a:spcPts val="315"/>
              </a:spcBef>
              <a:spcAft>
                <a:spcPts val="0"/>
              </a:spcAft>
              <a:buSzPts val="675"/>
              <a:buFont typeface="Helvetica Neue"/>
              <a:buNone/>
              <a:defRPr sz="900"/>
            </a:lvl8pPr>
            <a:lvl9pPr indent="-228600" lvl="8" marL="4114800" algn="l">
              <a:lnSpc>
                <a:spcPct val="100000"/>
              </a:lnSpc>
              <a:spcBef>
                <a:spcPts val="315"/>
              </a:spcBef>
              <a:spcAft>
                <a:spcPts val="0"/>
              </a:spcAft>
              <a:buSzPts val="675"/>
              <a:buFont typeface="Helvetica Neue"/>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9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 name="Google Shape;61;p91"/>
          <p:cNvSpPr/>
          <p:nvPr>
            <p:ph idx="2" type="pic"/>
          </p:nvPr>
        </p:nvSpPr>
        <p:spPr>
          <a:xfrm>
            <a:off x="1792288" y="612775"/>
            <a:ext cx="5486400" cy="4114800"/>
          </a:xfrm>
          <a:prstGeom prst="rect">
            <a:avLst/>
          </a:prstGeom>
          <a:noFill/>
          <a:ln>
            <a:noFill/>
          </a:ln>
        </p:spPr>
      </p:sp>
      <p:sp>
        <p:nvSpPr>
          <p:cNvPr id="62" name="Google Shape;62;p9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just">
              <a:lnSpc>
                <a:spcPct val="100000"/>
              </a:lnSpc>
              <a:spcBef>
                <a:spcPts val="490"/>
              </a:spcBef>
              <a:spcAft>
                <a:spcPts val="0"/>
              </a:spcAft>
              <a:buSzPts val="1260"/>
              <a:buNone/>
              <a:defRPr sz="1400"/>
            </a:lvl1pPr>
            <a:lvl2pPr indent="-228600" lvl="1" marL="914400" algn="just">
              <a:lnSpc>
                <a:spcPct val="100000"/>
              </a:lnSpc>
              <a:spcBef>
                <a:spcPts val="420"/>
              </a:spcBef>
              <a:spcAft>
                <a:spcPts val="0"/>
              </a:spcAft>
              <a:buSzPts val="960"/>
              <a:buNone/>
              <a:defRPr sz="1200"/>
            </a:lvl2pPr>
            <a:lvl3pPr indent="-228600" lvl="2" marL="1371600" algn="just">
              <a:lnSpc>
                <a:spcPct val="100000"/>
              </a:lnSpc>
              <a:spcBef>
                <a:spcPts val="350"/>
              </a:spcBef>
              <a:spcAft>
                <a:spcPts val="0"/>
              </a:spcAft>
              <a:buSzPts val="750"/>
              <a:buNone/>
              <a:defRPr sz="1000"/>
            </a:lvl3pPr>
            <a:lvl4pPr indent="-228600" lvl="3" marL="1828800" algn="just">
              <a:lnSpc>
                <a:spcPct val="100000"/>
              </a:lnSpc>
              <a:spcBef>
                <a:spcPts val="315"/>
              </a:spcBef>
              <a:spcAft>
                <a:spcPts val="0"/>
              </a:spcAft>
              <a:buSzPts val="675"/>
              <a:buFont typeface="Helvetica Neue"/>
              <a:buNone/>
              <a:defRPr sz="900"/>
            </a:lvl4pPr>
            <a:lvl5pPr indent="-228600" lvl="4" marL="2286000" algn="just">
              <a:lnSpc>
                <a:spcPct val="100000"/>
              </a:lnSpc>
              <a:spcBef>
                <a:spcPts val="315"/>
              </a:spcBef>
              <a:spcAft>
                <a:spcPts val="0"/>
              </a:spcAft>
              <a:buSzPts val="675"/>
              <a:buFont typeface="Helvetica Neue"/>
              <a:buNone/>
              <a:defRPr sz="900"/>
            </a:lvl5pPr>
            <a:lvl6pPr indent="-228600" lvl="5" marL="2743200" algn="l">
              <a:lnSpc>
                <a:spcPct val="100000"/>
              </a:lnSpc>
              <a:spcBef>
                <a:spcPts val="315"/>
              </a:spcBef>
              <a:spcAft>
                <a:spcPts val="0"/>
              </a:spcAft>
              <a:buSzPts val="675"/>
              <a:buFont typeface="Helvetica Neue"/>
              <a:buNone/>
              <a:defRPr sz="900"/>
            </a:lvl6pPr>
            <a:lvl7pPr indent="-228600" lvl="6" marL="3200400" algn="l">
              <a:lnSpc>
                <a:spcPct val="100000"/>
              </a:lnSpc>
              <a:spcBef>
                <a:spcPts val="315"/>
              </a:spcBef>
              <a:spcAft>
                <a:spcPts val="0"/>
              </a:spcAft>
              <a:buSzPts val="675"/>
              <a:buFont typeface="Helvetica Neue"/>
              <a:buNone/>
              <a:defRPr sz="900"/>
            </a:lvl7pPr>
            <a:lvl8pPr indent="-228600" lvl="7" marL="3657600" algn="l">
              <a:lnSpc>
                <a:spcPct val="100000"/>
              </a:lnSpc>
              <a:spcBef>
                <a:spcPts val="315"/>
              </a:spcBef>
              <a:spcAft>
                <a:spcPts val="0"/>
              </a:spcAft>
              <a:buSzPts val="675"/>
              <a:buFont typeface="Helvetica Neue"/>
              <a:buNone/>
              <a:defRPr sz="900"/>
            </a:lvl8pPr>
            <a:lvl9pPr indent="-228600" lvl="8" marL="4114800" algn="l">
              <a:lnSpc>
                <a:spcPct val="100000"/>
              </a:lnSpc>
              <a:spcBef>
                <a:spcPts val="315"/>
              </a:spcBef>
              <a:spcAft>
                <a:spcPts val="0"/>
              </a:spcAft>
              <a:buSzPts val="675"/>
              <a:buFont typeface="Helvetica Neue"/>
              <a:buNone/>
              <a:defRPr sz="9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3" name="Shape 63"/>
        <p:cNvGrpSpPr/>
        <p:nvPr/>
      </p:nvGrpSpPr>
      <p:grpSpPr>
        <a:xfrm>
          <a:off x="0" y="0"/>
          <a:ext cx="0" cy="0"/>
          <a:chOff x="0" y="0"/>
          <a:chExt cx="0" cy="0"/>
        </a:xfrm>
      </p:grpSpPr>
      <p:sp>
        <p:nvSpPr>
          <p:cNvPr id="64" name="Google Shape;64;p92"/>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5" name="Google Shape;65;p92"/>
          <p:cNvSpPr txBox="1"/>
          <p:nvPr>
            <p:ph idx="1" type="body"/>
          </p:nvPr>
        </p:nvSpPr>
        <p:spPr>
          <a:xfrm rot="5400000">
            <a:off x="2655887" y="-615950"/>
            <a:ext cx="4530725" cy="8229600"/>
          </a:xfrm>
          <a:prstGeom prst="rect">
            <a:avLst/>
          </a:prstGeom>
          <a:noFill/>
          <a:ln>
            <a:noFill/>
          </a:ln>
        </p:spPr>
        <p:txBody>
          <a:bodyPr anchorCtr="0" anchor="t" bIns="45700" lIns="91425" spcFirstLastPara="1" rIns="91425" wrap="square" tIns="45700">
            <a:noAutofit/>
          </a:bodyPr>
          <a:lstStyle>
            <a:lvl1pPr indent="-331470" lvl="0" marL="457200" algn="just">
              <a:lnSpc>
                <a:spcPct val="100000"/>
              </a:lnSpc>
              <a:spcBef>
                <a:spcPts val="630"/>
              </a:spcBef>
              <a:spcAft>
                <a:spcPts val="0"/>
              </a:spcAft>
              <a:buSzPts val="1620"/>
              <a:buChar char="●"/>
              <a:defRPr/>
            </a:lvl1pPr>
            <a:lvl2pPr indent="-320040" lvl="1" marL="914400" algn="just">
              <a:lnSpc>
                <a:spcPct val="100000"/>
              </a:lnSpc>
              <a:spcBef>
                <a:spcPts val="630"/>
              </a:spcBef>
              <a:spcAft>
                <a:spcPts val="0"/>
              </a:spcAft>
              <a:buSzPts val="1440"/>
              <a:buChar char="●"/>
              <a:defRPr/>
            </a:lvl2pPr>
            <a:lvl3pPr indent="-314325" lvl="2" marL="1371600" algn="just">
              <a:lnSpc>
                <a:spcPct val="100000"/>
              </a:lnSpc>
              <a:spcBef>
                <a:spcPts val="630"/>
              </a:spcBef>
              <a:spcAft>
                <a:spcPts val="0"/>
              </a:spcAft>
              <a:buSzPts val="1350"/>
              <a:buChar char="4"/>
              <a:defRPr/>
            </a:lvl3pPr>
            <a:lvl4pPr indent="-314325" lvl="3" marL="1828800" algn="just">
              <a:lnSpc>
                <a:spcPct val="100000"/>
              </a:lnSpc>
              <a:spcBef>
                <a:spcPts val="630"/>
              </a:spcBef>
              <a:spcAft>
                <a:spcPts val="0"/>
              </a:spcAft>
              <a:buSzPts val="1350"/>
              <a:buChar char="–"/>
              <a:defRPr/>
            </a:lvl4pPr>
            <a:lvl5pPr indent="-314325" lvl="4" marL="2286000" algn="just">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6" name="Shape 66"/>
        <p:cNvGrpSpPr/>
        <p:nvPr/>
      </p:nvGrpSpPr>
      <p:grpSpPr>
        <a:xfrm>
          <a:off x="0" y="0"/>
          <a:ext cx="0" cy="0"/>
          <a:chOff x="0" y="0"/>
          <a:chExt cx="0" cy="0"/>
        </a:xfrm>
      </p:grpSpPr>
      <p:sp>
        <p:nvSpPr>
          <p:cNvPr id="67" name="Google Shape;67;p93"/>
          <p:cNvSpPr txBox="1"/>
          <p:nvPr>
            <p:ph type="title"/>
          </p:nvPr>
        </p:nvSpPr>
        <p:spPr>
          <a:xfrm rot="5400000">
            <a:off x="5220494" y="1948657"/>
            <a:ext cx="5486400" cy="214471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 name="Google Shape;68;p93"/>
          <p:cNvSpPr txBox="1"/>
          <p:nvPr>
            <p:ph idx="1" type="body"/>
          </p:nvPr>
        </p:nvSpPr>
        <p:spPr>
          <a:xfrm rot="5400000">
            <a:off x="854869" y="-119856"/>
            <a:ext cx="5486400" cy="6281738"/>
          </a:xfrm>
          <a:prstGeom prst="rect">
            <a:avLst/>
          </a:prstGeom>
          <a:noFill/>
          <a:ln>
            <a:noFill/>
          </a:ln>
        </p:spPr>
        <p:txBody>
          <a:bodyPr anchorCtr="0" anchor="t" bIns="45700" lIns="91425" spcFirstLastPara="1" rIns="91425" wrap="square" tIns="45700">
            <a:noAutofit/>
          </a:bodyPr>
          <a:lstStyle>
            <a:lvl1pPr indent="-331470" lvl="0" marL="457200" algn="just">
              <a:lnSpc>
                <a:spcPct val="100000"/>
              </a:lnSpc>
              <a:spcBef>
                <a:spcPts val="630"/>
              </a:spcBef>
              <a:spcAft>
                <a:spcPts val="0"/>
              </a:spcAft>
              <a:buSzPts val="1620"/>
              <a:buChar char="●"/>
              <a:defRPr/>
            </a:lvl1pPr>
            <a:lvl2pPr indent="-320040" lvl="1" marL="914400" algn="just">
              <a:lnSpc>
                <a:spcPct val="100000"/>
              </a:lnSpc>
              <a:spcBef>
                <a:spcPts val="630"/>
              </a:spcBef>
              <a:spcAft>
                <a:spcPts val="0"/>
              </a:spcAft>
              <a:buSzPts val="1440"/>
              <a:buChar char="●"/>
              <a:defRPr/>
            </a:lvl2pPr>
            <a:lvl3pPr indent="-314325" lvl="2" marL="1371600" algn="just">
              <a:lnSpc>
                <a:spcPct val="100000"/>
              </a:lnSpc>
              <a:spcBef>
                <a:spcPts val="630"/>
              </a:spcBef>
              <a:spcAft>
                <a:spcPts val="0"/>
              </a:spcAft>
              <a:buSzPts val="1350"/>
              <a:buChar char="4"/>
              <a:defRPr/>
            </a:lvl3pPr>
            <a:lvl4pPr indent="-314325" lvl="3" marL="1828800" algn="just">
              <a:lnSpc>
                <a:spcPct val="100000"/>
              </a:lnSpc>
              <a:spcBef>
                <a:spcPts val="630"/>
              </a:spcBef>
              <a:spcAft>
                <a:spcPts val="0"/>
              </a:spcAft>
              <a:buSzPts val="1350"/>
              <a:buChar char="–"/>
              <a:defRPr/>
            </a:lvl4pPr>
            <a:lvl5pPr indent="-314325" lvl="4" marL="2286000" algn="just">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0" name="Shape 80"/>
        <p:cNvGrpSpPr/>
        <p:nvPr/>
      </p:nvGrpSpPr>
      <p:grpSpPr>
        <a:xfrm>
          <a:off x="0" y="0"/>
          <a:ext cx="0" cy="0"/>
          <a:chOff x="0" y="0"/>
          <a:chExt cx="0" cy="0"/>
        </a:xfrm>
      </p:grpSpPr>
      <p:sp>
        <p:nvSpPr>
          <p:cNvPr id="81" name="Google Shape;81;p72"/>
          <p:cNvSpPr txBox="1"/>
          <p:nvPr/>
        </p:nvSpPr>
        <p:spPr>
          <a:xfrm>
            <a:off x="6934200" y="152400"/>
            <a:ext cx="21336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Operating Systems</a:t>
            </a:r>
            <a:endParaRPr b="0" i="0" sz="1400" u="none" cap="none" strike="noStrike">
              <a:solidFill>
                <a:srgbClr val="000000"/>
              </a:solidFill>
              <a:latin typeface="Arial"/>
              <a:ea typeface="Arial"/>
              <a:cs typeface="Arial"/>
              <a:sym typeface="Arial"/>
            </a:endParaRPr>
          </a:p>
        </p:txBody>
      </p:sp>
      <p:sp>
        <p:nvSpPr>
          <p:cNvPr id="82" name="Google Shape;82;p72"/>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 name="Google Shape;83;p72"/>
          <p:cNvSpPr txBox="1"/>
          <p:nvPr>
            <p:ph idx="1" type="body"/>
          </p:nvPr>
        </p:nvSpPr>
        <p:spPr>
          <a:xfrm>
            <a:off x="533400" y="2286000"/>
            <a:ext cx="8077200" cy="3962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4" name="Google Shape;84;p72"/>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5" name="Shape 85"/>
        <p:cNvGrpSpPr/>
        <p:nvPr/>
      </p:nvGrpSpPr>
      <p:grpSpPr>
        <a:xfrm>
          <a:off x="0" y="0"/>
          <a:ext cx="0" cy="0"/>
          <a:chOff x="0" y="0"/>
          <a:chExt cx="0" cy="0"/>
        </a:xfrm>
      </p:grpSpPr>
      <p:sp>
        <p:nvSpPr>
          <p:cNvPr id="86" name="Google Shape;86;p136"/>
          <p:cNvSpPr/>
          <p:nvPr/>
        </p:nvSpPr>
        <p:spPr>
          <a:xfrm>
            <a:off x="8305800" y="6477000"/>
            <a:ext cx="838200" cy="3048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87" name="Google Shape;87;p136"/>
          <p:cNvSpPr txBox="1"/>
          <p:nvPr>
            <p:ph idx="1" type="subTitle"/>
          </p:nvPr>
        </p:nvSpPr>
        <p:spPr>
          <a:xfrm>
            <a:off x="609600" y="1828800"/>
            <a:ext cx="77724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80"/>
              </a:spcBef>
              <a:spcAft>
                <a:spcPts val="0"/>
              </a:spcAft>
              <a:buClr>
                <a:srgbClr val="222222"/>
              </a:buClr>
              <a:buSzPts val="3400"/>
              <a:buFont typeface="Arial"/>
              <a:buNone/>
              <a:defRPr i="1" sz="3400"/>
            </a:lvl1pPr>
            <a:lvl2pPr lvl="1" algn="l">
              <a:lnSpc>
                <a:spcPct val="100000"/>
              </a:lnSpc>
              <a:spcBef>
                <a:spcPts val="360"/>
              </a:spcBef>
              <a:spcAft>
                <a:spcPts val="0"/>
              </a:spcAft>
              <a:buClr>
                <a:srgbClr val="222222"/>
              </a:buClr>
              <a:buSzPts val="1800"/>
              <a:buChar char="–"/>
              <a:defRPr/>
            </a:lvl2pPr>
            <a:lvl3pPr lvl="2" algn="l">
              <a:lnSpc>
                <a:spcPct val="100000"/>
              </a:lnSpc>
              <a:spcBef>
                <a:spcPts val="360"/>
              </a:spcBef>
              <a:spcAft>
                <a:spcPts val="0"/>
              </a:spcAft>
              <a:buClr>
                <a:srgbClr val="222222"/>
              </a:buClr>
              <a:buSzPts val="1800"/>
              <a:buChar char="•"/>
              <a:defRPr/>
            </a:lvl3pPr>
            <a:lvl4pPr lvl="3" algn="l">
              <a:lnSpc>
                <a:spcPct val="100000"/>
              </a:lnSpc>
              <a:spcBef>
                <a:spcPts val="360"/>
              </a:spcBef>
              <a:spcAft>
                <a:spcPts val="0"/>
              </a:spcAft>
              <a:buClr>
                <a:srgbClr val="222222"/>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p:txBody>
      </p:sp>
      <p:sp>
        <p:nvSpPr>
          <p:cNvPr id="88" name="Google Shape;88;p136"/>
          <p:cNvSpPr txBox="1"/>
          <p:nvPr>
            <p:ph type="title"/>
          </p:nvPr>
        </p:nvSpPr>
        <p:spPr>
          <a:xfrm>
            <a:off x="533400" y="6096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9" name="Google Shape;89;p136"/>
          <p:cNvSpPr txBox="1"/>
          <p:nvPr>
            <p:ph idx="11" type="ftr"/>
          </p:nvPr>
        </p:nvSpPr>
        <p:spPr>
          <a:xfrm>
            <a:off x="6934200" y="152400"/>
            <a:ext cx="2133600" cy="3048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90" name="Google Shape;90;p136"/>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1" name="Shape 91"/>
        <p:cNvGrpSpPr/>
        <p:nvPr/>
      </p:nvGrpSpPr>
      <p:grpSpPr>
        <a:xfrm>
          <a:off x="0" y="0"/>
          <a:ext cx="0" cy="0"/>
          <a:chOff x="0" y="0"/>
          <a:chExt cx="0" cy="0"/>
        </a:xfrm>
      </p:grpSpPr>
      <p:sp>
        <p:nvSpPr>
          <p:cNvPr id="92" name="Google Shape;92;p137"/>
          <p:cNvSpPr txBox="1"/>
          <p:nvPr>
            <p:ph type="title"/>
          </p:nvPr>
        </p:nvSpPr>
        <p:spPr>
          <a:xfrm>
            <a:off x="762000" y="20574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3" name="Google Shape;93;p137"/>
          <p:cNvSpPr txBox="1"/>
          <p:nvPr>
            <p:ph idx="1" type="body"/>
          </p:nvPr>
        </p:nvSpPr>
        <p:spPr>
          <a:xfrm>
            <a:off x="685800" y="533400"/>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222222"/>
              </a:buClr>
              <a:buSzPts val="2000"/>
              <a:buFont typeface="Arial"/>
              <a:buNone/>
              <a:defRPr sz="2000"/>
            </a:lvl1pPr>
            <a:lvl2pPr indent="-228600" lvl="1" marL="914400" algn="l">
              <a:lnSpc>
                <a:spcPct val="100000"/>
              </a:lnSpc>
              <a:spcBef>
                <a:spcPts val="360"/>
              </a:spcBef>
              <a:spcAft>
                <a:spcPts val="0"/>
              </a:spcAft>
              <a:buClr>
                <a:srgbClr val="222222"/>
              </a:buClr>
              <a:buSzPts val="1800"/>
              <a:buFont typeface="Arial"/>
              <a:buNone/>
              <a:defRPr sz="1800"/>
            </a:lvl2pPr>
            <a:lvl3pPr indent="-228600" lvl="2" marL="1371600" algn="l">
              <a:lnSpc>
                <a:spcPct val="100000"/>
              </a:lnSpc>
              <a:spcBef>
                <a:spcPts val="320"/>
              </a:spcBef>
              <a:spcAft>
                <a:spcPts val="0"/>
              </a:spcAft>
              <a:buClr>
                <a:srgbClr val="222222"/>
              </a:buClr>
              <a:buSzPts val="1600"/>
              <a:buFont typeface="Arial"/>
              <a:buNone/>
              <a:defRPr sz="1600"/>
            </a:lvl3pPr>
            <a:lvl4pPr indent="-228600" lvl="3" marL="1828800" algn="l">
              <a:lnSpc>
                <a:spcPct val="100000"/>
              </a:lnSpc>
              <a:spcBef>
                <a:spcPts val="280"/>
              </a:spcBef>
              <a:spcAft>
                <a:spcPts val="0"/>
              </a:spcAft>
              <a:buClr>
                <a:srgbClr val="222222"/>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Times New Roman"/>
              <a:buNone/>
              <a:defRPr sz="1400"/>
            </a:lvl5pPr>
            <a:lvl6pPr indent="-228600" lvl="5" marL="2743200" algn="l">
              <a:lnSpc>
                <a:spcPct val="100000"/>
              </a:lnSpc>
              <a:spcBef>
                <a:spcPts val="280"/>
              </a:spcBef>
              <a:spcAft>
                <a:spcPts val="0"/>
              </a:spcAft>
              <a:buClr>
                <a:schemeClr val="dk1"/>
              </a:buClr>
              <a:buSzPts val="1400"/>
              <a:buFont typeface="Times New Roman"/>
              <a:buNone/>
              <a:defRPr sz="1400"/>
            </a:lvl6pPr>
            <a:lvl7pPr indent="-228600" lvl="6" marL="3200400" algn="l">
              <a:lnSpc>
                <a:spcPct val="100000"/>
              </a:lnSpc>
              <a:spcBef>
                <a:spcPts val="280"/>
              </a:spcBef>
              <a:spcAft>
                <a:spcPts val="0"/>
              </a:spcAft>
              <a:buClr>
                <a:schemeClr val="dk1"/>
              </a:buClr>
              <a:buSzPts val="1400"/>
              <a:buFont typeface="Times New Roman"/>
              <a:buNone/>
              <a:defRPr sz="1400"/>
            </a:lvl7pPr>
            <a:lvl8pPr indent="-228600" lvl="7" marL="3657600" algn="l">
              <a:lnSpc>
                <a:spcPct val="100000"/>
              </a:lnSpc>
              <a:spcBef>
                <a:spcPts val="280"/>
              </a:spcBef>
              <a:spcAft>
                <a:spcPts val="0"/>
              </a:spcAft>
              <a:buClr>
                <a:schemeClr val="dk1"/>
              </a:buClr>
              <a:buSzPts val="1400"/>
              <a:buFont typeface="Times New Roman"/>
              <a:buNone/>
              <a:defRPr sz="1400"/>
            </a:lvl8pPr>
            <a:lvl9pPr indent="-228600" lvl="8" marL="4114800" algn="l">
              <a:lnSpc>
                <a:spcPct val="100000"/>
              </a:lnSpc>
              <a:spcBef>
                <a:spcPts val="280"/>
              </a:spcBef>
              <a:spcAft>
                <a:spcPts val="0"/>
              </a:spcAft>
              <a:buClr>
                <a:schemeClr val="dk1"/>
              </a:buClr>
              <a:buSzPts val="1400"/>
              <a:buFont typeface="Times New Roman"/>
              <a:buNone/>
              <a:defRPr sz="1400"/>
            </a:lvl9pPr>
          </a:lstStyle>
          <a:p/>
        </p:txBody>
      </p:sp>
      <p:sp>
        <p:nvSpPr>
          <p:cNvPr id="94" name="Google Shape;94;p137"/>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5" name="Shape 95"/>
        <p:cNvGrpSpPr/>
        <p:nvPr/>
      </p:nvGrpSpPr>
      <p:grpSpPr>
        <a:xfrm>
          <a:off x="0" y="0"/>
          <a:ext cx="0" cy="0"/>
          <a:chOff x="0" y="0"/>
          <a:chExt cx="0" cy="0"/>
        </a:xfrm>
      </p:grpSpPr>
      <p:sp>
        <p:nvSpPr>
          <p:cNvPr id="96" name="Google Shape;96;p138"/>
          <p:cNvSpPr txBox="1"/>
          <p:nvPr>
            <p:ph type="title"/>
          </p:nvPr>
        </p:nvSpPr>
        <p:spPr>
          <a:xfrm>
            <a:off x="533400" y="9144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7" name="Google Shape;97;p138"/>
          <p:cNvSpPr txBox="1"/>
          <p:nvPr>
            <p:ph idx="1" type="body"/>
          </p:nvPr>
        </p:nvSpPr>
        <p:spPr>
          <a:xfrm>
            <a:off x="533400" y="2209800"/>
            <a:ext cx="3962400" cy="40386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222222"/>
              </a:buClr>
              <a:buSzPts val="2800"/>
              <a:buFont typeface="Arial"/>
              <a:buChar char="•"/>
              <a:defRPr sz="2800"/>
            </a:lvl1pPr>
            <a:lvl2pPr indent="-381000" lvl="1" marL="914400" algn="l">
              <a:lnSpc>
                <a:spcPct val="100000"/>
              </a:lnSpc>
              <a:spcBef>
                <a:spcPts val="480"/>
              </a:spcBef>
              <a:spcAft>
                <a:spcPts val="0"/>
              </a:spcAft>
              <a:buClr>
                <a:srgbClr val="222222"/>
              </a:buClr>
              <a:buSzPts val="2400"/>
              <a:buFont typeface="Arial"/>
              <a:buChar char="–"/>
              <a:defRPr sz="2400"/>
            </a:lvl2pPr>
            <a:lvl3pPr indent="-355600" lvl="2" marL="1371600" algn="l">
              <a:lnSpc>
                <a:spcPct val="100000"/>
              </a:lnSpc>
              <a:spcBef>
                <a:spcPts val="400"/>
              </a:spcBef>
              <a:spcAft>
                <a:spcPts val="0"/>
              </a:spcAft>
              <a:buClr>
                <a:srgbClr val="222222"/>
              </a:buClr>
              <a:buSzPts val="2000"/>
              <a:buFont typeface="Arial"/>
              <a:buChar char="•"/>
              <a:defRPr sz="2000"/>
            </a:lvl3pPr>
            <a:lvl4pPr indent="-342900" lvl="3" marL="1828800" algn="l">
              <a:lnSpc>
                <a:spcPct val="100000"/>
              </a:lnSpc>
              <a:spcBef>
                <a:spcPts val="360"/>
              </a:spcBef>
              <a:spcAft>
                <a:spcPts val="0"/>
              </a:spcAft>
              <a:buClr>
                <a:srgbClr val="222222"/>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98" name="Google Shape;98;p138"/>
          <p:cNvSpPr txBox="1"/>
          <p:nvPr>
            <p:ph idx="2" type="body"/>
          </p:nvPr>
        </p:nvSpPr>
        <p:spPr>
          <a:xfrm>
            <a:off x="4648200" y="2209800"/>
            <a:ext cx="3962400" cy="40386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222222"/>
              </a:buClr>
              <a:buSzPts val="2800"/>
              <a:buFont typeface="Arial"/>
              <a:buChar char="•"/>
              <a:defRPr sz="2800"/>
            </a:lvl1pPr>
            <a:lvl2pPr indent="-381000" lvl="1" marL="914400" algn="l">
              <a:lnSpc>
                <a:spcPct val="100000"/>
              </a:lnSpc>
              <a:spcBef>
                <a:spcPts val="480"/>
              </a:spcBef>
              <a:spcAft>
                <a:spcPts val="0"/>
              </a:spcAft>
              <a:buClr>
                <a:srgbClr val="222222"/>
              </a:buClr>
              <a:buSzPts val="2400"/>
              <a:buFont typeface="Arial"/>
              <a:buChar char="–"/>
              <a:defRPr sz="2400"/>
            </a:lvl2pPr>
            <a:lvl3pPr indent="-355600" lvl="2" marL="1371600" algn="l">
              <a:lnSpc>
                <a:spcPct val="100000"/>
              </a:lnSpc>
              <a:spcBef>
                <a:spcPts val="400"/>
              </a:spcBef>
              <a:spcAft>
                <a:spcPts val="0"/>
              </a:spcAft>
              <a:buClr>
                <a:srgbClr val="222222"/>
              </a:buClr>
              <a:buSzPts val="2000"/>
              <a:buFont typeface="Arial"/>
              <a:buChar char="•"/>
              <a:defRPr sz="2000"/>
            </a:lvl3pPr>
            <a:lvl4pPr indent="-342900" lvl="3" marL="1828800" algn="l">
              <a:lnSpc>
                <a:spcPct val="100000"/>
              </a:lnSpc>
              <a:spcBef>
                <a:spcPts val="360"/>
              </a:spcBef>
              <a:spcAft>
                <a:spcPts val="0"/>
              </a:spcAft>
              <a:buClr>
                <a:srgbClr val="222222"/>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99" name="Google Shape;99;p138"/>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0" name="Shape 100"/>
        <p:cNvGrpSpPr/>
        <p:nvPr/>
      </p:nvGrpSpPr>
      <p:grpSpPr>
        <a:xfrm>
          <a:off x="0" y="0"/>
          <a:ext cx="0" cy="0"/>
          <a:chOff x="0" y="0"/>
          <a:chExt cx="0" cy="0"/>
        </a:xfrm>
      </p:grpSpPr>
      <p:sp>
        <p:nvSpPr>
          <p:cNvPr id="101" name="Google Shape;101;p139"/>
          <p:cNvSpPr txBox="1"/>
          <p:nvPr>
            <p:ph type="title"/>
          </p:nvPr>
        </p:nvSpPr>
        <p:spPr>
          <a:xfrm>
            <a:off x="457200" y="762000"/>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2" name="Google Shape;102;p139"/>
          <p:cNvSpPr txBox="1"/>
          <p:nvPr>
            <p:ph idx="1" type="body"/>
          </p:nvPr>
        </p:nvSpPr>
        <p:spPr>
          <a:xfrm>
            <a:off x="457200" y="2063750"/>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222222"/>
              </a:buClr>
              <a:buSzPts val="2400"/>
              <a:buFont typeface="Arial"/>
              <a:buNone/>
              <a:defRPr b="1" sz="2400"/>
            </a:lvl1pPr>
            <a:lvl2pPr indent="-228600" lvl="1" marL="914400" algn="l">
              <a:lnSpc>
                <a:spcPct val="100000"/>
              </a:lnSpc>
              <a:spcBef>
                <a:spcPts val="400"/>
              </a:spcBef>
              <a:spcAft>
                <a:spcPts val="0"/>
              </a:spcAft>
              <a:buClr>
                <a:srgbClr val="222222"/>
              </a:buClr>
              <a:buSzPts val="2000"/>
              <a:buFont typeface="Arial"/>
              <a:buNone/>
              <a:defRPr b="1" sz="2000"/>
            </a:lvl2pPr>
            <a:lvl3pPr indent="-228600" lvl="2" marL="1371600" algn="l">
              <a:lnSpc>
                <a:spcPct val="100000"/>
              </a:lnSpc>
              <a:spcBef>
                <a:spcPts val="360"/>
              </a:spcBef>
              <a:spcAft>
                <a:spcPts val="0"/>
              </a:spcAft>
              <a:buClr>
                <a:srgbClr val="222222"/>
              </a:buClr>
              <a:buSzPts val="1800"/>
              <a:buFont typeface="Arial"/>
              <a:buNone/>
              <a:defRPr b="1" sz="1800"/>
            </a:lvl3pPr>
            <a:lvl4pPr indent="-228600" lvl="3" marL="1828800" algn="l">
              <a:lnSpc>
                <a:spcPct val="100000"/>
              </a:lnSpc>
              <a:spcBef>
                <a:spcPts val="320"/>
              </a:spcBef>
              <a:spcAft>
                <a:spcPts val="0"/>
              </a:spcAft>
              <a:buClr>
                <a:srgbClr val="222222"/>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103" name="Google Shape;103;p139"/>
          <p:cNvSpPr txBox="1"/>
          <p:nvPr>
            <p:ph idx="2" type="body"/>
          </p:nvPr>
        </p:nvSpPr>
        <p:spPr>
          <a:xfrm>
            <a:off x="457200" y="2890837"/>
            <a:ext cx="4040188" cy="34639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222222"/>
              </a:buClr>
              <a:buSzPts val="2400"/>
              <a:buFont typeface="Arial"/>
              <a:buChar char="•"/>
              <a:defRPr sz="2400"/>
            </a:lvl1pPr>
            <a:lvl2pPr indent="-355600" lvl="1" marL="914400" algn="l">
              <a:lnSpc>
                <a:spcPct val="100000"/>
              </a:lnSpc>
              <a:spcBef>
                <a:spcPts val="400"/>
              </a:spcBef>
              <a:spcAft>
                <a:spcPts val="0"/>
              </a:spcAft>
              <a:buClr>
                <a:srgbClr val="222222"/>
              </a:buClr>
              <a:buSzPts val="2000"/>
              <a:buFont typeface="Arial"/>
              <a:buChar char="–"/>
              <a:defRPr sz="2000"/>
            </a:lvl2pPr>
            <a:lvl3pPr indent="-342900" lvl="2" marL="1371600" algn="l">
              <a:lnSpc>
                <a:spcPct val="100000"/>
              </a:lnSpc>
              <a:spcBef>
                <a:spcPts val="360"/>
              </a:spcBef>
              <a:spcAft>
                <a:spcPts val="0"/>
              </a:spcAft>
              <a:buClr>
                <a:srgbClr val="222222"/>
              </a:buClr>
              <a:buSzPts val="1800"/>
              <a:buFont typeface="Arial"/>
              <a:buChar char="•"/>
              <a:defRPr sz="1800"/>
            </a:lvl3pPr>
            <a:lvl4pPr indent="-330200" lvl="3" marL="1828800" algn="l">
              <a:lnSpc>
                <a:spcPct val="100000"/>
              </a:lnSpc>
              <a:spcBef>
                <a:spcPts val="320"/>
              </a:spcBef>
              <a:spcAft>
                <a:spcPts val="0"/>
              </a:spcAft>
              <a:buClr>
                <a:srgbClr val="222222"/>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104" name="Google Shape;104;p139"/>
          <p:cNvSpPr txBox="1"/>
          <p:nvPr>
            <p:ph idx="3" type="body"/>
          </p:nvPr>
        </p:nvSpPr>
        <p:spPr>
          <a:xfrm>
            <a:off x="4645025" y="2063750"/>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222222"/>
              </a:buClr>
              <a:buSzPts val="2400"/>
              <a:buFont typeface="Arial"/>
              <a:buNone/>
              <a:defRPr b="1" sz="2400"/>
            </a:lvl1pPr>
            <a:lvl2pPr indent="-228600" lvl="1" marL="914400" algn="l">
              <a:lnSpc>
                <a:spcPct val="100000"/>
              </a:lnSpc>
              <a:spcBef>
                <a:spcPts val="400"/>
              </a:spcBef>
              <a:spcAft>
                <a:spcPts val="0"/>
              </a:spcAft>
              <a:buClr>
                <a:srgbClr val="222222"/>
              </a:buClr>
              <a:buSzPts val="2000"/>
              <a:buFont typeface="Arial"/>
              <a:buNone/>
              <a:defRPr b="1" sz="2000"/>
            </a:lvl2pPr>
            <a:lvl3pPr indent="-228600" lvl="2" marL="1371600" algn="l">
              <a:lnSpc>
                <a:spcPct val="100000"/>
              </a:lnSpc>
              <a:spcBef>
                <a:spcPts val="360"/>
              </a:spcBef>
              <a:spcAft>
                <a:spcPts val="0"/>
              </a:spcAft>
              <a:buClr>
                <a:srgbClr val="222222"/>
              </a:buClr>
              <a:buSzPts val="1800"/>
              <a:buFont typeface="Arial"/>
              <a:buNone/>
              <a:defRPr b="1" sz="1800"/>
            </a:lvl3pPr>
            <a:lvl4pPr indent="-228600" lvl="3" marL="1828800" algn="l">
              <a:lnSpc>
                <a:spcPct val="100000"/>
              </a:lnSpc>
              <a:spcBef>
                <a:spcPts val="320"/>
              </a:spcBef>
              <a:spcAft>
                <a:spcPts val="0"/>
              </a:spcAft>
              <a:buClr>
                <a:srgbClr val="222222"/>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105" name="Google Shape;105;p139"/>
          <p:cNvSpPr txBox="1"/>
          <p:nvPr>
            <p:ph idx="4" type="body"/>
          </p:nvPr>
        </p:nvSpPr>
        <p:spPr>
          <a:xfrm>
            <a:off x="4645025" y="2890837"/>
            <a:ext cx="4041775" cy="34639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222222"/>
              </a:buClr>
              <a:buSzPts val="2400"/>
              <a:buFont typeface="Arial"/>
              <a:buChar char="•"/>
              <a:defRPr sz="2400"/>
            </a:lvl1pPr>
            <a:lvl2pPr indent="-355600" lvl="1" marL="914400" algn="l">
              <a:lnSpc>
                <a:spcPct val="100000"/>
              </a:lnSpc>
              <a:spcBef>
                <a:spcPts val="400"/>
              </a:spcBef>
              <a:spcAft>
                <a:spcPts val="0"/>
              </a:spcAft>
              <a:buClr>
                <a:srgbClr val="222222"/>
              </a:buClr>
              <a:buSzPts val="2000"/>
              <a:buFont typeface="Arial"/>
              <a:buChar char="–"/>
              <a:defRPr sz="2000"/>
            </a:lvl2pPr>
            <a:lvl3pPr indent="-342900" lvl="2" marL="1371600" algn="l">
              <a:lnSpc>
                <a:spcPct val="100000"/>
              </a:lnSpc>
              <a:spcBef>
                <a:spcPts val="360"/>
              </a:spcBef>
              <a:spcAft>
                <a:spcPts val="0"/>
              </a:spcAft>
              <a:buClr>
                <a:srgbClr val="222222"/>
              </a:buClr>
              <a:buSzPts val="1800"/>
              <a:buFont typeface="Arial"/>
              <a:buChar char="•"/>
              <a:defRPr sz="1800"/>
            </a:lvl3pPr>
            <a:lvl4pPr indent="-330200" lvl="3" marL="1828800" algn="l">
              <a:lnSpc>
                <a:spcPct val="100000"/>
              </a:lnSpc>
              <a:spcBef>
                <a:spcPts val="320"/>
              </a:spcBef>
              <a:spcAft>
                <a:spcPts val="0"/>
              </a:spcAft>
              <a:buClr>
                <a:srgbClr val="222222"/>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106" name="Google Shape;106;p139"/>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sp>
        <p:nvSpPr>
          <p:cNvPr id="108" name="Google Shape;108;p140"/>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9" name="Google Shape;109;p140"/>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0" name="Shape 110"/>
        <p:cNvGrpSpPr/>
        <p:nvPr/>
      </p:nvGrpSpPr>
      <p:grpSpPr>
        <a:xfrm>
          <a:off x="0" y="0"/>
          <a:ext cx="0" cy="0"/>
          <a:chOff x="0" y="0"/>
          <a:chExt cx="0" cy="0"/>
        </a:xfrm>
      </p:grpSpPr>
      <p:sp>
        <p:nvSpPr>
          <p:cNvPr id="111" name="Google Shape;111;p141"/>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2" name="Shape 112"/>
        <p:cNvGrpSpPr/>
        <p:nvPr/>
      </p:nvGrpSpPr>
      <p:grpSpPr>
        <a:xfrm>
          <a:off x="0" y="0"/>
          <a:ext cx="0" cy="0"/>
          <a:chOff x="0" y="0"/>
          <a:chExt cx="0" cy="0"/>
        </a:xfrm>
      </p:grpSpPr>
      <p:sp>
        <p:nvSpPr>
          <p:cNvPr id="113" name="Google Shape;113;p142"/>
          <p:cNvSpPr txBox="1"/>
          <p:nvPr>
            <p:ph type="title"/>
          </p:nvPr>
        </p:nvSpPr>
        <p:spPr>
          <a:xfrm>
            <a:off x="457200" y="8953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4" name="Google Shape;114;p142"/>
          <p:cNvSpPr txBox="1"/>
          <p:nvPr>
            <p:ph idx="1" type="body"/>
          </p:nvPr>
        </p:nvSpPr>
        <p:spPr>
          <a:xfrm>
            <a:off x="3575050" y="914400"/>
            <a:ext cx="5111750" cy="52117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222222"/>
              </a:buClr>
              <a:buSzPts val="3200"/>
              <a:buFont typeface="Arial"/>
              <a:buChar char="•"/>
              <a:defRPr sz="3200"/>
            </a:lvl1pPr>
            <a:lvl2pPr indent="-406400" lvl="1" marL="914400" algn="l">
              <a:lnSpc>
                <a:spcPct val="100000"/>
              </a:lnSpc>
              <a:spcBef>
                <a:spcPts val="560"/>
              </a:spcBef>
              <a:spcAft>
                <a:spcPts val="0"/>
              </a:spcAft>
              <a:buClr>
                <a:srgbClr val="222222"/>
              </a:buClr>
              <a:buSzPts val="2800"/>
              <a:buFont typeface="Arial"/>
              <a:buChar char="–"/>
              <a:defRPr sz="2800"/>
            </a:lvl2pPr>
            <a:lvl3pPr indent="-381000" lvl="2" marL="1371600" algn="l">
              <a:lnSpc>
                <a:spcPct val="100000"/>
              </a:lnSpc>
              <a:spcBef>
                <a:spcPts val="480"/>
              </a:spcBef>
              <a:spcAft>
                <a:spcPts val="0"/>
              </a:spcAft>
              <a:buClr>
                <a:srgbClr val="222222"/>
              </a:buClr>
              <a:buSzPts val="2400"/>
              <a:buFont typeface="Arial"/>
              <a:buChar char="•"/>
              <a:defRPr sz="2400"/>
            </a:lvl3pPr>
            <a:lvl4pPr indent="-355600" lvl="3" marL="1828800" algn="l">
              <a:lnSpc>
                <a:spcPct val="100000"/>
              </a:lnSpc>
              <a:spcBef>
                <a:spcPts val="400"/>
              </a:spcBef>
              <a:spcAft>
                <a:spcPts val="0"/>
              </a:spcAft>
              <a:buClr>
                <a:srgbClr val="222222"/>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Times New Roman"/>
              <a:buChar char="»"/>
              <a:defRPr sz="2000"/>
            </a:lvl5pPr>
            <a:lvl6pPr indent="-355600" lvl="5" marL="2743200" algn="l">
              <a:lnSpc>
                <a:spcPct val="100000"/>
              </a:lnSpc>
              <a:spcBef>
                <a:spcPts val="400"/>
              </a:spcBef>
              <a:spcAft>
                <a:spcPts val="0"/>
              </a:spcAft>
              <a:buClr>
                <a:schemeClr val="dk1"/>
              </a:buClr>
              <a:buSzPts val="2000"/>
              <a:buFont typeface="Times New Roman"/>
              <a:buChar char="»"/>
              <a:defRPr sz="2000"/>
            </a:lvl6pPr>
            <a:lvl7pPr indent="-355600" lvl="6" marL="3200400" algn="l">
              <a:lnSpc>
                <a:spcPct val="100000"/>
              </a:lnSpc>
              <a:spcBef>
                <a:spcPts val="400"/>
              </a:spcBef>
              <a:spcAft>
                <a:spcPts val="0"/>
              </a:spcAft>
              <a:buClr>
                <a:schemeClr val="dk1"/>
              </a:buClr>
              <a:buSzPts val="2000"/>
              <a:buFont typeface="Times New Roman"/>
              <a:buChar char="»"/>
              <a:defRPr sz="2000"/>
            </a:lvl7pPr>
            <a:lvl8pPr indent="-355600" lvl="7" marL="3657600" algn="l">
              <a:lnSpc>
                <a:spcPct val="100000"/>
              </a:lnSpc>
              <a:spcBef>
                <a:spcPts val="400"/>
              </a:spcBef>
              <a:spcAft>
                <a:spcPts val="0"/>
              </a:spcAft>
              <a:buClr>
                <a:schemeClr val="dk1"/>
              </a:buClr>
              <a:buSzPts val="2000"/>
              <a:buFont typeface="Times New Roman"/>
              <a:buChar char="»"/>
              <a:defRPr sz="2000"/>
            </a:lvl8pPr>
            <a:lvl9pPr indent="-355600" lvl="8" marL="4114800" algn="l">
              <a:lnSpc>
                <a:spcPct val="100000"/>
              </a:lnSpc>
              <a:spcBef>
                <a:spcPts val="400"/>
              </a:spcBef>
              <a:spcAft>
                <a:spcPts val="0"/>
              </a:spcAft>
              <a:buClr>
                <a:schemeClr val="dk1"/>
              </a:buClr>
              <a:buSzPts val="2000"/>
              <a:buFont typeface="Times New Roman"/>
              <a:buChar char="»"/>
              <a:defRPr sz="2000"/>
            </a:lvl9pPr>
          </a:lstStyle>
          <a:p/>
        </p:txBody>
      </p:sp>
      <p:sp>
        <p:nvSpPr>
          <p:cNvPr id="115" name="Google Shape;115;p142"/>
          <p:cNvSpPr txBox="1"/>
          <p:nvPr>
            <p:ph idx="2" type="body"/>
          </p:nvPr>
        </p:nvSpPr>
        <p:spPr>
          <a:xfrm>
            <a:off x="457200" y="2057400"/>
            <a:ext cx="3008313" cy="40687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222222"/>
              </a:buClr>
              <a:buSzPts val="1400"/>
              <a:buFont typeface="Arial"/>
              <a:buNone/>
              <a:defRPr sz="1400"/>
            </a:lvl1pPr>
            <a:lvl2pPr indent="-228600" lvl="1" marL="914400" algn="l">
              <a:lnSpc>
                <a:spcPct val="100000"/>
              </a:lnSpc>
              <a:spcBef>
                <a:spcPts val="240"/>
              </a:spcBef>
              <a:spcAft>
                <a:spcPts val="0"/>
              </a:spcAft>
              <a:buClr>
                <a:srgbClr val="222222"/>
              </a:buClr>
              <a:buSzPts val="1200"/>
              <a:buFont typeface="Arial"/>
              <a:buNone/>
              <a:defRPr sz="1200"/>
            </a:lvl2pPr>
            <a:lvl3pPr indent="-228600" lvl="2" marL="1371600" algn="l">
              <a:lnSpc>
                <a:spcPct val="100000"/>
              </a:lnSpc>
              <a:spcBef>
                <a:spcPts val="200"/>
              </a:spcBef>
              <a:spcAft>
                <a:spcPts val="0"/>
              </a:spcAft>
              <a:buClr>
                <a:srgbClr val="222222"/>
              </a:buClr>
              <a:buSzPts val="1000"/>
              <a:buFont typeface="Arial"/>
              <a:buNone/>
              <a:defRPr sz="1000"/>
            </a:lvl3pPr>
            <a:lvl4pPr indent="-228600" lvl="3" marL="1828800" algn="l">
              <a:lnSpc>
                <a:spcPct val="100000"/>
              </a:lnSpc>
              <a:spcBef>
                <a:spcPts val="180"/>
              </a:spcBef>
              <a:spcAft>
                <a:spcPts val="0"/>
              </a:spcAft>
              <a:buClr>
                <a:srgbClr val="222222"/>
              </a:buClr>
              <a:buSzPts val="900"/>
              <a:buFont typeface="Arial"/>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116" name="Google Shape;116;p142"/>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7" name="Shape 117"/>
        <p:cNvGrpSpPr/>
        <p:nvPr/>
      </p:nvGrpSpPr>
      <p:grpSpPr>
        <a:xfrm>
          <a:off x="0" y="0"/>
          <a:ext cx="0" cy="0"/>
          <a:chOff x="0" y="0"/>
          <a:chExt cx="0" cy="0"/>
        </a:xfrm>
      </p:grpSpPr>
      <p:sp>
        <p:nvSpPr>
          <p:cNvPr id="118" name="Google Shape;118;p14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 name="Google Shape;119;p143"/>
          <p:cNvSpPr/>
          <p:nvPr>
            <p:ph idx="2" type="pic"/>
          </p:nvPr>
        </p:nvSpPr>
        <p:spPr>
          <a:xfrm>
            <a:off x="1792288" y="914399"/>
            <a:ext cx="5486400" cy="3813175"/>
          </a:xfrm>
          <a:prstGeom prst="rect">
            <a:avLst/>
          </a:prstGeom>
          <a:noFill/>
          <a:ln>
            <a:noFill/>
          </a:ln>
        </p:spPr>
      </p:sp>
      <p:sp>
        <p:nvSpPr>
          <p:cNvPr id="120" name="Google Shape;120;p14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222222"/>
              </a:buClr>
              <a:buSzPts val="1400"/>
              <a:buFont typeface="Arial"/>
              <a:buNone/>
              <a:defRPr sz="1400"/>
            </a:lvl1pPr>
            <a:lvl2pPr indent="-228600" lvl="1" marL="914400" algn="l">
              <a:lnSpc>
                <a:spcPct val="100000"/>
              </a:lnSpc>
              <a:spcBef>
                <a:spcPts val="240"/>
              </a:spcBef>
              <a:spcAft>
                <a:spcPts val="0"/>
              </a:spcAft>
              <a:buClr>
                <a:srgbClr val="222222"/>
              </a:buClr>
              <a:buSzPts val="1200"/>
              <a:buFont typeface="Arial"/>
              <a:buNone/>
              <a:defRPr sz="1200"/>
            </a:lvl2pPr>
            <a:lvl3pPr indent="-228600" lvl="2" marL="1371600" algn="l">
              <a:lnSpc>
                <a:spcPct val="100000"/>
              </a:lnSpc>
              <a:spcBef>
                <a:spcPts val="200"/>
              </a:spcBef>
              <a:spcAft>
                <a:spcPts val="0"/>
              </a:spcAft>
              <a:buClr>
                <a:srgbClr val="222222"/>
              </a:buClr>
              <a:buSzPts val="1000"/>
              <a:buFont typeface="Arial"/>
              <a:buNone/>
              <a:defRPr sz="1000"/>
            </a:lvl3pPr>
            <a:lvl4pPr indent="-228600" lvl="3" marL="1828800" algn="l">
              <a:lnSpc>
                <a:spcPct val="100000"/>
              </a:lnSpc>
              <a:spcBef>
                <a:spcPts val="180"/>
              </a:spcBef>
              <a:spcAft>
                <a:spcPts val="0"/>
              </a:spcAft>
              <a:buClr>
                <a:srgbClr val="222222"/>
              </a:buClr>
              <a:buSzPts val="900"/>
              <a:buFont typeface="Arial"/>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121" name="Google Shape;121;p143"/>
          <p:cNvSpPr txBox="1"/>
          <p:nvPr>
            <p:ph idx="11" type="ftr"/>
          </p:nvPr>
        </p:nvSpPr>
        <p:spPr>
          <a:xfrm>
            <a:off x="533400" y="6477000"/>
            <a:ext cx="58674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122" name="Google Shape;122;p143"/>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3" name="Shape 123"/>
        <p:cNvGrpSpPr/>
        <p:nvPr/>
      </p:nvGrpSpPr>
      <p:grpSpPr>
        <a:xfrm>
          <a:off x="0" y="0"/>
          <a:ext cx="0" cy="0"/>
          <a:chOff x="0" y="0"/>
          <a:chExt cx="0" cy="0"/>
        </a:xfrm>
      </p:grpSpPr>
      <p:sp>
        <p:nvSpPr>
          <p:cNvPr id="124" name="Google Shape;124;p144"/>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5" name="Google Shape;125;p144"/>
          <p:cNvSpPr txBox="1"/>
          <p:nvPr>
            <p:ph idx="1" type="body"/>
          </p:nvPr>
        </p:nvSpPr>
        <p:spPr>
          <a:xfrm rot="5400000">
            <a:off x="2590800" y="228600"/>
            <a:ext cx="3962400" cy="80772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6" name="Google Shape;126;p144"/>
          <p:cNvSpPr txBox="1"/>
          <p:nvPr>
            <p:ph idx="11" type="ftr"/>
          </p:nvPr>
        </p:nvSpPr>
        <p:spPr>
          <a:xfrm>
            <a:off x="533400" y="6477000"/>
            <a:ext cx="58674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127" name="Google Shape;127;p144"/>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8" name="Shape 128"/>
        <p:cNvGrpSpPr/>
        <p:nvPr/>
      </p:nvGrpSpPr>
      <p:grpSpPr>
        <a:xfrm>
          <a:off x="0" y="0"/>
          <a:ext cx="0" cy="0"/>
          <a:chOff x="0" y="0"/>
          <a:chExt cx="0" cy="0"/>
        </a:xfrm>
      </p:grpSpPr>
      <p:sp>
        <p:nvSpPr>
          <p:cNvPr id="129" name="Google Shape;129;p145"/>
          <p:cNvSpPr txBox="1"/>
          <p:nvPr>
            <p:ph type="title"/>
          </p:nvPr>
        </p:nvSpPr>
        <p:spPr>
          <a:xfrm rot="5400000">
            <a:off x="4972050" y="2609850"/>
            <a:ext cx="5257800" cy="20193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0" name="Google Shape;130;p145"/>
          <p:cNvSpPr txBox="1"/>
          <p:nvPr>
            <p:ph idx="1" type="body"/>
          </p:nvPr>
        </p:nvSpPr>
        <p:spPr>
          <a:xfrm rot="5400000">
            <a:off x="857250" y="666750"/>
            <a:ext cx="5257800" cy="5905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1" name="Google Shape;131;p145"/>
          <p:cNvSpPr txBox="1"/>
          <p:nvPr>
            <p:ph idx="11" type="ftr"/>
          </p:nvPr>
        </p:nvSpPr>
        <p:spPr>
          <a:xfrm>
            <a:off x="533400" y="6477000"/>
            <a:ext cx="58674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132" name="Google Shape;132;p145"/>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3" name="Shape 133"/>
        <p:cNvGrpSpPr/>
        <p:nvPr/>
      </p:nvGrpSpPr>
      <p:grpSpPr>
        <a:xfrm>
          <a:off x="0" y="0"/>
          <a:ext cx="0" cy="0"/>
          <a:chOff x="0" y="0"/>
          <a:chExt cx="0" cy="0"/>
        </a:xfrm>
      </p:grpSpPr>
      <p:sp>
        <p:nvSpPr>
          <p:cNvPr id="134" name="Google Shape;134;p146"/>
          <p:cNvSpPr txBox="1"/>
          <p:nvPr>
            <p:ph type="title"/>
          </p:nvPr>
        </p:nvSpPr>
        <p:spPr>
          <a:xfrm>
            <a:off x="533400" y="9906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5" name="Google Shape;135;p146"/>
          <p:cNvSpPr txBox="1"/>
          <p:nvPr>
            <p:ph idx="1" type="body"/>
          </p:nvPr>
        </p:nvSpPr>
        <p:spPr>
          <a:xfrm>
            <a:off x="533400" y="2286000"/>
            <a:ext cx="3962400" cy="1905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6" name="Google Shape;136;p146"/>
          <p:cNvSpPr txBox="1"/>
          <p:nvPr>
            <p:ph idx="2" type="body"/>
          </p:nvPr>
        </p:nvSpPr>
        <p:spPr>
          <a:xfrm>
            <a:off x="533400" y="4343400"/>
            <a:ext cx="3962400" cy="1905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7" name="Google Shape;137;p146"/>
          <p:cNvSpPr txBox="1"/>
          <p:nvPr>
            <p:ph idx="3" type="body"/>
          </p:nvPr>
        </p:nvSpPr>
        <p:spPr>
          <a:xfrm>
            <a:off x="4648200" y="2286000"/>
            <a:ext cx="3962400" cy="3962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8" name="Google Shape;138;p146"/>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0" name="Shape 150"/>
        <p:cNvGrpSpPr/>
        <p:nvPr/>
      </p:nvGrpSpPr>
      <p:grpSpPr>
        <a:xfrm>
          <a:off x="0" y="0"/>
          <a:ext cx="0" cy="0"/>
          <a:chOff x="0" y="0"/>
          <a:chExt cx="0" cy="0"/>
        </a:xfrm>
      </p:grpSpPr>
      <p:sp>
        <p:nvSpPr>
          <p:cNvPr id="151" name="Google Shape;151;p74"/>
          <p:cNvSpPr txBox="1"/>
          <p:nvPr/>
        </p:nvSpPr>
        <p:spPr>
          <a:xfrm>
            <a:off x="6934200" y="152400"/>
            <a:ext cx="21336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Operating Systems</a:t>
            </a:r>
            <a:endParaRPr b="0" i="0" sz="1400" u="none" cap="none" strike="noStrike">
              <a:solidFill>
                <a:srgbClr val="000000"/>
              </a:solidFill>
              <a:latin typeface="Arial"/>
              <a:ea typeface="Arial"/>
              <a:cs typeface="Arial"/>
              <a:sym typeface="Arial"/>
            </a:endParaRPr>
          </a:p>
        </p:txBody>
      </p:sp>
      <p:sp>
        <p:nvSpPr>
          <p:cNvPr id="152" name="Google Shape;152;p74"/>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 name="Google Shape;153;p74"/>
          <p:cNvSpPr txBox="1"/>
          <p:nvPr>
            <p:ph idx="1" type="body"/>
          </p:nvPr>
        </p:nvSpPr>
        <p:spPr>
          <a:xfrm>
            <a:off x="533400" y="2286000"/>
            <a:ext cx="8077200" cy="3962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4" name="Google Shape;154;p74"/>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5" name="Shape 155"/>
        <p:cNvGrpSpPr/>
        <p:nvPr/>
      </p:nvGrpSpPr>
      <p:grpSpPr>
        <a:xfrm>
          <a:off x="0" y="0"/>
          <a:ext cx="0" cy="0"/>
          <a:chOff x="0" y="0"/>
          <a:chExt cx="0" cy="0"/>
        </a:xfrm>
      </p:grpSpPr>
      <p:sp>
        <p:nvSpPr>
          <p:cNvPr id="156" name="Google Shape;156;p125"/>
          <p:cNvSpPr/>
          <p:nvPr/>
        </p:nvSpPr>
        <p:spPr>
          <a:xfrm>
            <a:off x="8305800" y="6477000"/>
            <a:ext cx="838200" cy="3048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157" name="Google Shape;157;p125"/>
          <p:cNvSpPr txBox="1"/>
          <p:nvPr>
            <p:ph idx="1" type="subTitle"/>
          </p:nvPr>
        </p:nvSpPr>
        <p:spPr>
          <a:xfrm>
            <a:off x="609600" y="1828800"/>
            <a:ext cx="77724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80"/>
              </a:spcBef>
              <a:spcAft>
                <a:spcPts val="0"/>
              </a:spcAft>
              <a:buClr>
                <a:srgbClr val="222222"/>
              </a:buClr>
              <a:buSzPts val="3400"/>
              <a:buFont typeface="Arial"/>
              <a:buNone/>
              <a:defRPr i="1" sz="3400"/>
            </a:lvl1pPr>
            <a:lvl2pPr lvl="1" algn="l">
              <a:lnSpc>
                <a:spcPct val="100000"/>
              </a:lnSpc>
              <a:spcBef>
                <a:spcPts val="360"/>
              </a:spcBef>
              <a:spcAft>
                <a:spcPts val="0"/>
              </a:spcAft>
              <a:buClr>
                <a:srgbClr val="222222"/>
              </a:buClr>
              <a:buSzPts val="1800"/>
              <a:buChar char="–"/>
              <a:defRPr/>
            </a:lvl2pPr>
            <a:lvl3pPr lvl="2" algn="l">
              <a:lnSpc>
                <a:spcPct val="100000"/>
              </a:lnSpc>
              <a:spcBef>
                <a:spcPts val="360"/>
              </a:spcBef>
              <a:spcAft>
                <a:spcPts val="0"/>
              </a:spcAft>
              <a:buClr>
                <a:srgbClr val="222222"/>
              </a:buClr>
              <a:buSzPts val="1800"/>
              <a:buChar char="•"/>
              <a:defRPr/>
            </a:lvl3pPr>
            <a:lvl4pPr lvl="3" algn="l">
              <a:lnSpc>
                <a:spcPct val="100000"/>
              </a:lnSpc>
              <a:spcBef>
                <a:spcPts val="360"/>
              </a:spcBef>
              <a:spcAft>
                <a:spcPts val="0"/>
              </a:spcAft>
              <a:buClr>
                <a:srgbClr val="222222"/>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p:txBody>
      </p:sp>
      <p:sp>
        <p:nvSpPr>
          <p:cNvPr id="158" name="Google Shape;158;p125"/>
          <p:cNvSpPr txBox="1"/>
          <p:nvPr>
            <p:ph type="title"/>
          </p:nvPr>
        </p:nvSpPr>
        <p:spPr>
          <a:xfrm>
            <a:off x="533400" y="6096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9" name="Google Shape;159;p125"/>
          <p:cNvSpPr txBox="1"/>
          <p:nvPr>
            <p:ph idx="11" type="ftr"/>
          </p:nvPr>
        </p:nvSpPr>
        <p:spPr>
          <a:xfrm>
            <a:off x="6934200" y="152400"/>
            <a:ext cx="2133600" cy="3048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160" name="Google Shape;160;p125"/>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1" name="Shape 161"/>
        <p:cNvGrpSpPr/>
        <p:nvPr/>
      </p:nvGrpSpPr>
      <p:grpSpPr>
        <a:xfrm>
          <a:off x="0" y="0"/>
          <a:ext cx="0" cy="0"/>
          <a:chOff x="0" y="0"/>
          <a:chExt cx="0" cy="0"/>
        </a:xfrm>
      </p:grpSpPr>
      <p:sp>
        <p:nvSpPr>
          <p:cNvPr id="162" name="Google Shape;162;p126"/>
          <p:cNvSpPr txBox="1"/>
          <p:nvPr>
            <p:ph type="title"/>
          </p:nvPr>
        </p:nvSpPr>
        <p:spPr>
          <a:xfrm>
            <a:off x="762000" y="20574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3" name="Google Shape;163;p126"/>
          <p:cNvSpPr txBox="1"/>
          <p:nvPr>
            <p:ph idx="1" type="body"/>
          </p:nvPr>
        </p:nvSpPr>
        <p:spPr>
          <a:xfrm>
            <a:off x="685800" y="533400"/>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222222"/>
              </a:buClr>
              <a:buSzPts val="2000"/>
              <a:buFont typeface="Arial"/>
              <a:buNone/>
              <a:defRPr sz="2000"/>
            </a:lvl1pPr>
            <a:lvl2pPr indent="-228600" lvl="1" marL="914400" algn="l">
              <a:lnSpc>
                <a:spcPct val="100000"/>
              </a:lnSpc>
              <a:spcBef>
                <a:spcPts val="360"/>
              </a:spcBef>
              <a:spcAft>
                <a:spcPts val="0"/>
              </a:spcAft>
              <a:buClr>
                <a:srgbClr val="222222"/>
              </a:buClr>
              <a:buSzPts val="1800"/>
              <a:buFont typeface="Arial"/>
              <a:buNone/>
              <a:defRPr sz="1800"/>
            </a:lvl2pPr>
            <a:lvl3pPr indent="-228600" lvl="2" marL="1371600" algn="l">
              <a:lnSpc>
                <a:spcPct val="100000"/>
              </a:lnSpc>
              <a:spcBef>
                <a:spcPts val="320"/>
              </a:spcBef>
              <a:spcAft>
                <a:spcPts val="0"/>
              </a:spcAft>
              <a:buClr>
                <a:srgbClr val="222222"/>
              </a:buClr>
              <a:buSzPts val="1600"/>
              <a:buFont typeface="Arial"/>
              <a:buNone/>
              <a:defRPr sz="1600"/>
            </a:lvl3pPr>
            <a:lvl4pPr indent="-228600" lvl="3" marL="1828800" algn="l">
              <a:lnSpc>
                <a:spcPct val="100000"/>
              </a:lnSpc>
              <a:spcBef>
                <a:spcPts val="280"/>
              </a:spcBef>
              <a:spcAft>
                <a:spcPts val="0"/>
              </a:spcAft>
              <a:buClr>
                <a:srgbClr val="222222"/>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Times New Roman"/>
              <a:buNone/>
              <a:defRPr sz="1400"/>
            </a:lvl5pPr>
            <a:lvl6pPr indent="-228600" lvl="5" marL="2743200" algn="l">
              <a:lnSpc>
                <a:spcPct val="100000"/>
              </a:lnSpc>
              <a:spcBef>
                <a:spcPts val="280"/>
              </a:spcBef>
              <a:spcAft>
                <a:spcPts val="0"/>
              </a:spcAft>
              <a:buClr>
                <a:schemeClr val="dk1"/>
              </a:buClr>
              <a:buSzPts val="1400"/>
              <a:buFont typeface="Times New Roman"/>
              <a:buNone/>
              <a:defRPr sz="1400"/>
            </a:lvl6pPr>
            <a:lvl7pPr indent="-228600" lvl="6" marL="3200400" algn="l">
              <a:lnSpc>
                <a:spcPct val="100000"/>
              </a:lnSpc>
              <a:spcBef>
                <a:spcPts val="280"/>
              </a:spcBef>
              <a:spcAft>
                <a:spcPts val="0"/>
              </a:spcAft>
              <a:buClr>
                <a:schemeClr val="dk1"/>
              </a:buClr>
              <a:buSzPts val="1400"/>
              <a:buFont typeface="Times New Roman"/>
              <a:buNone/>
              <a:defRPr sz="1400"/>
            </a:lvl7pPr>
            <a:lvl8pPr indent="-228600" lvl="7" marL="3657600" algn="l">
              <a:lnSpc>
                <a:spcPct val="100000"/>
              </a:lnSpc>
              <a:spcBef>
                <a:spcPts val="280"/>
              </a:spcBef>
              <a:spcAft>
                <a:spcPts val="0"/>
              </a:spcAft>
              <a:buClr>
                <a:schemeClr val="dk1"/>
              </a:buClr>
              <a:buSzPts val="1400"/>
              <a:buFont typeface="Times New Roman"/>
              <a:buNone/>
              <a:defRPr sz="1400"/>
            </a:lvl8pPr>
            <a:lvl9pPr indent="-228600" lvl="8" marL="4114800" algn="l">
              <a:lnSpc>
                <a:spcPct val="100000"/>
              </a:lnSpc>
              <a:spcBef>
                <a:spcPts val="280"/>
              </a:spcBef>
              <a:spcAft>
                <a:spcPts val="0"/>
              </a:spcAft>
              <a:buClr>
                <a:schemeClr val="dk1"/>
              </a:buClr>
              <a:buSzPts val="1400"/>
              <a:buFont typeface="Times New Roman"/>
              <a:buNone/>
              <a:defRPr sz="1400"/>
            </a:lvl9pPr>
          </a:lstStyle>
          <a:p/>
        </p:txBody>
      </p:sp>
      <p:sp>
        <p:nvSpPr>
          <p:cNvPr id="164" name="Google Shape;164;p126"/>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5" name="Shape 165"/>
        <p:cNvGrpSpPr/>
        <p:nvPr/>
      </p:nvGrpSpPr>
      <p:grpSpPr>
        <a:xfrm>
          <a:off x="0" y="0"/>
          <a:ext cx="0" cy="0"/>
          <a:chOff x="0" y="0"/>
          <a:chExt cx="0" cy="0"/>
        </a:xfrm>
      </p:grpSpPr>
      <p:sp>
        <p:nvSpPr>
          <p:cNvPr id="166" name="Google Shape;166;p127"/>
          <p:cNvSpPr txBox="1"/>
          <p:nvPr>
            <p:ph type="title"/>
          </p:nvPr>
        </p:nvSpPr>
        <p:spPr>
          <a:xfrm>
            <a:off x="533400" y="9144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7" name="Google Shape;167;p127"/>
          <p:cNvSpPr txBox="1"/>
          <p:nvPr>
            <p:ph idx="1" type="body"/>
          </p:nvPr>
        </p:nvSpPr>
        <p:spPr>
          <a:xfrm>
            <a:off x="533400" y="2209800"/>
            <a:ext cx="3962400" cy="40386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222222"/>
              </a:buClr>
              <a:buSzPts val="2800"/>
              <a:buFont typeface="Arial"/>
              <a:buChar char="•"/>
              <a:defRPr sz="2800"/>
            </a:lvl1pPr>
            <a:lvl2pPr indent="-381000" lvl="1" marL="914400" algn="l">
              <a:lnSpc>
                <a:spcPct val="100000"/>
              </a:lnSpc>
              <a:spcBef>
                <a:spcPts val="480"/>
              </a:spcBef>
              <a:spcAft>
                <a:spcPts val="0"/>
              </a:spcAft>
              <a:buClr>
                <a:srgbClr val="222222"/>
              </a:buClr>
              <a:buSzPts val="2400"/>
              <a:buFont typeface="Arial"/>
              <a:buChar char="–"/>
              <a:defRPr sz="2400"/>
            </a:lvl2pPr>
            <a:lvl3pPr indent="-355600" lvl="2" marL="1371600" algn="l">
              <a:lnSpc>
                <a:spcPct val="100000"/>
              </a:lnSpc>
              <a:spcBef>
                <a:spcPts val="400"/>
              </a:spcBef>
              <a:spcAft>
                <a:spcPts val="0"/>
              </a:spcAft>
              <a:buClr>
                <a:srgbClr val="222222"/>
              </a:buClr>
              <a:buSzPts val="2000"/>
              <a:buFont typeface="Arial"/>
              <a:buChar char="•"/>
              <a:defRPr sz="2000"/>
            </a:lvl3pPr>
            <a:lvl4pPr indent="-342900" lvl="3" marL="1828800" algn="l">
              <a:lnSpc>
                <a:spcPct val="100000"/>
              </a:lnSpc>
              <a:spcBef>
                <a:spcPts val="360"/>
              </a:spcBef>
              <a:spcAft>
                <a:spcPts val="0"/>
              </a:spcAft>
              <a:buClr>
                <a:srgbClr val="222222"/>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168" name="Google Shape;168;p127"/>
          <p:cNvSpPr txBox="1"/>
          <p:nvPr>
            <p:ph idx="2" type="body"/>
          </p:nvPr>
        </p:nvSpPr>
        <p:spPr>
          <a:xfrm>
            <a:off x="4648200" y="2209800"/>
            <a:ext cx="3962400" cy="40386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222222"/>
              </a:buClr>
              <a:buSzPts val="2800"/>
              <a:buFont typeface="Arial"/>
              <a:buChar char="•"/>
              <a:defRPr sz="2800"/>
            </a:lvl1pPr>
            <a:lvl2pPr indent="-381000" lvl="1" marL="914400" algn="l">
              <a:lnSpc>
                <a:spcPct val="100000"/>
              </a:lnSpc>
              <a:spcBef>
                <a:spcPts val="480"/>
              </a:spcBef>
              <a:spcAft>
                <a:spcPts val="0"/>
              </a:spcAft>
              <a:buClr>
                <a:srgbClr val="222222"/>
              </a:buClr>
              <a:buSzPts val="2400"/>
              <a:buFont typeface="Arial"/>
              <a:buChar char="–"/>
              <a:defRPr sz="2400"/>
            </a:lvl2pPr>
            <a:lvl3pPr indent="-355600" lvl="2" marL="1371600" algn="l">
              <a:lnSpc>
                <a:spcPct val="100000"/>
              </a:lnSpc>
              <a:spcBef>
                <a:spcPts val="400"/>
              </a:spcBef>
              <a:spcAft>
                <a:spcPts val="0"/>
              </a:spcAft>
              <a:buClr>
                <a:srgbClr val="222222"/>
              </a:buClr>
              <a:buSzPts val="2000"/>
              <a:buFont typeface="Arial"/>
              <a:buChar char="•"/>
              <a:defRPr sz="2000"/>
            </a:lvl3pPr>
            <a:lvl4pPr indent="-342900" lvl="3" marL="1828800" algn="l">
              <a:lnSpc>
                <a:spcPct val="100000"/>
              </a:lnSpc>
              <a:spcBef>
                <a:spcPts val="360"/>
              </a:spcBef>
              <a:spcAft>
                <a:spcPts val="0"/>
              </a:spcAft>
              <a:buClr>
                <a:srgbClr val="222222"/>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169" name="Google Shape;169;p127"/>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0" name="Shape 170"/>
        <p:cNvGrpSpPr/>
        <p:nvPr/>
      </p:nvGrpSpPr>
      <p:grpSpPr>
        <a:xfrm>
          <a:off x="0" y="0"/>
          <a:ext cx="0" cy="0"/>
          <a:chOff x="0" y="0"/>
          <a:chExt cx="0" cy="0"/>
        </a:xfrm>
      </p:grpSpPr>
      <p:sp>
        <p:nvSpPr>
          <p:cNvPr id="171" name="Google Shape;171;p128"/>
          <p:cNvSpPr txBox="1"/>
          <p:nvPr>
            <p:ph type="title"/>
          </p:nvPr>
        </p:nvSpPr>
        <p:spPr>
          <a:xfrm>
            <a:off x="457200" y="762000"/>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2" name="Google Shape;172;p128"/>
          <p:cNvSpPr txBox="1"/>
          <p:nvPr>
            <p:ph idx="1" type="body"/>
          </p:nvPr>
        </p:nvSpPr>
        <p:spPr>
          <a:xfrm>
            <a:off x="457200" y="2063750"/>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222222"/>
              </a:buClr>
              <a:buSzPts val="2400"/>
              <a:buFont typeface="Arial"/>
              <a:buNone/>
              <a:defRPr b="1" sz="2400"/>
            </a:lvl1pPr>
            <a:lvl2pPr indent="-228600" lvl="1" marL="914400" algn="l">
              <a:lnSpc>
                <a:spcPct val="100000"/>
              </a:lnSpc>
              <a:spcBef>
                <a:spcPts val="400"/>
              </a:spcBef>
              <a:spcAft>
                <a:spcPts val="0"/>
              </a:spcAft>
              <a:buClr>
                <a:srgbClr val="222222"/>
              </a:buClr>
              <a:buSzPts val="2000"/>
              <a:buFont typeface="Arial"/>
              <a:buNone/>
              <a:defRPr b="1" sz="2000"/>
            </a:lvl2pPr>
            <a:lvl3pPr indent="-228600" lvl="2" marL="1371600" algn="l">
              <a:lnSpc>
                <a:spcPct val="100000"/>
              </a:lnSpc>
              <a:spcBef>
                <a:spcPts val="360"/>
              </a:spcBef>
              <a:spcAft>
                <a:spcPts val="0"/>
              </a:spcAft>
              <a:buClr>
                <a:srgbClr val="222222"/>
              </a:buClr>
              <a:buSzPts val="1800"/>
              <a:buFont typeface="Arial"/>
              <a:buNone/>
              <a:defRPr b="1" sz="1800"/>
            </a:lvl3pPr>
            <a:lvl4pPr indent="-228600" lvl="3" marL="1828800" algn="l">
              <a:lnSpc>
                <a:spcPct val="100000"/>
              </a:lnSpc>
              <a:spcBef>
                <a:spcPts val="320"/>
              </a:spcBef>
              <a:spcAft>
                <a:spcPts val="0"/>
              </a:spcAft>
              <a:buClr>
                <a:srgbClr val="222222"/>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173" name="Google Shape;173;p128"/>
          <p:cNvSpPr txBox="1"/>
          <p:nvPr>
            <p:ph idx="2" type="body"/>
          </p:nvPr>
        </p:nvSpPr>
        <p:spPr>
          <a:xfrm>
            <a:off x="457200" y="2890837"/>
            <a:ext cx="4040188" cy="34639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222222"/>
              </a:buClr>
              <a:buSzPts val="2400"/>
              <a:buFont typeface="Arial"/>
              <a:buChar char="•"/>
              <a:defRPr sz="2400"/>
            </a:lvl1pPr>
            <a:lvl2pPr indent="-355600" lvl="1" marL="914400" algn="l">
              <a:lnSpc>
                <a:spcPct val="100000"/>
              </a:lnSpc>
              <a:spcBef>
                <a:spcPts val="400"/>
              </a:spcBef>
              <a:spcAft>
                <a:spcPts val="0"/>
              </a:spcAft>
              <a:buClr>
                <a:srgbClr val="222222"/>
              </a:buClr>
              <a:buSzPts val="2000"/>
              <a:buFont typeface="Arial"/>
              <a:buChar char="–"/>
              <a:defRPr sz="2000"/>
            </a:lvl2pPr>
            <a:lvl3pPr indent="-342900" lvl="2" marL="1371600" algn="l">
              <a:lnSpc>
                <a:spcPct val="100000"/>
              </a:lnSpc>
              <a:spcBef>
                <a:spcPts val="360"/>
              </a:spcBef>
              <a:spcAft>
                <a:spcPts val="0"/>
              </a:spcAft>
              <a:buClr>
                <a:srgbClr val="222222"/>
              </a:buClr>
              <a:buSzPts val="1800"/>
              <a:buFont typeface="Arial"/>
              <a:buChar char="•"/>
              <a:defRPr sz="1800"/>
            </a:lvl3pPr>
            <a:lvl4pPr indent="-330200" lvl="3" marL="1828800" algn="l">
              <a:lnSpc>
                <a:spcPct val="100000"/>
              </a:lnSpc>
              <a:spcBef>
                <a:spcPts val="320"/>
              </a:spcBef>
              <a:spcAft>
                <a:spcPts val="0"/>
              </a:spcAft>
              <a:buClr>
                <a:srgbClr val="222222"/>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174" name="Google Shape;174;p128"/>
          <p:cNvSpPr txBox="1"/>
          <p:nvPr>
            <p:ph idx="3" type="body"/>
          </p:nvPr>
        </p:nvSpPr>
        <p:spPr>
          <a:xfrm>
            <a:off x="4645025" y="2063750"/>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222222"/>
              </a:buClr>
              <a:buSzPts val="2400"/>
              <a:buFont typeface="Arial"/>
              <a:buNone/>
              <a:defRPr b="1" sz="2400"/>
            </a:lvl1pPr>
            <a:lvl2pPr indent="-228600" lvl="1" marL="914400" algn="l">
              <a:lnSpc>
                <a:spcPct val="100000"/>
              </a:lnSpc>
              <a:spcBef>
                <a:spcPts val="400"/>
              </a:spcBef>
              <a:spcAft>
                <a:spcPts val="0"/>
              </a:spcAft>
              <a:buClr>
                <a:srgbClr val="222222"/>
              </a:buClr>
              <a:buSzPts val="2000"/>
              <a:buFont typeface="Arial"/>
              <a:buNone/>
              <a:defRPr b="1" sz="2000"/>
            </a:lvl2pPr>
            <a:lvl3pPr indent="-228600" lvl="2" marL="1371600" algn="l">
              <a:lnSpc>
                <a:spcPct val="100000"/>
              </a:lnSpc>
              <a:spcBef>
                <a:spcPts val="360"/>
              </a:spcBef>
              <a:spcAft>
                <a:spcPts val="0"/>
              </a:spcAft>
              <a:buClr>
                <a:srgbClr val="222222"/>
              </a:buClr>
              <a:buSzPts val="1800"/>
              <a:buFont typeface="Arial"/>
              <a:buNone/>
              <a:defRPr b="1" sz="1800"/>
            </a:lvl3pPr>
            <a:lvl4pPr indent="-228600" lvl="3" marL="1828800" algn="l">
              <a:lnSpc>
                <a:spcPct val="100000"/>
              </a:lnSpc>
              <a:spcBef>
                <a:spcPts val="320"/>
              </a:spcBef>
              <a:spcAft>
                <a:spcPts val="0"/>
              </a:spcAft>
              <a:buClr>
                <a:srgbClr val="222222"/>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175" name="Google Shape;175;p128"/>
          <p:cNvSpPr txBox="1"/>
          <p:nvPr>
            <p:ph idx="4" type="body"/>
          </p:nvPr>
        </p:nvSpPr>
        <p:spPr>
          <a:xfrm>
            <a:off x="4645025" y="2890837"/>
            <a:ext cx="4041775" cy="34639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222222"/>
              </a:buClr>
              <a:buSzPts val="2400"/>
              <a:buFont typeface="Arial"/>
              <a:buChar char="•"/>
              <a:defRPr sz="2400"/>
            </a:lvl1pPr>
            <a:lvl2pPr indent="-355600" lvl="1" marL="914400" algn="l">
              <a:lnSpc>
                <a:spcPct val="100000"/>
              </a:lnSpc>
              <a:spcBef>
                <a:spcPts val="400"/>
              </a:spcBef>
              <a:spcAft>
                <a:spcPts val="0"/>
              </a:spcAft>
              <a:buClr>
                <a:srgbClr val="222222"/>
              </a:buClr>
              <a:buSzPts val="2000"/>
              <a:buFont typeface="Arial"/>
              <a:buChar char="–"/>
              <a:defRPr sz="2000"/>
            </a:lvl2pPr>
            <a:lvl3pPr indent="-342900" lvl="2" marL="1371600" algn="l">
              <a:lnSpc>
                <a:spcPct val="100000"/>
              </a:lnSpc>
              <a:spcBef>
                <a:spcPts val="360"/>
              </a:spcBef>
              <a:spcAft>
                <a:spcPts val="0"/>
              </a:spcAft>
              <a:buClr>
                <a:srgbClr val="222222"/>
              </a:buClr>
              <a:buSzPts val="1800"/>
              <a:buFont typeface="Arial"/>
              <a:buChar char="•"/>
              <a:defRPr sz="1800"/>
            </a:lvl3pPr>
            <a:lvl4pPr indent="-330200" lvl="3" marL="1828800" algn="l">
              <a:lnSpc>
                <a:spcPct val="100000"/>
              </a:lnSpc>
              <a:spcBef>
                <a:spcPts val="320"/>
              </a:spcBef>
              <a:spcAft>
                <a:spcPts val="0"/>
              </a:spcAft>
              <a:buClr>
                <a:srgbClr val="222222"/>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176" name="Google Shape;176;p128"/>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7" name="Shape 177"/>
        <p:cNvGrpSpPr/>
        <p:nvPr/>
      </p:nvGrpSpPr>
      <p:grpSpPr>
        <a:xfrm>
          <a:off x="0" y="0"/>
          <a:ext cx="0" cy="0"/>
          <a:chOff x="0" y="0"/>
          <a:chExt cx="0" cy="0"/>
        </a:xfrm>
      </p:grpSpPr>
      <p:sp>
        <p:nvSpPr>
          <p:cNvPr id="178" name="Google Shape;178;p129"/>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9" name="Google Shape;179;p129"/>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0" name="Shape 180"/>
        <p:cNvGrpSpPr/>
        <p:nvPr/>
      </p:nvGrpSpPr>
      <p:grpSpPr>
        <a:xfrm>
          <a:off x="0" y="0"/>
          <a:ext cx="0" cy="0"/>
          <a:chOff x="0" y="0"/>
          <a:chExt cx="0" cy="0"/>
        </a:xfrm>
      </p:grpSpPr>
      <p:sp>
        <p:nvSpPr>
          <p:cNvPr id="181" name="Google Shape;181;p130"/>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2" name="Shape 182"/>
        <p:cNvGrpSpPr/>
        <p:nvPr/>
      </p:nvGrpSpPr>
      <p:grpSpPr>
        <a:xfrm>
          <a:off x="0" y="0"/>
          <a:ext cx="0" cy="0"/>
          <a:chOff x="0" y="0"/>
          <a:chExt cx="0" cy="0"/>
        </a:xfrm>
      </p:grpSpPr>
      <p:sp>
        <p:nvSpPr>
          <p:cNvPr id="183" name="Google Shape;183;p131"/>
          <p:cNvSpPr txBox="1"/>
          <p:nvPr>
            <p:ph type="title"/>
          </p:nvPr>
        </p:nvSpPr>
        <p:spPr>
          <a:xfrm>
            <a:off x="457200" y="8953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4" name="Google Shape;184;p131"/>
          <p:cNvSpPr txBox="1"/>
          <p:nvPr>
            <p:ph idx="1" type="body"/>
          </p:nvPr>
        </p:nvSpPr>
        <p:spPr>
          <a:xfrm>
            <a:off x="3575050" y="914400"/>
            <a:ext cx="5111750" cy="52117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222222"/>
              </a:buClr>
              <a:buSzPts val="3200"/>
              <a:buFont typeface="Arial"/>
              <a:buChar char="•"/>
              <a:defRPr sz="3200"/>
            </a:lvl1pPr>
            <a:lvl2pPr indent="-406400" lvl="1" marL="914400" algn="l">
              <a:lnSpc>
                <a:spcPct val="100000"/>
              </a:lnSpc>
              <a:spcBef>
                <a:spcPts val="560"/>
              </a:spcBef>
              <a:spcAft>
                <a:spcPts val="0"/>
              </a:spcAft>
              <a:buClr>
                <a:srgbClr val="222222"/>
              </a:buClr>
              <a:buSzPts val="2800"/>
              <a:buFont typeface="Arial"/>
              <a:buChar char="–"/>
              <a:defRPr sz="2800"/>
            </a:lvl2pPr>
            <a:lvl3pPr indent="-381000" lvl="2" marL="1371600" algn="l">
              <a:lnSpc>
                <a:spcPct val="100000"/>
              </a:lnSpc>
              <a:spcBef>
                <a:spcPts val="480"/>
              </a:spcBef>
              <a:spcAft>
                <a:spcPts val="0"/>
              </a:spcAft>
              <a:buClr>
                <a:srgbClr val="222222"/>
              </a:buClr>
              <a:buSzPts val="2400"/>
              <a:buFont typeface="Arial"/>
              <a:buChar char="•"/>
              <a:defRPr sz="2400"/>
            </a:lvl3pPr>
            <a:lvl4pPr indent="-355600" lvl="3" marL="1828800" algn="l">
              <a:lnSpc>
                <a:spcPct val="100000"/>
              </a:lnSpc>
              <a:spcBef>
                <a:spcPts val="400"/>
              </a:spcBef>
              <a:spcAft>
                <a:spcPts val="0"/>
              </a:spcAft>
              <a:buClr>
                <a:srgbClr val="222222"/>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Times New Roman"/>
              <a:buChar char="»"/>
              <a:defRPr sz="2000"/>
            </a:lvl5pPr>
            <a:lvl6pPr indent="-355600" lvl="5" marL="2743200" algn="l">
              <a:lnSpc>
                <a:spcPct val="100000"/>
              </a:lnSpc>
              <a:spcBef>
                <a:spcPts val="400"/>
              </a:spcBef>
              <a:spcAft>
                <a:spcPts val="0"/>
              </a:spcAft>
              <a:buClr>
                <a:schemeClr val="dk1"/>
              </a:buClr>
              <a:buSzPts val="2000"/>
              <a:buFont typeface="Times New Roman"/>
              <a:buChar char="»"/>
              <a:defRPr sz="2000"/>
            </a:lvl6pPr>
            <a:lvl7pPr indent="-355600" lvl="6" marL="3200400" algn="l">
              <a:lnSpc>
                <a:spcPct val="100000"/>
              </a:lnSpc>
              <a:spcBef>
                <a:spcPts val="400"/>
              </a:spcBef>
              <a:spcAft>
                <a:spcPts val="0"/>
              </a:spcAft>
              <a:buClr>
                <a:schemeClr val="dk1"/>
              </a:buClr>
              <a:buSzPts val="2000"/>
              <a:buFont typeface="Times New Roman"/>
              <a:buChar char="»"/>
              <a:defRPr sz="2000"/>
            </a:lvl7pPr>
            <a:lvl8pPr indent="-355600" lvl="7" marL="3657600" algn="l">
              <a:lnSpc>
                <a:spcPct val="100000"/>
              </a:lnSpc>
              <a:spcBef>
                <a:spcPts val="400"/>
              </a:spcBef>
              <a:spcAft>
                <a:spcPts val="0"/>
              </a:spcAft>
              <a:buClr>
                <a:schemeClr val="dk1"/>
              </a:buClr>
              <a:buSzPts val="2000"/>
              <a:buFont typeface="Times New Roman"/>
              <a:buChar char="»"/>
              <a:defRPr sz="2000"/>
            </a:lvl8pPr>
            <a:lvl9pPr indent="-355600" lvl="8" marL="4114800" algn="l">
              <a:lnSpc>
                <a:spcPct val="100000"/>
              </a:lnSpc>
              <a:spcBef>
                <a:spcPts val="400"/>
              </a:spcBef>
              <a:spcAft>
                <a:spcPts val="0"/>
              </a:spcAft>
              <a:buClr>
                <a:schemeClr val="dk1"/>
              </a:buClr>
              <a:buSzPts val="2000"/>
              <a:buFont typeface="Times New Roman"/>
              <a:buChar char="»"/>
              <a:defRPr sz="2000"/>
            </a:lvl9pPr>
          </a:lstStyle>
          <a:p/>
        </p:txBody>
      </p:sp>
      <p:sp>
        <p:nvSpPr>
          <p:cNvPr id="185" name="Google Shape;185;p131"/>
          <p:cNvSpPr txBox="1"/>
          <p:nvPr>
            <p:ph idx="2" type="body"/>
          </p:nvPr>
        </p:nvSpPr>
        <p:spPr>
          <a:xfrm>
            <a:off x="457200" y="2057400"/>
            <a:ext cx="3008313" cy="40687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222222"/>
              </a:buClr>
              <a:buSzPts val="1400"/>
              <a:buFont typeface="Arial"/>
              <a:buNone/>
              <a:defRPr sz="1400"/>
            </a:lvl1pPr>
            <a:lvl2pPr indent="-228600" lvl="1" marL="914400" algn="l">
              <a:lnSpc>
                <a:spcPct val="100000"/>
              </a:lnSpc>
              <a:spcBef>
                <a:spcPts val="240"/>
              </a:spcBef>
              <a:spcAft>
                <a:spcPts val="0"/>
              </a:spcAft>
              <a:buClr>
                <a:srgbClr val="222222"/>
              </a:buClr>
              <a:buSzPts val="1200"/>
              <a:buFont typeface="Arial"/>
              <a:buNone/>
              <a:defRPr sz="1200"/>
            </a:lvl2pPr>
            <a:lvl3pPr indent="-228600" lvl="2" marL="1371600" algn="l">
              <a:lnSpc>
                <a:spcPct val="100000"/>
              </a:lnSpc>
              <a:spcBef>
                <a:spcPts val="200"/>
              </a:spcBef>
              <a:spcAft>
                <a:spcPts val="0"/>
              </a:spcAft>
              <a:buClr>
                <a:srgbClr val="222222"/>
              </a:buClr>
              <a:buSzPts val="1000"/>
              <a:buFont typeface="Arial"/>
              <a:buNone/>
              <a:defRPr sz="1000"/>
            </a:lvl3pPr>
            <a:lvl4pPr indent="-228600" lvl="3" marL="1828800" algn="l">
              <a:lnSpc>
                <a:spcPct val="100000"/>
              </a:lnSpc>
              <a:spcBef>
                <a:spcPts val="180"/>
              </a:spcBef>
              <a:spcAft>
                <a:spcPts val="0"/>
              </a:spcAft>
              <a:buClr>
                <a:srgbClr val="222222"/>
              </a:buClr>
              <a:buSzPts val="900"/>
              <a:buFont typeface="Arial"/>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186" name="Google Shape;186;p131"/>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7" name="Shape 187"/>
        <p:cNvGrpSpPr/>
        <p:nvPr/>
      </p:nvGrpSpPr>
      <p:grpSpPr>
        <a:xfrm>
          <a:off x="0" y="0"/>
          <a:ext cx="0" cy="0"/>
          <a:chOff x="0" y="0"/>
          <a:chExt cx="0" cy="0"/>
        </a:xfrm>
      </p:grpSpPr>
      <p:sp>
        <p:nvSpPr>
          <p:cNvPr id="188" name="Google Shape;188;p1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9" name="Google Shape;189;p132"/>
          <p:cNvSpPr/>
          <p:nvPr>
            <p:ph idx="2" type="pic"/>
          </p:nvPr>
        </p:nvSpPr>
        <p:spPr>
          <a:xfrm>
            <a:off x="1792288" y="914399"/>
            <a:ext cx="5486400" cy="3813175"/>
          </a:xfrm>
          <a:prstGeom prst="rect">
            <a:avLst/>
          </a:prstGeom>
          <a:noFill/>
          <a:ln>
            <a:noFill/>
          </a:ln>
        </p:spPr>
      </p:sp>
      <p:sp>
        <p:nvSpPr>
          <p:cNvPr id="190" name="Google Shape;190;p1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222222"/>
              </a:buClr>
              <a:buSzPts val="1400"/>
              <a:buFont typeface="Arial"/>
              <a:buNone/>
              <a:defRPr sz="1400"/>
            </a:lvl1pPr>
            <a:lvl2pPr indent="-228600" lvl="1" marL="914400" algn="l">
              <a:lnSpc>
                <a:spcPct val="100000"/>
              </a:lnSpc>
              <a:spcBef>
                <a:spcPts val="240"/>
              </a:spcBef>
              <a:spcAft>
                <a:spcPts val="0"/>
              </a:spcAft>
              <a:buClr>
                <a:srgbClr val="222222"/>
              </a:buClr>
              <a:buSzPts val="1200"/>
              <a:buFont typeface="Arial"/>
              <a:buNone/>
              <a:defRPr sz="1200"/>
            </a:lvl2pPr>
            <a:lvl3pPr indent="-228600" lvl="2" marL="1371600" algn="l">
              <a:lnSpc>
                <a:spcPct val="100000"/>
              </a:lnSpc>
              <a:spcBef>
                <a:spcPts val="200"/>
              </a:spcBef>
              <a:spcAft>
                <a:spcPts val="0"/>
              </a:spcAft>
              <a:buClr>
                <a:srgbClr val="222222"/>
              </a:buClr>
              <a:buSzPts val="1000"/>
              <a:buFont typeface="Arial"/>
              <a:buNone/>
              <a:defRPr sz="1000"/>
            </a:lvl3pPr>
            <a:lvl4pPr indent="-228600" lvl="3" marL="1828800" algn="l">
              <a:lnSpc>
                <a:spcPct val="100000"/>
              </a:lnSpc>
              <a:spcBef>
                <a:spcPts val="180"/>
              </a:spcBef>
              <a:spcAft>
                <a:spcPts val="0"/>
              </a:spcAft>
              <a:buClr>
                <a:srgbClr val="222222"/>
              </a:buClr>
              <a:buSzPts val="900"/>
              <a:buFont typeface="Arial"/>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191" name="Google Shape;191;p132"/>
          <p:cNvSpPr txBox="1"/>
          <p:nvPr>
            <p:ph idx="11" type="ftr"/>
          </p:nvPr>
        </p:nvSpPr>
        <p:spPr>
          <a:xfrm>
            <a:off x="533400" y="6477000"/>
            <a:ext cx="58674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192" name="Google Shape;192;p132"/>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3" name="Shape 193"/>
        <p:cNvGrpSpPr/>
        <p:nvPr/>
      </p:nvGrpSpPr>
      <p:grpSpPr>
        <a:xfrm>
          <a:off x="0" y="0"/>
          <a:ext cx="0" cy="0"/>
          <a:chOff x="0" y="0"/>
          <a:chExt cx="0" cy="0"/>
        </a:xfrm>
      </p:grpSpPr>
      <p:sp>
        <p:nvSpPr>
          <p:cNvPr id="194" name="Google Shape;194;p133"/>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 name="Google Shape;195;p133"/>
          <p:cNvSpPr txBox="1"/>
          <p:nvPr>
            <p:ph idx="1" type="body"/>
          </p:nvPr>
        </p:nvSpPr>
        <p:spPr>
          <a:xfrm rot="5400000">
            <a:off x="2590800" y="228600"/>
            <a:ext cx="3962400" cy="80772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6" name="Google Shape;196;p133"/>
          <p:cNvSpPr txBox="1"/>
          <p:nvPr>
            <p:ph idx="11" type="ftr"/>
          </p:nvPr>
        </p:nvSpPr>
        <p:spPr>
          <a:xfrm>
            <a:off x="533400" y="6477000"/>
            <a:ext cx="58674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197" name="Google Shape;197;p133"/>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8" name="Shape 198"/>
        <p:cNvGrpSpPr/>
        <p:nvPr/>
      </p:nvGrpSpPr>
      <p:grpSpPr>
        <a:xfrm>
          <a:off x="0" y="0"/>
          <a:ext cx="0" cy="0"/>
          <a:chOff x="0" y="0"/>
          <a:chExt cx="0" cy="0"/>
        </a:xfrm>
      </p:grpSpPr>
      <p:sp>
        <p:nvSpPr>
          <p:cNvPr id="199" name="Google Shape;199;p134"/>
          <p:cNvSpPr txBox="1"/>
          <p:nvPr>
            <p:ph type="title"/>
          </p:nvPr>
        </p:nvSpPr>
        <p:spPr>
          <a:xfrm rot="5400000">
            <a:off x="4972050" y="2609850"/>
            <a:ext cx="5257800" cy="20193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0" name="Google Shape;200;p134"/>
          <p:cNvSpPr txBox="1"/>
          <p:nvPr>
            <p:ph idx="1" type="body"/>
          </p:nvPr>
        </p:nvSpPr>
        <p:spPr>
          <a:xfrm rot="5400000">
            <a:off x="857250" y="666750"/>
            <a:ext cx="5257800" cy="5905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1" name="Google Shape;201;p134"/>
          <p:cNvSpPr txBox="1"/>
          <p:nvPr>
            <p:ph idx="11" type="ftr"/>
          </p:nvPr>
        </p:nvSpPr>
        <p:spPr>
          <a:xfrm>
            <a:off x="533400" y="6477000"/>
            <a:ext cx="58674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202" name="Google Shape;202;p134"/>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03" name="Shape 203"/>
        <p:cNvGrpSpPr/>
        <p:nvPr/>
      </p:nvGrpSpPr>
      <p:grpSpPr>
        <a:xfrm>
          <a:off x="0" y="0"/>
          <a:ext cx="0" cy="0"/>
          <a:chOff x="0" y="0"/>
          <a:chExt cx="0" cy="0"/>
        </a:xfrm>
      </p:grpSpPr>
      <p:sp>
        <p:nvSpPr>
          <p:cNvPr id="204" name="Google Shape;204;p135"/>
          <p:cNvSpPr txBox="1"/>
          <p:nvPr>
            <p:ph type="title"/>
          </p:nvPr>
        </p:nvSpPr>
        <p:spPr>
          <a:xfrm>
            <a:off x="533400" y="9906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 name="Google Shape;205;p135"/>
          <p:cNvSpPr txBox="1"/>
          <p:nvPr>
            <p:ph idx="1" type="body"/>
          </p:nvPr>
        </p:nvSpPr>
        <p:spPr>
          <a:xfrm>
            <a:off x="533400" y="2286000"/>
            <a:ext cx="3962400" cy="1905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6" name="Google Shape;206;p135"/>
          <p:cNvSpPr txBox="1"/>
          <p:nvPr>
            <p:ph idx="2" type="body"/>
          </p:nvPr>
        </p:nvSpPr>
        <p:spPr>
          <a:xfrm>
            <a:off x="533400" y="4343400"/>
            <a:ext cx="3962400" cy="1905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7" name="Google Shape;207;p135"/>
          <p:cNvSpPr txBox="1"/>
          <p:nvPr>
            <p:ph idx="3" type="body"/>
          </p:nvPr>
        </p:nvSpPr>
        <p:spPr>
          <a:xfrm>
            <a:off x="4648200" y="2286000"/>
            <a:ext cx="3962400" cy="3962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8" name="Google Shape;208;p135"/>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0" name="Shape 220"/>
        <p:cNvGrpSpPr/>
        <p:nvPr/>
      </p:nvGrpSpPr>
      <p:grpSpPr>
        <a:xfrm>
          <a:off x="0" y="0"/>
          <a:ext cx="0" cy="0"/>
          <a:chOff x="0" y="0"/>
          <a:chExt cx="0" cy="0"/>
        </a:xfrm>
      </p:grpSpPr>
      <p:sp>
        <p:nvSpPr>
          <p:cNvPr id="221" name="Google Shape;221;p76"/>
          <p:cNvSpPr txBox="1"/>
          <p:nvPr/>
        </p:nvSpPr>
        <p:spPr>
          <a:xfrm>
            <a:off x="6934200" y="152400"/>
            <a:ext cx="21336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Operating Systems</a:t>
            </a:r>
            <a:endParaRPr b="0" i="0" sz="1400" u="none" cap="none" strike="noStrike">
              <a:solidFill>
                <a:srgbClr val="000000"/>
              </a:solidFill>
              <a:latin typeface="Arial"/>
              <a:ea typeface="Arial"/>
              <a:cs typeface="Arial"/>
              <a:sym typeface="Arial"/>
            </a:endParaRPr>
          </a:p>
        </p:txBody>
      </p:sp>
      <p:sp>
        <p:nvSpPr>
          <p:cNvPr id="222" name="Google Shape;222;p76"/>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3" name="Google Shape;223;p76"/>
          <p:cNvSpPr txBox="1"/>
          <p:nvPr>
            <p:ph idx="1" type="body"/>
          </p:nvPr>
        </p:nvSpPr>
        <p:spPr>
          <a:xfrm>
            <a:off x="533400" y="2286000"/>
            <a:ext cx="8077200" cy="3962400"/>
          </a:xfrm>
          <a:prstGeom prst="rect">
            <a:avLst/>
          </a:prstGeom>
          <a:noFill/>
          <a:ln>
            <a:noFill/>
          </a:ln>
        </p:spPr>
        <p:txBody>
          <a:bodyPr anchorCtr="0" anchor="t" bIns="45700" lIns="91425" spcFirstLastPara="1" rIns="91425" wrap="square" tIns="45700">
            <a:noAutofit/>
          </a:bodyPr>
          <a:lstStyle>
            <a:lvl1pPr indent="-368300" lvl="0" marL="457200" algn="just">
              <a:lnSpc>
                <a:spcPct val="100000"/>
              </a:lnSpc>
              <a:spcBef>
                <a:spcPts val="440"/>
              </a:spcBef>
              <a:spcAft>
                <a:spcPts val="0"/>
              </a:spcAft>
              <a:buClr>
                <a:srgbClr val="222222"/>
              </a:buClr>
              <a:buSzPts val="2200"/>
              <a:buFont typeface="Arial"/>
              <a:buChar char="•"/>
              <a:defRPr/>
            </a:lvl1pPr>
            <a:lvl2pPr indent="-368300" lvl="1" marL="914400" algn="just">
              <a:lnSpc>
                <a:spcPct val="100000"/>
              </a:lnSpc>
              <a:spcBef>
                <a:spcPts val="440"/>
              </a:spcBef>
              <a:spcAft>
                <a:spcPts val="0"/>
              </a:spcAft>
              <a:buClr>
                <a:srgbClr val="222222"/>
              </a:buClr>
              <a:buSzPts val="2200"/>
              <a:buFont typeface="Arial"/>
              <a:buChar char="–"/>
              <a:defRPr/>
            </a:lvl2pPr>
            <a:lvl3pPr indent="-355600" lvl="2" marL="1371600" algn="just">
              <a:lnSpc>
                <a:spcPct val="100000"/>
              </a:lnSpc>
              <a:spcBef>
                <a:spcPts val="400"/>
              </a:spcBef>
              <a:spcAft>
                <a:spcPts val="0"/>
              </a:spcAft>
              <a:buClr>
                <a:srgbClr val="222222"/>
              </a:buClr>
              <a:buSzPts val="2000"/>
              <a:buFont typeface="Arial"/>
              <a:buChar char="•"/>
              <a:defRPr/>
            </a:lvl3pPr>
            <a:lvl4pPr indent="-355600" lvl="3" marL="1828800" algn="just">
              <a:lnSpc>
                <a:spcPct val="100000"/>
              </a:lnSpc>
              <a:spcBef>
                <a:spcPts val="400"/>
              </a:spcBef>
              <a:spcAft>
                <a:spcPts val="0"/>
              </a:spcAft>
              <a:buClr>
                <a:srgbClr val="222222"/>
              </a:buClr>
              <a:buSzPts val="2000"/>
              <a:buFont typeface="Arial"/>
              <a:buChar char="–"/>
              <a:defRPr/>
            </a:lvl4pPr>
            <a:lvl5pPr indent="-355600" lvl="4" marL="2286000" algn="just">
              <a:lnSpc>
                <a:spcPct val="100000"/>
              </a:lnSpc>
              <a:spcBef>
                <a:spcPts val="400"/>
              </a:spcBef>
              <a:spcAft>
                <a:spcPts val="0"/>
              </a:spcAft>
              <a:buClr>
                <a:schemeClr val="dk1"/>
              </a:buClr>
              <a:buSzPts val="2000"/>
              <a:buFont typeface="Times New Roman"/>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4" name="Google Shape;224;p76"/>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25" name="Shape 225"/>
        <p:cNvGrpSpPr/>
        <p:nvPr/>
      </p:nvGrpSpPr>
      <p:grpSpPr>
        <a:xfrm>
          <a:off x="0" y="0"/>
          <a:ext cx="0" cy="0"/>
          <a:chOff x="0" y="0"/>
          <a:chExt cx="0" cy="0"/>
        </a:xfrm>
      </p:grpSpPr>
      <p:sp>
        <p:nvSpPr>
          <p:cNvPr id="226" name="Google Shape;226;p94"/>
          <p:cNvSpPr/>
          <p:nvPr/>
        </p:nvSpPr>
        <p:spPr>
          <a:xfrm>
            <a:off x="8305800" y="6477000"/>
            <a:ext cx="838200" cy="3048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227" name="Google Shape;227;p94"/>
          <p:cNvSpPr txBox="1"/>
          <p:nvPr>
            <p:ph idx="1" type="subTitle"/>
          </p:nvPr>
        </p:nvSpPr>
        <p:spPr>
          <a:xfrm>
            <a:off x="609600" y="1828800"/>
            <a:ext cx="77724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80"/>
              </a:spcBef>
              <a:spcAft>
                <a:spcPts val="0"/>
              </a:spcAft>
              <a:buClr>
                <a:srgbClr val="222222"/>
              </a:buClr>
              <a:buSzPts val="3400"/>
              <a:buFont typeface="Arial"/>
              <a:buNone/>
              <a:defRPr i="1" sz="3400"/>
            </a:lvl1pPr>
            <a:lvl2pPr lvl="1" algn="l">
              <a:lnSpc>
                <a:spcPct val="100000"/>
              </a:lnSpc>
              <a:spcBef>
                <a:spcPts val="360"/>
              </a:spcBef>
              <a:spcAft>
                <a:spcPts val="0"/>
              </a:spcAft>
              <a:buClr>
                <a:srgbClr val="222222"/>
              </a:buClr>
              <a:buSzPts val="1800"/>
              <a:buChar char="–"/>
              <a:defRPr/>
            </a:lvl2pPr>
            <a:lvl3pPr lvl="2" algn="l">
              <a:lnSpc>
                <a:spcPct val="100000"/>
              </a:lnSpc>
              <a:spcBef>
                <a:spcPts val="360"/>
              </a:spcBef>
              <a:spcAft>
                <a:spcPts val="0"/>
              </a:spcAft>
              <a:buClr>
                <a:srgbClr val="222222"/>
              </a:buClr>
              <a:buSzPts val="1800"/>
              <a:buChar char="•"/>
              <a:defRPr/>
            </a:lvl3pPr>
            <a:lvl4pPr lvl="3" algn="l">
              <a:lnSpc>
                <a:spcPct val="100000"/>
              </a:lnSpc>
              <a:spcBef>
                <a:spcPts val="360"/>
              </a:spcBef>
              <a:spcAft>
                <a:spcPts val="0"/>
              </a:spcAft>
              <a:buClr>
                <a:srgbClr val="222222"/>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p:txBody>
      </p:sp>
      <p:sp>
        <p:nvSpPr>
          <p:cNvPr id="228" name="Google Shape;228;p94"/>
          <p:cNvSpPr txBox="1"/>
          <p:nvPr>
            <p:ph type="title"/>
          </p:nvPr>
        </p:nvSpPr>
        <p:spPr>
          <a:xfrm>
            <a:off x="533400" y="6096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9" name="Google Shape;229;p94"/>
          <p:cNvSpPr txBox="1"/>
          <p:nvPr>
            <p:ph idx="11" type="ftr"/>
          </p:nvPr>
        </p:nvSpPr>
        <p:spPr>
          <a:xfrm>
            <a:off x="6934200" y="152400"/>
            <a:ext cx="2133600" cy="3048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230" name="Google Shape;230;p94"/>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1" name="Shape 231"/>
        <p:cNvGrpSpPr/>
        <p:nvPr/>
      </p:nvGrpSpPr>
      <p:grpSpPr>
        <a:xfrm>
          <a:off x="0" y="0"/>
          <a:ext cx="0" cy="0"/>
          <a:chOff x="0" y="0"/>
          <a:chExt cx="0" cy="0"/>
        </a:xfrm>
      </p:grpSpPr>
      <p:sp>
        <p:nvSpPr>
          <p:cNvPr id="232" name="Google Shape;232;p95"/>
          <p:cNvSpPr txBox="1"/>
          <p:nvPr>
            <p:ph type="title"/>
          </p:nvPr>
        </p:nvSpPr>
        <p:spPr>
          <a:xfrm>
            <a:off x="762000" y="20574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3" name="Google Shape;233;p95"/>
          <p:cNvSpPr txBox="1"/>
          <p:nvPr>
            <p:ph idx="1" type="body"/>
          </p:nvPr>
        </p:nvSpPr>
        <p:spPr>
          <a:xfrm>
            <a:off x="685800" y="533400"/>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222222"/>
              </a:buClr>
              <a:buSzPts val="2000"/>
              <a:buFont typeface="Arial"/>
              <a:buNone/>
              <a:defRPr sz="2000"/>
            </a:lvl1pPr>
            <a:lvl2pPr indent="-228600" lvl="1" marL="914400" algn="l">
              <a:lnSpc>
                <a:spcPct val="100000"/>
              </a:lnSpc>
              <a:spcBef>
                <a:spcPts val="360"/>
              </a:spcBef>
              <a:spcAft>
                <a:spcPts val="0"/>
              </a:spcAft>
              <a:buClr>
                <a:srgbClr val="222222"/>
              </a:buClr>
              <a:buSzPts val="1800"/>
              <a:buFont typeface="Arial"/>
              <a:buNone/>
              <a:defRPr sz="1800"/>
            </a:lvl2pPr>
            <a:lvl3pPr indent="-228600" lvl="2" marL="1371600" algn="l">
              <a:lnSpc>
                <a:spcPct val="100000"/>
              </a:lnSpc>
              <a:spcBef>
                <a:spcPts val="320"/>
              </a:spcBef>
              <a:spcAft>
                <a:spcPts val="0"/>
              </a:spcAft>
              <a:buClr>
                <a:srgbClr val="222222"/>
              </a:buClr>
              <a:buSzPts val="1600"/>
              <a:buFont typeface="Arial"/>
              <a:buNone/>
              <a:defRPr sz="1600"/>
            </a:lvl3pPr>
            <a:lvl4pPr indent="-228600" lvl="3" marL="1828800" algn="l">
              <a:lnSpc>
                <a:spcPct val="100000"/>
              </a:lnSpc>
              <a:spcBef>
                <a:spcPts val="280"/>
              </a:spcBef>
              <a:spcAft>
                <a:spcPts val="0"/>
              </a:spcAft>
              <a:buClr>
                <a:srgbClr val="222222"/>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Times New Roman"/>
              <a:buNone/>
              <a:defRPr sz="1400"/>
            </a:lvl5pPr>
            <a:lvl6pPr indent="-228600" lvl="5" marL="2743200" algn="l">
              <a:lnSpc>
                <a:spcPct val="100000"/>
              </a:lnSpc>
              <a:spcBef>
                <a:spcPts val="280"/>
              </a:spcBef>
              <a:spcAft>
                <a:spcPts val="0"/>
              </a:spcAft>
              <a:buClr>
                <a:schemeClr val="dk1"/>
              </a:buClr>
              <a:buSzPts val="1400"/>
              <a:buFont typeface="Times New Roman"/>
              <a:buNone/>
              <a:defRPr sz="1400"/>
            </a:lvl6pPr>
            <a:lvl7pPr indent="-228600" lvl="6" marL="3200400" algn="l">
              <a:lnSpc>
                <a:spcPct val="100000"/>
              </a:lnSpc>
              <a:spcBef>
                <a:spcPts val="280"/>
              </a:spcBef>
              <a:spcAft>
                <a:spcPts val="0"/>
              </a:spcAft>
              <a:buClr>
                <a:schemeClr val="dk1"/>
              </a:buClr>
              <a:buSzPts val="1400"/>
              <a:buFont typeface="Times New Roman"/>
              <a:buNone/>
              <a:defRPr sz="1400"/>
            </a:lvl7pPr>
            <a:lvl8pPr indent="-228600" lvl="7" marL="3657600" algn="l">
              <a:lnSpc>
                <a:spcPct val="100000"/>
              </a:lnSpc>
              <a:spcBef>
                <a:spcPts val="280"/>
              </a:spcBef>
              <a:spcAft>
                <a:spcPts val="0"/>
              </a:spcAft>
              <a:buClr>
                <a:schemeClr val="dk1"/>
              </a:buClr>
              <a:buSzPts val="1400"/>
              <a:buFont typeface="Times New Roman"/>
              <a:buNone/>
              <a:defRPr sz="1400"/>
            </a:lvl8pPr>
            <a:lvl9pPr indent="-228600" lvl="8" marL="4114800" algn="l">
              <a:lnSpc>
                <a:spcPct val="100000"/>
              </a:lnSpc>
              <a:spcBef>
                <a:spcPts val="280"/>
              </a:spcBef>
              <a:spcAft>
                <a:spcPts val="0"/>
              </a:spcAft>
              <a:buClr>
                <a:schemeClr val="dk1"/>
              </a:buClr>
              <a:buSzPts val="1400"/>
              <a:buFont typeface="Times New Roman"/>
              <a:buNone/>
              <a:defRPr sz="1400"/>
            </a:lvl9pPr>
          </a:lstStyle>
          <a:p/>
        </p:txBody>
      </p:sp>
      <p:sp>
        <p:nvSpPr>
          <p:cNvPr id="234" name="Google Shape;234;p95"/>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5" name="Shape 235"/>
        <p:cNvGrpSpPr/>
        <p:nvPr/>
      </p:nvGrpSpPr>
      <p:grpSpPr>
        <a:xfrm>
          <a:off x="0" y="0"/>
          <a:ext cx="0" cy="0"/>
          <a:chOff x="0" y="0"/>
          <a:chExt cx="0" cy="0"/>
        </a:xfrm>
      </p:grpSpPr>
      <p:sp>
        <p:nvSpPr>
          <p:cNvPr id="236" name="Google Shape;236;p96"/>
          <p:cNvSpPr txBox="1"/>
          <p:nvPr>
            <p:ph type="title"/>
          </p:nvPr>
        </p:nvSpPr>
        <p:spPr>
          <a:xfrm>
            <a:off x="533400" y="9144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7" name="Google Shape;237;p96"/>
          <p:cNvSpPr txBox="1"/>
          <p:nvPr>
            <p:ph idx="1" type="body"/>
          </p:nvPr>
        </p:nvSpPr>
        <p:spPr>
          <a:xfrm>
            <a:off x="533400" y="2209800"/>
            <a:ext cx="3962400" cy="40386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222222"/>
              </a:buClr>
              <a:buSzPts val="2800"/>
              <a:buFont typeface="Arial"/>
              <a:buChar char="•"/>
              <a:defRPr sz="2800"/>
            </a:lvl1pPr>
            <a:lvl2pPr indent="-381000" lvl="1" marL="914400" algn="l">
              <a:lnSpc>
                <a:spcPct val="100000"/>
              </a:lnSpc>
              <a:spcBef>
                <a:spcPts val="480"/>
              </a:spcBef>
              <a:spcAft>
                <a:spcPts val="0"/>
              </a:spcAft>
              <a:buClr>
                <a:srgbClr val="222222"/>
              </a:buClr>
              <a:buSzPts val="2400"/>
              <a:buFont typeface="Arial"/>
              <a:buChar char="–"/>
              <a:defRPr sz="2400"/>
            </a:lvl2pPr>
            <a:lvl3pPr indent="-355600" lvl="2" marL="1371600" algn="l">
              <a:lnSpc>
                <a:spcPct val="100000"/>
              </a:lnSpc>
              <a:spcBef>
                <a:spcPts val="400"/>
              </a:spcBef>
              <a:spcAft>
                <a:spcPts val="0"/>
              </a:spcAft>
              <a:buClr>
                <a:srgbClr val="222222"/>
              </a:buClr>
              <a:buSzPts val="2000"/>
              <a:buFont typeface="Arial"/>
              <a:buChar char="•"/>
              <a:defRPr sz="2000"/>
            </a:lvl3pPr>
            <a:lvl4pPr indent="-342900" lvl="3" marL="1828800" algn="l">
              <a:lnSpc>
                <a:spcPct val="100000"/>
              </a:lnSpc>
              <a:spcBef>
                <a:spcPts val="360"/>
              </a:spcBef>
              <a:spcAft>
                <a:spcPts val="0"/>
              </a:spcAft>
              <a:buClr>
                <a:srgbClr val="222222"/>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238" name="Google Shape;238;p96"/>
          <p:cNvSpPr txBox="1"/>
          <p:nvPr>
            <p:ph idx="2" type="body"/>
          </p:nvPr>
        </p:nvSpPr>
        <p:spPr>
          <a:xfrm>
            <a:off x="4648200" y="2209800"/>
            <a:ext cx="3962400" cy="40386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222222"/>
              </a:buClr>
              <a:buSzPts val="2800"/>
              <a:buFont typeface="Arial"/>
              <a:buChar char="•"/>
              <a:defRPr sz="2800"/>
            </a:lvl1pPr>
            <a:lvl2pPr indent="-381000" lvl="1" marL="914400" algn="l">
              <a:lnSpc>
                <a:spcPct val="100000"/>
              </a:lnSpc>
              <a:spcBef>
                <a:spcPts val="480"/>
              </a:spcBef>
              <a:spcAft>
                <a:spcPts val="0"/>
              </a:spcAft>
              <a:buClr>
                <a:srgbClr val="222222"/>
              </a:buClr>
              <a:buSzPts val="2400"/>
              <a:buFont typeface="Arial"/>
              <a:buChar char="–"/>
              <a:defRPr sz="2400"/>
            </a:lvl2pPr>
            <a:lvl3pPr indent="-355600" lvl="2" marL="1371600" algn="l">
              <a:lnSpc>
                <a:spcPct val="100000"/>
              </a:lnSpc>
              <a:spcBef>
                <a:spcPts val="400"/>
              </a:spcBef>
              <a:spcAft>
                <a:spcPts val="0"/>
              </a:spcAft>
              <a:buClr>
                <a:srgbClr val="222222"/>
              </a:buClr>
              <a:buSzPts val="2000"/>
              <a:buFont typeface="Arial"/>
              <a:buChar char="•"/>
              <a:defRPr sz="2000"/>
            </a:lvl3pPr>
            <a:lvl4pPr indent="-342900" lvl="3" marL="1828800" algn="l">
              <a:lnSpc>
                <a:spcPct val="100000"/>
              </a:lnSpc>
              <a:spcBef>
                <a:spcPts val="360"/>
              </a:spcBef>
              <a:spcAft>
                <a:spcPts val="0"/>
              </a:spcAft>
              <a:buClr>
                <a:srgbClr val="222222"/>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239" name="Google Shape;239;p96"/>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40" name="Shape 240"/>
        <p:cNvGrpSpPr/>
        <p:nvPr/>
      </p:nvGrpSpPr>
      <p:grpSpPr>
        <a:xfrm>
          <a:off x="0" y="0"/>
          <a:ext cx="0" cy="0"/>
          <a:chOff x="0" y="0"/>
          <a:chExt cx="0" cy="0"/>
        </a:xfrm>
      </p:grpSpPr>
      <p:sp>
        <p:nvSpPr>
          <p:cNvPr id="241" name="Google Shape;241;p97"/>
          <p:cNvSpPr txBox="1"/>
          <p:nvPr>
            <p:ph type="title"/>
          </p:nvPr>
        </p:nvSpPr>
        <p:spPr>
          <a:xfrm>
            <a:off x="457200" y="762000"/>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 name="Google Shape;242;p97"/>
          <p:cNvSpPr txBox="1"/>
          <p:nvPr>
            <p:ph idx="1" type="body"/>
          </p:nvPr>
        </p:nvSpPr>
        <p:spPr>
          <a:xfrm>
            <a:off x="457200" y="2063750"/>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222222"/>
              </a:buClr>
              <a:buSzPts val="2400"/>
              <a:buFont typeface="Arial"/>
              <a:buNone/>
              <a:defRPr b="1" sz="2400"/>
            </a:lvl1pPr>
            <a:lvl2pPr indent="-228600" lvl="1" marL="914400" algn="l">
              <a:lnSpc>
                <a:spcPct val="100000"/>
              </a:lnSpc>
              <a:spcBef>
                <a:spcPts val="400"/>
              </a:spcBef>
              <a:spcAft>
                <a:spcPts val="0"/>
              </a:spcAft>
              <a:buClr>
                <a:srgbClr val="222222"/>
              </a:buClr>
              <a:buSzPts val="2000"/>
              <a:buFont typeface="Arial"/>
              <a:buNone/>
              <a:defRPr b="1" sz="2000"/>
            </a:lvl2pPr>
            <a:lvl3pPr indent="-228600" lvl="2" marL="1371600" algn="l">
              <a:lnSpc>
                <a:spcPct val="100000"/>
              </a:lnSpc>
              <a:spcBef>
                <a:spcPts val="360"/>
              </a:spcBef>
              <a:spcAft>
                <a:spcPts val="0"/>
              </a:spcAft>
              <a:buClr>
                <a:srgbClr val="222222"/>
              </a:buClr>
              <a:buSzPts val="1800"/>
              <a:buFont typeface="Arial"/>
              <a:buNone/>
              <a:defRPr b="1" sz="1800"/>
            </a:lvl3pPr>
            <a:lvl4pPr indent="-228600" lvl="3" marL="1828800" algn="l">
              <a:lnSpc>
                <a:spcPct val="100000"/>
              </a:lnSpc>
              <a:spcBef>
                <a:spcPts val="320"/>
              </a:spcBef>
              <a:spcAft>
                <a:spcPts val="0"/>
              </a:spcAft>
              <a:buClr>
                <a:srgbClr val="222222"/>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243" name="Google Shape;243;p97"/>
          <p:cNvSpPr txBox="1"/>
          <p:nvPr>
            <p:ph idx="2" type="body"/>
          </p:nvPr>
        </p:nvSpPr>
        <p:spPr>
          <a:xfrm>
            <a:off x="457200" y="2890837"/>
            <a:ext cx="4040188" cy="34639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222222"/>
              </a:buClr>
              <a:buSzPts val="2400"/>
              <a:buFont typeface="Arial"/>
              <a:buChar char="•"/>
              <a:defRPr sz="2400"/>
            </a:lvl1pPr>
            <a:lvl2pPr indent="-355600" lvl="1" marL="914400" algn="l">
              <a:lnSpc>
                <a:spcPct val="100000"/>
              </a:lnSpc>
              <a:spcBef>
                <a:spcPts val="400"/>
              </a:spcBef>
              <a:spcAft>
                <a:spcPts val="0"/>
              </a:spcAft>
              <a:buClr>
                <a:srgbClr val="222222"/>
              </a:buClr>
              <a:buSzPts val="2000"/>
              <a:buFont typeface="Arial"/>
              <a:buChar char="–"/>
              <a:defRPr sz="2000"/>
            </a:lvl2pPr>
            <a:lvl3pPr indent="-342900" lvl="2" marL="1371600" algn="l">
              <a:lnSpc>
                <a:spcPct val="100000"/>
              </a:lnSpc>
              <a:spcBef>
                <a:spcPts val="360"/>
              </a:spcBef>
              <a:spcAft>
                <a:spcPts val="0"/>
              </a:spcAft>
              <a:buClr>
                <a:srgbClr val="222222"/>
              </a:buClr>
              <a:buSzPts val="1800"/>
              <a:buFont typeface="Arial"/>
              <a:buChar char="•"/>
              <a:defRPr sz="1800"/>
            </a:lvl3pPr>
            <a:lvl4pPr indent="-330200" lvl="3" marL="1828800" algn="l">
              <a:lnSpc>
                <a:spcPct val="100000"/>
              </a:lnSpc>
              <a:spcBef>
                <a:spcPts val="320"/>
              </a:spcBef>
              <a:spcAft>
                <a:spcPts val="0"/>
              </a:spcAft>
              <a:buClr>
                <a:srgbClr val="222222"/>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244" name="Google Shape;244;p97"/>
          <p:cNvSpPr txBox="1"/>
          <p:nvPr>
            <p:ph idx="3" type="body"/>
          </p:nvPr>
        </p:nvSpPr>
        <p:spPr>
          <a:xfrm>
            <a:off x="4645025" y="2063750"/>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222222"/>
              </a:buClr>
              <a:buSzPts val="2400"/>
              <a:buFont typeface="Arial"/>
              <a:buNone/>
              <a:defRPr b="1" sz="2400"/>
            </a:lvl1pPr>
            <a:lvl2pPr indent="-228600" lvl="1" marL="914400" algn="l">
              <a:lnSpc>
                <a:spcPct val="100000"/>
              </a:lnSpc>
              <a:spcBef>
                <a:spcPts val="400"/>
              </a:spcBef>
              <a:spcAft>
                <a:spcPts val="0"/>
              </a:spcAft>
              <a:buClr>
                <a:srgbClr val="222222"/>
              </a:buClr>
              <a:buSzPts val="2000"/>
              <a:buFont typeface="Arial"/>
              <a:buNone/>
              <a:defRPr b="1" sz="2000"/>
            </a:lvl2pPr>
            <a:lvl3pPr indent="-228600" lvl="2" marL="1371600" algn="l">
              <a:lnSpc>
                <a:spcPct val="100000"/>
              </a:lnSpc>
              <a:spcBef>
                <a:spcPts val="360"/>
              </a:spcBef>
              <a:spcAft>
                <a:spcPts val="0"/>
              </a:spcAft>
              <a:buClr>
                <a:srgbClr val="222222"/>
              </a:buClr>
              <a:buSzPts val="1800"/>
              <a:buFont typeface="Arial"/>
              <a:buNone/>
              <a:defRPr b="1" sz="1800"/>
            </a:lvl3pPr>
            <a:lvl4pPr indent="-228600" lvl="3" marL="1828800" algn="l">
              <a:lnSpc>
                <a:spcPct val="100000"/>
              </a:lnSpc>
              <a:spcBef>
                <a:spcPts val="320"/>
              </a:spcBef>
              <a:spcAft>
                <a:spcPts val="0"/>
              </a:spcAft>
              <a:buClr>
                <a:srgbClr val="222222"/>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245" name="Google Shape;245;p97"/>
          <p:cNvSpPr txBox="1"/>
          <p:nvPr>
            <p:ph idx="4" type="body"/>
          </p:nvPr>
        </p:nvSpPr>
        <p:spPr>
          <a:xfrm>
            <a:off x="4645025" y="2890837"/>
            <a:ext cx="4041775" cy="34639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222222"/>
              </a:buClr>
              <a:buSzPts val="2400"/>
              <a:buFont typeface="Arial"/>
              <a:buChar char="•"/>
              <a:defRPr sz="2400"/>
            </a:lvl1pPr>
            <a:lvl2pPr indent="-355600" lvl="1" marL="914400" algn="l">
              <a:lnSpc>
                <a:spcPct val="100000"/>
              </a:lnSpc>
              <a:spcBef>
                <a:spcPts val="400"/>
              </a:spcBef>
              <a:spcAft>
                <a:spcPts val="0"/>
              </a:spcAft>
              <a:buClr>
                <a:srgbClr val="222222"/>
              </a:buClr>
              <a:buSzPts val="2000"/>
              <a:buFont typeface="Arial"/>
              <a:buChar char="–"/>
              <a:defRPr sz="2000"/>
            </a:lvl2pPr>
            <a:lvl3pPr indent="-342900" lvl="2" marL="1371600" algn="l">
              <a:lnSpc>
                <a:spcPct val="100000"/>
              </a:lnSpc>
              <a:spcBef>
                <a:spcPts val="360"/>
              </a:spcBef>
              <a:spcAft>
                <a:spcPts val="0"/>
              </a:spcAft>
              <a:buClr>
                <a:srgbClr val="222222"/>
              </a:buClr>
              <a:buSzPts val="1800"/>
              <a:buFont typeface="Arial"/>
              <a:buChar char="•"/>
              <a:defRPr sz="1800"/>
            </a:lvl3pPr>
            <a:lvl4pPr indent="-330200" lvl="3" marL="1828800" algn="l">
              <a:lnSpc>
                <a:spcPct val="100000"/>
              </a:lnSpc>
              <a:spcBef>
                <a:spcPts val="320"/>
              </a:spcBef>
              <a:spcAft>
                <a:spcPts val="0"/>
              </a:spcAft>
              <a:buClr>
                <a:srgbClr val="222222"/>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246" name="Google Shape;246;p97"/>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7" name="Shape 247"/>
        <p:cNvGrpSpPr/>
        <p:nvPr/>
      </p:nvGrpSpPr>
      <p:grpSpPr>
        <a:xfrm>
          <a:off x="0" y="0"/>
          <a:ext cx="0" cy="0"/>
          <a:chOff x="0" y="0"/>
          <a:chExt cx="0" cy="0"/>
        </a:xfrm>
      </p:grpSpPr>
      <p:sp>
        <p:nvSpPr>
          <p:cNvPr id="248" name="Google Shape;248;p98"/>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9" name="Google Shape;249;p98"/>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0" name="Shape 250"/>
        <p:cNvGrpSpPr/>
        <p:nvPr/>
      </p:nvGrpSpPr>
      <p:grpSpPr>
        <a:xfrm>
          <a:off x="0" y="0"/>
          <a:ext cx="0" cy="0"/>
          <a:chOff x="0" y="0"/>
          <a:chExt cx="0" cy="0"/>
        </a:xfrm>
      </p:grpSpPr>
      <p:sp>
        <p:nvSpPr>
          <p:cNvPr id="251" name="Google Shape;251;p99"/>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52" name="Shape 252"/>
        <p:cNvGrpSpPr/>
        <p:nvPr/>
      </p:nvGrpSpPr>
      <p:grpSpPr>
        <a:xfrm>
          <a:off x="0" y="0"/>
          <a:ext cx="0" cy="0"/>
          <a:chOff x="0" y="0"/>
          <a:chExt cx="0" cy="0"/>
        </a:xfrm>
      </p:grpSpPr>
      <p:sp>
        <p:nvSpPr>
          <p:cNvPr id="253" name="Google Shape;253;p100"/>
          <p:cNvSpPr txBox="1"/>
          <p:nvPr>
            <p:ph type="title"/>
          </p:nvPr>
        </p:nvSpPr>
        <p:spPr>
          <a:xfrm>
            <a:off x="457200" y="8953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4" name="Google Shape;254;p100"/>
          <p:cNvSpPr txBox="1"/>
          <p:nvPr>
            <p:ph idx="1" type="body"/>
          </p:nvPr>
        </p:nvSpPr>
        <p:spPr>
          <a:xfrm>
            <a:off x="3575050" y="914400"/>
            <a:ext cx="5111750" cy="52117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222222"/>
              </a:buClr>
              <a:buSzPts val="3200"/>
              <a:buFont typeface="Arial"/>
              <a:buChar char="•"/>
              <a:defRPr sz="3200"/>
            </a:lvl1pPr>
            <a:lvl2pPr indent="-406400" lvl="1" marL="914400" algn="l">
              <a:lnSpc>
                <a:spcPct val="100000"/>
              </a:lnSpc>
              <a:spcBef>
                <a:spcPts val="560"/>
              </a:spcBef>
              <a:spcAft>
                <a:spcPts val="0"/>
              </a:spcAft>
              <a:buClr>
                <a:srgbClr val="222222"/>
              </a:buClr>
              <a:buSzPts val="2800"/>
              <a:buFont typeface="Arial"/>
              <a:buChar char="–"/>
              <a:defRPr sz="2800"/>
            </a:lvl2pPr>
            <a:lvl3pPr indent="-381000" lvl="2" marL="1371600" algn="l">
              <a:lnSpc>
                <a:spcPct val="100000"/>
              </a:lnSpc>
              <a:spcBef>
                <a:spcPts val="480"/>
              </a:spcBef>
              <a:spcAft>
                <a:spcPts val="0"/>
              </a:spcAft>
              <a:buClr>
                <a:srgbClr val="222222"/>
              </a:buClr>
              <a:buSzPts val="2400"/>
              <a:buFont typeface="Arial"/>
              <a:buChar char="•"/>
              <a:defRPr sz="2400"/>
            </a:lvl3pPr>
            <a:lvl4pPr indent="-355600" lvl="3" marL="1828800" algn="l">
              <a:lnSpc>
                <a:spcPct val="100000"/>
              </a:lnSpc>
              <a:spcBef>
                <a:spcPts val="400"/>
              </a:spcBef>
              <a:spcAft>
                <a:spcPts val="0"/>
              </a:spcAft>
              <a:buClr>
                <a:srgbClr val="222222"/>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Times New Roman"/>
              <a:buChar char="»"/>
              <a:defRPr sz="2000"/>
            </a:lvl5pPr>
            <a:lvl6pPr indent="-355600" lvl="5" marL="2743200" algn="l">
              <a:lnSpc>
                <a:spcPct val="100000"/>
              </a:lnSpc>
              <a:spcBef>
                <a:spcPts val="400"/>
              </a:spcBef>
              <a:spcAft>
                <a:spcPts val="0"/>
              </a:spcAft>
              <a:buClr>
                <a:schemeClr val="dk1"/>
              </a:buClr>
              <a:buSzPts val="2000"/>
              <a:buFont typeface="Times New Roman"/>
              <a:buChar char="»"/>
              <a:defRPr sz="2000"/>
            </a:lvl6pPr>
            <a:lvl7pPr indent="-355600" lvl="6" marL="3200400" algn="l">
              <a:lnSpc>
                <a:spcPct val="100000"/>
              </a:lnSpc>
              <a:spcBef>
                <a:spcPts val="400"/>
              </a:spcBef>
              <a:spcAft>
                <a:spcPts val="0"/>
              </a:spcAft>
              <a:buClr>
                <a:schemeClr val="dk1"/>
              </a:buClr>
              <a:buSzPts val="2000"/>
              <a:buFont typeface="Times New Roman"/>
              <a:buChar char="»"/>
              <a:defRPr sz="2000"/>
            </a:lvl7pPr>
            <a:lvl8pPr indent="-355600" lvl="7" marL="3657600" algn="l">
              <a:lnSpc>
                <a:spcPct val="100000"/>
              </a:lnSpc>
              <a:spcBef>
                <a:spcPts val="400"/>
              </a:spcBef>
              <a:spcAft>
                <a:spcPts val="0"/>
              </a:spcAft>
              <a:buClr>
                <a:schemeClr val="dk1"/>
              </a:buClr>
              <a:buSzPts val="2000"/>
              <a:buFont typeface="Times New Roman"/>
              <a:buChar char="»"/>
              <a:defRPr sz="2000"/>
            </a:lvl8pPr>
            <a:lvl9pPr indent="-355600" lvl="8" marL="4114800" algn="l">
              <a:lnSpc>
                <a:spcPct val="100000"/>
              </a:lnSpc>
              <a:spcBef>
                <a:spcPts val="400"/>
              </a:spcBef>
              <a:spcAft>
                <a:spcPts val="0"/>
              </a:spcAft>
              <a:buClr>
                <a:schemeClr val="dk1"/>
              </a:buClr>
              <a:buSzPts val="2000"/>
              <a:buFont typeface="Times New Roman"/>
              <a:buChar char="»"/>
              <a:defRPr sz="2000"/>
            </a:lvl9pPr>
          </a:lstStyle>
          <a:p/>
        </p:txBody>
      </p:sp>
      <p:sp>
        <p:nvSpPr>
          <p:cNvPr id="255" name="Google Shape;255;p100"/>
          <p:cNvSpPr txBox="1"/>
          <p:nvPr>
            <p:ph idx="2" type="body"/>
          </p:nvPr>
        </p:nvSpPr>
        <p:spPr>
          <a:xfrm>
            <a:off x="457200" y="2057400"/>
            <a:ext cx="3008313" cy="40687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222222"/>
              </a:buClr>
              <a:buSzPts val="1400"/>
              <a:buFont typeface="Arial"/>
              <a:buNone/>
              <a:defRPr sz="1400"/>
            </a:lvl1pPr>
            <a:lvl2pPr indent="-228600" lvl="1" marL="914400" algn="l">
              <a:lnSpc>
                <a:spcPct val="100000"/>
              </a:lnSpc>
              <a:spcBef>
                <a:spcPts val="240"/>
              </a:spcBef>
              <a:spcAft>
                <a:spcPts val="0"/>
              </a:spcAft>
              <a:buClr>
                <a:srgbClr val="222222"/>
              </a:buClr>
              <a:buSzPts val="1200"/>
              <a:buFont typeface="Arial"/>
              <a:buNone/>
              <a:defRPr sz="1200"/>
            </a:lvl2pPr>
            <a:lvl3pPr indent="-228600" lvl="2" marL="1371600" algn="l">
              <a:lnSpc>
                <a:spcPct val="100000"/>
              </a:lnSpc>
              <a:spcBef>
                <a:spcPts val="200"/>
              </a:spcBef>
              <a:spcAft>
                <a:spcPts val="0"/>
              </a:spcAft>
              <a:buClr>
                <a:srgbClr val="222222"/>
              </a:buClr>
              <a:buSzPts val="1000"/>
              <a:buFont typeface="Arial"/>
              <a:buNone/>
              <a:defRPr sz="1000"/>
            </a:lvl3pPr>
            <a:lvl4pPr indent="-228600" lvl="3" marL="1828800" algn="l">
              <a:lnSpc>
                <a:spcPct val="100000"/>
              </a:lnSpc>
              <a:spcBef>
                <a:spcPts val="180"/>
              </a:spcBef>
              <a:spcAft>
                <a:spcPts val="0"/>
              </a:spcAft>
              <a:buClr>
                <a:srgbClr val="222222"/>
              </a:buClr>
              <a:buSzPts val="900"/>
              <a:buFont typeface="Arial"/>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256" name="Google Shape;256;p100"/>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57" name="Shape 257"/>
        <p:cNvGrpSpPr/>
        <p:nvPr/>
      </p:nvGrpSpPr>
      <p:grpSpPr>
        <a:xfrm>
          <a:off x="0" y="0"/>
          <a:ext cx="0" cy="0"/>
          <a:chOff x="0" y="0"/>
          <a:chExt cx="0" cy="0"/>
        </a:xfrm>
      </p:grpSpPr>
      <p:sp>
        <p:nvSpPr>
          <p:cNvPr id="258" name="Google Shape;258;p10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9" name="Google Shape;259;p101"/>
          <p:cNvSpPr/>
          <p:nvPr>
            <p:ph idx="2" type="pic"/>
          </p:nvPr>
        </p:nvSpPr>
        <p:spPr>
          <a:xfrm>
            <a:off x="1792288" y="914399"/>
            <a:ext cx="5486400" cy="3813175"/>
          </a:xfrm>
          <a:prstGeom prst="rect">
            <a:avLst/>
          </a:prstGeom>
          <a:noFill/>
          <a:ln>
            <a:noFill/>
          </a:ln>
        </p:spPr>
      </p:sp>
      <p:sp>
        <p:nvSpPr>
          <p:cNvPr id="260" name="Google Shape;260;p10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222222"/>
              </a:buClr>
              <a:buSzPts val="1400"/>
              <a:buFont typeface="Arial"/>
              <a:buNone/>
              <a:defRPr sz="1400"/>
            </a:lvl1pPr>
            <a:lvl2pPr indent="-228600" lvl="1" marL="914400" algn="l">
              <a:lnSpc>
                <a:spcPct val="100000"/>
              </a:lnSpc>
              <a:spcBef>
                <a:spcPts val="240"/>
              </a:spcBef>
              <a:spcAft>
                <a:spcPts val="0"/>
              </a:spcAft>
              <a:buClr>
                <a:srgbClr val="222222"/>
              </a:buClr>
              <a:buSzPts val="1200"/>
              <a:buFont typeface="Arial"/>
              <a:buNone/>
              <a:defRPr sz="1200"/>
            </a:lvl2pPr>
            <a:lvl3pPr indent="-228600" lvl="2" marL="1371600" algn="l">
              <a:lnSpc>
                <a:spcPct val="100000"/>
              </a:lnSpc>
              <a:spcBef>
                <a:spcPts val="200"/>
              </a:spcBef>
              <a:spcAft>
                <a:spcPts val="0"/>
              </a:spcAft>
              <a:buClr>
                <a:srgbClr val="222222"/>
              </a:buClr>
              <a:buSzPts val="1000"/>
              <a:buFont typeface="Arial"/>
              <a:buNone/>
              <a:defRPr sz="1000"/>
            </a:lvl3pPr>
            <a:lvl4pPr indent="-228600" lvl="3" marL="1828800" algn="l">
              <a:lnSpc>
                <a:spcPct val="100000"/>
              </a:lnSpc>
              <a:spcBef>
                <a:spcPts val="180"/>
              </a:spcBef>
              <a:spcAft>
                <a:spcPts val="0"/>
              </a:spcAft>
              <a:buClr>
                <a:srgbClr val="222222"/>
              </a:buClr>
              <a:buSzPts val="900"/>
              <a:buFont typeface="Arial"/>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261" name="Google Shape;261;p101"/>
          <p:cNvSpPr txBox="1"/>
          <p:nvPr>
            <p:ph idx="11" type="ftr"/>
          </p:nvPr>
        </p:nvSpPr>
        <p:spPr>
          <a:xfrm>
            <a:off x="533400" y="6477000"/>
            <a:ext cx="58674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262" name="Google Shape;262;p101"/>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63" name="Shape 263"/>
        <p:cNvGrpSpPr/>
        <p:nvPr/>
      </p:nvGrpSpPr>
      <p:grpSpPr>
        <a:xfrm>
          <a:off x="0" y="0"/>
          <a:ext cx="0" cy="0"/>
          <a:chOff x="0" y="0"/>
          <a:chExt cx="0" cy="0"/>
        </a:xfrm>
      </p:grpSpPr>
      <p:sp>
        <p:nvSpPr>
          <p:cNvPr id="264" name="Google Shape;264;p102"/>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5" name="Google Shape;265;p102"/>
          <p:cNvSpPr txBox="1"/>
          <p:nvPr>
            <p:ph idx="1" type="body"/>
          </p:nvPr>
        </p:nvSpPr>
        <p:spPr>
          <a:xfrm rot="5400000">
            <a:off x="2590800" y="228600"/>
            <a:ext cx="3962400" cy="80772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6" name="Google Shape;266;p102"/>
          <p:cNvSpPr txBox="1"/>
          <p:nvPr>
            <p:ph idx="11" type="ftr"/>
          </p:nvPr>
        </p:nvSpPr>
        <p:spPr>
          <a:xfrm>
            <a:off x="533400" y="6477000"/>
            <a:ext cx="58674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267" name="Google Shape;267;p102"/>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68" name="Shape 268"/>
        <p:cNvGrpSpPr/>
        <p:nvPr/>
      </p:nvGrpSpPr>
      <p:grpSpPr>
        <a:xfrm>
          <a:off x="0" y="0"/>
          <a:ext cx="0" cy="0"/>
          <a:chOff x="0" y="0"/>
          <a:chExt cx="0" cy="0"/>
        </a:xfrm>
      </p:grpSpPr>
      <p:sp>
        <p:nvSpPr>
          <p:cNvPr id="269" name="Google Shape;269;p103"/>
          <p:cNvSpPr txBox="1"/>
          <p:nvPr>
            <p:ph type="title"/>
          </p:nvPr>
        </p:nvSpPr>
        <p:spPr>
          <a:xfrm rot="5400000">
            <a:off x="4972050" y="2609850"/>
            <a:ext cx="5257800" cy="20193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0" name="Google Shape;270;p103"/>
          <p:cNvSpPr txBox="1"/>
          <p:nvPr>
            <p:ph idx="1" type="body"/>
          </p:nvPr>
        </p:nvSpPr>
        <p:spPr>
          <a:xfrm rot="5400000">
            <a:off x="857250" y="666750"/>
            <a:ext cx="5257800" cy="5905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1" name="Google Shape;271;p103"/>
          <p:cNvSpPr txBox="1"/>
          <p:nvPr>
            <p:ph idx="11" type="ftr"/>
          </p:nvPr>
        </p:nvSpPr>
        <p:spPr>
          <a:xfrm>
            <a:off x="533400" y="6477000"/>
            <a:ext cx="58674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272" name="Google Shape;272;p103"/>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73" name="Shape 273"/>
        <p:cNvGrpSpPr/>
        <p:nvPr/>
      </p:nvGrpSpPr>
      <p:grpSpPr>
        <a:xfrm>
          <a:off x="0" y="0"/>
          <a:ext cx="0" cy="0"/>
          <a:chOff x="0" y="0"/>
          <a:chExt cx="0" cy="0"/>
        </a:xfrm>
      </p:grpSpPr>
      <p:sp>
        <p:nvSpPr>
          <p:cNvPr id="274" name="Google Shape;274;p104"/>
          <p:cNvSpPr txBox="1"/>
          <p:nvPr>
            <p:ph type="title"/>
          </p:nvPr>
        </p:nvSpPr>
        <p:spPr>
          <a:xfrm>
            <a:off x="533400" y="9906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5" name="Google Shape;275;p104"/>
          <p:cNvSpPr txBox="1"/>
          <p:nvPr>
            <p:ph idx="1" type="body"/>
          </p:nvPr>
        </p:nvSpPr>
        <p:spPr>
          <a:xfrm>
            <a:off x="533400" y="2286000"/>
            <a:ext cx="3962400" cy="1905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6" name="Google Shape;276;p104"/>
          <p:cNvSpPr txBox="1"/>
          <p:nvPr>
            <p:ph idx="2" type="body"/>
          </p:nvPr>
        </p:nvSpPr>
        <p:spPr>
          <a:xfrm>
            <a:off x="533400" y="4343400"/>
            <a:ext cx="3962400" cy="1905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7" name="Google Shape;277;p104"/>
          <p:cNvSpPr txBox="1"/>
          <p:nvPr>
            <p:ph idx="3" type="body"/>
          </p:nvPr>
        </p:nvSpPr>
        <p:spPr>
          <a:xfrm>
            <a:off x="4648200" y="2286000"/>
            <a:ext cx="3962400" cy="3962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8" name="Google Shape;278;p104"/>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90" name="Shape 290"/>
        <p:cNvGrpSpPr/>
        <p:nvPr/>
      </p:nvGrpSpPr>
      <p:grpSpPr>
        <a:xfrm>
          <a:off x="0" y="0"/>
          <a:ext cx="0" cy="0"/>
          <a:chOff x="0" y="0"/>
          <a:chExt cx="0" cy="0"/>
        </a:xfrm>
      </p:grpSpPr>
      <p:sp>
        <p:nvSpPr>
          <p:cNvPr id="291" name="Google Shape;291;p78"/>
          <p:cNvSpPr txBox="1"/>
          <p:nvPr>
            <p:ph type="title"/>
          </p:nvPr>
        </p:nvSpPr>
        <p:spPr>
          <a:xfrm>
            <a:off x="457200" y="152400"/>
            <a:ext cx="8229600" cy="1371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2" name="Google Shape;292;p78"/>
          <p:cNvSpPr txBox="1"/>
          <p:nvPr>
            <p:ph idx="1" type="body"/>
          </p:nvPr>
        </p:nvSpPr>
        <p:spPr>
          <a:xfrm>
            <a:off x="457200" y="1447800"/>
            <a:ext cx="4038600" cy="38862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3" name="Google Shape;293;p78"/>
          <p:cNvSpPr txBox="1"/>
          <p:nvPr>
            <p:ph idx="2" type="body"/>
          </p:nvPr>
        </p:nvSpPr>
        <p:spPr>
          <a:xfrm>
            <a:off x="4648200" y="1447800"/>
            <a:ext cx="4038600" cy="38862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4" name="Google Shape;294;p78"/>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5" name="Shape 295"/>
        <p:cNvGrpSpPr/>
        <p:nvPr/>
      </p:nvGrpSpPr>
      <p:grpSpPr>
        <a:xfrm>
          <a:off x="0" y="0"/>
          <a:ext cx="0" cy="0"/>
          <a:chOff x="0" y="0"/>
          <a:chExt cx="0" cy="0"/>
        </a:xfrm>
      </p:grpSpPr>
      <p:sp>
        <p:nvSpPr>
          <p:cNvPr id="296" name="Google Shape;296;p79"/>
          <p:cNvSpPr txBox="1"/>
          <p:nvPr/>
        </p:nvSpPr>
        <p:spPr>
          <a:xfrm>
            <a:off x="6934200" y="152400"/>
            <a:ext cx="21336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Operating Systems</a:t>
            </a:r>
            <a:endParaRPr b="0" i="0" sz="1400" u="none" cap="none" strike="noStrike">
              <a:solidFill>
                <a:srgbClr val="000000"/>
              </a:solidFill>
              <a:latin typeface="Arial"/>
              <a:ea typeface="Arial"/>
              <a:cs typeface="Arial"/>
              <a:sym typeface="Arial"/>
            </a:endParaRPr>
          </a:p>
        </p:txBody>
      </p:sp>
      <p:sp>
        <p:nvSpPr>
          <p:cNvPr id="297" name="Google Shape;297;p79"/>
          <p:cNvSpPr txBox="1"/>
          <p:nvPr>
            <p:ph type="title"/>
          </p:nvPr>
        </p:nvSpPr>
        <p:spPr>
          <a:xfrm>
            <a:off x="533400" y="685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600">
                <a:solidFill>
                  <a:srgbClr val="0070C0"/>
                </a:solidFill>
                <a:latin typeface="Arial"/>
                <a:ea typeface="Arial"/>
                <a:cs typeface="Arial"/>
                <a:sym typeface="A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8" name="Google Shape;298;p79"/>
          <p:cNvSpPr txBox="1"/>
          <p:nvPr>
            <p:ph idx="1" type="body"/>
          </p:nvPr>
        </p:nvSpPr>
        <p:spPr>
          <a:xfrm>
            <a:off x="533400" y="2286000"/>
            <a:ext cx="8077200" cy="3962400"/>
          </a:xfrm>
          <a:prstGeom prst="rect">
            <a:avLst/>
          </a:prstGeom>
          <a:noFill/>
          <a:ln>
            <a:noFill/>
          </a:ln>
        </p:spPr>
        <p:txBody>
          <a:bodyPr anchorCtr="0" anchor="t" bIns="45700" lIns="91425" spcFirstLastPara="1" rIns="91425" wrap="square" tIns="45700">
            <a:noAutofit/>
          </a:bodyPr>
          <a:lstStyle>
            <a:lvl1pPr indent="-393700" lvl="0" marL="457200" algn="l">
              <a:lnSpc>
                <a:spcPct val="100000"/>
              </a:lnSpc>
              <a:spcBef>
                <a:spcPts val="520"/>
              </a:spcBef>
              <a:spcAft>
                <a:spcPts val="0"/>
              </a:spcAft>
              <a:buClr>
                <a:srgbClr val="222222"/>
              </a:buClr>
              <a:buSzPts val="2600"/>
              <a:buFont typeface="Arial"/>
              <a:buChar char="•"/>
              <a:defRPr sz="2600">
                <a:solidFill>
                  <a:srgbClr val="222222"/>
                </a:solidFill>
                <a:latin typeface="Arial"/>
                <a:ea typeface="Arial"/>
                <a:cs typeface="Arial"/>
                <a:sym typeface="Arial"/>
              </a:defRPr>
            </a:lvl1pPr>
            <a:lvl2pPr indent="-381000" lvl="1" marL="914400" algn="l">
              <a:lnSpc>
                <a:spcPct val="100000"/>
              </a:lnSpc>
              <a:spcBef>
                <a:spcPts val="480"/>
              </a:spcBef>
              <a:spcAft>
                <a:spcPts val="0"/>
              </a:spcAft>
              <a:buClr>
                <a:srgbClr val="222222"/>
              </a:buClr>
              <a:buSzPts val="2400"/>
              <a:buFont typeface="Arial"/>
              <a:buChar char="–"/>
              <a:defRPr sz="2400">
                <a:solidFill>
                  <a:srgbClr val="222222"/>
                </a:solidFill>
                <a:latin typeface="Arial"/>
                <a:ea typeface="Arial"/>
                <a:cs typeface="Arial"/>
                <a:sym typeface="Arial"/>
              </a:defRPr>
            </a:lvl2pPr>
            <a:lvl3pPr indent="-368300" lvl="2" marL="1371600" algn="l">
              <a:lnSpc>
                <a:spcPct val="100000"/>
              </a:lnSpc>
              <a:spcBef>
                <a:spcPts val="440"/>
              </a:spcBef>
              <a:spcAft>
                <a:spcPts val="0"/>
              </a:spcAft>
              <a:buClr>
                <a:srgbClr val="222222"/>
              </a:buClr>
              <a:buSzPts val="2200"/>
              <a:buFont typeface="Arial"/>
              <a:buChar char="•"/>
              <a:defRPr sz="2200">
                <a:solidFill>
                  <a:srgbClr val="222222"/>
                </a:solidFill>
                <a:latin typeface="Arial"/>
                <a:ea typeface="Arial"/>
                <a:cs typeface="Arial"/>
                <a:sym typeface="Arial"/>
              </a:defRPr>
            </a:lvl3pPr>
            <a:lvl4pPr indent="-406400" lvl="3" marL="1828800" algn="l">
              <a:lnSpc>
                <a:spcPct val="100000"/>
              </a:lnSpc>
              <a:spcBef>
                <a:spcPts val="560"/>
              </a:spcBef>
              <a:spcAft>
                <a:spcPts val="0"/>
              </a:spcAft>
              <a:buClr>
                <a:srgbClr val="222222"/>
              </a:buClr>
              <a:buSzPts val="2800"/>
              <a:buFont typeface="Arial"/>
              <a:buChar char="–"/>
              <a:defRPr sz="2800">
                <a:solidFill>
                  <a:srgbClr val="222222"/>
                </a:solidFill>
                <a:latin typeface="Arial"/>
                <a:ea typeface="Arial"/>
                <a:cs typeface="Arial"/>
                <a:sym typeface="Arial"/>
              </a:defRPr>
            </a:lvl4pPr>
            <a:lvl5pPr indent="-406400" lvl="4" marL="2286000" algn="l">
              <a:lnSpc>
                <a:spcPct val="100000"/>
              </a:lnSpc>
              <a:spcBef>
                <a:spcPts val="560"/>
              </a:spcBef>
              <a:spcAft>
                <a:spcPts val="0"/>
              </a:spcAft>
              <a:buClr>
                <a:srgbClr val="222222"/>
              </a:buClr>
              <a:buSzPts val="2800"/>
              <a:buFont typeface="Arial"/>
              <a:buChar char="»"/>
              <a:defRPr sz="2800">
                <a:solidFill>
                  <a:srgbClr val="222222"/>
                </a:solidFill>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9" name="Google Shape;299;p79"/>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0" name="Shape 300"/>
        <p:cNvGrpSpPr/>
        <p:nvPr/>
      </p:nvGrpSpPr>
      <p:grpSpPr>
        <a:xfrm>
          <a:off x="0" y="0"/>
          <a:ext cx="0" cy="0"/>
          <a:chOff x="0" y="0"/>
          <a:chExt cx="0" cy="0"/>
        </a:xfrm>
      </p:grpSpPr>
      <p:sp>
        <p:nvSpPr>
          <p:cNvPr id="301" name="Google Shape;301;p80"/>
          <p:cNvSpPr txBox="1"/>
          <p:nvPr>
            <p:ph type="title"/>
          </p:nvPr>
        </p:nvSpPr>
        <p:spPr>
          <a:xfrm>
            <a:off x="533400" y="9144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2" name="Google Shape;302;p80"/>
          <p:cNvSpPr txBox="1"/>
          <p:nvPr>
            <p:ph idx="1" type="body"/>
          </p:nvPr>
        </p:nvSpPr>
        <p:spPr>
          <a:xfrm>
            <a:off x="533400" y="2209800"/>
            <a:ext cx="3962400" cy="40386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222222"/>
              </a:buClr>
              <a:buSzPts val="2800"/>
              <a:buFont typeface="Arial"/>
              <a:buChar char="•"/>
              <a:defRPr sz="2800"/>
            </a:lvl1pPr>
            <a:lvl2pPr indent="-381000" lvl="1" marL="914400" algn="l">
              <a:lnSpc>
                <a:spcPct val="100000"/>
              </a:lnSpc>
              <a:spcBef>
                <a:spcPts val="480"/>
              </a:spcBef>
              <a:spcAft>
                <a:spcPts val="0"/>
              </a:spcAft>
              <a:buClr>
                <a:srgbClr val="222222"/>
              </a:buClr>
              <a:buSzPts val="2400"/>
              <a:buFont typeface="Arial"/>
              <a:buChar char="–"/>
              <a:defRPr sz="2400"/>
            </a:lvl2pPr>
            <a:lvl3pPr indent="-355600" lvl="2" marL="1371600" algn="l">
              <a:lnSpc>
                <a:spcPct val="100000"/>
              </a:lnSpc>
              <a:spcBef>
                <a:spcPts val="400"/>
              </a:spcBef>
              <a:spcAft>
                <a:spcPts val="0"/>
              </a:spcAft>
              <a:buClr>
                <a:srgbClr val="222222"/>
              </a:buClr>
              <a:buSzPts val="2000"/>
              <a:buFont typeface="Arial"/>
              <a:buChar char="•"/>
              <a:defRPr sz="2000"/>
            </a:lvl3pPr>
            <a:lvl4pPr indent="-342900" lvl="3" marL="1828800" algn="l">
              <a:lnSpc>
                <a:spcPct val="100000"/>
              </a:lnSpc>
              <a:spcBef>
                <a:spcPts val="360"/>
              </a:spcBef>
              <a:spcAft>
                <a:spcPts val="0"/>
              </a:spcAft>
              <a:buClr>
                <a:srgbClr val="222222"/>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303" name="Google Shape;303;p80"/>
          <p:cNvSpPr txBox="1"/>
          <p:nvPr>
            <p:ph idx="2" type="body"/>
          </p:nvPr>
        </p:nvSpPr>
        <p:spPr>
          <a:xfrm>
            <a:off x="4648200" y="2209800"/>
            <a:ext cx="3962400" cy="40386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rgbClr val="222222"/>
              </a:buClr>
              <a:buSzPts val="2800"/>
              <a:buFont typeface="Arial"/>
              <a:buChar char="•"/>
              <a:defRPr sz="2800"/>
            </a:lvl1pPr>
            <a:lvl2pPr indent="-381000" lvl="1" marL="914400" algn="l">
              <a:lnSpc>
                <a:spcPct val="100000"/>
              </a:lnSpc>
              <a:spcBef>
                <a:spcPts val="480"/>
              </a:spcBef>
              <a:spcAft>
                <a:spcPts val="0"/>
              </a:spcAft>
              <a:buClr>
                <a:srgbClr val="222222"/>
              </a:buClr>
              <a:buSzPts val="2400"/>
              <a:buFont typeface="Arial"/>
              <a:buChar char="–"/>
              <a:defRPr sz="2400"/>
            </a:lvl2pPr>
            <a:lvl3pPr indent="-355600" lvl="2" marL="1371600" algn="l">
              <a:lnSpc>
                <a:spcPct val="100000"/>
              </a:lnSpc>
              <a:spcBef>
                <a:spcPts val="400"/>
              </a:spcBef>
              <a:spcAft>
                <a:spcPts val="0"/>
              </a:spcAft>
              <a:buClr>
                <a:srgbClr val="222222"/>
              </a:buClr>
              <a:buSzPts val="2000"/>
              <a:buFont typeface="Arial"/>
              <a:buChar char="•"/>
              <a:defRPr sz="2000"/>
            </a:lvl3pPr>
            <a:lvl4pPr indent="-342900" lvl="3" marL="1828800" algn="l">
              <a:lnSpc>
                <a:spcPct val="100000"/>
              </a:lnSpc>
              <a:spcBef>
                <a:spcPts val="360"/>
              </a:spcBef>
              <a:spcAft>
                <a:spcPts val="0"/>
              </a:spcAft>
              <a:buClr>
                <a:srgbClr val="222222"/>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304" name="Google Shape;304;p80"/>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305" name="Shape 305"/>
        <p:cNvGrpSpPr/>
        <p:nvPr/>
      </p:nvGrpSpPr>
      <p:grpSpPr>
        <a:xfrm>
          <a:off x="0" y="0"/>
          <a:ext cx="0" cy="0"/>
          <a:chOff x="0" y="0"/>
          <a:chExt cx="0" cy="0"/>
        </a:xfrm>
      </p:grpSpPr>
      <p:sp>
        <p:nvSpPr>
          <p:cNvPr id="306" name="Google Shape;306;p81"/>
          <p:cNvSpPr txBox="1"/>
          <p:nvPr>
            <p:ph type="title"/>
          </p:nvPr>
        </p:nvSpPr>
        <p:spPr>
          <a:xfrm>
            <a:off x="457200" y="152400"/>
            <a:ext cx="8229600" cy="1371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7" name="Google Shape;307;p81"/>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8" name="Shape 308"/>
        <p:cNvGrpSpPr/>
        <p:nvPr/>
      </p:nvGrpSpPr>
      <p:grpSpPr>
        <a:xfrm>
          <a:off x="0" y="0"/>
          <a:ext cx="0" cy="0"/>
          <a:chOff x="0" y="0"/>
          <a:chExt cx="0" cy="0"/>
        </a:xfrm>
      </p:grpSpPr>
      <p:sp>
        <p:nvSpPr>
          <p:cNvPr id="309" name="Google Shape;309;p105"/>
          <p:cNvSpPr/>
          <p:nvPr/>
        </p:nvSpPr>
        <p:spPr>
          <a:xfrm>
            <a:off x="8305800" y="6477000"/>
            <a:ext cx="838200" cy="3048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310" name="Google Shape;310;p105"/>
          <p:cNvSpPr txBox="1"/>
          <p:nvPr>
            <p:ph idx="1" type="subTitle"/>
          </p:nvPr>
        </p:nvSpPr>
        <p:spPr>
          <a:xfrm>
            <a:off x="762000" y="3886200"/>
            <a:ext cx="77724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80"/>
              </a:spcBef>
              <a:spcAft>
                <a:spcPts val="0"/>
              </a:spcAft>
              <a:buClr>
                <a:srgbClr val="222222"/>
              </a:buClr>
              <a:buSzPts val="3400"/>
              <a:buFont typeface="Arial"/>
              <a:buNone/>
              <a:defRPr i="1" sz="3400"/>
            </a:lvl1pPr>
            <a:lvl2pPr lvl="1" algn="l">
              <a:lnSpc>
                <a:spcPct val="100000"/>
              </a:lnSpc>
              <a:spcBef>
                <a:spcPts val="360"/>
              </a:spcBef>
              <a:spcAft>
                <a:spcPts val="0"/>
              </a:spcAft>
              <a:buClr>
                <a:srgbClr val="222222"/>
              </a:buClr>
              <a:buSzPts val="1800"/>
              <a:buChar char="–"/>
              <a:defRPr/>
            </a:lvl2pPr>
            <a:lvl3pPr lvl="2" algn="l">
              <a:lnSpc>
                <a:spcPct val="100000"/>
              </a:lnSpc>
              <a:spcBef>
                <a:spcPts val="360"/>
              </a:spcBef>
              <a:spcAft>
                <a:spcPts val="0"/>
              </a:spcAft>
              <a:buClr>
                <a:srgbClr val="222222"/>
              </a:buClr>
              <a:buSzPts val="1800"/>
              <a:buChar char="•"/>
              <a:defRPr/>
            </a:lvl3pPr>
            <a:lvl4pPr lvl="3" algn="l">
              <a:lnSpc>
                <a:spcPct val="100000"/>
              </a:lnSpc>
              <a:spcBef>
                <a:spcPts val="360"/>
              </a:spcBef>
              <a:spcAft>
                <a:spcPts val="0"/>
              </a:spcAft>
              <a:buClr>
                <a:srgbClr val="222222"/>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p:txBody>
      </p:sp>
      <p:sp>
        <p:nvSpPr>
          <p:cNvPr id="311" name="Google Shape;311;p105"/>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600">
                <a:solidFill>
                  <a:srgbClr val="0070C0"/>
                </a:solidFill>
                <a:latin typeface="Arial"/>
                <a:ea typeface="Arial"/>
                <a:cs typeface="Arial"/>
                <a:sym typeface="A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2" name="Google Shape;312;p105"/>
          <p:cNvSpPr txBox="1"/>
          <p:nvPr>
            <p:ph idx="11" type="ftr"/>
          </p:nvPr>
        </p:nvSpPr>
        <p:spPr>
          <a:xfrm>
            <a:off x="6934200" y="152400"/>
            <a:ext cx="2133600" cy="3048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313" name="Google Shape;313;p105"/>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4" name="Shape 314"/>
        <p:cNvGrpSpPr/>
        <p:nvPr/>
      </p:nvGrpSpPr>
      <p:grpSpPr>
        <a:xfrm>
          <a:off x="0" y="0"/>
          <a:ext cx="0" cy="0"/>
          <a:chOff x="0" y="0"/>
          <a:chExt cx="0" cy="0"/>
        </a:xfrm>
      </p:grpSpPr>
      <p:sp>
        <p:nvSpPr>
          <p:cNvPr id="315" name="Google Shape;315;p10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6" name="Google Shape;316;p10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222222"/>
              </a:buClr>
              <a:buSzPts val="2000"/>
              <a:buFont typeface="Arial"/>
              <a:buNone/>
              <a:defRPr sz="2000"/>
            </a:lvl1pPr>
            <a:lvl2pPr indent="-228600" lvl="1" marL="914400" algn="l">
              <a:lnSpc>
                <a:spcPct val="100000"/>
              </a:lnSpc>
              <a:spcBef>
                <a:spcPts val="360"/>
              </a:spcBef>
              <a:spcAft>
                <a:spcPts val="0"/>
              </a:spcAft>
              <a:buClr>
                <a:srgbClr val="222222"/>
              </a:buClr>
              <a:buSzPts val="1800"/>
              <a:buFont typeface="Arial"/>
              <a:buNone/>
              <a:defRPr sz="1800"/>
            </a:lvl2pPr>
            <a:lvl3pPr indent="-228600" lvl="2" marL="1371600" algn="l">
              <a:lnSpc>
                <a:spcPct val="100000"/>
              </a:lnSpc>
              <a:spcBef>
                <a:spcPts val="320"/>
              </a:spcBef>
              <a:spcAft>
                <a:spcPts val="0"/>
              </a:spcAft>
              <a:buClr>
                <a:srgbClr val="222222"/>
              </a:buClr>
              <a:buSzPts val="1600"/>
              <a:buFont typeface="Arial"/>
              <a:buNone/>
              <a:defRPr sz="1600"/>
            </a:lvl3pPr>
            <a:lvl4pPr indent="-228600" lvl="3" marL="1828800" algn="l">
              <a:lnSpc>
                <a:spcPct val="100000"/>
              </a:lnSpc>
              <a:spcBef>
                <a:spcPts val="280"/>
              </a:spcBef>
              <a:spcAft>
                <a:spcPts val="0"/>
              </a:spcAft>
              <a:buClr>
                <a:srgbClr val="222222"/>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Times New Roman"/>
              <a:buNone/>
              <a:defRPr sz="1400"/>
            </a:lvl5pPr>
            <a:lvl6pPr indent="-228600" lvl="5" marL="2743200" algn="l">
              <a:lnSpc>
                <a:spcPct val="100000"/>
              </a:lnSpc>
              <a:spcBef>
                <a:spcPts val="280"/>
              </a:spcBef>
              <a:spcAft>
                <a:spcPts val="0"/>
              </a:spcAft>
              <a:buClr>
                <a:schemeClr val="dk1"/>
              </a:buClr>
              <a:buSzPts val="1400"/>
              <a:buFont typeface="Times New Roman"/>
              <a:buNone/>
              <a:defRPr sz="1400"/>
            </a:lvl6pPr>
            <a:lvl7pPr indent="-228600" lvl="6" marL="3200400" algn="l">
              <a:lnSpc>
                <a:spcPct val="100000"/>
              </a:lnSpc>
              <a:spcBef>
                <a:spcPts val="280"/>
              </a:spcBef>
              <a:spcAft>
                <a:spcPts val="0"/>
              </a:spcAft>
              <a:buClr>
                <a:schemeClr val="dk1"/>
              </a:buClr>
              <a:buSzPts val="1400"/>
              <a:buFont typeface="Times New Roman"/>
              <a:buNone/>
              <a:defRPr sz="1400"/>
            </a:lvl7pPr>
            <a:lvl8pPr indent="-228600" lvl="7" marL="3657600" algn="l">
              <a:lnSpc>
                <a:spcPct val="100000"/>
              </a:lnSpc>
              <a:spcBef>
                <a:spcPts val="280"/>
              </a:spcBef>
              <a:spcAft>
                <a:spcPts val="0"/>
              </a:spcAft>
              <a:buClr>
                <a:schemeClr val="dk1"/>
              </a:buClr>
              <a:buSzPts val="1400"/>
              <a:buFont typeface="Times New Roman"/>
              <a:buNone/>
              <a:defRPr sz="1400"/>
            </a:lvl8pPr>
            <a:lvl9pPr indent="-228600" lvl="8" marL="4114800" algn="l">
              <a:lnSpc>
                <a:spcPct val="100000"/>
              </a:lnSpc>
              <a:spcBef>
                <a:spcPts val="280"/>
              </a:spcBef>
              <a:spcAft>
                <a:spcPts val="0"/>
              </a:spcAft>
              <a:buClr>
                <a:schemeClr val="dk1"/>
              </a:buClr>
              <a:buSzPts val="1400"/>
              <a:buFont typeface="Times New Roman"/>
              <a:buNone/>
              <a:defRPr sz="1400"/>
            </a:lvl9pPr>
          </a:lstStyle>
          <a:p/>
        </p:txBody>
      </p:sp>
      <p:sp>
        <p:nvSpPr>
          <p:cNvPr id="317" name="Google Shape;317;p106"/>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18" name="Shape 318"/>
        <p:cNvGrpSpPr/>
        <p:nvPr/>
      </p:nvGrpSpPr>
      <p:grpSpPr>
        <a:xfrm>
          <a:off x="0" y="0"/>
          <a:ext cx="0" cy="0"/>
          <a:chOff x="0" y="0"/>
          <a:chExt cx="0" cy="0"/>
        </a:xfrm>
      </p:grpSpPr>
      <p:sp>
        <p:nvSpPr>
          <p:cNvPr id="319" name="Google Shape;319;p107"/>
          <p:cNvSpPr txBox="1"/>
          <p:nvPr>
            <p:ph type="title"/>
          </p:nvPr>
        </p:nvSpPr>
        <p:spPr>
          <a:xfrm>
            <a:off x="457200" y="762000"/>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0" name="Google Shape;320;p107"/>
          <p:cNvSpPr txBox="1"/>
          <p:nvPr>
            <p:ph idx="1" type="body"/>
          </p:nvPr>
        </p:nvSpPr>
        <p:spPr>
          <a:xfrm>
            <a:off x="457200" y="2063750"/>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222222"/>
              </a:buClr>
              <a:buSzPts val="2400"/>
              <a:buFont typeface="Arial"/>
              <a:buNone/>
              <a:defRPr b="1" sz="2400"/>
            </a:lvl1pPr>
            <a:lvl2pPr indent="-228600" lvl="1" marL="914400" algn="l">
              <a:lnSpc>
                <a:spcPct val="100000"/>
              </a:lnSpc>
              <a:spcBef>
                <a:spcPts val="400"/>
              </a:spcBef>
              <a:spcAft>
                <a:spcPts val="0"/>
              </a:spcAft>
              <a:buClr>
                <a:srgbClr val="222222"/>
              </a:buClr>
              <a:buSzPts val="2000"/>
              <a:buFont typeface="Arial"/>
              <a:buNone/>
              <a:defRPr b="1" sz="2000"/>
            </a:lvl2pPr>
            <a:lvl3pPr indent="-228600" lvl="2" marL="1371600" algn="l">
              <a:lnSpc>
                <a:spcPct val="100000"/>
              </a:lnSpc>
              <a:spcBef>
                <a:spcPts val="360"/>
              </a:spcBef>
              <a:spcAft>
                <a:spcPts val="0"/>
              </a:spcAft>
              <a:buClr>
                <a:srgbClr val="222222"/>
              </a:buClr>
              <a:buSzPts val="1800"/>
              <a:buFont typeface="Arial"/>
              <a:buNone/>
              <a:defRPr b="1" sz="1800"/>
            </a:lvl3pPr>
            <a:lvl4pPr indent="-228600" lvl="3" marL="1828800" algn="l">
              <a:lnSpc>
                <a:spcPct val="100000"/>
              </a:lnSpc>
              <a:spcBef>
                <a:spcPts val="320"/>
              </a:spcBef>
              <a:spcAft>
                <a:spcPts val="0"/>
              </a:spcAft>
              <a:buClr>
                <a:srgbClr val="222222"/>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321" name="Google Shape;321;p107"/>
          <p:cNvSpPr txBox="1"/>
          <p:nvPr>
            <p:ph idx="2" type="body"/>
          </p:nvPr>
        </p:nvSpPr>
        <p:spPr>
          <a:xfrm>
            <a:off x="457200" y="2890837"/>
            <a:ext cx="4040188" cy="34639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222222"/>
              </a:buClr>
              <a:buSzPts val="2400"/>
              <a:buFont typeface="Arial"/>
              <a:buChar char="•"/>
              <a:defRPr sz="2400"/>
            </a:lvl1pPr>
            <a:lvl2pPr indent="-355600" lvl="1" marL="914400" algn="l">
              <a:lnSpc>
                <a:spcPct val="100000"/>
              </a:lnSpc>
              <a:spcBef>
                <a:spcPts val="400"/>
              </a:spcBef>
              <a:spcAft>
                <a:spcPts val="0"/>
              </a:spcAft>
              <a:buClr>
                <a:srgbClr val="222222"/>
              </a:buClr>
              <a:buSzPts val="2000"/>
              <a:buFont typeface="Arial"/>
              <a:buChar char="–"/>
              <a:defRPr sz="2000"/>
            </a:lvl2pPr>
            <a:lvl3pPr indent="-342900" lvl="2" marL="1371600" algn="l">
              <a:lnSpc>
                <a:spcPct val="100000"/>
              </a:lnSpc>
              <a:spcBef>
                <a:spcPts val="360"/>
              </a:spcBef>
              <a:spcAft>
                <a:spcPts val="0"/>
              </a:spcAft>
              <a:buClr>
                <a:srgbClr val="222222"/>
              </a:buClr>
              <a:buSzPts val="1800"/>
              <a:buFont typeface="Arial"/>
              <a:buChar char="•"/>
              <a:defRPr sz="1800"/>
            </a:lvl3pPr>
            <a:lvl4pPr indent="-330200" lvl="3" marL="1828800" algn="l">
              <a:lnSpc>
                <a:spcPct val="100000"/>
              </a:lnSpc>
              <a:spcBef>
                <a:spcPts val="320"/>
              </a:spcBef>
              <a:spcAft>
                <a:spcPts val="0"/>
              </a:spcAft>
              <a:buClr>
                <a:srgbClr val="222222"/>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322" name="Google Shape;322;p107"/>
          <p:cNvSpPr txBox="1"/>
          <p:nvPr>
            <p:ph idx="3" type="body"/>
          </p:nvPr>
        </p:nvSpPr>
        <p:spPr>
          <a:xfrm>
            <a:off x="4645025" y="2063750"/>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222222"/>
              </a:buClr>
              <a:buSzPts val="2400"/>
              <a:buFont typeface="Arial"/>
              <a:buNone/>
              <a:defRPr b="1" sz="2400"/>
            </a:lvl1pPr>
            <a:lvl2pPr indent="-228600" lvl="1" marL="914400" algn="l">
              <a:lnSpc>
                <a:spcPct val="100000"/>
              </a:lnSpc>
              <a:spcBef>
                <a:spcPts val="400"/>
              </a:spcBef>
              <a:spcAft>
                <a:spcPts val="0"/>
              </a:spcAft>
              <a:buClr>
                <a:srgbClr val="222222"/>
              </a:buClr>
              <a:buSzPts val="2000"/>
              <a:buFont typeface="Arial"/>
              <a:buNone/>
              <a:defRPr b="1" sz="2000"/>
            </a:lvl2pPr>
            <a:lvl3pPr indent="-228600" lvl="2" marL="1371600" algn="l">
              <a:lnSpc>
                <a:spcPct val="100000"/>
              </a:lnSpc>
              <a:spcBef>
                <a:spcPts val="360"/>
              </a:spcBef>
              <a:spcAft>
                <a:spcPts val="0"/>
              </a:spcAft>
              <a:buClr>
                <a:srgbClr val="222222"/>
              </a:buClr>
              <a:buSzPts val="1800"/>
              <a:buFont typeface="Arial"/>
              <a:buNone/>
              <a:defRPr b="1" sz="1800"/>
            </a:lvl3pPr>
            <a:lvl4pPr indent="-228600" lvl="3" marL="1828800" algn="l">
              <a:lnSpc>
                <a:spcPct val="100000"/>
              </a:lnSpc>
              <a:spcBef>
                <a:spcPts val="320"/>
              </a:spcBef>
              <a:spcAft>
                <a:spcPts val="0"/>
              </a:spcAft>
              <a:buClr>
                <a:srgbClr val="222222"/>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323" name="Google Shape;323;p107"/>
          <p:cNvSpPr txBox="1"/>
          <p:nvPr>
            <p:ph idx="4" type="body"/>
          </p:nvPr>
        </p:nvSpPr>
        <p:spPr>
          <a:xfrm>
            <a:off x="4645025" y="2890837"/>
            <a:ext cx="4041775" cy="34639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222222"/>
              </a:buClr>
              <a:buSzPts val="2400"/>
              <a:buFont typeface="Arial"/>
              <a:buChar char="•"/>
              <a:defRPr sz="2400"/>
            </a:lvl1pPr>
            <a:lvl2pPr indent="-355600" lvl="1" marL="914400" algn="l">
              <a:lnSpc>
                <a:spcPct val="100000"/>
              </a:lnSpc>
              <a:spcBef>
                <a:spcPts val="400"/>
              </a:spcBef>
              <a:spcAft>
                <a:spcPts val="0"/>
              </a:spcAft>
              <a:buClr>
                <a:srgbClr val="222222"/>
              </a:buClr>
              <a:buSzPts val="2000"/>
              <a:buFont typeface="Arial"/>
              <a:buChar char="–"/>
              <a:defRPr sz="2000"/>
            </a:lvl2pPr>
            <a:lvl3pPr indent="-342900" lvl="2" marL="1371600" algn="l">
              <a:lnSpc>
                <a:spcPct val="100000"/>
              </a:lnSpc>
              <a:spcBef>
                <a:spcPts val="360"/>
              </a:spcBef>
              <a:spcAft>
                <a:spcPts val="0"/>
              </a:spcAft>
              <a:buClr>
                <a:srgbClr val="222222"/>
              </a:buClr>
              <a:buSzPts val="1800"/>
              <a:buFont typeface="Arial"/>
              <a:buChar char="•"/>
              <a:defRPr sz="1800"/>
            </a:lvl3pPr>
            <a:lvl4pPr indent="-330200" lvl="3" marL="1828800" algn="l">
              <a:lnSpc>
                <a:spcPct val="100000"/>
              </a:lnSpc>
              <a:spcBef>
                <a:spcPts val="320"/>
              </a:spcBef>
              <a:spcAft>
                <a:spcPts val="0"/>
              </a:spcAft>
              <a:buClr>
                <a:srgbClr val="222222"/>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324" name="Google Shape;324;p107"/>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5" name="Shape 325"/>
        <p:cNvGrpSpPr/>
        <p:nvPr/>
      </p:nvGrpSpPr>
      <p:grpSpPr>
        <a:xfrm>
          <a:off x="0" y="0"/>
          <a:ext cx="0" cy="0"/>
          <a:chOff x="0" y="0"/>
          <a:chExt cx="0" cy="0"/>
        </a:xfrm>
      </p:grpSpPr>
      <p:sp>
        <p:nvSpPr>
          <p:cNvPr id="326" name="Google Shape;326;p108"/>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7" name="Google Shape;327;p108"/>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8" name="Shape 328"/>
        <p:cNvGrpSpPr/>
        <p:nvPr/>
      </p:nvGrpSpPr>
      <p:grpSpPr>
        <a:xfrm>
          <a:off x="0" y="0"/>
          <a:ext cx="0" cy="0"/>
          <a:chOff x="0" y="0"/>
          <a:chExt cx="0" cy="0"/>
        </a:xfrm>
      </p:grpSpPr>
      <p:sp>
        <p:nvSpPr>
          <p:cNvPr id="329" name="Google Shape;329;p109"/>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30" name="Shape 330"/>
        <p:cNvGrpSpPr/>
        <p:nvPr/>
      </p:nvGrpSpPr>
      <p:grpSpPr>
        <a:xfrm>
          <a:off x="0" y="0"/>
          <a:ext cx="0" cy="0"/>
          <a:chOff x="0" y="0"/>
          <a:chExt cx="0" cy="0"/>
        </a:xfrm>
      </p:grpSpPr>
      <p:sp>
        <p:nvSpPr>
          <p:cNvPr id="331" name="Google Shape;331;p110"/>
          <p:cNvSpPr txBox="1"/>
          <p:nvPr>
            <p:ph type="title"/>
          </p:nvPr>
        </p:nvSpPr>
        <p:spPr>
          <a:xfrm>
            <a:off x="457200" y="8953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2" name="Google Shape;332;p110"/>
          <p:cNvSpPr txBox="1"/>
          <p:nvPr>
            <p:ph idx="1" type="body"/>
          </p:nvPr>
        </p:nvSpPr>
        <p:spPr>
          <a:xfrm>
            <a:off x="3575050" y="914400"/>
            <a:ext cx="5111750" cy="52117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222222"/>
              </a:buClr>
              <a:buSzPts val="3200"/>
              <a:buFont typeface="Arial"/>
              <a:buChar char="•"/>
              <a:defRPr sz="3200"/>
            </a:lvl1pPr>
            <a:lvl2pPr indent="-406400" lvl="1" marL="914400" algn="l">
              <a:lnSpc>
                <a:spcPct val="100000"/>
              </a:lnSpc>
              <a:spcBef>
                <a:spcPts val="560"/>
              </a:spcBef>
              <a:spcAft>
                <a:spcPts val="0"/>
              </a:spcAft>
              <a:buClr>
                <a:srgbClr val="222222"/>
              </a:buClr>
              <a:buSzPts val="2800"/>
              <a:buFont typeface="Arial"/>
              <a:buChar char="–"/>
              <a:defRPr sz="2800"/>
            </a:lvl2pPr>
            <a:lvl3pPr indent="-381000" lvl="2" marL="1371600" algn="l">
              <a:lnSpc>
                <a:spcPct val="100000"/>
              </a:lnSpc>
              <a:spcBef>
                <a:spcPts val="480"/>
              </a:spcBef>
              <a:spcAft>
                <a:spcPts val="0"/>
              </a:spcAft>
              <a:buClr>
                <a:srgbClr val="222222"/>
              </a:buClr>
              <a:buSzPts val="2400"/>
              <a:buFont typeface="Arial"/>
              <a:buChar char="•"/>
              <a:defRPr sz="2400"/>
            </a:lvl3pPr>
            <a:lvl4pPr indent="-355600" lvl="3" marL="1828800" algn="l">
              <a:lnSpc>
                <a:spcPct val="100000"/>
              </a:lnSpc>
              <a:spcBef>
                <a:spcPts val="400"/>
              </a:spcBef>
              <a:spcAft>
                <a:spcPts val="0"/>
              </a:spcAft>
              <a:buClr>
                <a:srgbClr val="222222"/>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Times New Roman"/>
              <a:buChar char="»"/>
              <a:defRPr sz="2000"/>
            </a:lvl5pPr>
            <a:lvl6pPr indent="-355600" lvl="5" marL="2743200" algn="l">
              <a:lnSpc>
                <a:spcPct val="100000"/>
              </a:lnSpc>
              <a:spcBef>
                <a:spcPts val="400"/>
              </a:spcBef>
              <a:spcAft>
                <a:spcPts val="0"/>
              </a:spcAft>
              <a:buClr>
                <a:schemeClr val="dk1"/>
              </a:buClr>
              <a:buSzPts val="2000"/>
              <a:buFont typeface="Times New Roman"/>
              <a:buChar char="»"/>
              <a:defRPr sz="2000"/>
            </a:lvl6pPr>
            <a:lvl7pPr indent="-355600" lvl="6" marL="3200400" algn="l">
              <a:lnSpc>
                <a:spcPct val="100000"/>
              </a:lnSpc>
              <a:spcBef>
                <a:spcPts val="400"/>
              </a:spcBef>
              <a:spcAft>
                <a:spcPts val="0"/>
              </a:spcAft>
              <a:buClr>
                <a:schemeClr val="dk1"/>
              </a:buClr>
              <a:buSzPts val="2000"/>
              <a:buFont typeface="Times New Roman"/>
              <a:buChar char="»"/>
              <a:defRPr sz="2000"/>
            </a:lvl7pPr>
            <a:lvl8pPr indent="-355600" lvl="7" marL="3657600" algn="l">
              <a:lnSpc>
                <a:spcPct val="100000"/>
              </a:lnSpc>
              <a:spcBef>
                <a:spcPts val="400"/>
              </a:spcBef>
              <a:spcAft>
                <a:spcPts val="0"/>
              </a:spcAft>
              <a:buClr>
                <a:schemeClr val="dk1"/>
              </a:buClr>
              <a:buSzPts val="2000"/>
              <a:buFont typeface="Times New Roman"/>
              <a:buChar char="»"/>
              <a:defRPr sz="2000"/>
            </a:lvl8pPr>
            <a:lvl9pPr indent="-355600" lvl="8" marL="4114800" algn="l">
              <a:lnSpc>
                <a:spcPct val="100000"/>
              </a:lnSpc>
              <a:spcBef>
                <a:spcPts val="400"/>
              </a:spcBef>
              <a:spcAft>
                <a:spcPts val="0"/>
              </a:spcAft>
              <a:buClr>
                <a:schemeClr val="dk1"/>
              </a:buClr>
              <a:buSzPts val="2000"/>
              <a:buFont typeface="Times New Roman"/>
              <a:buChar char="»"/>
              <a:defRPr sz="2000"/>
            </a:lvl9pPr>
          </a:lstStyle>
          <a:p/>
        </p:txBody>
      </p:sp>
      <p:sp>
        <p:nvSpPr>
          <p:cNvPr id="333" name="Google Shape;333;p110"/>
          <p:cNvSpPr txBox="1"/>
          <p:nvPr>
            <p:ph idx="2" type="body"/>
          </p:nvPr>
        </p:nvSpPr>
        <p:spPr>
          <a:xfrm>
            <a:off x="457200" y="2057400"/>
            <a:ext cx="3008313" cy="40687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222222"/>
              </a:buClr>
              <a:buSzPts val="1400"/>
              <a:buFont typeface="Arial"/>
              <a:buNone/>
              <a:defRPr sz="1400"/>
            </a:lvl1pPr>
            <a:lvl2pPr indent="-228600" lvl="1" marL="914400" algn="l">
              <a:lnSpc>
                <a:spcPct val="100000"/>
              </a:lnSpc>
              <a:spcBef>
                <a:spcPts val="240"/>
              </a:spcBef>
              <a:spcAft>
                <a:spcPts val="0"/>
              </a:spcAft>
              <a:buClr>
                <a:srgbClr val="222222"/>
              </a:buClr>
              <a:buSzPts val="1200"/>
              <a:buFont typeface="Arial"/>
              <a:buNone/>
              <a:defRPr sz="1200"/>
            </a:lvl2pPr>
            <a:lvl3pPr indent="-228600" lvl="2" marL="1371600" algn="l">
              <a:lnSpc>
                <a:spcPct val="100000"/>
              </a:lnSpc>
              <a:spcBef>
                <a:spcPts val="200"/>
              </a:spcBef>
              <a:spcAft>
                <a:spcPts val="0"/>
              </a:spcAft>
              <a:buClr>
                <a:srgbClr val="222222"/>
              </a:buClr>
              <a:buSzPts val="1000"/>
              <a:buFont typeface="Arial"/>
              <a:buNone/>
              <a:defRPr sz="1000"/>
            </a:lvl3pPr>
            <a:lvl4pPr indent="-228600" lvl="3" marL="1828800" algn="l">
              <a:lnSpc>
                <a:spcPct val="100000"/>
              </a:lnSpc>
              <a:spcBef>
                <a:spcPts val="180"/>
              </a:spcBef>
              <a:spcAft>
                <a:spcPts val="0"/>
              </a:spcAft>
              <a:buClr>
                <a:srgbClr val="222222"/>
              </a:buClr>
              <a:buSzPts val="900"/>
              <a:buFont typeface="Arial"/>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334" name="Google Shape;334;p110"/>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5" name="Shape 335"/>
        <p:cNvGrpSpPr/>
        <p:nvPr/>
      </p:nvGrpSpPr>
      <p:grpSpPr>
        <a:xfrm>
          <a:off x="0" y="0"/>
          <a:ext cx="0" cy="0"/>
          <a:chOff x="0" y="0"/>
          <a:chExt cx="0" cy="0"/>
        </a:xfrm>
      </p:grpSpPr>
      <p:sp>
        <p:nvSpPr>
          <p:cNvPr id="336" name="Google Shape;336;p11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7" name="Google Shape;337;p111"/>
          <p:cNvSpPr/>
          <p:nvPr>
            <p:ph idx="2" type="pic"/>
          </p:nvPr>
        </p:nvSpPr>
        <p:spPr>
          <a:xfrm>
            <a:off x="1792288" y="914399"/>
            <a:ext cx="5486400" cy="3813175"/>
          </a:xfrm>
          <a:prstGeom prst="rect">
            <a:avLst/>
          </a:prstGeom>
          <a:noFill/>
          <a:ln>
            <a:noFill/>
          </a:ln>
        </p:spPr>
      </p:sp>
      <p:sp>
        <p:nvSpPr>
          <p:cNvPr id="338" name="Google Shape;338;p11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222222"/>
              </a:buClr>
              <a:buSzPts val="1400"/>
              <a:buFont typeface="Arial"/>
              <a:buNone/>
              <a:defRPr sz="1400"/>
            </a:lvl1pPr>
            <a:lvl2pPr indent="-228600" lvl="1" marL="914400" algn="l">
              <a:lnSpc>
                <a:spcPct val="100000"/>
              </a:lnSpc>
              <a:spcBef>
                <a:spcPts val="240"/>
              </a:spcBef>
              <a:spcAft>
                <a:spcPts val="0"/>
              </a:spcAft>
              <a:buClr>
                <a:srgbClr val="222222"/>
              </a:buClr>
              <a:buSzPts val="1200"/>
              <a:buFont typeface="Arial"/>
              <a:buNone/>
              <a:defRPr sz="1200"/>
            </a:lvl2pPr>
            <a:lvl3pPr indent="-228600" lvl="2" marL="1371600" algn="l">
              <a:lnSpc>
                <a:spcPct val="100000"/>
              </a:lnSpc>
              <a:spcBef>
                <a:spcPts val="200"/>
              </a:spcBef>
              <a:spcAft>
                <a:spcPts val="0"/>
              </a:spcAft>
              <a:buClr>
                <a:srgbClr val="222222"/>
              </a:buClr>
              <a:buSzPts val="1000"/>
              <a:buFont typeface="Arial"/>
              <a:buNone/>
              <a:defRPr sz="1000"/>
            </a:lvl3pPr>
            <a:lvl4pPr indent="-228600" lvl="3" marL="1828800" algn="l">
              <a:lnSpc>
                <a:spcPct val="100000"/>
              </a:lnSpc>
              <a:spcBef>
                <a:spcPts val="180"/>
              </a:spcBef>
              <a:spcAft>
                <a:spcPts val="0"/>
              </a:spcAft>
              <a:buClr>
                <a:srgbClr val="222222"/>
              </a:buClr>
              <a:buSzPts val="900"/>
              <a:buFont typeface="Arial"/>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339" name="Google Shape;339;p111"/>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40" name="Shape 340"/>
        <p:cNvGrpSpPr/>
        <p:nvPr/>
      </p:nvGrpSpPr>
      <p:grpSpPr>
        <a:xfrm>
          <a:off x="0" y="0"/>
          <a:ext cx="0" cy="0"/>
          <a:chOff x="0" y="0"/>
          <a:chExt cx="0" cy="0"/>
        </a:xfrm>
      </p:grpSpPr>
      <p:sp>
        <p:nvSpPr>
          <p:cNvPr id="341" name="Google Shape;341;p112"/>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2" name="Google Shape;342;p112"/>
          <p:cNvSpPr txBox="1"/>
          <p:nvPr>
            <p:ph idx="1" type="body"/>
          </p:nvPr>
        </p:nvSpPr>
        <p:spPr>
          <a:xfrm rot="5400000">
            <a:off x="2590800" y="228600"/>
            <a:ext cx="3962400" cy="80772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3" name="Google Shape;343;p112"/>
          <p:cNvSpPr txBox="1"/>
          <p:nvPr>
            <p:ph idx="11" type="ftr"/>
          </p:nvPr>
        </p:nvSpPr>
        <p:spPr>
          <a:xfrm>
            <a:off x="533400" y="6477000"/>
            <a:ext cx="58674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344" name="Google Shape;344;p112"/>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45" name="Shape 345"/>
        <p:cNvGrpSpPr/>
        <p:nvPr/>
      </p:nvGrpSpPr>
      <p:grpSpPr>
        <a:xfrm>
          <a:off x="0" y="0"/>
          <a:ext cx="0" cy="0"/>
          <a:chOff x="0" y="0"/>
          <a:chExt cx="0" cy="0"/>
        </a:xfrm>
      </p:grpSpPr>
      <p:sp>
        <p:nvSpPr>
          <p:cNvPr id="346" name="Google Shape;346;p113"/>
          <p:cNvSpPr txBox="1"/>
          <p:nvPr>
            <p:ph type="title"/>
          </p:nvPr>
        </p:nvSpPr>
        <p:spPr>
          <a:xfrm rot="5400000">
            <a:off x="4972050" y="2609850"/>
            <a:ext cx="5257800" cy="20193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7" name="Google Shape;347;p113"/>
          <p:cNvSpPr txBox="1"/>
          <p:nvPr>
            <p:ph idx="1" type="body"/>
          </p:nvPr>
        </p:nvSpPr>
        <p:spPr>
          <a:xfrm rot="5400000">
            <a:off x="857250" y="666750"/>
            <a:ext cx="5257800" cy="5905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8" name="Google Shape;348;p113"/>
          <p:cNvSpPr txBox="1"/>
          <p:nvPr>
            <p:ph idx="11" type="ftr"/>
          </p:nvPr>
        </p:nvSpPr>
        <p:spPr>
          <a:xfrm>
            <a:off x="533400" y="6477000"/>
            <a:ext cx="58674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349" name="Google Shape;349;p113"/>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50" name="Shape 350"/>
        <p:cNvGrpSpPr/>
        <p:nvPr/>
      </p:nvGrpSpPr>
      <p:grpSpPr>
        <a:xfrm>
          <a:off x="0" y="0"/>
          <a:ext cx="0" cy="0"/>
          <a:chOff x="0" y="0"/>
          <a:chExt cx="0" cy="0"/>
        </a:xfrm>
      </p:grpSpPr>
      <p:sp>
        <p:nvSpPr>
          <p:cNvPr id="351" name="Google Shape;351;p114"/>
          <p:cNvSpPr txBox="1"/>
          <p:nvPr>
            <p:ph type="title"/>
          </p:nvPr>
        </p:nvSpPr>
        <p:spPr>
          <a:xfrm>
            <a:off x="533400" y="990600"/>
            <a:ext cx="80772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2" name="Google Shape;352;p114"/>
          <p:cNvSpPr txBox="1"/>
          <p:nvPr>
            <p:ph idx="1" type="body"/>
          </p:nvPr>
        </p:nvSpPr>
        <p:spPr>
          <a:xfrm>
            <a:off x="533400" y="2286000"/>
            <a:ext cx="3962400" cy="1905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3" name="Google Shape;353;p114"/>
          <p:cNvSpPr txBox="1"/>
          <p:nvPr>
            <p:ph idx="2" type="body"/>
          </p:nvPr>
        </p:nvSpPr>
        <p:spPr>
          <a:xfrm>
            <a:off x="533400" y="4343400"/>
            <a:ext cx="3962400" cy="1905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4" name="Google Shape;354;p114"/>
          <p:cNvSpPr txBox="1"/>
          <p:nvPr>
            <p:ph idx="3" type="body"/>
          </p:nvPr>
        </p:nvSpPr>
        <p:spPr>
          <a:xfrm>
            <a:off x="4648200" y="2286000"/>
            <a:ext cx="3962400" cy="3962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222222"/>
              </a:buClr>
              <a:buSzPts val="1800"/>
              <a:buChar char="•"/>
              <a:defRPr/>
            </a:lvl1pPr>
            <a:lvl2pPr indent="-342900" lvl="1" marL="914400" algn="l">
              <a:lnSpc>
                <a:spcPct val="100000"/>
              </a:lnSpc>
              <a:spcBef>
                <a:spcPts val="360"/>
              </a:spcBef>
              <a:spcAft>
                <a:spcPts val="0"/>
              </a:spcAft>
              <a:buClr>
                <a:srgbClr val="222222"/>
              </a:buClr>
              <a:buSzPts val="1800"/>
              <a:buChar char="–"/>
              <a:defRPr/>
            </a:lvl2pPr>
            <a:lvl3pPr indent="-342900" lvl="2" marL="1371600" algn="l">
              <a:lnSpc>
                <a:spcPct val="100000"/>
              </a:lnSpc>
              <a:spcBef>
                <a:spcPts val="360"/>
              </a:spcBef>
              <a:spcAft>
                <a:spcPts val="0"/>
              </a:spcAft>
              <a:buClr>
                <a:srgbClr val="222222"/>
              </a:buClr>
              <a:buSzPts val="1800"/>
              <a:buChar char="•"/>
              <a:defRPr/>
            </a:lvl3pPr>
            <a:lvl4pPr indent="-342900" lvl="3" marL="1828800" algn="l">
              <a:lnSpc>
                <a:spcPct val="100000"/>
              </a:lnSpc>
              <a:spcBef>
                <a:spcPts val="360"/>
              </a:spcBef>
              <a:spcAft>
                <a:spcPts val="0"/>
              </a:spcAft>
              <a:buClr>
                <a:srgbClr val="222222"/>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5" name="Google Shape;355;p114"/>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8" name="Shape 368"/>
        <p:cNvGrpSpPr/>
        <p:nvPr/>
      </p:nvGrpSpPr>
      <p:grpSpPr>
        <a:xfrm>
          <a:off x="0" y="0"/>
          <a:ext cx="0" cy="0"/>
          <a:chOff x="0" y="0"/>
          <a:chExt cx="0" cy="0"/>
        </a:xfrm>
      </p:grpSpPr>
      <p:sp>
        <p:nvSpPr>
          <p:cNvPr id="369" name="Google Shape;369;p84"/>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0" name="Google Shape;370;p84"/>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14325" lvl="3" marL="1828800" algn="l">
              <a:lnSpc>
                <a:spcPct val="100000"/>
              </a:lnSpc>
              <a:spcBef>
                <a:spcPts val="630"/>
              </a:spcBef>
              <a:spcAft>
                <a:spcPts val="0"/>
              </a:spcAft>
              <a:buSzPts val="135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71" name="Shape 371"/>
        <p:cNvGrpSpPr/>
        <p:nvPr/>
      </p:nvGrpSpPr>
      <p:grpSpPr>
        <a:xfrm>
          <a:off x="0" y="0"/>
          <a:ext cx="0" cy="0"/>
          <a:chOff x="0" y="0"/>
          <a:chExt cx="0" cy="0"/>
        </a:xfrm>
      </p:grpSpPr>
      <p:grpSp>
        <p:nvGrpSpPr>
          <p:cNvPr id="372" name="Google Shape;372;p115"/>
          <p:cNvGrpSpPr/>
          <p:nvPr/>
        </p:nvGrpSpPr>
        <p:grpSpPr>
          <a:xfrm>
            <a:off x="198438" y="2960688"/>
            <a:ext cx="8610600" cy="201612"/>
            <a:chOff x="125" y="1865"/>
            <a:chExt cx="5424" cy="127"/>
          </a:xfrm>
        </p:grpSpPr>
        <p:sp>
          <p:nvSpPr>
            <p:cNvPr id="373" name="Google Shape;373;p115"/>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374" name="Google Shape;374;p115"/>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375" name="Google Shape;375;p115"/>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grpSp>
      <p:sp>
        <p:nvSpPr>
          <p:cNvPr id="376" name="Google Shape;376;p115"/>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336699"/>
                </a:solidFill>
                <a:latin typeface="Helvetica Neue"/>
                <a:ea typeface="Helvetica Neue"/>
                <a:cs typeface="Helvetica Neue"/>
                <a:sym typeface="Helvetica Neue"/>
              </a:rPr>
              <a:t>Silberschatz, Galvin and Gagne ©2013</a:t>
            </a:r>
            <a:endParaRPr b="0" i="0" sz="1400" u="none" cap="none" strike="noStrike">
              <a:solidFill>
                <a:srgbClr val="000000"/>
              </a:solidFill>
              <a:latin typeface="Arial"/>
              <a:ea typeface="Arial"/>
              <a:cs typeface="Arial"/>
              <a:sym typeface="Arial"/>
            </a:endParaRPr>
          </a:p>
        </p:txBody>
      </p:sp>
      <p:sp>
        <p:nvSpPr>
          <p:cNvPr id="377" name="Google Shape;377;p115"/>
          <p:cNvSpPr txBox="1"/>
          <p:nvPr/>
        </p:nvSpPr>
        <p:spPr>
          <a:xfrm>
            <a:off x="26988" y="6613525"/>
            <a:ext cx="2695575" cy="246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336699"/>
                </a:solidFill>
                <a:latin typeface="Helvetica Neue"/>
                <a:ea typeface="Helvetica Neue"/>
                <a:cs typeface="Helvetica Neue"/>
                <a:sym typeface="Helvetica Neue"/>
              </a:rPr>
              <a:t>Operating System Concepts – 9</a:t>
            </a:r>
            <a:r>
              <a:rPr b="1" baseline="30000" i="0" lang="en-US" sz="1000" u="none" cap="none" strike="noStrike">
                <a:solidFill>
                  <a:srgbClr val="336699"/>
                </a:solidFill>
                <a:latin typeface="Helvetica Neue"/>
                <a:ea typeface="Helvetica Neue"/>
                <a:cs typeface="Helvetica Neue"/>
                <a:sym typeface="Helvetica Neue"/>
              </a:rPr>
              <a:t>th</a:t>
            </a:r>
            <a:r>
              <a:rPr b="1" i="0" lang="en-US" sz="1000" u="none" cap="none" strike="noStrike">
                <a:solidFill>
                  <a:srgbClr val="336699"/>
                </a:solidFill>
                <a:latin typeface="Helvetica Neue"/>
                <a:ea typeface="Helvetica Neue"/>
                <a:cs typeface="Helvetica Neue"/>
                <a:sym typeface="Helvetica Neue"/>
              </a:rPr>
              <a:t> Edition</a:t>
            </a:r>
            <a:endParaRPr b="0" i="0" sz="1400" u="none" cap="none" strike="noStrike">
              <a:solidFill>
                <a:srgbClr val="000000"/>
              </a:solidFill>
              <a:latin typeface="Arial"/>
              <a:ea typeface="Arial"/>
              <a:cs typeface="Arial"/>
              <a:sym typeface="Arial"/>
            </a:endParaRPr>
          </a:p>
        </p:txBody>
      </p:sp>
      <p:pic>
        <p:nvPicPr>
          <p:cNvPr descr="dino_4" id="378" name="Google Shape;378;p115"/>
          <p:cNvPicPr preferRelativeResize="0"/>
          <p:nvPr/>
        </p:nvPicPr>
        <p:blipFill rotWithShape="1">
          <a:blip r:embed="rId2">
            <a:alphaModFix/>
          </a:blip>
          <a:srcRect b="0" l="0" r="0" t="0"/>
          <a:stretch/>
        </p:blipFill>
        <p:spPr>
          <a:xfrm>
            <a:off x="3360738" y="4157663"/>
            <a:ext cx="2062162" cy="1593850"/>
          </a:xfrm>
          <a:prstGeom prst="rect">
            <a:avLst/>
          </a:prstGeom>
          <a:noFill/>
          <a:ln cap="flat" cmpd="sng" w="76200">
            <a:solidFill>
              <a:srgbClr val="336699"/>
            </a:solidFill>
            <a:prstDash val="solid"/>
            <a:miter lim="800000"/>
            <a:headEnd len="sm" w="sm" type="none"/>
            <a:tailEnd len="sm" w="sm" type="none"/>
          </a:ln>
        </p:spPr>
      </p:pic>
      <p:sp>
        <p:nvSpPr>
          <p:cNvPr id="379" name="Google Shape;379;p115"/>
          <p:cNvSpPr/>
          <p:nvPr/>
        </p:nvSpPr>
        <p:spPr>
          <a:xfrm>
            <a:off x="3224213" y="4006850"/>
            <a:ext cx="2336800" cy="1887538"/>
          </a:xfrm>
          <a:prstGeom prst="rect">
            <a:avLst/>
          </a:prstGeom>
          <a:noFill/>
          <a:ln cap="flat" cmpd="thinThick" w="5715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380" name="Google Shape;380;p115"/>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43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1" name="Shape 381"/>
        <p:cNvGrpSpPr/>
        <p:nvPr/>
      </p:nvGrpSpPr>
      <p:grpSpPr>
        <a:xfrm>
          <a:off x="0" y="0"/>
          <a:ext cx="0" cy="0"/>
          <a:chOff x="0" y="0"/>
          <a:chExt cx="0" cy="0"/>
        </a:xfrm>
      </p:grpSpPr>
      <p:sp>
        <p:nvSpPr>
          <p:cNvPr id="382" name="Google Shape;382;p1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3" name="Google Shape;383;p1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700"/>
              </a:spcBef>
              <a:spcAft>
                <a:spcPts val="0"/>
              </a:spcAft>
              <a:buSzPts val="1800"/>
              <a:buNone/>
              <a:defRPr sz="2000"/>
            </a:lvl1pPr>
            <a:lvl2pPr indent="-228600" lvl="1" marL="914400" algn="l">
              <a:lnSpc>
                <a:spcPct val="100000"/>
              </a:lnSpc>
              <a:spcBef>
                <a:spcPts val="630"/>
              </a:spcBef>
              <a:spcAft>
                <a:spcPts val="0"/>
              </a:spcAft>
              <a:buSzPts val="1440"/>
              <a:buNone/>
              <a:defRPr sz="1800"/>
            </a:lvl2pPr>
            <a:lvl3pPr indent="-228600" lvl="2" marL="1371600" algn="l">
              <a:lnSpc>
                <a:spcPct val="100000"/>
              </a:lnSpc>
              <a:spcBef>
                <a:spcPts val="560"/>
              </a:spcBef>
              <a:spcAft>
                <a:spcPts val="0"/>
              </a:spcAft>
              <a:buSzPts val="1200"/>
              <a:buNone/>
              <a:defRPr sz="1600"/>
            </a:lvl3pPr>
            <a:lvl4pPr indent="-228600" lvl="3" marL="1828800" algn="l">
              <a:lnSpc>
                <a:spcPct val="100000"/>
              </a:lnSpc>
              <a:spcBef>
                <a:spcPts val="490"/>
              </a:spcBef>
              <a:spcAft>
                <a:spcPts val="0"/>
              </a:spcAft>
              <a:buSzPts val="1050"/>
              <a:buFont typeface="Helvetica Neue"/>
              <a:buNone/>
              <a:defRPr sz="1400"/>
            </a:lvl4pPr>
            <a:lvl5pPr indent="-228600" lvl="4" marL="2286000" algn="l">
              <a:lnSpc>
                <a:spcPct val="100000"/>
              </a:lnSpc>
              <a:spcBef>
                <a:spcPts val="490"/>
              </a:spcBef>
              <a:spcAft>
                <a:spcPts val="0"/>
              </a:spcAft>
              <a:buSzPts val="1050"/>
              <a:buFont typeface="Helvetica Neue"/>
              <a:buNone/>
              <a:defRPr sz="1400"/>
            </a:lvl5pPr>
            <a:lvl6pPr indent="-228600" lvl="5" marL="2743200" algn="l">
              <a:lnSpc>
                <a:spcPct val="100000"/>
              </a:lnSpc>
              <a:spcBef>
                <a:spcPts val="490"/>
              </a:spcBef>
              <a:spcAft>
                <a:spcPts val="0"/>
              </a:spcAft>
              <a:buSzPts val="1050"/>
              <a:buFont typeface="Helvetica Neue"/>
              <a:buNone/>
              <a:defRPr sz="1400"/>
            </a:lvl6pPr>
            <a:lvl7pPr indent="-228600" lvl="6" marL="3200400" algn="l">
              <a:lnSpc>
                <a:spcPct val="100000"/>
              </a:lnSpc>
              <a:spcBef>
                <a:spcPts val="490"/>
              </a:spcBef>
              <a:spcAft>
                <a:spcPts val="0"/>
              </a:spcAft>
              <a:buSzPts val="1050"/>
              <a:buFont typeface="Helvetica Neue"/>
              <a:buNone/>
              <a:defRPr sz="1400"/>
            </a:lvl7pPr>
            <a:lvl8pPr indent="-228600" lvl="7" marL="3657600" algn="l">
              <a:lnSpc>
                <a:spcPct val="100000"/>
              </a:lnSpc>
              <a:spcBef>
                <a:spcPts val="490"/>
              </a:spcBef>
              <a:spcAft>
                <a:spcPts val="0"/>
              </a:spcAft>
              <a:buSzPts val="1050"/>
              <a:buFont typeface="Helvetica Neue"/>
              <a:buNone/>
              <a:defRPr sz="1400"/>
            </a:lvl8pPr>
            <a:lvl9pPr indent="-228600" lvl="8" marL="4114800" algn="l">
              <a:lnSpc>
                <a:spcPct val="100000"/>
              </a:lnSpc>
              <a:spcBef>
                <a:spcPts val="490"/>
              </a:spcBef>
              <a:spcAft>
                <a:spcPts val="0"/>
              </a:spcAft>
              <a:buSzPts val="1050"/>
              <a:buFont typeface="Helvetica Neue"/>
              <a:buNone/>
              <a:defRPr sz="14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4" name="Shape 384"/>
        <p:cNvGrpSpPr/>
        <p:nvPr/>
      </p:nvGrpSpPr>
      <p:grpSpPr>
        <a:xfrm>
          <a:off x="0" y="0"/>
          <a:ext cx="0" cy="0"/>
          <a:chOff x="0" y="0"/>
          <a:chExt cx="0" cy="0"/>
        </a:xfrm>
      </p:grpSpPr>
      <p:sp>
        <p:nvSpPr>
          <p:cNvPr id="385" name="Google Shape;385;p117"/>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6" name="Google Shape;386;p117"/>
          <p:cNvSpPr txBox="1"/>
          <p:nvPr>
            <p:ph idx="1" type="body"/>
          </p:nvPr>
        </p:nvSpPr>
        <p:spPr>
          <a:xfrm>
            <a:off x="806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l">
              <a:lnSpc>
                <a:spcPct val="100000"/>
              </a:lnSpc>
              <a:spcBef>
                <a:spcPts val="980"/>
              </a:spcBef>
              <a:spcAft>
                <a:spcPts val="0"/>
              </a:spcAft>
              <a:buSzPts val="2520"/>
              <a:buChar char="●"/>
              <a:defRPr sz="2800"/>
            </a:lvl1pPr>
            <a:lvl2pPr indent="-350519" lvl="1" marL="914400" algn="l">
              <a:lnSpc>
                <a:spcPct val="100000"/>
              </a:lnSpc>
              <a:spcBef>
                <a:spcPts val="840"/>
              </a:spcBef>
              <a:spcAft>
                <a:spcPts val="0"/>
              </a:spcAft>
              <a:buSzPts val="1920"/>
              <a:buChar char="●"/>
              <a:defRPr sz="2400"/>
            </a:lvl2pPr>
            <a:lvl3pPr indent="-323850" lvl="2" marL="1371600" algn="l">
              <a:lnSpc>
                <a:spcPct val="100000"/>
              </a:lnSpc>
              <a:spcBef>
                <a:spcPts val="700"/>
              </a:spcBef>
              <a:spcAft>
                <a:spcPts val="0"/>
              </a:spcAft>
              <a:buSzPts val="1500"/>
              <a:buChar char="4"/>
              <a:defRPr sz="2000"/>
            </a:lvl3pPr>
            <a:lvl4pPr indent="-314325" lvl="3" marL="1828800" algn="l">
              <a:lnSpc>
                <a:spcPct val="100000"/>
              </a:lnSpc>
              <a:spcBef>
                <a:spcPts val="630"/>
              </a:spcBef>
              <a:spcAft>
                <a:spcPts val="0"/>
              </a:spcAft>
              <a:buSzPts val="1350"/>
              <a:buFont typeface="Helvetica Neue"/>
              <a:buChar char="–"/>
              <a:defRPr sz="1800"/>
            </a:lvl4pPr>
            <a:lvl5pPr indent="-314325" lvl="4" marL="2286000" algn="l">
              <a:lnSpc>
                <a:spcPct val="100000"/>
              </a:lnSpc>
              <a:spcBef>
                <a:spcPts val="630"/>
              </a:spcBef>
              <a:spcAft>
                <a:spcPts val="0"/>
              </a:spcAft>
              <a:buSzPts val="1350"/>
              <a:buFont typeface="Helvetica Neue"/>
              <a:buChar char="»"/>
              <a:defRPr sz="1800"/>
            </a:lvl5pPr>
            <a:lvl6pPr indent="-314325" lvl="5" marL="2743200" algn="l">
              <a:lnSpc>
                <a:spcPct val="100000"/>
              </a:lnSpc>
              <a:spcBef>
                <a:spcPts val="630"/>
              </a:spcBef>
              <a:spcAft>
                <a:spcPts val="0"/>
              </a:spcAft>
              <a:buSzPts val="1350"/>
              <a:buFont typeface="Helvetica Neue"/>
              <a:buChar char="»"/>
              <a:defRPr sz="1800"/>
            </a:lvl6pPr>
            <a:lvl7pPr indent="-314325" lvl="6" marL="3200400" algn="l">
              <a:lnSpc>
                <a:spcPct val="100000"/>
              </a:lnSpc>
              <a:spcBef>
                <a:spcPts val="630"/>
              </a:spcBef>
              <a:spcAft>
                <a:spcPts val="0"/>
              </a:spcAft>
              <a:buSzPts val="1350"/>
              <a:buFont typeface="Helvetica Neue"/>
              <a:buChar char="»"/>
              <a:defRPr sz="1800"/>
            </a:lvl7pPr>
            <a:lvl8pPr indent="-314325" lvl="7" marL="3657600" algn="l">
              <a:lnSpc>
                <a:spcPct val="100000"/>
              </a:lnSpc>
              <a:spcBef>
                <a:spcPts val="630"/>
              </a:spcBef>
              <a:spcAft>
                <a:spcPts val="0"/>
              </a:spcAft>
              <a:buSzPts val="1350"/>
              <a:buFont typeface="Helvetica Neue"/>
              <a:buChar char="»"/>
              <a:defRPr sz="1800"/>
            </a:lvl8pPr>
            <a:lvl9pPr indent="-314325" lvl="8" marL="4114800" algn="l">
              <a:lnSpc>
                <a:spcPct val="100000"/>
              </a:lnSpc>
              <a:spcBef>
                <a:spcPts val="630"/>
              </a:spcBef>
              <a:spcAft>
                <a:spcPts val="0"/>
              </a:spcAft>
              <a:buSzPts val="1350"/>
              <a:buFont typeface="Helvetica Neue"/>
              <a:buChar char="»"/>
              <a:defRPr sz="1800"/>
            </a:lvl9pPr>
          </a:lstStyle>
          <a:p/>
        </p:txBody>
      </p:sp>
      <p:sp>
        <p:nvSpPr>
          <p:cNvPr id="387" name="Google Shape;387;p117"/>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l">
              <a:lnSpc>
                <a:spcPct val="100000"/>
              </a:lnSpc>
              <a:spcBef>
                <a:spcPts val="980"/>
              </a:spcBef>
              <a:spcAft>
                <a:spcPts val="0"/>
              </a:spcAft>
              <a:buSzPts val="2520"/>
              <a:buChar char="●"/>
              <a:defRPr sz="2800"/>
            </a:lvl1pPr>
            <a:lvl2pPr indent="-350519" lvl="1" marL="914400" algn="l">
              <a:lnSpc>
                <a:spcPct val="100000"/>
              </a:lnSpc>
              <a:spcBef>
                <a:spcPts val="840"/>
              </a:spcBef>
              <a:spcAft>
                <a:spcPts val="0"/>
              </a:spcAft>
              <a:buSzPts val="1920"/>
              <a:buChar char="●"/>
              <a:defRPr sz="2400"/>
            </a:lvl2pPr>
            <a:lvl3pPr indent="-323850" lvl="2" marL="1371600" algn="l">
              <a:lnSpc>
                <a:spcPct val="100000"/>
              </a:lnSpc>
              <a:spcBef>
                <a:spcPts val="700"/>
              </a:spcBef>
              <a:spcAft>
                <a:spcPts val="0"/>
              </a:spcAft>
              <a:buSzPts val="1500"/>
              <a:buChar char="4"/>
              <a:defRPr sz="2000"/>
            </a:lvl3pPr>
            <a:lvl4pPr indent="-314325" lvl="3" marL="1828800" algn="l">
              <a:lnSpc>
                <a:spcPct val="100000"/>
              </a:lnSpc>
              <a:spcBef>
                <a:spcPts val="630"/>
              </a:spcBef>
              <a:spcAft>
                <a:spcPts val="0"/>
              </a:spcAft>
              <a:buSzPts val="1350"/>
              <a:buFont typeface="Helvetica Neue"/>
              <a:buChar char="–"/>
              <a:defRPr sz="1800"/>
            </a:lvl4pPr>
            <a:lvl5pPr indent="-314325" lvl="4" marL="2286000" algn="l">
              <a:lnSpc>
                <a:spcPct val="100000"/>
              </a:lnSpc>
              <a:spcBef>
                <a:spcPts val="630"/>
              </a:spcBef>
              <a:spcAft>
                <a:spcPts val="0"/>
              </a:spcAft>
              <a:buSzPts val="1350"/>
              <a:buFont typeface="Helvetica Neue"/>
              <a:buChar char="»"/>
              <a:defRPr sz="1800"/>
            </a:lvl5pPr>
            <a:lvl6pPr indent="-314325" lvl="5" marL="2743200" algn="l">
              <a:lnSpc>
                <a:spcPct val="100000"/>
              </a:lnSpc>
              <a:spcBef>
                <a:spcPts val="630"/>
              </a:spcBef>
              <a:spcAft>
                <a:spcPts val="0"/>
              </a:spcAft>
              <a:buSzPts val="1350"/>
              <a:buFont typeface="Helvetica Neue"/>
              <a:buChar char="»"/>
              <a:defRPr sz="1800"/>
            </a:lvl6pPr>
            <a:lvl7pPr indent="-314325" lvl="6" marL="3200400" algn="l">
              <a:lnSpc>
                <a:spcPct val="100000"/>
              </a:lnSpc>
              <a:spcBef>
                <a:spcPts val="630"/>
              </a:spcBef>
              <a:spcAft>
                <a:spcPts val="0"/>
              </a:spcAft>
              <a:buSzPts val="1350"/>
              <a:buFont typeface="Helvetica Neue"/>
              <a:buChar char="»"/>
              <a:defRPr sz="1800"/>
            </a:lvl7pPr>
            <a:lvl8pPr indent="-314325" lvl="7" marL="3657600" algn="l">
              <a:lnSpc>
                <a:spcPct val="100000"/>
              </a:lnSpc>
              <a:spcBef>
                <a:spcPts val="630"/>
              </a:spcBef>
              <a:spcAft>
                <a:spcPts val="0"/>
              </a:spcAft>
              <a:buSzPts val="1350"/>
              <a:buFont typeface="Helvetica Neue"/>
              <a:buChar char="»"/>
              <a:defRPr sz="1800"/>
            </a:lvl8pPr>
            <a:lvl9pPr indent="-314325" lvl="8" marL="4114800" algn="l">
              <a:lnSpc>
                <a:spcPct val="100000"/>
              </a:lnSpc>
              <a:spcBef>
                <a:spcPts val="630"/>
              </a:spcBef>
              <a:spcAft>
                <a:spcPts val="0"/>
              </a:spcAft>
              <a:buSzPts val="1350"/>
              <a:buFont typeface="Helvetica Neue"/>
              <a:buChar char="»"/>
              <a:defRPr sz="18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8" name="Shape 388"/>
        <p:cNvGrpSpPr/>
        <p:nvPr/>
      </p:nvGrpSpPr>
      <p:grpSpPr>
        <a:xfrm>
          <a:off x="0" y="0"/>
          <a:ext cx="0" cy="0"/>
          <a:chOff x="0" y="0"/>
          <a:chExt cx="0" cy="0"/>
        </a:xfrm>
      </p:grpSpPr>
      <p:sp>
        <p:nvSpPr>
          <p:cNvPr id="389" name="Google Shape;389;p118"/>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0" name="Google Shape;390;p1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840"/>
              </a:spcBef>
              <a:spcAft>
                <a:spcPts val="0"/>
              </a:spcAft>
              <a:buSzPts val="2160"/>
              <a:buNone/>
              <a:defRPr b="1" sz="2400"/>
            </a:lvl1pPr>
            <a:lvl2pPr indent="-228600" lvl="1" marL="914400" algn="l">
              <a:lnSpc>
                <a:spcPct val="100000"/>
              </a:lnSpc>
              <a:spcBef>
                <a:spcPts val="700"/>
              </a:spcBef>
              <a:spcAft>
                <a:spcPts val="0"/>
              </a:spcAft>
              <a:buSzPts val="1600"/>
              <a:buNone/>
              <a:defRPr b="1" sz="2000"/>
            </a:lvl2pPr>
            <a:lvl3pPr indent="-228600" lvl="2" marL="1371600" algn="l">
              <a:lnSpc>
                <a:spcPct val="100000"/>
              </a:lnSpc>
              <a:spcBef>
                <a:spcPts val="630"/>
              </a:spcBef>
              <a:spcAft>
                <a:spcPts val="0"/>
              </a:spcAft>
              <a:buSzPts val="1350"/>
              <a:buNone/>
              <a:defRPr b="1" sz="1800"/>
            </a:lvl3pPr>
            <a:lvl4pPr indent="-228600" lvl="3" marL="1828800" algn="l">
              <a:lnSpc>
                <a:spcPct val="100000"/>
              </a:lnSpc>
              <a:spcBef>
                <a:spcPts val="560"/>
              </a:spcBef>
              <a:spcAft>
                <a:spcPts val="0"/>
              </a:spcAft>
              <a:buSzPts val="1200"/>
              <a:buFont typeface="Helvetica Neue"/>
              <a:buNone/>
              <a:defRPr b="1" sz="1600"/>
            </a:lvl4pPr>
            <a:lvl5pPr indent="-228600" lvl="4" marL="2286000" algn="l">
              <a:lnSpc>
                <a:spcPct val="100000"/>
              </a:lnSpc>
              <a:spcBef>
                <a:spcPts val="560"/>
              </a:spcBef>
              <a:spcAft>
                <a:spcPts val="0"/>
              </a:spcAft>
              <a:buSzPts val="1200"/>
              <a:buFont typeface="Helvetica Neue"/>
              <a:buNone/>
              <a:defRPr b="1" sz="1600"/>
            </a:lvl5pPr>
            <a:lvl6pPr indent="-228600" lvl="5" marL="2743200" algn="l">
              <a:lnSpc>
                <a:spcPct val="100000"/>
              </a:lnSpc>
              <a:spcBef>
                <a:spcPts val="560"/>
              </a:spcBef>
              <a:spcAft>
                <a:spcPts val="0"/>
              </a:spcAft>
              <a:buSzPts val="1200"/>
              <a:buFont typeface="Helvetica Neue"/>
              <a:buNone/>
              <a:defRPr b="1" sz="1600"/>
            </a:lvl6pPr>
            <a:lvl7pPr indent="-228600" lvl="6" marL="3200400" algn="l">
              <a:lnSpc>
                <a:spcPct val="100000"/>
              </a:lnSpc>
              <a:spcBef>
                <a:spcPts val="560"/>
              </a:spcBef>
              <a:spcAft>
                <a:spcPts val="0"/>
              </a:spcAft>
              <a:buSzPts val="1200"/>
              <a:buFont typeface="Helvetica Neue"/>
              <a:buNone/>
              <a:defRPr b="1" sz="1600"/>
            </a:lvl7pPr>
            <a:lvl8pPr indent="-228600" lvl="7" marL="3657600" algn="l">
              <a:lnSpc>
                <a:spcPct val="100000"/>
              </a:lnSpc>
              <a:spcBef>
                <a:spcPts val="560"/>
              </a:spcBef>
              <a:spcAft>
                <a:spcPts val="0"/>
              </a:spcAft>
              <a:buSzPts val="1200"/>
              <a:buFont typeface="Helvetica Neue"/>
              <a:buNone/>
              <a:defRPr b="1" sz="1600"/>
            </a:lvl8pPr>
            <a:lvl9pPr indent="-228600" lvl="8" marL="4114800" algn="l">
              <a:lnSpc>
                <a:spcPct val="100000"/>
              </a:lnSpc>
              <a:spcBef>
                <a:spcPts val="560"/>
              </a:spcBef>
              <a:spcAft>
                <a:spcPts val="0"/>
              </a:spcAft>
              <a:buSzPts val="1200"/>
              <a:buFont typeface="Helvetica Neue"/>
              <a:buNone/>
              <a:defRPr b="1" sz="1600"/>
            </a:lvl9pPr>
          </a:lstStyle>
          <a:p/>
        </p:txBody>
      </p:sp>
      <p:sp>
        <p:nvSpPr>
          <p:cNvPr id="391" name="Google Shape;391;p1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65760" lvl="0" marL="457200" algn="l">
              <a:lnSpc>
                <a:spcPct val="100000"/>
              </a:lnSpc>
              <a:spcBef>
                <a:spcPts val="840"/>
              </a:spcBef>
              <a:spcAft>
                <a:spcPts val="0"/>
              </a:spcAft>
              <a:buSzPts val="2160"/>
              <a:buChar char="●"/>
              <a:defRPr sz="2400"/>
            </a:lvl1pPr>
            <a:lvl2pPr indent="-330200" lvl="1" marL="914400" algn="l">
              <a:lnSpc>
                <a:spcPct val="100000"/>
              </a:lnSpc>
              <a:spcBef>
                <a:spcPts val="700"/>
              </a:spcBef>
              <a:spcAft>
                <a:spcPts val="0"/>
              </a:spcAft>
              <a:buSzPts val="1600"/>
              <a:buChar char="●"/>
              <a:defRPr sz="2000"/>
            </a:lvl2pPr>
            <a:lvl3pPr indent="-314325" lvl="2" marL="1371600" algn="l">
              <a:lnSpc>
                <a:spcPct val="100000"/>
              </a:lnSpc>
              <a:spcBef>
                <a:spcPts val="630"/>
              </a:spcBef>
              <a:spcAft>
                <a:spcPts val="0"/>
              </a:spcAft>
              <a:buSzPts val="1350"/>
              <a:buChar char="4"/>
              <a:defRPr sz="1800"/>
            </a:lvl3pPr>
            <a:lvl4pPr indent="-304800" lvl="3" marL="1828800" algn="l">
              <a:lnSpc>
                <a:spcPct val="100000"/>
              </a:lnSpc>
              <a:spcBef>
                <a:spcPts val="560"/>
              </a:spcBef>
              <a:spcAft>
                <a:spcPts val="0"/>
              </a:spcAft>
              <a:buSzPts val="1200"/>
              <a:buFont typeface="Helvetica Neue"/>
              <a:buChar char="–"/>
              <a:defRPr sz="1600"/>
            </a:lvl4pPr>
            <a:lvl5pPr indent="-304800" lvl="4" marL="2286000" algn="l">
              <a:lnSpc>
                <a:spcPct val="100000"/>
              </a:lnSpc>
              <a:spcBef>
                <a:spcPts val="560"/>
              </a:spcBef>
              <a:spcAft>
                <a:spcPts val="0"/>
              </a:spcAft>
              <a:buSzPts val="1200"/>
              <a:buFont typeface="Helvetica Neue"/>
              <a:buChar char="»"/>
              <a:defRPr sz="1600"/>
            </a:lvl5pPr>
            <a:lvl6pPr indent="-304800" lvl="5" marL="2743200" algn="l">
              <a:lnSpc>
                <a:spcPct val="100000"/>
              </a:lnSpc>
              <a:spcBef>
                <a:spcPts val="560"/>
              </a:spcBef>
              <a:spcAft>
                <a:spcPts val="0"/>
              </a:spcAft>
              <a:buSzPts val="1200"/>
              <a:buFont typeface="Helvetica Neue"/>
              <a:buChar char="»"/>
              <a:defRPr sz="1600"/>
            </a:lvl6pPr>
            <a:lvl7pPr indent="-304800" lvl="6" marL="3200400" algn="l">
              <a:lnSpc>
                <a:spcPct val="100000"/>
              </a:lnSpc>
              <a:spcBef>
                <a:spcPts val="560"/>
              </a:spcBef>
              <a:spcAft>
                <a:spcPts val="0"/>
              </a:spcAft>
              <a:buSzPts val="1200"/>
              <a:buFont typeface="Helvetica Neue"/>
              <a:buChar char="»"/>
              <a:defRPr sz="1600"/>
            </a:lvl7pPr>
            <a:lvl8pPr indent="-304800" lvl="7" marL="3657600" algn="l">
              <a:lnSpc>
                <a:spcPct val="100000"/>
              </a:lnSpc>
              <a:spcBef>
                <a:spcPts val="560"/>
              </a:spcBef>
              <a:spcAft>
                <a:spcPts val="0"/>
              </a:spcAft>
              <a:buSzPts val="1200"/>
              <a:buFont typeface="Helvetica Neue"/>
              <a:buChar char="»"/>
              <a:defRPr sz="1600"/>
            </a:lvl8pPr>
            <a:lvl9pPr indent="-304800" lvl="8" marL="4114800" algn="l">
              <a:lnSpc>
                <a:spcPct val="100000"/>
              </a:lnSpc>
              <a:spcBef>
                <a:spcPts val="560"/>
              </a:spcBef>
              <a:spcAft>
                <a:spcPts val="0"/>
              </a:spcAft>
              <a:buSzPts val="1200"/>
              <a:buFont typeface="Helvetica Neue"/>
              <a:buChar char="»"/>
              <a:defRPr sz="1600"/>
            </a:lvl9pPr>
          </a:lstStyle>
          <a:p/>
        </p:txBody>
      </p:sp>
      <p:sp>
        <p:nvSpPr>
          <p:cNvPr id="392" name="Google Shape;392;p1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840"/>
              </a:spcBef>
              <a:spcAft>
                <a:spcPts val="0"/>
              </a:spcAft>
              <a:buSzPts val="2160"/>
              <a:buNone/>
              <a:defRPr b="1" sz="2400"/>
            </a:lvl1pPr>
            <a:lvl2pPr indent="-228600" lvl="1" marL="914400" algn="l">
              <a:lnSpc>
                <a:spcPct val="100000"/>
              </a:lnSpc>
              <a:spcBef>
                <a:spcPts val="700"/>
              </a:spcBef>
              <a:spcAft>
                <a:spcPts val="0"/>
              </a:spcAft>
              <a:buSzPts val="1600"/>
              <a:buNone/>
              <a:defRPr b="1" sz="2000"/>
            </a:lvl2pPr>
            <a:lvl3pPr indent="-228600" lvl="2" marL="1371600" algn="l">
              <a:lnSpc>
                <a:spcPct val="100000"/>
              </a:lnSpc>
              <a:spcBef>
                <a:spcPts val="630"/>
              </a:spcBef>
              <a:spcAft>
                <a:spcPts val="0"/>
              </a:spcAft>
              <a:buSzPts val="1350"/>
              <a:buNone/>
              <a:defRPr b="1" sz="1800"/>
            </a:lvl3pPr>
            <a:lvl4pPr indent="-228600" lvl="3" marL="1828800" algn="l">
              <a:lnSpc>
                <a:spcPct val="100000"/>
              </a:lnSpc>
              <a:spcBef>
                <a:spcPts val="560"/>
              </a:spcBef>
              <a:spcAft>
                <a:spcPts val="0"/>
              </a:spcAft>
              <a:buSzPts val="1200"/>
              <a:buFont typeface="Helvetica Neue"/>
              <a:buNone/>
              <a:defRPr b="1" sz="1600"/>
            </a:lvl4pPr>
            <a:lvl5pPr indent="-228600" lvl="4" marL="2286000" algn="l">
              <a:lnSpc>
                <a:spcPct val="100000"/>
              </a:lnSpc>
              <a:spcBef>
                <a:spcPts val="560"/>
              </a:spcBef>
              <a:spcAft>
                <a:spcPts val="0"/>
              </a:spcAft>
              <a:buSzPts val="1200"/>
              <a:buFont typeface="Helvetica Neue"/>
              <a:buNone/>
              <a:defRPr b="1" sz="1600"/>
            </a:lvl5pPr>
            <a:lvl6pPr indent="-228600" lvl="5" marL="2743200" algn="l">
              <a:lnSpc>
                <a:spcPct val="100000"/>
              </a:lnSpc>
              <a:spcBef>
                <a:spcPts val="560"/>
              </a:spcBef>
              <a:spcAft>
                <a:spcPts val="0"/>
              </a:spcAft>
              <a:buSzPts val="1200"/>
              <a:buFont typeface="Helvetica Neue"/>
              <a:buNone/>
              <a:defRPr b="1" sz="1600"/>
            </a:lvl6pPr>
            <a:lvl7pPr indent="-228600" lvl="6" marL="3200400" algn="l">
              <a:lnSpc>
                <a:spcPct val="100000"/>
              </a:lnSpc>
              <a:spcBef>
                <a:spcPts val="560"/>
              </a:spcBef>
              <a:spcAft>
                <a:spcPts val="0"/>
              </a:spcAft>
              <a:buSzPts val="1200"/>
              <a:buFont typeface="Helvetica Neue"/>
              <a:buNone/>
              <a:defRPr b="1" sz="1600"/>
            </a:lvl7pPr>
            <a:lvl8pPr indent="-228600" lvl="7" marL="3657600" algn="l">
              <a:lnSpc>
                <a:spcPct val="100000"/>
              </a:lnSpc>
              <a:spcBef>
                <a:spcPts val="560"/>
              </a:spcBef>
              <a:spcAft>
                <a:spcPts val="0"/>
              </a:spcAft>
              <a:buSzPts val="1200"/>
              <a:buFont typeface="Helvetica Neue"/>
              <a:buNone/>
              <a:defRPr b="1" sz="1600"/>
            </a:lvl8pPr>
            <a:lvl9pPr indent="-228600" lvl="8" marL="4114800" algn="l">
              <a:lnSpc>
                <a:spcPct val="100000"/>
              </a:lnSpc>
              <a:spcBef>
                <a:spcPts val="560"/>
              </a:spcBef>
              <a:spcAft>
                <a:spcPts val="0"/>
              </a:spcAft>
              <a:buSzPts val="1200"/>
              <a:buFont typeface="Helvetica Neue"/>
              <a:buNone/>
              <a:defRPr b="1" sz="1600"/>
            </a:lvl9pPr>
          </a:lstStyle>
          <a:p/>
        </p:txBody>
      </p:sp>
      <p:sp>
        <p:nvSpPr>
          <p:cNvPr id="393" name="Google Shape;393;p1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65760" lvl="0" marL="457200" algn="l">
              <a:lnSpc>
                <a:spcPct val="100000"/>
              </a:lnSpc>
              <a:spcBef>
                <a:spcPts val="840"/>
              </a:spcBef>
              <a:spcAft>
                <a:spcPts val="0"/>
              </a:spcAft>
              <a:buSzPts val="2160"/>
              <a:buChar char="●"/>
              <a:defRPr sz="2400"/>
            </a:lvl1pPr>
            <a:lvl2pPr indent="-330200" lvl="1" marL="914400" algn="l">
              <a:lnSpc>
                <a:spcPct val="100000"/>
              </a:lnSpc>
              <a:spcBef>
                <a:spcPts val="700"/>
              </a:spcBef>
              <a:spcAft>
                <a:spcPts val="0"/>
              </a:spcAft>
              <a:buSzPts val="1600"/>
              <a:buChar char="●"/>
              <a:defRPr sz="2000"/>
            </a:lvl2pPr>
            <a:lvl3pPr indent="-314325" lvl="2" marL="1371600" algn="l">
              <a:lnSpc>
                <a:spcPct val="100000"/>
              </a:lnSpc>
              <a:spcBef>
                <a:spcPts val="630"/>
              </a:spcBef>
              <a:spcAft>
                <a:spcPts val="0"/>
              </a:spcAft>
              <a:buSzPts val="1350"/>
              <a:buChar char="4"/>
              <a:defRPr sz="1800"/>
            </a:lvl3pPr>
            <a:lvl4pPr indent="-304800" lvl="3" marL="1828800" algn="l">
              <a:lnSpc>
                <a:spcPct val="100000"/>
              </a:lnSpc>
              <a:spcBef>
                <a:spcPts val="560"/>
              </a:spcBef>
              <a:spcAft>
                <a:spcPts val="0"/>
              </a:spcAft>
              <a:buSzPts val="1200"/>
              <a:buFont typeface="Helvetica Neue"/>
              <a:buChar char="–"/>
              <a:defRPr sz="1600"/>
            </a:lvl4pPr>
            <a:lvl5pPr indent="-304800" lvl="4" marL="2286000" algn="l">
              <a:lnSpc>
                <a:spcPct val="100000"/>
              </a:lnSpc>
              <a:spcBef>
                <a:spcPts val="560"/>
              </a:spcBef>
              <a:spcAft>
                <a:spcPts val="0"/>
              </a:spcAft>
              <a:buSzPts val="1200"/>
              <a:buFont typeface="Helvetica Neue"/>
              <a:buChar char="»"/>
              <a:defRPr sz="1600"/>
            </a:lvl5pPr>
            <a:lvl6pPr indent="-304800" lvl="5" marL="2743200" algn="l">
              <a:lnSpc>
                <a:spcPct val="100000"/>
              </a:lnSpc>
              <a:spcBef>
                <a:spcPts val="560"/>
              </a:spcBef>
              <a:spcAft>
                <a:spcPts val="0"/>
              </a:spcAft>
              <a:buSzPts val="1200"/>
              <a:buFont typeface="Helvetica Neue"/>
              <a:buChar char="»"/>
              <a:defRPr sz="1600"/>
            </a:lvl6pPr>
            <a:lvl7pPr indent="-304800" lvl="6" marL="3200400" algn="l">
              <a:lnSpc>
                <a:spcPct val="100000"/>
              </a:lnSpc>
              <a:spcBef>
                <a:spcPts val="560"/>
              </a:spcBef>
              <a:spcAft>
                <a:spcPts val="0"/>
              </a:spcAft>
              <a:buSzPts val="1200"/>
              <a:buFont typeface="Helvetica Neue"/>
              <a:buChar char="»"/>
              <a:defRPr sz="1600"/>
            </a:lvl7pPr>
            <a:lvl8pPr indent="-304800" lvl="7" marL="3657600" algn="l">
              <a:lnSpc>
                <a:spcPct val="100000"/>
              </a:lnSpc>
              <a:spcBef>
                <a:spcPts val="560"/>
              </a:spcBef>
              <a:spcAft>
                <a:spcPts val="0"/>
              </a:spcAft>
              <a:buSzPts val="1200"/>
              <a:buFont typeface="Helvetica Neue"/>
              <a:buChar char="»"/>
              <a:defRPr sz="1600"/>
            </a:lvl8pPr>
            <a:lvl9pPr indent="-304800" lvl="8" marL="4114800" algn="l">
              <a:lnSpc>
                <a:spcPct val="100000"/>
              </a:lnSpc>
              <a:spcBef>
                <a:spcPts val="560"/>
              </a:spcBef>
              <a:spcAft>
                <a:spcPts val="0"/>
              </a:spcAft>
              <a:buSzPts val="1200"/>
              <a:buFont typeface="Helvetica Neue"/>
              <a:buChar char="»"/>
              <a:defRPr sz="16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4" name="Shape 394"/>
        <p:cNvGrpSpPr/>
        <p:nvPr/>
      </p:nvGrpSpPr>
      <p:grpSpPr>
        <a:xfrm>
          <a:off x="0" y="0"/>
          <a:ext cx="0" cy="0"/>
          <a:chOff x="0" y="0"/>
          <a:chExt cx="0" cy="0"/>
        </a:xfrm>
      </p:grpSpPr>
      <p:sp>
        <p:nvSpPr>
          <p:cNvPr id="395" name="Google Shape;395;p119"/>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6" name="Shape 396"/>
        <p:cNvGrpSpPr/>
        <p:nvPr/>
      </p:nvGrpSpPr>
      <p:grpSpPr>
        <a:xfrm>
          <a:off x="0" y="0"/>
          <a:ext cx="0" cy="0"/>
          <a:chOff x="0" y="0"/>
          <a:chExt cx="0" cy="0"/>
        </a:xfrm>
      </p:grpSpPr>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97" name="Shape 397"/>
        <p:cNvGrpSpPr/>
        <p:nvPr/>
      </p:nvGrpSpPr>
      <p:grpSpPr>
        <a:xfrm>
          <a:off x="0" y="0"/>
          <a:ext cx="0" cy="0"/>
          <a:chOff x="0" y="0"/>
          <a:chExt cx="0" cy="0"/>
        </a:xfrm>
      </p:grpSpPr>
      <p:sp>
        <p:nvSpPr>
          <p:cNvPr id="398" name="Google Shape;398;p1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9" name="Google Shape;399;p1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11480" lvl="0" marL="457200" algn="l">
              <a:lnSpc>
                <a:spcPct val="100000"/>
              </a:lnSpc>
              <a:spcBef>
                <a:spcPts val="1120"/>
              </a:spcBef>
              <a:spcAft>
                <a:spcPts val="0"/>
              </a:spcAft>
              <a:buSzPts val="2880"/>
              <a:buChar char="●"/>
              <a:defRPr sz="3200"/>
            </a:lvl1pPr>
            <a:lvl2pPr indent="-370840" lvl="1" marL="914400" algn="l">
              <a:lnSpc>
                <a:spcPct val="100000"/>
              </a:lnSpc>
              <a:spcBef>
                <a:spcPts val="980"/>
              </a:spcBef>
              <a:spcAft>
                <a:spcPts val="0"/>
              </a:spcAft>
              <a:buSzPts val="2240"/>
              <a:buChar char="●"/>
              <a:defRPr sz="2800"/>
            </a:lvl2pPr>
            <a:lvl3pPr indent="-342900" lvl="2" marL="1371600" algn="l">
              <a:lnSpc>
                <a:spcPct val="100000"/>
              </a:lnSpc>
              <a:spcBef>
                <a:spcPts val="840"/>
              </a:spcBef>
              <a:spcAft>
                <a:spcPts val="0"/>
              </a:spcAft>
              <a:buSzPts val="1800"/>
              <a:buChar char="4"/>
              <a:defRPr sz="2400"/>
            </a:lvl3pPr>
            <a:lvl4pPr indent="-323850" lvl="3" marL="1828800" algn="l">
              <a:lnSpc>
                <a:spcPct val="100000"/>
              </a:lnSpc>
              <a:spcBef>
                <a:spcPts val="700"/>
              </a:spcBef>
              <a:spcAft>
                <a:spcPts val="0"/>
              </a:spcAft>
              <a:buSzPts val="1500"/>
              <a:buFont typeface="Helvetica Neue"/>
              <a:buChar char="–"/>
              <a:defRPr sz="2000"/>
            </a:lvl4pPr>
            <a:lvl5pPr indent="-323850" lvl="4" marL="2286000" algn="l">
              <a:lnSpc>
                <a:spcPct val="100000"/>
              </a:lnSpc>
              <a:spcBef>
                <a:spcPts val="700"/>
              </a:spcBef>
              <a:spcAft>
                <a:spcPts val="0"/>
              </a:spcAft>
              <a:buSzPts val="1500"/>
              <a:buFont typeface="Helvetica Neue"/>
              <a:buChar char="»"/>
              <a:defRPr sz="2000"/>
            </a:lvl5pPr>
            <a:lvl6pPr indent="-323850" lvl="5" marL="2743200" algn="l">
              <a:lnSpc>
                <a:spcPct val="100000"/>
              </a:lnSpc>
              <a:spcBef>
                <a:spcPts val="700"/>
              </a:spcBef>
              <a:spcAft>
                <a:spcPts val="0"/>
              </a:spcAft>
              <a:buSzPts val="1500"/>
              <a:buFont typeface="Helvetica Neue"/>
              <a:buChar char="»"/>
              <a:defRPr sz="2000"/>
            </a:lvl6pPr>
            <a:lvl7pPr indent="-323850" lvl="6" marL="3200400" algn="l">
              <a:lnSpc>
                <a:spcPct val="100000"/>
              </a:lnSpc>
              <a:spcBef>
                <a:spcPts val="700"/>
              </a:spcBef>
              <a:spcAft>
                <a:spcPts val="0"/>
              </a:spcAft>
              <a:buSzPts val="1500"/>
              <a:buFont typeface="Helvetica Neue"/>
              <a:buChar char="»"/>
              <a:defRPr sz="2000"/>
            </a:lvl7pPr>
            <a:lvl8pPr indent="-323850" lvl="7" marL="3657600" algn="l">
              <a:lnSpc>
                <a:spcPct val="100000"/>
              </a:lnSpc>
              <a:spcBef>
                <a:spcPts val="700"/>
              </a:spcBef>
              <a:spcAft>
                <a:spcPts val="0"/>
              </a:spcAft>
              <a:buSzPts val="1500"/>
              <a:buFont typeface="Helvetica Neue"/>
              <a:buChar char="»"/>
              <a:defRPr sz="2000"/>
            </a:lvl8pPr>
            <a:lvl9pPr indent="-323850" lvl="8" marL="4114800" algn="l">
              <a:lnSpc>
                <a:spcPct val="100000"/>
              </a:lnSpc>
              <a:spcBef>
                <a:spcPts val="700"/>
              </a:spcBef>
              <a:spcAft>
                <a:spcPts val="0"/>
              </a:spcAft>
              <a:buSzPts val="1500"/>
              <a:buFont typeface="Helvetica Neue"/>
              <a:buChar char="»"/>
              <a:defRPr sz="2000"/>
            </a:lvl9pPr>
          </a:lstStyle>
          <a:p/>
        </p:txBody>
      </p:sp>
      <p:sp>
        <p:nvSpPr>
          <p:cNvPr id="400" name="Google Shape;400;p1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490"/>
              </a:spcBef>
              <a:spcAft>
                <a:spcPts val="0"/>
              </a:spcAft>
              <a:buSzPts val="1260"/>
              <a:buNone/>
              <a:defRPr sz="1400"/>
            </a:lvl1pPr>
            <a:lvl2pPr indent="-228600" lvl="1" marL="914400" algn="l">
              <a:lnSpc>
                <a:spcPct val="100000"/>
              </a:lnSpc>
              <a:spcBef>
                <a:spcPts val="420"/>
              </a:spcBef>
              <a:spcAft>
                <a:spcPts val="0"/>
              </a:spcAft>
              <a:buSzPts val="960"/>
              <a:buNone/>
              <a:defRPr sz="1200"/>
            </a:lvl2pPr>
            <a:lvl3pPr indent="-228600" lvl="2" marL="1371600" algn="l">
              <a:lnSpc>
                <a:spcPct val="100000"/>
              </a:lnSpc>
              <a:spcBef>
                <a:spcPts val="350"/>
              </a:spcBef>
              <a:spcAft>
                <a:spcPts val="0"/>
              </a:spcAft>
              <a:buSzPts val="750"/>
              <a:buNone/>
              <a:defRPr sz="1000"/>
            </a:lvl3pPr>
            <a:lvl4pPr indent="-228600" lvl="3" marL="1828800" algn="l">
              <a:lnSpc>
                <a:spcPct val="100000"/>
              </a:lnSpc>
              <a:spcBef>
                <a:spcPts val="315"/>
              </a:spcBef>
              <a:spcAft>
                <a:spcPts val="0"/>
              </a:spcAft>
              <a:buSzPts val="675"/>
              <a:buFont typeface="Helvetica Neue"/>
              <a:buNone/>
              <a:defRPr sz="900"/>
            </a:lvl4pPr>
            <a:lvl5pPr indent="-228600" lvl="4" marL="2286000" algn="l">
              <a:lnSpc>
                <a:spcPct val="100000"/>
              </a:lnSpc>
              <a:spcBef>
                <a:spcPts val="315"/>
              </a:spcBef>
              <a:spcAft>
                <a:spcPts val="0"/>
              </a:spcAft>
              <a:buSzPts val="675"/>
              <a:buFont typeface="Helvetica Neue"/>
              <a:buNone/>
              <a:defRPr sz="900"/>
            </a:lvl5pPr>
            <a:lvl6pPr indent="-228600" lvl="5" marL="2743200" algn="l">
              <a:lnSpc>
                <a:spcPct val="100000"/>
              </a:lnSpc>
              <a:spcBef>
                <a:spcPts val="315"/>
              </a:spcBef>
              <a:spcAft>
                <a:spcPts val="0"/>
              </a:spcAft>
              <a:buSzPts val="675"/>
              <a:buFont typeface="Helvetica Neue"/>
              <a:buNone/>
              <a:defRPr sz="900"/>
            </a:lvl6pPr>
            <a:lvl7pPr indent="-228600" lvl="6" marL="3200400" algn="l">
              <a:lnSpc>
                <a:spcPct val="100000"/>
              </a:lnSpc>
              <a:spcBef>
                <a:spcPts val="315"/>
              </a:spcBef>
              <a:spcAft>
                <a:spcPts val="0"/>
              </a:spcAft>
              <a:buSzPts val="675"/>
              <a:buFont typeface="Helvetica Neue"/>
              <a:buNone/>
              <a:defRPr sz="900"/>
            </a:lvl7pPr>
            <a:lvl8pPr indent="-228600" lvl="7" marL="3657600" algn="l">
              <a:lnSpc>
                <a:spcPct val="100000"/>
              </a:lnSpc>
              <a:spcBef>
                <a:spcPts val="315"/>
              </a:spcBef>
              <a:spcAft>
                <a:spcPts val="0"/>
              </a:spcAft>
              <a:buSzPts val="675"/>
              <a:buFont typeface="Helvetica Neue"/>
              <a:buNone/>
              <a:defRPr sz="900"/>
            </a:lvl8pPr>
            <a:lvl9pPr indent="-228600" lvl="8" marL="4114800" algn="l">
              <a:lnSpc>
                <a:spcPct val="100000"/>
              </a:lnSpc>
              <a:spcBef>
                <a:spcPts val="315"/>
              </a:spcBef>
              <a:spcAft>
                <a:spcPts val="0"/>
              </a:spcAft>
              <a:buSzPts val="675"/>
              <a:buFont typeface="Helvetica Neue"/>
              <a:buNone/>
              <a:defRPr sz="9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01" name="Shape 401"/>
        <p:cNvGrpSpPr/>
        <p:nvPr/>
      </p:nvGrpSpPr>
      <p:grpSpPr>
        <a:xfrm>
          <a:off x="0" y="0"/>
          <a:ext cx="0" cy="0"/>
          <a:chOff x="0" y="0"/>
          <a:chExt cx="0" cy="0"/>
        </a:xfrm>
      </p:grpSpPr>
      <p:sp>
        <p:nvSpPr>
          <p:cNvPr id="402" name="Google Shape;402;p1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3" name="Google Shape;403;p122"/>
          <p:cNvSpPr/>
          <p:nvPr>
            <p:ph idx="2" type="pic"/>
          </p:nvPr>
        </p:nvSpPr>
        <p:spPr>
          <a:xfrm>
            <a:off x="1792288" y="612775"/>
            <a:ext cx="5486400" cy="4114800"/>
          </a:xfrm>
          <a:prstGeom prst="rect">
            <a:avLst/>
          </a:prstGeom>
          <a:noFill/>
          <a:ln>
            <a:noFill/>
          </a:ln>
        </p:spPr>
      </p:sp>
      <p:sp>
        <p:nvSpPr>
          <p:cNvPr id="404" name="Google Shape;404;p1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490"/>
              </a:spcBef>
              <a:spcAft>
                <a:spcPts val="0"/>
              </a:spcAft>
              <a:buSzPts val="1260"/>
              <a:buNone/>
              <a:defRPr sz="1400"/>
            </a:lvl1pPr>
            <a:lvl2pPr indent="-228600" lvl="1" marL="914400" algn="l">
              <a:lnSpc>
                <a:spcPct val="100000"/>
              </a:lnSpc>
              <a:spcBef>
                <a:spcPts val="420"/>
              </a:spcBef>
              <a:spcAft>
                <a:spcPts val="0"/>
              </a:spcAft>
              <a:buSzPts val="960"/>
              <a:buNone/>
              <a:defRPr sz="1200"/>
            </a:lvl2pPr>
            <a:lvl3pPr indent="-228600" lvl="2" marL="1371600" algn="l">
              <a:lnSpc>
                <a:spcPct val="100000"/>
              </a:lnSpc>
              <a:spcBef>
                <a:spcPts val="350"/>
              </a:spcBef>
              <a:spcAft>
                <a:spcPts val="0"/>
              </a:spcAft>
              <a:buSzPts val="750"/>
              <a:buNone/>
              <a:defRPr sz="1000"/>
            </a:lvl3pPr>
            <a:lvl4pPr indent="-228600" lvl="3" marL="1828800" algn="l">
              <a:lnSpc>
                <a:spcPct val="100000"/>
              </a:lnSpc>
              <a:spcBef>
                <a:spcPts val="315"/>
              </a:spcBef>
              <a:spcAft>
                <a:spcPts val="0"/>
              </a:spcAft>
              <a:buSzPts val="675"/>
              <a:buFont typeface="Helvetica Neue"/>
              <a:buNone/>
              <a:defRPr sz="900"/>
            </a:lvl4pPr>
            <a:lvl5pPr indent="-228600" lvl="4" marL="2286000" algn="l">
              <a:lnSpc>
                <a:spcPct val="100000"/>
              </a:lnSpc>
              <a:spcBef>
                <a:spcPts val="315"/>
              </a:spcBef>
              <a:spcAft>
                <a:spcPts val="0"/>
              </a:spcAft>
              <a:buSzPts val="675"/>
              <a:buFont typeface="Helvetica Neue"/>
              <a:buNone/>
              <a:defRPr sz="900"/>
            </a:lvl5pPr>
            <a:lvl6pPr indent="-228600" lvl="5" marL="2743200" algn="l">
              <a:lnSpc>
                <a:spcPct val="100000"/>
              </a:lnSpc>
              <a:spcBef>
                <a:spcPts val="315"/>
              </a:spcBef>
              <a:spcAft>
                <a:spcPts val="0"/>
              </a:spcAft>
              <a:buSzPts val="675"/>
              <a:buFont typeface="Helvetica Neue"/>
              <a:buNone/>
              <a:defRPr sz="900"/>
            </a:lvl6pPr>
            <a:lvl7pPr indent="-228600" lvl="6" marL="3200400" algn="l">
              <a:lnSpc>
                <a:spcPct val="100000"/>
              </a:lnSpc>
              <a:spcBef>
                <a:spcPts val="315"/>
              </a:spcBef>
              <a:spcAft>
                <a:spcPts val="0"/>
              </a:spcAft>
              <a:buSzPts val="675"/>
              <a:buFont typeface="Helvetica Neue"/>
              <a:buNone/>
              <a:defRPr sz="900"/>
            </a:lvl7pPr>
            <a:lvl8pPr indent="-228600" lvl="7" marL="3657600" algn="l">
              <a:lnSpc>
                <a:spcPct val="100000"/>
              </a:lnSpc>
              <a:spcBef>
                <a:spcPts val="315"/>
              </a:spcBef>
              <a:spcAft>
                <a:spcPts val="0"/>
              </a:spcAft>
              <a:buSzPts val="675"/>
              <a:buFont typeface="Helvetica Neue"/>
              <a:buNone/>
              <a:defRPr sz="900"/>
            </a:lvl8pPr>
            <a:lvl9pPr indent="-228600" lvl="8" marL="4114800" algn="l">
              <a:lnSpc>
                <a:spcPct val="100000"/>
              </a:lnSpc>
              <a:spcBef>
                <a:spcPts val="315"/>
              </a:spcBef>
              <a:spcAft>
                <a:spcPts val="0"/>
              </a:spcAft>
              <a:buSzPts val="675"/>
              <a:buFont typeface="Helvetica Neue"/>
              <a:buNone/>
              <a:defRPr sz="9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05" name="Shape 405"/>
        <p:cNvGrpSpPr/>
        <p:nvPr/>
      </p:nvGrpSpPr>
      <p:grpSpPr>
        <a:xfrm>
          <a:off x="0" y="0"/>
          <a:ext cx="0" cy="0"/>
          <a:chOff x="0" y="0"/>
          <a:chExt cx="0" cy="0"/>
        </a:xfrm>
      </p:grpSpPr>
      <p:sp>
        <p:nvSpPr>
          <p:cNvPr id="406" name="Google Shape;406;p123"/>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7" name="Google Shape;407;p123"/>
          <p:cNvSpPr txBox="1"/>
          <p:nvPr>
            <p:ph idx="1" type="body"/>
          </p:nvPr>
        </p:nvSpPr>
        <p:spPr>
          <a:xfrm rot="5400000">
            <a:off x="2655887" y="-615950"/>
            <a:ext cx="4530725" cy="8229600"/>
          </a:xfrm>
          <a:prstGeom prst="rect">
            <a:avLst/>
          </a:prstGeom>
          <a:noFill/>
          <a:ln>
            <a:noFill/>
          </a:ln>
        </p:spPr>
        <p:txBody>
          <a:bodyPr anchorCtr="0" anchor="t" bIns="45700" lIns="91425" spcFirstLastPara="1" rIns="91425" wrap="square" tIns="457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14325" lvl="3" marL="1828800" algn="l">
              <a:lnSpc>
                <a:spcPct val="100000"/>
              </a:lnSpc>
              <a:spcBef>
                <a:spcPts val="630"/>
              </a:spcBef>
              <a:spcAft>
                <a:spcPts val="0"/>
              </a:spcAft>
              <a:buSzPts val="135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08" name="Shape 408"/>
        <p:cNvGrpSpPr/>
        <p:nvPr/>
      </p:nvGrpSpPr>
      <p:grpSpPr>
        <a:xfrm>
          <a:off x="0" y="0"/>
          <a:ext cx="0" cy="0"/>
          <a:chOff x="0" y="0"/>
          <a:chExt cx="0" cy="0"/>
        </a:xfrm>
      </p:grpSpPr>
      <p:sp>
        <p:nvSpPr>
          <p:cNvPr id="409" name="Google Shape;409;p124"/>
          <p:cNvSpPr txBox="1"/>
          <p:nvPr>
            <p:ph type="title"/>
          </p:nvPr>
        </p:nvSpPr>
        <p:spPr>
          <a:xfrm rot="5400000">
            <a:off x="5220494" y="1948657"/>
            <a:ext cx="5486400" cy="214471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0" name="Google Shape;410;p124"/>
          <p:cNvSpPr txBox="1"/>
          <p:nvPr>
            <p:ph idx="1" type="body"/>
          </p:nvPr>
        </p:nvSpPr>
        <p:spPr>
          <a:xfrm rot="5400000">
            <a:off x="854869" y="-119856"/>
            <a:ext cx="5486400" cy="6281738"/>
          </a:xfrm>
          <a:prstGeom prst="rect">
            <a:avLst/>
          </a:prstGeom>
          <a:noFill/>
          <a:ln>
            <a:noFill/>
          </a:ln>
        </p:spPr>
        <p:txBody>
          <a:bodyPr anchorCtr="0" anchor="t" bIns="45700" lIns="91425" spcFirstLastPara="1" rIns="91425" wrap="square" tIns="457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14325" lvl="3" marL="1828800" algn="l">
              <a:lnSpc>
                <a:spcPct val="100000"/>
              </a:lnSpc>
              <a:spcBef>
                <a:spcPts val="630"/>
              </a:spcBef>
              <a:spcAft>
                <a:spcPts val="0"/>
              </a:spcAft>
              <a:buSzPts val="135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jpg"/><Relationship Id="rId2" Type="http://schemas.openxmlformats.org/officeDocument/2006/relationships/image" Target="../media/image1.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6.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7.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7.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4.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 Type="http://schemas.openxmlformats.org/officeDocument/2006/relationships/image" Target="../media/image7.png"/><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2.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8.xml"/><Relationship Id="rId10" Type="http://schemas.openxmlformats.org/officeDocument/2006/relationships/slideLayout" Target="../slideLayouts/slideLayout57.xml"/><Relationship Id="rId13" Type="http://schemas.openxmlformats.org/officeDocument/2006/relationships/slideLayout" Target="../slideLayouts/slideLayout60.xml"/><Relationship Id="rId12" Type="http://schemas.openxmlformats.org/officeDocument/2006/relationships/slideLayout" Target="../slideLayouts/slideLayout59.xml"/><Relationship Id="rId1" Type="http://schemas.openxmlformats.org/officeDocument/2006/relationships/image" Target="../media/image9.png"/><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5" Type="http://schemas.openxmlformats.org/officeDocument/2006/relationships/slideLayout" Target="../slideLayouts/slideLayout62.xml"/><Relationship Id="rId14" Type="http://schemas.openxmlformats.org/officeDocument/2006/relationships/slideLayout" Target="../slideLayouts/slideLayout61.xml"/><Relationship Id="rId16" Type="http://schemas.openxmlformats.org/officeDocument/2006/relationships/theme" Target="../theme/theme7.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71.xml"/><Relationship Id="rId10" Type="http://schemas.openxmlformats.org/officeDocument/2006/relationships/slideLayout" Target="../slideLayouts/slideLayout70.xml"/><Relationship Id="rId13" Type="http://schemas.openxmlformats.org/officeDocument/2006/relationships/slideLayout" Target="../slideLayouts/slideLayout73.xml"/><Relationship Id="rId12" Type="http://schemas.openxmlformats.org/officeDocument/2006/relationships/slideLayout" Target="../slideLayouts/slideLayout72.xml"/><Relationship Id="rId1" Type="http://schemas.openxmlformats.org/officeDocument/2006/relationships/image" Target="../media/image2.jpg"/><Relationship Id="rId2" Type="http://schemas.openxmlformats.org/officeDocument/2006/relationships/image" Target="../media/image1.jpg"/><Relationship Id="rId3" Type="http://schemas.openxmlformats.org/officeDocument/2006/relationships/slideLayout" Target="../slideLayouts/slideLayout63.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theme" Target="../theme/theme5.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dino_3" id="10" name="Google Shape;10;p68"/>
          <p:cNvPicPr preferRelativeResize="0"/>
          <p:nvPr/>
        </p:nvPicPr>
        <p:blipFill rotWithShape="1">
          <a:blip r:embed="rId1">
            <a:alphaModFix/>
          </a:blip>
          <a:srcRect b="0" l="0" r="0" t="0"/>
          <a:stretch/>
        </p:blipFill>
        <p:spPr>
          <a:xfrm>
            <a:off x="285750" y="0"/>
            <a:ext cx="1195388" cy="908050"/>
          </a:xfrm>
          <a:prstGeom prst="rect">
            <a:avLst/>
          </a:prstGeom>
          <a:noFill/>
          <a:ln>
            <a:noFill/>
          </a:ln>
        </p:spPr>
      </p:pic>
      <p:sp>
        <p:nvSpPr>
          <p:cNvPr id="11" name="Google Shape;11;p68"/>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9pPr>
          </a:lstStyle>
          <a:p/>
        </p:txBody>
      </p:sp>
      <p:sp>
        <p:nvSpPr>
          <p:cNvPr id="12" name="Google Shape;12;p68"/>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lvl1pPr indent="-354330" lvl="0" marL="457200" marR="0" rtl="0" algn="just">
              <a:lnSpc>
                <a:spcPct val="100000"/>
              </a:lnSpc>
              <a:spcBef>
                <a:spcPts val="770"/>
              </a:spcBef>
              <a:spcAft>
                <a:spcPts val="0"/>
              </a:spcAft>
              <a:buClr>
                <a:srgbClr val="993300"/>
              </a:buClr>
              <a:buSzPts val="1980"/>
              <a:buFont typeface="Arial"/>
              <a:buChar char="●"/>
              <a:defRPr b="0" i="0" sz="2200" u="none" cap="none" strike="noStrike">
                <a:solidFill>
                  <a:schemeClr val="dk1"/>
                </a:solidFill>
                <a:latin typeface="Helvetica Neue"/>
                <a:ea typeface="Helvetica Neue"/>
                <a:cs typeface="Helvetica Neue"/>
                <a:sym typeface="Helvetica Neue"/>
              </a:defRPr>
            </a:lvl1pPr>
            <a:lvl2pPr indent="-340360" lvl="1" marL="914400" marR="0" rtl="0" algn="just">
              <a:lnSpc>
                <a:spcPct val="100000"/>
              </a:lnSpc>
              <a:spcBef>
                <a:spcPts val="770"/>
              </a:spcBef>
              <a:spcAft>
                <a:spcPts val="0"/>
              </a:spcAft>
              <a:buClr>
                <a:srgbClr val="CC6600"/>
              </a:buClr>
              <a:buSzPts val="1760"/>
              <a:buFont typeface="Arial"/>
              <a:buChar char="●"/>
              <a:defRPr b="0" i="0" sz="2200" u="none" cap="none" strike="noStrike">
                <a:solidFill>
                  <a:schemeClr val="dk1"/>
                </a:solidFill>
                <a:latin typeface="Helvetica Neue"/>
                <a:ea typeface="Helvetica Neue"/>
                <a:cs typeface="Helvetica Neue"/>
                <a:sym typeface="Helvetica Neue"/>
              </a:defRPr>
            </a:lvl2pPr>
            <a:lvl3pPr indent="-323850" lvl="2" marL="1371600" marR="0" rtl="0" algn="just">
              <a:lnSpc>
                <a:spcPct val="100000"/>
              </a:lnSpc>
              <a:spcBef>
                <a:spcPts val="700"/>
              </a:spcBef>
              <a:spcAft>
                <a:spcPts val="0"/>
              </a:spcAft>
              <a:buClr>
                <a:srgbClr val="009900"/>
              </a:buClr>
              <a:buSzPts val="1500"/>
              <a:buFont typeface="Arimo"/>
              <a:buChar char="4"/>
              <a:defRPr b="0" i="0" sz="2000" u="none" cap="none" strike="noStrike">
                <a:solidFill>
                  <a:schemeClr val="dk1"/>
                </a:solidFill>
                <a:latin typeface="Helvetica Neue"/>
                <a:ea typeface="Helvetica Neue"/>
                <a:cs typeface="Helvetica Neue"/>
                <a:sym typeface="Helvetica Neue"/>
              </a:defRPr>
            </a:lvl3pPr>
            <a:lvl4pPr indent="-323850" lvl="3" marL="1828800" marR="0" rtl="0" algn="just">
              <a:lnSpc>
                <a:spcPct val="100000"/>
              </a:lnSpc>
              <a:spcBef>
                <a:spcPts val="700"/>
              </a:spcBef>
              <a:spcAft>
                <a:spcPts val="0"/>
              </a:spcAft>
              <a:buClr>
                <a:schemeClr val="hlink"/>
              </a:buClr>
              <a:buSzPts val="1500"/>
              <a:buFont typeface="Helvetica Neue"/>
              <a:buChar char="–"/>
              <a:defRPr b="0" i="0" sz="2000" u="none" cap="none" strike="noStrike">
                <a:solidFill>
                  <a:schemeClr val="dk1"/>
                </a:solidFill>
                <a:latin typeface="Helvetica Neue"/>
                <a:ea typeface="Helvetica Neue"/>
                <a:cs typeface="Helvetica Neue"/>
                <a:sym typeface="Helvetica Neue"/>
              </a:defRPr>
            </a:lvl4pPr>
            <a:lvl5pPr indent="-314325" lvl="4" marL="2286000" marR="0" rtl="0" algn="just">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3" name="Google Shape;13;p68"/>
          <p:cNvSpPr/>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4" name="Google Shape;14;p68"/>
          <p:cNvCxnSpPr/>
          <p:nvPr/>
        </p:nvCxnSpPr>
        <p:spPr>
          <a:xfrm>
            <a:off x="457200" y="860425"/>
            <a:ext cx="8077200" cy="0"/>
          </a:xfrm>
          <a:prstGeom prst="straightConnector1">
            <a:avLst/>
          </a:prstGeom>
          <a:noFill/>
          <a:ln cap="flat" cmpd="sng" w="19050">
            <a:solidFill>
              <a:srgbClr val="336699"/>
            </a:solidFill>
            <a:prstDash val="solid"/>
            <a:round/>
            <a:headEnd len="sm" w="sm" type="none"/>
            <a:tailEnd len="sm" w="sm" type="none"/>
          </a:ln>
        </p:spPr>
      </p:cxnSp>
      <p:sp>
        <p:nvSpPr>
          <p:cNvPr id="15" name="Google Shape;15;p68"/>
          <p:cNvSpPr/>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 name="Google Shape;16;p68"/>
          <p:cNvSpPr/>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 name="Google Shape;17;p68"/>
          <p:cNvSpPr txBox="1"/>
          <p:nvPr/>
        </p:nvSpPr>
        <p:spPr>
          <a:xfrm>
            <a:off x="4256088" y="6613525"/>
            <a:ext cx="447675" cy="2460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6.</a:t>
            </a:r>
            <a:fld id="{00000000-1234-1234-1234-123412341234}" type="slidenum">
              <a:rPr b="1" i="0" lang="en-US" sz="1000" u="none" cap="none" strike="noStrike">
                <a:solidFill>
                  <a:srgbClr val="006699"/>
                </a:solidFill>
                <a:latin typeface="Helvetica Neue"/>
                <a:ea typeface="Helvetica Neue"/>
                <a:cs typeface="Helvetica Neue"/>
                <a:sym typeface="Helvetica Neue"/>
              </a:rPr>
              <a:t>‹#›</a:t>
            </a:fld>
            <a:endParaRPr b="1" i="0" sz="1000" u="none" cap="none" strike="noStrike">
              <a:solidFill>
                <a:srgbClr val="006699"/>
              </a:solidFill>
              <a:latin typeface="Helvetica Neue"/>
              <a:ea typeface="Helvetica Neue"/>
              <a:cs typeface="Helvetica Neue"/>
              <a:sym typeface="Helvetica Neue"/>
            </a:endParaRPr>
          </a:p>
        </p:txBody>
      </p:sp>
      <p:sp>
        <p:nvSpPr>
          <p:cNvPr id="18" name="Google Shape;18;p68"/>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Silberschatz, Galvin and Gagne ©2013</a:t>
            </a:r>
            <a:endParaRPr b="0" i="0" sz="1400" u="none" cap="none" strike="noStrike">
              <a:solidFill>
                <a:srgbClr val="000000"/>
              </a:solidFill>
              <a:latin typeface="Arial"/>
              <a:ea typeface="Arial"/>
              <a:cs typeface="Arial"/>
              <a:sym typeface="Arial"/>
            </a:endParaRPr>
          </a:p>
        </p:txBody>
      </p:sp>
      <p:sp>
        <p:nvSpPr>
          <p:cNvPr id="19" name="Google Shape;19;p68"/>
          <p:cNvSpPr txBox="1"/>
          <p:nvPr/>
        </p:nvSpPr>
        <p:spPr>
          <a:xfrm>
            <a:off x="185738" y="6621463"/>
            <a:ext cx="263842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Operating System Concepts – 9</a:t>
            </a:r>
            <a:r>
              <a:rPr b="1" baseline="30000" i="0" lang="en-US" sz="1000" u="none" cap="none" strike="noStrike">
                <a:solidFill>
                  <a:srgbClr val="006699"/>
                </a:solidFill>
                <a:latin typeface="Helvetica Neue"/>
                <a:ea typeface="Helvetica Neue"/>
                <a:cs typeface="Helvetica Neue"/>
                <a:sym typeface="Helvetica Neue"/>
              </a:rPr>
              <a:t>th</a:t>
            </a:r>
            <a:r>
              <a:rPr b="1" i="0" lang="en-US" sz="1000" u="none" cap="none" strike="noStrike">
                <a:solidFill>
                  <a:srgbClr val="006699"/>
                </a:solidFill>
                <a:latin typeface="Helvetica Neue"/>
                <a:ea typeface="Helvetica Neue"/>
                <a:cs typeface="Helvetica Neue"/>
                <a:sym typeface="Helvetica Neue"/>
              </a:rPr>
              <a:t> Edition</a:t>
            </a:r>
            <a:endParaRPr b="0" i="0" sz="1400" u="none" cap="none" strike="noStrike">
              <a:solidFill>
                <a:srgbClr val="000000"/>
              </a:solidFill>
              <a:latin typeface="Arial"/>
              <a:ea typeface="Arial"/>
              <a:cs typeface="Arial"/>
              <a:sym typeface="Arial"/>
            </a:endParaRPr>
          </a:p>
        </p:txBody>
      </p:sp>
      <p:pic>
        <p:nvPicPr>
          <p:cNvPr descr="dino_6" id="20" name="Google Shape;20;p68"/>
          <p:cNvPicPr preferRelativeResize="0"/>
          <p:nvPr/>
        </p:nvPicPr>
        <p:blipFill rotWithShape="1">
          <a:blip r:embed="rId2">
            <a:alphaModFix/>
          </a:blip>
          <a:srcRect b="0" l="0" r="0" t="0"/>
          <a:stretch/>
        </p:blipFill>
        <p:spPr>
          <a:xfrm>
            <a:off x="7773988" y="5849938"/>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9" name="Shape 69"/>
        <p:cNvGrpSpPr/>
        <p:nvPr/>
      </p:nvGrpSpPr>
      <p:grpSpPr>
        <a:xfrm>
          <a:off x="0" y="0"/>
          <a:ext cx="0" cy="0"/>
          <a:chOff x="0" y="0"/>
          <a:chExt cx="0" cy="0"/>
        </a:xfrm>
      </p:grpSpPr>
      <p:sp>
        <p:nvSpPr>
          <p:cNvPr id="70" name="Google Shape;70;p71"/>
          <p:cNvSpPr/>
          <p:nvPr/>
        </p:nvSpPr>
        <p:spPr>
          <a:xfrm>
            <a:off x="152400" y="609600"/>
            <a:ext cx="8839200" cy="6096000"/>
          </a:xfrm>
          <a:prstGeom prst="foldedCorner">
            <a:avLst>
              <a:gd fmla="val 16667" name="adj"/>
            </a:avLst>
          </a:prstGeom>
          <a:noFill/>
          <a:ln cap="flat" cmpd="sng" w="127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1" name="Google Shape;71;p71"/>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9pPr>
          </a:lstStyle>
          <a:p/>
        </p:txBody>
      </p:sp>
      <p:sp>
        <p:nvSpPr>
          <p:cNvPr id="72" name="Google Shape;72;p71"/>
          <p:cNvSpPr txBox="1"/>
          <p:nvPr>
            <p:ph idx="1" type="body"/>
          </p:nvPr>
        </p:nvSpPr>
        <p:spPr>
          <a:xfrm>
            <a:off x="533400" y="2286000"/>
            <a:ext cx="8077200" cy="39624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100000"/>
              </a:lnSpc>
              <a:spcBef>
                <a:spcPts val="520"/>
              </a:spcBef>
              <a:spcAft>
                <a:spcPts val="0"/>
              </a:spcAft>
              <a:buClr>
                <a:srgbClr val="222222"/>
              </a:buClr>
              <a:buSzPts val="2600"/>
              <a:buFont typeface="Arial"/>
              <a:buChar char="•"/>
              <a:defRPr b="0" i="0" sz="2600" u="none" cap="none" strike="noStrike">
                <a:solidFill>
                  <a:srgbClr val="222222"/>
                </a:solidFill>
                <a:latin typeface="Arial"/>
                <a:ea typeface="Arial"/>
                <a:cs typeface="Arial"/>
                <a:sym typeface="Arial"/>
              </a:defRPr>
            </a:lvl1pPr>
            <a:lvl2pPr indent="-381000" lvl="1" marL="914400" marR="0" rtl="0" algn="l">
              <a:lnSpc>
                <a:spcPct val="100000"/>
              </a:lnSpc>
              <a:spcBef>
                <a:spcPts val="480"/>
              </a:spcBef>
              <a:spcAft>
                <a:spcPts val="0"/>
              </a:spcAft>
              <a:buClr>
                <a:srgbClr val="222222"/>
              </a:buClr>
              <a:buSzPts val="2400"/>
              <a:buFont typeface="Arial"/>
              <a:buChar char="–"/>
              <a:defRPr b="0" i="0" sz="2400" u="none" cap="none" strike="noStrike">
                <a:solidFill>
                  <a:srgbClr val="222222"/>
                </a:solidFill>
                <a:latin typeface="Arial"/>
                <a:ea typeface="Arial"/>
                <a:cs typeface="Arial"/>
                <a:sym typeface="Arial"/>
              </a:defRPr>
            </a:lvl2pPr>
            <a:lvl3pPr indent="-368300" lvl="2" marL="1371600" marR="0" rtl="0" algn="l">
              <a:lnSpc>
                <a:spcPct val="100000"/>
              </a:lnSpc>
              <a:spcBef>
                <a:spcPts val="440"/>
              </a:spcBef>
              <a:spcAft>
                <a:spcPts val="0"/>
              </a:spcAft>
              <a:buClr>
                <a:srgbClr val="222222"/>
              </a:buClr>
              <a:buSzPts val="2200"/>
              <a:buFont typeface="Arial"/>
              <a:buChar char="•"/>
              <a:defRPr b="0" i="0" sz="2200" u="none" cap="none" strike="noStrike">
                <a:solidFill>
                  <a:srgbClr val="222222"/>
                </a:solidFill>
                <a:latin typeface="Arial"/>
                <a:ea typeface="Arial"/>
                <a:cs typeface="Arial"/>
                <a:sym typeface="Arial"/>
              </a:defRPr>
            </a:lvl3pPr>
            <a:lvl4pPr indent="-368300" lvl="3" marL="1828800" marR="0" rtl="0" algn="l">
              <a:lnSpc>
                <a:spcPct val="100000"/>
              </a:lnSpc>
              <a:spcBef>
                <a:spcPts val="440"/>
              </a:spcBef>
              <a:spcAft>
                <a:spcPts val="0"/>
              </a:spcAft>
              <a:buClr>
                <a:srgbClr val="222222"/>
              </a:buClr>
              <a:buSzPts val="2200"/>
              <a:buFont typeface="Arial"/>
              <a:buChar char="–"/>
              <a:defRPr b="0" i="0" sz="2200" u="none" cap="none" strike="noStrike">
                <a:solidFill>
                  <a:srgbClr val="222222"/>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73" name="Google Shape;73;p71"/>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
        <p:nvSpPr>
          <p:cNvPr id="74" name="Google Shape;74;p71"/>
          <p:cNvSpPr/>
          <p:nvPr/>
        </p:nvSpPr>
        <p:spPr>
          <a:xfrm>
            <a:off x="0" y="76200"/>
            <a:ext cx="9144000" cy="4572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75" name="Google Shape;75;p71"/>
          <p:cNvSpPr txBox="1"/>
          <p:nvPr/>
        </p:nvSpPr>
        <p:spPr>
          <a:xfrm>
            <a:off x="6934200" y="152400"/>
            <a:ext cx="21336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Operating Systems</a:t>
            </a:r>
            <a:endParaRPr b="0" i="0" sz="1400" u="none" cap="none" strike="noStrike">
              <a:solidFill>
                <a:srgbClr val="000000"/>
              </a:solidFill>
              <a:latin typeface="Arial"/>
              <a:ea typeface="Arial"/>
              <a:cs typeface="Arial"/>
              <a:sym typeface="Arial"/>
            </a:endParaRPr>
          </a:p>
        </p:txBody>
      </p:sp>
      <p:sp>
        <p:nvSpPr>
          <p:cNvPr id="76" name="Google Shape;76;p71"/>
          <p:cNvSpPr/>
          <p:nvPr/>
        </p:nvSpPr>
        <p:spPr>
          <a:xfrm rot="-5400000">
            <a:off x="-609600" y="5867400"/>
            <a:ext cx="1676400" cy="304800"/>
          </a:xfrm>
          <a:prstGeom prst="rect">
            <a:avLst/>
          </a:prstGeom>
          <a:gradFill>
            <a:gsLst>
              <a:gs pos="0">
                <a:srgbClr val="16165C"/>
              </a:gs>
              <a:gs pos="31000">
                <a:srgbClr val="16165C"/>
              </a:gs>
              <a:gs pos="100000">
                <a:schemeClr val="lt1"/>
              </a:gs>
            </a:gsLst>
            <a:path path="circle">
              <a:fillToRect b="100%" l="100%" r="0%" t="0%"/>
            </a:path>
            <a:tileRect b="0%" l="0%" r="-100%" t="-100%"/>
          </a:gra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Chapter 3</a:t>
            </a:r>
            <a:endParaRPr b="0" i="0" sz="1400" u="none" cap="none" strike="noStrike">
              <a:solidFill>
                <a:srgbClr val="000000"/>
              </a:solidFill>
              <a:latin typeface="Arial"/>
              <a:ea typeface="Arial"/>
              <a:cs typeface="Arial"/>
              <a:sym typeface="Arial"/>
            </a:endParaRPr>
          </a:p>
        </p:txBody>
      </p:sp>
      <p:sp>
        <p:nvSpPr>
          <p:cNvPr id="77" name="Google Shape;77;p71"/>
          <p:cNvSpPr/>
          <p:nvPr/>
        </p:nvSpPr>
        <p:spPr>
          <a:xfrm>
            <a:off x="8305800" y="6477000"/>
            <a:ext cx="838200" cy="3048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78" name="Google Shape;78;p71"/>
          <p:cNvSpPr/>
          <p:nvPr/>
        </p:nvSpPr>
        <p:spPr>
          <a:xfrm>
            <a:off x="0" y="533400"/>
            <a:ext cx="23622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UTM-English.gif" id="79" name="Google Shape;79;p71"/>
          <p:cNvPicPr preferRelativeResize="0"/>
          <p:nvPr/>
        </p:nvPicPr>
        <p:blipFill rotWithShape="1">
          <a:blip r:embed="rId1">
            <a:alphaModFix/>
          </a:blip>
          <a:srcRect b="0" l="0" r="0" t="0"/>
          <a:stretch/>
        </p:blipFill>
        <p:spPr>
          <a:xfrm>
            <a:off x="76200" y="0"/>
            <a:ext cx="2209800" cy="75088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39" name="Shape 139"/>
        <p:cNvGrpSpPr/>
        <p:nvPr/>
      </p:nvGrpSpPr>
      <p:grpSpPr>
        <a:xfrm>
          <a:off x="0" y="0"/>
          <a:ext cx="0" cy="0"/>
          <a:chOff x="0" y="0"/>
          <a:chExt cx="0" cy="0"/>
        </a:xfrm>
      </p:grpSpPr>
      <p:sp>
        <p:nvSpPr>
          <p:cNvPr id="140" name="Google Shape;140;p73"/>
          <p:cNvSpPr/>
          <p:nvPr/>
        </p:nvSpPr>
        <p:spPr>
          <a:xfrm>
            <a:off x="152400" y="609600"/>
            <a:ext cx="8839200" cy="6096000"/>
          </a:xfrm>
          <a:prstGeom prst="foldedCorner">
            <a:avLst>
              <a:gd fmla="val 16667" name="adj"/>
            </a:avLst>
          </a:prstGeom>
          <a:noFill/>
          <a:ln cap="flat" cmpd="sng" w="127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1" name="Google Shape;141;p73"/>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9pPr>
          </a:lstStyle>
          <a:p/>
        </p:txBody>
      </p:sp>
      <p:sp>
        <p:nvSpPr>
          <p:cNvPr id="142" name="Google Shape;142;p73"/>
          <p:cNvSpPr txBox="1"/>
          <p:nvPr>
            <p:ph idx="1" type="body"/>
          </p:nvPr>
        </p:nvSpPr>
        <p:spPr>
          <a:xfrm>
            <a:off x="533400" y="2286000"/>
            <a:ext cx="8077200" cy="39624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100000"/>
              </a:lnSpc>
              <a:spcBef>
                <a:spcPts val="520"/>
              </a:spcBef>
              <a:spcAft>
                <a:spcPts val="0"/>
              </a:spcAft>
              <a:buClr>
                <a:srgbClr val="222222"/>
              </a:buClr>
              <a:buSzPts val="2600"/>
              <a:buFont typeface="Arial"/>
              <a:buChar char="•"/>
              <a:defRPr b="0" i="0" sz="2600" u="none" cap="none" strike="noStrike">
                <a:solidFill>
                  <a:srgbClr val="222222"/>
                </a:solidFill>
                <a:latin typeface="Arial"/>
                <a:ea typeface="Arial"/>
                <a:cs typeface="Arial"/>
                <a:sym typeface="Arial"/>
              </a:defRPr>
            </a:lvl1pPr>
            <a:lvl2pPr indent="-381000" lvl="1" marL="914400" marR="0" rtl="0" algn="l">
              <a:lnSpc>
                <a:spcPct val="100000"/>
              </a:lnSpc>
              <a:spcBef>
                <a:spcPts val="480"/>
              </a:spcBef>
              <a:spcAft>
                <a:spcPts val="0"/>
              </a:spcAft>
              <a:buClr>
                <a:srgbClr val="222222"/>
              </a:buClr>
              <a:buSzPts val="2400"/>
              <a:buFont typeface="Arial"/>
              <a:buChar char="–"/>
              <a:defRPr b="0" i="0" sz="2400" u="none" cap="none" strike="noStrike">
                <a:solidFill>
                  <a:srgbClr val="222222"/>
                </a:solidFill>
                <a:latin typeface="Arial"/>
                <a:ea typeface="Arial"/>
                <a:cs typeface="Arial"/>
                <a:sym typeface="Arial"/>
              </a:defRPr>
            </a:lvl2pPr>
            <a:lvl3pPr indent="-368300" lvl="2" marL="1371600" marR="0" rtl="0" algn="l">
              <a:lnSpc>
                <a:spcPct val="100000"/>
              </a:lnSpc>
              <a:spcBef>
                <a:spcPts val="440"/>
              </a:spcBef>
              <a:spcAft>
                <a:spcPts val="0"/>
              </a:spcAft>
              <a:buClr>
                <a:srgbClr val="222222"/>
              </a:buClr>
              <a:buSzPts val="2200"/>
              <a:buFont typeface="Arial"/>
              <a:buChar char="•"/>
              <a:defRPr b="0" i="0" sz="2200" u="none" cap="none" strike="noStrike">
                <a:solidFill>
                  <a:srgbClr val="222222"/>
                </a:solidFill>
                <a:latin typeface="Arial"/>
                <a:ea typeface="Arial"/>
                <a:cs typeface="Arial"/>
                <a:sym typeface="Arial"/>
              </a:defRPr>
            </a:lvl3pPr>
            <a:lvl4pPr indent="-368300" lvl="3" marL="1828800" marR="0" rtl="0" algn="l">
              <a:lnSpc>
                <a:spcPct val="100000"/>
              </a:lnSpc>
              <a:spcBef>
                <a:spcPts val="440"/>
              </a:spcBef>
              <a:spcAft>
                <a:spcPts val="0"/>
              </a:spcAft>
              <a:buClr>
                <a:srgbClr val="222222"/>
              </a:buClr>
              <a:buSzPts val="2200"/>
              <a:buFont typeface="Arial"/>
              <a:buChar char="–"/>
              <a:defRPr b="0" i="0" sz="2200" u="none" cap="none" strike="noStrike">
                <a:solidFill>
                  <a:srgbClr val="222222"/>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43" name="Google Shape;143;p73"/>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
        <p:nvSpPr>
          <p:cNvPr id="144" name="Google Shape;144;p73"/>
          <p:cNvSpPr/>
          <p:nvPr/>
        </p:nvSpPr>
        <p:spPr>
          <a:xfrm>
            <a:off x="0" y="76200"/>
            <a:ext cx="9144000" cy="4572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145" name="Google Shape;145;p73"/>
          <p:cNvSpPr txBox="1"/>
          <p:nvPr/>
        </p:nvSpPr>
        <p:spPr>
          <a:xfrm>
            <a:off x="6934200" y="152400"/>
            <a:ext cx="21336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Operating Systems</a:t>
            </a:r>
            <a:endParaRPr b="0" i="0" sz="1400" u="none" cap="none" strike="noStrike">
              <a:solidFill>
                <a:srgbClr val="000000"/>
              </a:solidFill>
              <a:latin typeface="Arial"/>
              <a:ea typeface="Arial"/>
              <a:cs typeface="Arial"/>
              <a:sym typeface="Arial"/>
            </a:endParaRPr>
          </a:p>
        </p:txBody>
      </p:sp>
      <p:sp>
        <p:nvSpPr>
          <p:cNvPr id="146" name="Google Shape;146;p73"/>
          <p:cNvSpPr/>
          <p:nvPr/>
        </p:nvSpPr>
        <p:spPr>
          <a:xfrm rot="-5400000">
            <a:off x="-609600" y="5867400"/>
            <a:ext cx="1676400" cy="304800"/>
          </a:xfrm>
          <a:prstGeom prst="rect">
            <a:avLst/>
          </a:prstGeom>
          <a:gradFill>
            <a:gsLst>
              <a:gs pos="0">
                <a:srgbClr val="16165C"/>
              </a:gs>
              <a:gs pos="31000">
                <a:srgbClr val="16165C"/>
              </a:gs>
              <a:gs pos="100000">
                <a:schemeClr val="lt1"/>
              </a:gs>
            </a:gsLst>
            <a:path path="circle">
              <a:fillToRect b="100%" l="100%" r="0%" t="0%"/>
            </a:path>
            <a:tileRect b="0%" l="0%" r="-100%" t="-100%"/>
          </a:gra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Chapter 3</a:t>
            </a:r>
            <a:endParaRPr b="0" i="0" sz="1400" u="none" cap="none" strike="noStrike">
              <a:solidFill>
                <a:srgbClr val="000000"/>
              </a:solidFill>
              <a:latin typeface="Arial"/>
              <a:ea typeface="Arial"/>
              <a:cs typeface="Arial"/>
              <a:sym typeface="Arial"/>
            </a:endParaRPr>
          </a:p>
        </p:txBody>
      </p:sp>
      <p:sp>
        <p:nvSpPr>
          <p:cNvPr id="147" name="Google Shape;147;p73"/>
          <p:cNvSpPr/>
          <p:nvPr/>
        </p:nvSpPr>
        <p:spPr>
          <a:xfrm>
            <a:off x="8305800" y="6477000"/>
            <a:ext cx="838200" cy="3048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148" name="Google Shape;148;p73"/>
          <p:cNvSpPr/>
          <p:nvPr/>
        </p:nvSpPr>
        <p:spPr>
          <a:xfrm>
            <a:off x="0" y="533400"/>
            <a:ext cx="23622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UTM-English.gif" id="149" name="Google Shape;149;p73"/>
          <p:cNvPicPr preferRelativeResize="0"/>
          <p:nvPr/>
        </p:nvPicPr>
        <p:blipFill rotWithShape="1">
          <a:blip r:embed="rId1">
            <a:alphaModFix/>
          </a:blip>
          <a:srcRect b="0" l="0" r="0" t="0"/>
          <a:stretch/>
        </p:blipFill>
        <p:spPr>
          <a:xfrm>
            <a:off x="76200" y="0"/>
            <a:ext cx="2209800" cy="75088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09" name="Shape 209"/>
        <p:cNvGrpSpPr/>
        <p:nvPr/>
      </p:nvGrpSpPr>
      <p:grpSpPr>
        <a:xfrm>
          <a:off x="0" y="0"/>
          <a:ext cx="0" cy="0"/>
          <a:chOff x="0" y="0"/>
          <a:chExt cx="0" cy="0"/>
        </a:xfrm>
      </p:grpSpPr>
      <p:sp>
        <p:nvSpPr>
          <p:cNvPr id="210" name="Google Shape;210;p75"/>
          <p:cNvSpPr/>
          <p:nvPr/>
        </p:nvSpPr>
        <p:spPr>
          <a:xfrm>
            <a:off x="152400" y="609600"/>
            <a:ext cx="8839200" cy="6096000"/>
          </a:xfrm>
          <a:prstGeom prst="foldedCorner">
            <a:avLst>
              <a:gd fmla="val 16667" name="adj"/>
            </a:avLst>
          </a:prstGeom>
          <a:noFill/>
          <a:ln cap="flat" cmpd="sng" w="127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1" name="Google Shape;211;p75"/>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9pPr>
          </a:lstStyle>
          <a:p/>
        </p:txBody>
      </p:sp>
      <p:sp>
        <p:nvSpPr>
          <p:cNvPr id="212" name="Google Shape;212;p75"/>
          <p:cNvSpPr txBox="1"/>
          <p:nvPr>
            <p:ph idx="1" type="body"/>
          </p:nvPr>
        </p:nvSpPr>
        <p:spPr>
          <a:xfrm>
            <a:off x="533400" y="2286000"/>
            <a:ext cx="8077200" cy="3962400"/>
          </a:xfrm>
          <a:prstGeom prst="rect">
            <a:avLst/>
          </a:prstGeom>
          <a:noFill/>
          <a:ln>
            <a:noFill/>
          </a:ln>
        </p:spPr>
        <p:txBody>
          <a:bodyPr anchorCtr="0" anchor="t" bIns="45700" lIns="91425" spcFirstLastPara="1" rIns="91425" wrap="square" tIns="45700">
            <a:noAutofit/>
          </a:bodyPr>
          <a:lstStyle>
            <a:lvl1pPr indent="-368300" lvl="0" marL="457200" marR="0" rtl="0" algn="l">
              <a:lnSpc>
                <a:spcPct val="100000"/>
              </a:lnSpc>
              <a:spcBef>
                <a:spcPts val="440"/>
              </a:spcBef>
              <a:spcAft>
                <a:spcPts val="0"/>
              </a:spcAft>
              <a:buClr>
                <a:srgbClr val="222222"/>
              </a:buClr>
              <a:buSzPts val="2200"/>
              <a:buFont typeface="Arial"/>
              <a:buChar char="•"/>
              <a:defRPr b="0" i="0" sz="2200" u="none" cap="none" strike="noStrike">
                <a:solidFill>
                  <a:srgbClr val="222222"/>
                </a:solidFill>
                <a:latin typeface="Arial"/>
                <a:ea typeface="Arial"/>
                <a:cs typeface="Arial"/>
                <a:sym typeface="Arial"/>
              </a:defRPr>
            </a:lvl1pPr>
            <a:lvl2pPr indent="-368300" lvl="1" marL="914400" marR="0" rtl="0" algn="l">
              <a:lnSpc>
                <a:spcPct val="100000"/>
              </a:lnSpc>
              <a:spcBef>
                <a:spcPts val="440"/>
              </a:spcBef>
              <a:spcAft>
                <a:spcPts val="0"/>
              </a:spcAft>
              <a:buClr>
                <a:srgbClr val="222222"/>
              </a:buClr>
              <a:buSzPts val="2200"/>
              <a:buFont typeface="Arial"/>
              <a:buChar char="–"/>
              <a:defRPr b="0" i="0" sz="2200" u="none" cap="none" strike="noStrike">
                <a:solidFill>
                  <a:srgbClr val="222222"/>
                </a:solidFill>
                <a:latin typeface="Arial"/>
                <a:ea typeface="Arial"/>
                <a:cs typeface="Arial"/>
                <a:sym typeface="Arial"/>
              </a:defRPr>
            </a:lvl2pPr>
            <a:lvl3pPr indent="-355600" lvl="2" marL="1371600" marR="0" rtl="0" algn="l">
              <a:lnSpc>
                <a:spcPct val="100000"/>
              </a:lnSpc>
              <a:spcBef>
                <a:spcPts val="400"/>
              </a:spcBef>
              <a:spcAft>
                <a:spcPts val="0"/>
              </a:spcAft>
              <a:buClr>
                <a:srgbClr val="222222"/>
              </a:buClr>
              <a:buSzPts val="2000"/>
              <a:buFont typeface="Arial"/>
              <a:buChar char="•"/>
              <a:defRPr b="0" i="0" sz="2000" u="none" cap="none" strike="noStrike">
                <a:solidFill>
                  <a:srgbClr val="222222"/>
                </a:solidFill>
                <a:latin typeface="Arial"/>
                <a:ea typeface="Arial"/>
                <a:cs typeface="Arial"/>
                <a:sym typeface="Arial"/>
              </a:defRPr>
            </a:lvl3pPr>
            <a:lvl4pPr indent="-355600" lvl="3" marL="1828800" marR="0" rtl="0" algn="l">
              <a:lnSpc>
                <a:spcPct val="100000"/>
              </a:lnSpc>
              <a:spcBef>
                <a:spcPts val="400"/>
              </a:spcBef>
              <a:spcAft>
                <a:spcPts val="0"/>
              </a:spcAft>
              <a:buClr>
                <a:srgbClr val="222222"/>
              </a:buClr>
              <a:buSzPts val="2000"/>
              <a:buFont typeface="Arial"/>
              <a:buChar char="–"/>
              <a:defRPr b="0" i="0" sz="2000" u="none" cap="none" strike="noStrike">
                <a:solidFill>
                  <a:srgbClr val="222222"/>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213" name="Google Shape;213;p75"/>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
        <p:nvSpPr>
          <p:cNvPr id="214" name="Google Shape;214;p75"/>
          <p:cNvSpPr/>
          <p:nvPr/>
        </p:nvSpPr>
        <p:spPr>
          <a:xfrm>
            <a:off x="0" y="76200"/>
            <a:ext cx="9144000" cy="4572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215" name="Google Shape;215;p75"/>
          <p:cNvSpPr txBox="1"/>
          <p:nvPr/>
        </p:nvSpPr>
        <p:spPr>
          <a:xfrm>
            <a:off x="6934200" y="152400"/>
            <a:ext cx="21336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Operating Systems</a:t>
            </a:r>
            <a:endParaRPr b="0" i="0" sz="1400" u="none" cap="none" strike="noStrike">
              <a:solidFill>
                <a:srgbClr val="000000"/>
              </a:solidFill>
              <a:latin typeface="Arial"/>
              <a:ea typeface="Arial"/>
              <a:cs typeface="Arial"/>
              <a:sym typeface="Arial"/>
            </a:endParaRPr>
          </a:p>
        </p:txBody>
      </p:sp>
      <p:sp>
        <p:nvSpPr>
          <p:cNvPr id="216" name="Google Shape;216;p75"/>
          <p:cNvSpPr/>
          <p:nvPr/>
        </p:nvSpPr>
        <p:spPr>
          <a:xfrm rot="-5400000">
            <a:off x="-609600" y="5867400"/>
            <a:ext cx="1676400" cy="304800"/>
          </a:xfrm>
          <a:prstGeom prst="rect">
            <a:avLst/>
          </a:prstGeom>
          <a:gradFill>
            <a:gsLst>
              <a:gs pos="0">
                <a:srgbClr val="16165C"/>
              </a:gs>
              <a:gs pos="31000">
                <a:srgbClr val="16165C"/>
              </a:gs>
              <a:gs pos="100000">
                <a:schemeClr val="lt1"/>
              </a:gs>
            </a:gsLst>
            <a:path path="circle">
              <a:fillToRect b="100%" l="100%" r="0%" t="0%"/>
            </a:path>
            <a:tileRect b="0%" l="0%" r="-100%" t="-100%"/>
          </a:gra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Chapter 3</a:t>
            </a:r>
            <a:endParaRPr b="0" i="0" sz="1400" u="none" cap="none" strike="noStrike">
              <a:solidFill>
                <a:srgbClr val="000000"/>
              </a:solidFill>
              <a:latin typeface="Arial"/>
              <a:ea typeface="Arial"/>
              <a:cs typeface="Arial"/>
              <a:sym typeface="Arial"/>
            </a:endParaRPr>
          </a:p>
        </p:txBody>
      </p:sp>
      <p:sp>
        <p:nvSpPr>
          <p:cNvPr id="217" name="Google Shape;217;p75"/>
          <p:cNvSpPr/>
          <p:nvPr/>
        </p:nvSpPr>
        <p:spPr>
          <a:xfrm>
            <a:off x="8305800" y="6477000"/>
            <a:ext cx="838200" cy="3048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218" name="Google Shape;218;p75"/>
          <p:cNvSpPr/>
          <p:nvPr/>
        </p:nvSpPr>
        <p:spPr>
          <a:xfrm>
            <a:off x="0" y="533400"/>
            <a:ext cx="23622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UTM-English.gif" id="219" name="Google Shape;219;p75"/>
          <p:cNvPicPr preferRelativeResize="0"/>
          <p:nvPr/>
        </p:nvPicPr>
        <p:blipFill rotWithShape="1">
          <a:blip r:embed="rId1">
            <a:alphaModFix/>
          </a:blip>
          <a:srcRect b="0" l="0" r="0" t="0"/>
          <a:stretch/>
        </p:blipFill>
        <p:spPr>
          <a:xfrm>
            <a:off x="76200" y="0"/>
            <a:ext cx="2209800" cy="75088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79" name="Shape 279"/>
        <p:cNvGrpSpPr/>
        <p:nvPr/>
      </p:nvGrpSpPr>
      <p:grpSpPr>
        <a:xfrm>
          <a:off x="0" y="0"/>
          <a:ext cx="0" cy="0"/>
          <a:chOff x="0" y="0"/>
          <a:chExt cx="0" cy="0"/>
        </a:xfrm>
      </p:grpSpPr>
      <p:sp>
        <p:nvSpPr>
          <p:cNvPr id="280" name="Google Shape;280;p77"/>
          <p:cNvSpPr/>
          <p:nvPr/>
        </p:nvSpPr>
        <p:spPr>
          <a:xfrm>
            <a:off x="152400" y="609600"/>
            <a:ext cx="8839200" cy="6096000"/>
          </a:xfrm>
          <a:prstGeom prst="foldedCorner">
            <a:avLst>
              <a:gd fmla="val 16667" name="adj"/>
            </a:avLst>
          </a:prstGeom>
          <a:noFill/>
          <a:ln cap="flat" cmpd="sng" w="127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281" name="Google Shape;281;p77"/>
          <p:cNvSpPr txBox="1"/>
          <p:nvPr>
            <p:ph type="title"/>
          </p:nvPr>
        </p:nvSpPr>
        <p:spPr>
          <a:xfrm>
            <a:off x="533400" y="1066800"/>
            <a:ext cx="80772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3600" u="none" cap="none" strike="noStrike">
                <a:solidFill>
                  <a:srgbClr val="0070C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3600" u="none" cap="none" strike="noStrike">
                <a:solidFill>
                  <a:srgbClr val="222222"/>
                </a:solidFill>
                <a:latin typeface="Arial"/>
                <a:ea typeface="Arial"/>
                <a:cs typeface="Arial"/>
                <a:sym typeface="Arial"/>
              </a:defRPr>
            </a:lvl9pPr>
          </a:lstStyle>
          <a:p/>
        </p:txBody>
      </p:sp>
      <p:sp>
        <p:nvSpPr>
          <p:cNvPr id="282" name="Google Shape;282;p77"/>
          <p:cNvSpPr txBox="1"/>
          <p:nvPr>
            <p:ph idx="1" type="body"/>
          </p:nvPr>
        </p:nvSpPr>
        <p:spPr>
          <a:xfrm>
            <a:off x="533400" y="2286000"/>
            <a:ext cx="8077200" cy="39624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100000"/>
              </a:lnSpc>
              <a:spcBef>
                <a:spcPts val="520"/>
              </a:spcBef>
              <a:spcAft>
                <a:spcPts val="0"/>
              </a:spcAft>
              <a:buClr>
                <a:srgbClr val="222222"/>
              </a:buClr>
              <a:buSzPts val="2600"/>
              <a:buFont typeface="Arial"/>
              <a:buChar char="•"/>
              <a:defRPr b="0" i="0" sz="2600" u="none" cap="none" strike="noStrike">
                <a:solidFill>
                  <a:srgbClr val="222222"/>
                </a:solidFill>
                <a:latin typeface="Arial"/>
                <a:ea typeface="Arial"/>
                <a:cs typeface="Arial"/>
                <a:sym typeface="Arial"/>
              </a:defRPr>
            </a:lvl1pPr>
            <a:lvl2pPr indent="-381000" lvl="1" marL="914400" marR="0" rtl="0" algn="l">
              <a:lnSpc>
                <a:spcPct val="100000"/>
              </a:lnSpc>
              <a:spcBef>
                <a:spcPts val="480"/>
              </a:spcBef>
              <a:spcAft>
                <a:spcPts val="0"/>
              </a:spcAft>
              <a:buClr>
                <a:srgbClr val="222222"/>
              </a:buClr>
              <a:buSzPts val="2400"/>
              <a:buFont typeface="Arial"/>
              <a:buChar char="–"/>
              <a:defRPr b="0" i="0" sz="2400" u="none" cap="none" strike="noStrike">
                <a:solidFill>
                  <a:srgbClr val="222222"/>
                </a:solidFill>
                <a:latin typeface="Arial"/>
                <a:ea typeface="Arial"/>
                <a:cs typeface="Arial"/>
                <a:sym typeface="Arial"/>
              </a:defRPr>
            </a:lvl2pPr>
            <a:lvl3pPr indent="-368300" lvl="2" marL="1371600" marR="0" rtl="0" algn="l">
              <a:lnSpc>
                <a:spcPct val="100000"/>
              </a:lnSpc>
              <a:spcBef>
                <a:spcPts val="440"/>
              </a:spcBef>
              <a:spcAft>
                <a:spcPts val="0"/>
              </a:spcAft>
              <a:buClr>
                <a:srgbClr val="222222"/>
              </a:buClr>
              <a:buSzPts val="2200"/>
              <a:buFont typeface="Arial"/>
              <a:buChar char="•"/>
              <a:defRPr b="0" i="0" sz="2200" u="none" cap="none" strike="noStrike">
                <a:solidFill>
                  <a:srgbClr val="222222"/>
                </a:solidFill>
                <a:latin typeface="Arial"/>
                <a:ea typeface="Arial"/>
                <a:cs typeface="Arial"/>
                <a:sym typeface="Arial"/>
              </a:defRPr>
            </a:lvl3pPr>
            <a:lvl4pPr indent="-368300" lvl="3" marL="1828800" marR="0" rtl="0" algn="l">
              <a:lnSpc>
                <a:spcPct val="100000"/>
              </a:lnSpc>
              <a:spcBef>
                <a:spcPts val="440"/>
              </a:spcBef>
              <a:spcAft>
                <a:spcPts val="0"/>
              </a:spcAft>
              <a:buClr>
                <a:srgbClr val="222222"/>
              </a:buClr>
              <a:buSzPts val="2200"/>
              <a:buFont typeface="Arial"/>
              <a:buChar char="–"/>
              <a:defRPr b="0" i="0" sz="2200" u="none" cap="none" strike="noStrike">
                <a:solidFill>
                  <a:srgbClr val="222222"/>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283" name="Google Shape;283;p77"/>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4" name="Google Shape;284;p77"/>
          <p:cNvSpPr/>
          <p:nvPr/>
        </p:nvSpPr>
        <p:spPr>
          <a:xfrm>
            <a:off x="0" y="76200"/>
            <a:ext cx="9144000" cy="4572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285" name="Google Shape;285;p77"/>
          <p:cNvSpPr txBox="1"/>
          <p:nvPr/>
        </p:nvSpPr>
        <p:spPr>
          <a:xfrm>
            <a:off x="6934200" y="152400"/>
            <a:ext cx="21336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Operating Systems</a:t>
            </a:r>
            <a:endParaRPr b="0" i="0" sz="1400" u="none" cap="none" strike="noStrike">
              <a:solidFill>
                <a:srgbClr val="000000"/>
              </a:solidFill>
              <a:latin typeface="Arial"/>
              <a:ea typeface="Arial"/>
              <a:cs typeface="Arial"/>
              <a:sym typeface="Arial"/>
            </a:endParaRPr>
          </a:p>
        </p:txBody>
      </p:sp>
      <p:sp>
        <p:nvSpPr>
          <p:cNvPr id="286" name="Google Shape;286;p77"/>
          <p:cNvSpPr/>
          <p:nvPr/>
        </p:nvSpPr>
        <p:spPr>
          <a:xfrm rot="-5400000">
            <a:off x="-609600" y="5867400"/>
            <a:ext cx="1676400" cy="304800"/>
          </a:xfrm>
          <a:prstGeom prst="rect">
            <a:avLst/>
          </a:prstGeom>
          <a:gradFill>
            <a:gsLst>
              <a:gs pos="0">
                <a:srgbClr val="16165C"/>
              </a:gs>
              <a:gs pos="31000">
                <a:srgbClr val="16165C"/>
              </a:gs>
              <a:gs pos="100000">
                <a:schemeClr val="lt1"/>
              </a:gs>
            </a:gsLst>
            <a:path path="circle">
              <a:fillToRect b="100%" l="100%" r="0%" t="0%"/>
            </a:path>
            <a:tileRect b="0%" l="0%" r="-100%" t="-100%"/>
          </a:gra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Chapter 3</a:t>
            </a:r>
            <a:endParaRPr b="0" i="0" sz="1400" u="none" cap="none" strike="noStrike">
              <a:solidFill>
                <a:srgbClr val="000000"/>
              </a:solidFill>
              <a:latin typeface="Arial"/>
              <a:ea typeface="Arial"/>
              <a:cs typeface="Arial"/>
              <a:sym typeface="Arial"/>
            </a:endParaRPr>
          </a:p>
        </p:txBody>
      </p:sp>
      <p:sp>
        <p:nvSpPr>
          <p:cNvPr id="287" name="Google Shape;287;p77"/>
          <p:cNvSpPr/>
          <p:nvPr/>
        </p:nvSpPr>
        <p:spPr>
          <a:xfrm>
            <a:off x="8305800" y="6477000"/>
            <a:ext cx="838200" cy="304800"/>
          </a:xfrm>
          <a:prstGeom prst="rect">
            <a:avLst/>
          </a:prstGeom>
          <a:gradFill>
            <a:gsLst>
              <a:gs pos="0">
                <a:srgbClr val="16165C"/>
              </a:gs>
              <a:gs pos="31000">
                <a:srgbClr val="16165C"/>
              </a:gs>
              <a:gs pos="100000">
                <a:schemeClr val="lt1"/>
              </a:gs>
            </a:gsLst>
            <a:path path="circle">
              <a:fillToRect b="0%" l="100%" r="0%" t="100%"/>
            </a:path>
            <a:tileRect b="-100%" l="0%" r="-100%" t="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1" sz="1100" u="none" cap="none" strike="noStrike">
              <a:solidFill>
                <a:schemeClr val="dk1"/>
              </a:solidFill>
              <a:latin typeface="Verdana"/>
              <a:ea typeface="Verdana"/>
              <a:cs typeface="Verdana"/>
              <a:sym typeface="Verdana"/>
            </a:endParaRPr>
          </a:p>
        </p:txBody>
      </p:sp>
      <p:sp>
        <p:nvSpPr>
          <p:cNvPr id="288" name="Google Shape;288;p77"/>
          <p:cNvSpPr/>
          <p:nvPr/>
        </p:nvSpPr>
        <p:spPr>
          <a:xfrm>
            <a:off x="0" y="533400"/>
            <a:ext cx="23622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pic>
        <p:nvPicPr>
          <p:cNvPr descr="UTM-English.gif" id="289" name="Google Shape;289;p77"/>
          <p:cNvPicPr preferRelativeResize="0"/>
          <p:nvPr/>
        </p:nvPicPr>
        <p:blipFill rotWithShape="1">
          <a:blip r:embed="rId1">
            <a:alphaModFix/>
          </a:blip>
          <a:srcRect b="0" l="0" r="0" t="0"/>
          <a:stretch/>
        </p:blipFill>
        <p:spPr>
          <a:xfrm>
            <a:off x="76200" y="0"/>
            <a:ext cx="2209800" cy="75088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6" name="Shape 356"/>
        <p:cNvGrpSpPr/>
        <p:nvPr/>
      </p:nvGrpSpPr>
      <p:grpSpPr>
        <a:xfrm>
          <a:off x="0" y="0"/>
          <a:ext cx="0" cy="0"/>
          <a:chOff x="0" y="0"/>
          <a:chExt cx="0" cy="0"/>
        </a:xfrm>
      </p:grpSpPr>
      <p:pic>
        <p:nvPicPr>
          <p:cNvPr descr="dino_3" id="357" name="Google Shape;357;p83"/>
          <p:cNvPicPr preferRelativeResize="0"/>
          <p:nvPr/>
        </p:nvPicPr>
        <p:blipFill rotWithShape="1">
          <a:blip r:embed="rId1">
            <a:alphaModFix/>
          </a:blip>
          <a:srcRect b="0" l="0" r="0" t="0"/>
          <a:stretch/>
        </p:blipFill>
        <p:spPr>
          <a:xfrm>
            <a:off x="285750" y="0"/>
            <a:ext cx="1195388" cy="908050"/>
          </a:xfrm>
          <a:prstGeom prst="rect">
            <a:avLst/>
          </a:prstGeom>
          <a:noFill/>
          <a:ln>
            <a:noFill/>
          </a:ln>
        </p:spPr>
      </p:pic>
      <p:sp>
        <p:nvSpPr>
          <p:cNvPr id="358" name="Google Shape;358;p83"/>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9pPr>
          </a:lstStyle>
          <a:p/>
        </p:txBody>
      </p:sp>
      <p:sp>
        <p:nvSpPr>
          <p:cNvPr id="359" name="Google Shape;359;p83"/>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lvl1pPr indent="-331470" lvl="0" marL="457200" marR="0" rtl="0" algn="l">
              <a:lnSpc>
                <a:spcPct val="100000"/>
              </a:lnSpc>
              <a:spcBef>
                <a:spcPts val="630"/>
              </a:spcBef>
              <a:spcAft>
                <a:spcPts val="0"/>
              </a:spcAft>
              <a:buClr>
                <a:srgbClr val="993300"/>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lnSpc>
                <a:spcPct val="100000"/>
              </a:lnSpc>
              <a:spcBef>
                <a:spcPts val="630"/>
              </a:spcBef>
              <a:spcAft>
                <a:spcPts val="0"/>
              </a:spcAft>
              <a:buClr>
                <a:srgbClr val="CC6600"/>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lnSpc>
                <a:spcPct val="100000"/>
              </a:lnSpc>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lnSpc>
                <a:spcPct val="100000"/>
              </a:lnSpc>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360" name="Google Shape;360;p83"/>
          <p:cNvSpPr/>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361" name="Google Shape;361;p83"/>
          <p:cNvCxnSpPr/>
          <p:nvPr/>
        </p:nvCxnSpPr>
        <p:spPr>
          <a:xfrm>
            <a:off x="457200" y="860425"/>
            <a:ext cx="8077200" cy="0"/>
          </a:xfrm>
          <a:prstGeom prst="straightConnector1">
            <a:avLst/>
          </a:prstGeom>
          <a:noFill/>
          <a:ln cap="flat" cmpd="sng" w="19050">
            <a:solidFill>
              <a:srgbClr val="336699"/>
            </a:solidFill>
            <a:prstDash val="solid"/>
            <a:round/>
            <a:headEnd len="sm" w="sm" type="none"/>
            <a:tailEnd len="sm" w="sm" type="none"/>
          </a:ln>
        </p:spPr>
      </p:cxnSp>
      <p:sp>
        <p:nvSpPr>
          <p:cNvPr id="362" name="Google Shape;362;p83"/>
          <p:cNvSpPr/>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3" name="Google Shape;363;p83"/>
          <p:cNvSpPr/>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4" name="Google Shape;364;p83"/>
          <p:cNvSpPr txBox="1"/>
          <p:nvPr/>
        </p:nvSpPr>
        <p:spPr>
          <a:xfrm>
            <a:off x="4256088" y="6613525"/>
            <a:ext cx="447675" cy="2460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6.</a:t>
            </a:r>
            <a:fld id="{00000000-1234-1234-1234-123412341234}" type="slidenum">
              <a:rPr b="1" i="0" lang="en-US" sz="1000" u="none" cap="none" strike="noStrike">
                <a:solidFill>
                  <a:srgbClr val="006699"/>
                </a:solidFill>
                <a:latin typeface="Helvetica Neue"/>
                <a:ea typeface="Helvetica Neue"/>
                <a:cs typeface="Helvetica Neue"/>
                <a:sym typeface="Helvetica Neue"/>
              </a:rPr>
              <a:t>‹#›</a:t>
            </a:fld>
            <a:endParaRPr b="1" i="0" sz="1000" u="none" cap="none" strike="noStrike">
              <a:solidFill>
                <a:srgbClr val="006699"/>
              </a:solidFill>
              <a:latin typeface="Helvetica Neue"/>
              <a:ea typeface="Helvetica Neue"/>
              <a:cs typeface="Helvetica Neue"/>
              <a:sym typeface="Helvetica Neue"/>
            </a:endParaRPr>
          </a:p>
        </p:txBody>
      </p:sp>
      <p:sp>
        <p:nvSpPr>
          <p:cNvPr id="365" name="Google Shape;365;p83"/>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Silberschatz, Galvin and Gagne ©2013</a:t>
            </a:r>
            <a:endParaRPr b="0" i="0" sz="1400" u="none" cap="none" strike="noStrike">
              <a:solidFill>
                <a:srgbClr val="000000"/>
              </a:solidFill>
              <a:latin typeface="Arial"/>
              <a:ea typeface="Arial"/>
              <a:cs typeface="Arial"/>
              <a:sym typeface="Arial"/>
            </a:endParaRPr>
          </a:p>
        </p:txBody>
      </p:sp>
      <p:sp>
        <p:nvSpPr>
          <p:cNvPr id="366" name="Google Shape;366;p83"/>
          <p:cNvSpPr txBox="1"/>
          <p:nvPr/>
        </p:nvSpPr>
        <p:spPr>
          <a:xfrm>
            <a:off x="185738" y="6621463"/>
            <a:ext cx="263842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Operating System Concepts – 9</a:t>
            </a:r>
            <a:r>
              <a:rPr b="1" baseline="30000" i="0" lang="en-US" sz="1000" u="none" cap="none" strike="noStrike">
                <a:solidFill>
                  <a:srgbClr val="006699"/>
                </a:solidFill>
                <a:latin typeface="Helvetica Neue"/>
                <a:ea typeface="Helvetica Neue"/>
                <a:cs typeface="Helvetica Neue"/>
                <a:sym typeface="Helvetica Neue"/>
              </a:rPr>
              <a:t>th</a:t>
            </a:r>
            <a:r>
              <a:rPr b="1" i="0" lang="en-US" sz="1000" u="none" cap="none" strike="noStrike">
                <a:solidFill>
                  <a:srgbClr val="006699"/>
                </a:solidFill>
                <a:latin typeface="Helvetica Neue"/>
                <a:ea typeface="Helvetica Neue"/>
                <a:cs typeface="Helvetica Neue"/>
                <a:sym typeface="Helvetica Neue"/>
              </a:rPr>
              <a:t> Edition</a:t>
            </a:r>
            <a:endParaRPr b="0" i="0" sz="1400" u="none" cap="none" strike="noStrike">
              <a:solidFill>
                <a:srgbClr val="000000"/>
              </a:solidFill>
              <a:latin typeface="Arial"/>
              <a:ea typeface="Arial"/>
              <a:cs typeface="Arial"/>
              <a:sym typeface="Arial"/>
            </a:endParaRPr>
          </a:p>
        </p:txBody>
      </p:sp>
      <p:pic>
        <p:nvPicPr>
          <p:cNvPr descr="dino_6" id="367" name="Google Shape;367;p83"/>
          <p:cNvPicPr preferRelativeResize="0"/>
          <p:nvPr/>
        </p:nvPicPr>
        <p:blipFill rotWithShape="1">
          <a:blip r:embed="rId2">
            <a:alphaModFix/>
          </a:blip>
          <a:srcRect b="0" l="0" r="0" t="0"/>
          <a:stretch/>
        </p:blipFill>
        <p:spPr>
          <a:xfrm>
            <a:off x="7773988" y="5849938"/>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23.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1.xml"/><Relationship Id="rId3" Type="http://schemas.openxmlformats.org/officeDocument/2006/relationships/slide" Target="/ppt/slides/slide19.xml"/><Relationship Id="rId4" Type="http://schemas.openxmlformats.org/officeDocument/2006/relationships/slide" Target="/ppt/slides/slide34.xml"/><Relationship Id="rId5" Type="http://schemas.openxmlformats.org/officeDocument/2006/relationships/slide" Target="/ppt/slides/slide5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4.xml"/><Relationship Id="rId3" Type="http://schemas.openxmlformats.org/officeDocument/2006/relationships/image" Target="../media/image2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5.xml"/><Relationship Id="rId3" Type="http://schemas.openxmlformats.org/officeDocument/2006/relationships/slide" Target="/ppt/slides/slide25.xml"/><Relationship Id="rId4" Type="http://schemas.openxmlformats.org/officeDocument/2006/relationships/slide" Target="/ppt/slides/slide41.xml"/><Relationship Id="rId5" Type="http://schemas.openxmlformats.org/officeDocument/2006/relationships/slide" Target="/ppt/slides/slide3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7.xml"/><Relationship Id="rId3" Type="http://schemas.openxmlformats.org/officeDocument/2006/relationships/image" Target="../media/image27.jp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8.xml"/><Relationship Id="rId3" Type="http://schemas.openxmlformats.org/officeDocument/2006/relationships/slide" Target="/ppt/slides/slide35.xml"/><Relationship Id="rId4" Type="http://schemas.openxmlformats.org/officeDocument/2006/relationships/slide" Target="/ppt/slides/slide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9.xml"/><Relationship Id="rId3" Type="http://schemas.openxmlformats.org/officeDocument/2006/relationships/slide" Target="/ppt/slides/slide35.xml"/><Relationship Id="rId4" Type="http://schemas.openxmlformats.org/officeDocument/2006/relationships/slide" Target="/ppt/slid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 Id="rId3" Type="http://schemas.openxmlformats.org/officeDocument/2006/relationships/slide" Target="/ppt/slides/slide25.xml"/><Relationship Id="rId4" Type="http://schemas.openxmlformats.org/officeDocument/2006/relationships/slide" Target="/ppt/slid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1.xml"/><Relationship Id="rId3" Type="http://schemas.openxmlformats.org/officeDocument/2006/relationships/image" Target="../media/image27.jpg"/><Relationship Id="rId4" Type="http://schemas.openxmlformats.org/officeDocument/2006/relationships/slide" Target="/ppt/slides/slide35.xml"/><Relationship Id="rId5" Type="http://schemas.openxmlformats.org/officeDocument/2006/relationships/slide" Target="/ppt/slides/slide40.xml"/><Relationship Id="rId6" Type="http://schemas.openxmlformats.org/officeDocument/2006/relationships/slide" Target="/ppt/slides/slide33.xml"/><Relationship Id="rId7" Type="http://schemas.openxmlformats.org/officeDocument/2006/relationships/slide" Target="/ppt/slid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2.xml"/><Relationship Id="rId3" Type="http://schemas.openxmlformats.org/officeDocument/2006/relationships/image" Target="../media/image27.jpg"/><Relationship Id="rId4" Type="http://schemas.openxmlformats.org/officeDocument/2006/relationships/slide" Target="/ppt/slides/slide35.xml"/><Relationship Id="rId5" Type="http://schemas.openxmlformats.org/officeDocument/2006/relationships/slide" Target="/ppt/slides/slide40.xml"/><Relationship Id="rId6" Type="http://schemas.openxmlformats.org/officeDocument/2006/relationships/slide" Target="/ppt/slides/slide33.xml"/><Relationship Id="rId7" Type="http://schemas.openxmlformats.org/officeDocument/2006/relationships/slide" Target="/ppt/slid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slide" Target="/ppt/slides/slide9.xml"/><Relationship Id="rId4" Type="http://schemas.openxmlformats.org/officeDocument/2006/relationships/image" Target="../media/image34.jpg"/><Relationship Id="rId5"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6.png"/><Relationship Id="rId4" Type="http://schemas.openxmlformats.org/officeDocument/2006/relationships/image" Target="../media/image29.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0.xml"/><Relationship Id="rId3" Type="http://schemas.openxmlformats.org/officeDocument/2006/relationships/image" Target="../media/image36.png"/><Relationship Id="rId4" Type="http://schemas.openxmlformats.org/officeDocument/2006/relationships/image" Target="../media/image27.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1.xml"/><Relationship Id="rId3" Type="http://schemas.openxmlformats.org/officeDocument/2006/relationships/image" Target="../media/image24.png"/><Relationship Id="rId4" Type="http://schemas.openxmlformats.org/officeDocument/2006/relationships/image" Target="../media/image22.png"/><Relationship Id="rId5"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2.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4.xml"/><Relationship Id="rId3" Type="http://schemas.openxmlformats.org/officeDocument/2006/relationships/image" Target="../media/image27.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f7e1d27163_0_0"/>
          <p:cNvSpPr txBox="1"/>
          <p:nvPr>
            <p:ph type="ctrTitle"/>
          </p:nvPr>
        </p:nvSpPr>
        <p:spPr>
          <a:xfrm>
            <a:off x="685800" y="685800"/>
            <a:ext cx="7772400" cy="21273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
          <p:cNvSpPr txBox="1"/>
          <p:nvPr>
            <p:ph type="ctrTitle"/>
          </p:nvPr>
        </p:nvSpPr>
        <p:spPr>
          <a:xfrm>
            <a:off x="685800" y="808038"/>
            <a:ext cx="7772400" cy="212883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Chapter 6: Synchronization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
          <p:cNvSpPr txBox="1"/>
          <p:nvPr>
            <p:ph type="title"/>
          </p:nvPr>
        </p:nvSpPr>
        <p:spPr>
          <a:xfrm>
            <a:off x="1271588" y="201613"/>
            <a:ext cx="7707312"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Chapter 6: Synchronization Tools</a:t>
            </a:r>
            <a:endParaRPr/>
          </a:p>
        </p:txBody>
      </p:sp>
      <p:sp>
        <p:nvSpPr>
          <p:cNvPr id="429" name="Google Shape;429;p2"/>
          <p:cNvSpPr txBox="1"/>
          <p:nvPr>
            <p:ph idx="1" type="body"/>
          </p:nvPr>
        </p:nvSpPr>
        <p:spPr>
          <a:xfrm>
            <a:off x="319526" y="1587896"/>
            <a:ext cx="4424072" cy="3682207"/>
          </a:xfrm>
          <a:prstGeom prst="rect">
            <a:avLst/>
          </a:prstGeom>
          <a:noFill/>
          <a:ln>
            <a:noFill/>
          </a:ln>
        </p:spPr>
        <p:txBody>
          <a:bodyPr anchorCtr="0" anchor="t" bIns="45700" lIns="91425" spcFirstLastPara="1" rIns="91425" wrap="square" tIns="45700">
            <a:noAutofit/>
          </a:bodyPr>
          <a:lstStyle/>
          <a:p>
            <a:pPr indent="-342900" lvl="0" marL="342900" rtl="0" algn="just">
              <a:lnSpc>
                <a:spcPct val="80000"/>
              </a:lnSpc>
              <a:spcBef>
                <a:spcPts val="0"/>
              </a:spcBef>
              <a:spcAft>
                <a:spcPts val="0"/>
              </a:spcAft>
              <a:buSzPts val="1800"/>
              <a:buChar char="●"/>
            </a:pPr>
            <a:r>
              <a:rPr lang="en-US" sz="2000"/>
              <a:t>6.1	Background</a:t>
            </a:r>
            <a:endParaRPr/>
          </a:p>
          <a:p>
            <a:pPr indent="-342900" lvl="0" marL="342900" rtl="0" algn="just">
              <a:lnSpc>
                <a:spcPct val="80000"/>
              </a:lnSpc>
              <a:spcBef>
                <a:spcPts val="700"/>
              </a:spcBef>
              <a:spcAft>
                <a:spcPts val="0"/>
              </a:spcAft>
              <a:buSzPts val="1800"/>
              <a:buChar char="●"/>
            </a:pPr>
            <a:r>
              <a:rPr lang="en-US" sz="2000"/>
              <a:t>6.2	The Critical-Section Problem</a:t>
            </a:r>
            <a:endParaRPr/>
          </a:p>
          <a:p>
            <a:pPr indent="-342900" lvl="0" marL="342900" rtl="0" algn="just">
              <a:lnSpc>
                <a:spcPct val="80000"/>
              </a:lnSpc>
              <a:spcBef>
                <a:spcPts val="700"/>
              </a:spcBef>
              <a:spcAft>
                <a:spcPts val="0"/>
              </a:spcAft>
              <a:buSzPts val="1800"/>
              <a:buChar char="●"/>
            </a:pPr>
            <a:r>
              <a:rPr lang="en-US" sz="2000"/>
              <a:t>6.3 	Peterson’s Solution</a:t>
            </a:r>
            <a:endParaRPr/>
          </a:p>
          <a:p>
            <a:pPr indent="-342900" lvl="0" marL="342900" rtl="0" algn="just">
              <a:lnSpc>
                <a:spcPct val="80000"/>
              </a:lnSpc>
              <a:spcBef>
                <a:spcPts val="700"/>
              </a:spcBef>
              <a:spcAft>
                <a:spcPts val="0"/>
              </a:spcAft>
              <a:buSzPts val="1800"/>
              <a:buChar char="●"/>
            </a:pPr>
            <a:r>
              <a:rPr lang="en-US" sz="2000"/>
              <a:t>6.4	Synchronization Hardware</a:t>
            </a:r>
            <a:endParaRPr/>
          </a:p>
          <a:p>
            <a:pPr indent="-342900" lvl="0" marL="342900" rtl="0" algn="just">
              <a:lnSpc>
                <a:spcPct val="80000"/>
              </a:lnSpc>
              <a:spcBef>
                <a:spcPts val="700"/>
              </a:spcBef>
              <a:spcAft>
                <a:spcPts val="0"/>
              </a:spcAft>
              <a:buSzPts val="1800"/>
              <a:buChar char="●"/>
            </a:pPr>
            <a:r>
              <a:rPr lang="en-US" sz="2000"/>
              <a:t>6.5 	Mutex Locks</a:t>
            </a:r>
            <a:endParaRPr/>
          </a:p>
          <a:p>
            <a:pPr indent="-342900" lvl="0" marL="342900" rtl="0" algn="just">
              <a:lnSpc>
                <a:spcPct val="80000"/>
              </a:lnSpc>
              <a:spcBef>
                <a:spcPts val="700"/>
              </a:spcBef>
              <a:spcAft>
                <a:spcPts val="0"/>
              </a:spcAft>
              <a:buSzPts val="1800"/>
              <a:buChar char="●"/>
            </a:pPr>
            <a:r>
              <a:rPr lang="en-US" sz="2000"/>
              <a:t>6.6 	Semaphores</a:t>
            </a:r>
            <a:endParaRPr/>
          </a:p>
        </p:txBody>
      </p:sp>
      <p:sp>
        <p:nvSpPr>
          <p:cNvPr id="430" name="Google Shape;430;p2"/>
          <p:cNvSpPr txBox="1"/>
          <p:nvPr/>
        </p:nvSpPr>
        <p:spPr>
          <a:xfrm>
            <a:off x="4739953" y="1046956"/>
            <a:ext cx="4238947" cy="45307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993300"/>
              </a:buClr>
              <a:buSzPts val="1800"/>
              <a:buFont typeface="Arial"/>
              <a:buNone/>
            </a:pPr>
            <a:r>
              <a:rPr b="0" i="0" lang="en-US" sz="2000" u="none" cap="none" strike="noStrike">
                <a:solidFill>
                  <a:schemeClr val="dk1"/>
                </a:solidFill>
                <a:latin typeface="Helvetica Neue"/>
                <a:ea typeface="Helvetica Neue"/>
                <a:cs typeface="Helvetica Neue"/>
                <a:sym typeface="Helvetica Neue"/>
              </a:rPr>
              <a:t>OBJECTIVES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To present the concept of process synchronization.</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To introduce the critical-section problem, whose solutions can be used to ensure the consistency of shared data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To present both software and hardware solutions of the critical-section problem</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To examine several classical process-synchronization problems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To explore several tools that are used to solve process synchronization problems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
          <p:cNvSpPr txBox="1"/>
          <p:nvPr>
            <p:ph type="title"/>
          </p:nvPr>
        </p:nvSpPr>
        <p:spPr>
          <a:xfrm>
            <a:off x="609600" y="762000"/>
            <a:ext cx="80772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Introduction</a:t>
            </a:r>
            <a:endParaRPr/>
          </a:p>
        </p:txBody>
      </p:sp>
      <p:sp>
        <p:nvSpPr>
          <p:cNvPr id="436" name="Google Shape;436;p3"/>
          <p:cNvSpPr txBox="1"/>
          <p:nvPr>
            <p:ph idx="1" type="body"/>
          </p:nvPr>
        </p:nvSpPr>
        <p:spPr>
          <a:xfrm>
            <a:off x="609600" y="2286000"/>
            <a:ext cx="8077200" cy="34290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rgbClr val="0070C0"/>
              </a:buClr>
              <a:buSzPts val="2600"/>
              <a:buFont typeface="Arial"/>
              <a:buChar char="•"/>
            </a:pPr>
            <a:r>
              <a:rPr i="1" lang="en-US">
                <a:solidFill>
                  <a:srgbClr val="0070C0"/>
                </a:solidFill>
              </a:rPr>
              <a:t>Independent</a:t>
            </a:r>
            <a:r>
              <a:rPr lang="en-US">
                <a:solidFill>
                  <a:srgbClr val="0070C0"/>
                </a:solidFill>
              </a:rPr>
              <a:t> </a:t>
            </a:r>
            <a:r>
              <a:rPr lang="en-US">
                <a:solidFill>
                  <a:schemeClr val="dk1"/>
                </a:solidFill>
              </a:rPr>
              <a:t>process </a:t>
            </a:r>
            <a:endParaRPr/>
          </a:p>
          <a:p>
            <a:pPr indent="-285750" lvl="1" marL="742950" rtl="0" algn="l">
              <a:lnSpc>
                <a:spcPct val="80000"/>
              </a:lnSpc>
              <a:spcBef>
                <a:spcPts val="440"/>
              </a:spcBef>
              <a:spcAft>
                <a:spcPts val="0"/>
              </a:spcAft>
              <a:buClr>
                <a:srgbClr val="222222"/>
              </a:buClr>
              <a:buSzPts val="2200"/>
              <a:buFont typeface="Arial"/>
              <a:buChar char="–"/>
            </a:pPr>
            <a:r>
              <a:rPr lang="en-US" sz="2200"/>
              <a:t>A process that does not share data with other processes.</a:t>
            </a:r>
            <a:endParaRPr/>
          </a:p>
          <a:p>
            <a:pPr indent="-285750" lvl="1" marL="742950" rtl="0" algn="l">
              <a:lnSpc>
                <a:spcPct val="80000"/>
              </a:lnSpc>
              <a:spcBef>
                <a:spcPts val="440"/>
              </a:spcBef>
              <a:spcAft>
                <a:spcPts val="0"/>
              </a:spcAft>
              <a:buClr>
                <a:srgbClr val="222222"/>
              </a:buClr>
              <a:buSzPts val="2200"/>
              <a:buFont typeface="Arial"/>
              <a:buChar char="–"/>
            </a:pPr>
            <a:r>
              <a:rPr lang="en-US" sz="2200"/>
              <a:t>cannot affect or be affected by the execution of another process. </a:t>
            </a:r>
            <a:endParaRPr/>
          </a:p>
          <a:p>
            <a:pPr indent="-285750" lvl="1" marL="742950" rtl="0" algn="l">
              <a:lnSpc>
                <a:spcPct val="80000"/>
              </a:lnSpc>
              <a:spcBef>
                <a:spcPts val="440"/>
              </a:spcBef>
              <a:spcAft>
                <a:spcPts val="0"/>
              </a:spcAft>
              <a:buClr>
                <a:srgbClr val="222222"/>
              </a:buClr>
              <a:buSzPts val="2200"/>
              <a:buFont typeface="Arial"/>
              <a:buNone/>
            </a:pPr>
            <a:r>
              <a:t/>
            </a:r>
            <a:endParaRPr sz="2200"/>
          </a:p>
          <a:p>
            <a:pPr indent="-342900" lvl="0" marL="342900" rtl="0" algn="l">
              <a:lnSpc>
                <a:spcPct val="80000"/>
              </a:lnSpc>
              <a:spcBef>
                <a:spcPts val="520"/>
              </a:spcBef>
              <a:spcAft>
                <a:spcPts val="0"/>
              </a:spcAft>
              <a:buClr>
                <a:srgbClr val="0070C0"/>
              </a:buClr>
              <a:buSzPts val="2600"/>
              <a:buFont typeface="Arial"/>
              <a:buChar char="•"/>
            </a:pPr>
            <a:r>
              <a:rPr i="1" lang="en-US">
                <a:solidFill>
                  <a:srgbClr val="0070C0"/>
                </a:solidFill>
              </a:rPr>
              <a:t>Cooperating</a:t>
            </a:r>
            <a:r>
              <a:rPr lang="en-US">
                <a:solidFill>
                  <a:srgbClr val="0070C0"/>
                </a:solidFill>
              </a:rPr>
              <a:t> </a:t>
            </a:r>
            <a:r>
              <a:rPr lang="en-US">
                <a:solidFill>
                  <a:schemeClr val="dk1"/>
                </a:solidFill>
              </a:rPr>
              <a:t>process </a:t>
            </a:r>
            <a:endParaRPr/>
          </a:p>
          <a:p>
            <a:pPr indent="-285750" lvl="1" marL="742950" rtl="0" algn="l">
              <a:lnSpc>
                <a:spcPct val="80000"/>
              </a:lnSpc>
              <a:spcBef>
                <a:spcPts val="480"/>
              </a:spcBef>
              <a:spcAft>
                <a:spcPts val="0"/>
              </a:spcAft>
              <a:buClr>
                <a:srgbClr val="222222"/>
              </a:buClr>
              <a:buSzPts val="2400"/>
              <a:buFont typeface="Arial"/>
              <a:buChar char="–"/>
            </a:pPr>
            <a:r>
              <a:rPr lang="en-US"/>
              <a:t>can affect or be affected by the execution of another process.  </a:t>
            </a:r>
            <a:endParaRPr/>
          </a:p>
          <a:p>
            <a:pPr indent="-285750" lvl="1" marL="742950" rtl="0" algn="l">
              <a:lnSpc>
                <a:spcPct val="80000"/>
              </a:lnSpc>
              <a:spcBef>
                <a:spcPts val="480"/>
              </a:spcBef>
              <a:spcAft>
                <a:spcPts val="0"/>
              </a:spcAft>
              <a:buClr>
                <a:srgbClr val="222222"/>
              </a:buClr>
              <a:buSzPts val="2400"/>
              <a:buFont typeface="Arial"/>
              <a:buChar char="–"/>
            </a:pPr>
            <a:r>
              <a:rPr lang="en-US"/>
              <a:t>processes directly share logical address space (code &amp; data) or processes share data through files or messages.</a:t>
            </a:r>
            <a:endParaRPr/>
          </a:p>
        </p:txBody>
      </p:sp>
      <p:sp>
        <p:nvSpPr>
          <p:cNvPr id="437" name="Google Shape;437;p3"/>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438" name="Google Shape;438;p3"/>
          <p:cNvSpPr/>
          <p:nvPr/>
        </p:nvSpPr>
        <p:spPr>
          <a:xfrm>
            <a:off x="6858000" y="838200"/>
            <a:ext cx="1828800" cy="1524000"/>
          </a:xfrm>
          <a:prstGeom prst="cloudCallout">
            <a:avLst>
              <a:gd fmla="val -85556" name="adj1"/>
              <a:gd fmla="val 30727" name="adj2"/>
            </a:avLst>
          </a:prstGeom>
          <a:solidFill>
            <a:srgbClr val="FFFF99"/>
          </a:solidFill>
          <a:ln cap="flat" cmpd="sng" w="9525">
            <a:solidFill>
              <a:schemeClr val="dk1"/>
            </a:solidFill>
            <a:prstDash val="solid"/>
            <a:round/>
            <a:headEnd len="sm" w="sm" type="none"/>
            <a:tailEnd len="sm" w="sm" type="none"/>
          </a:ln>
          <a:effectLst>
            <a:outerShdw rotWithShape="0" algn="tl" dir="2700000" dist="139700">
              <a:srgbClr val="808080">
                <a:alpha val="4235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p:txBody>
      </p:sp>
      <p:sp>
        <p:nvSpPr>
          <p:cNvPr id="439" name="Google Shape;439;p3"/>
          <p:cNvSpPr txBox="1"/>
          <p:nvPr/>
        </p:nvSpPr>
        <p:spPr>
          <a:xfrm>
            <a:off x="7273431" y="1219200"/>
            <a:ext cx="88998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Recall </a:t>
            </a:r>
            <a:endParaRPr b="0" i="0" sz="1400" u="none" cap="none" strike="noStrike">
              <a:solidFill>
                <a:srgbClr val="000000"/>
              </a:solidFill>
              <a:latin typeface="Arial"/>
              <a:ea typeface="Arial"/>
              <a:cs typeface="Arial"/>
              <a:sym typeface="Arial"/>
            </a:endParaRPr>
          </a:p>
        </p:txBody>
      </p:sp>
      <p:sp>
        <p:nvSpPr>
          <p:cNvPr id="440" name="Google Shape;440;p3"/>
          <p:cNvSpPr txBox="1"/>
          <p:nvPr/>
        </p:nvSpPr>
        <p:spPr>
          <a:xfrm>
            <a:off x="533400" y="6229350"/>
            <a:ext cx="7620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000000"/>
                </a:solidFill>
                <a:latin typeface="Arial"/>
                <a:ea typeface="Arial"/>
                <a:cs typeface="Arial"/>
                <a:sym typeface="Arial"/>
              </a:rPr>
              <a:t>_______________________________________________________________________________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000000"/>
                </a:solidFill>
                <a:latin typeface="Arial"/>
                <a:ea typeface="Arial"/>
                <a:cs typeface="Arial"/>
                <a:sym typeface="Arial"/>
              </a:rPr>
              <a:t>Silberschatz, A., Galvin, P.B., and Gagne, G. Operating System Concepts (9</a:t>
            </a:r>
            <a:r>
              <a:rPr b="0" baseline="30000" i="1" lang="en-US" sz="1000" u="none" cap="none" strike="noStrike">
                <a:solidFill>
                  <a:srgbClr val="000000"/>
                </a:solidFill>
                <a:latin typeface="Arial"/>
                <a:ea typeface="Arial"/>
                <a:cs typeface="Arial"/>
                <a:sym typeface="Arial"/>
              </a:rPr>
              <a:t>th</a:t>
            </a:r>
            <a:r>
              <a:rPr b="0" i="1" lang="en-US" sz="1000" u="none" cap="none" strike="noStrike">
                <a:solidFill>
                  <a:srgbClr val="000000"/>
                </a:solidFill>
                <a:latin typeface="Arial"/>
                <a:ea typeface="Arial"/>
                <a:cs typeface="Arial"/>
                <a:sym typeface="Arial"/>
              </a:rPr>
              <a:t> Edition). John Wiley &amp; Sons: Asia. (2014) Page 120.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
          <p:cNvSpPr txBox="1"/>
          <p:nvPr>
            <p:ph type="title"/>
          </p:nvPr>
        </p:nvSpPr>
        <p:spPr>
          <a:xfrm>
            <a:off x="784225" y="125413"/>
            <a:ext cx="7902575"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6.1	Background</a:t>
            </a:r>
            <a:endParaRPr/>
          </a:p>
        </p:txBody>
      </p:sp>
      <p:sp>
        <p:nvSpPr>
          <p:cNvPr id="447" name="Google Shape;447;p4"/>
          <p:cNvSpPr txBox="1"/>
          <p:nvPr>
            <p:ph idx="1" type="body"/>
          </p:nvPr>
        </p:nvSpPr>
        <p:spPr>
          <a:xfrm>
            <a:off x="784225" y="1085850"/>
            <a:ext cx="7822565" cy="48609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b="1" lang="en-US">
                <a:latin typeface="Arial"/>
                <a:ea typeface="Arial"/>
                <a:cs typeface="Arial"/>
                <a:sym typeface="Arial"/>
              </a:rPr>
              <a:t>Concurrent access:</a:t>
            </a:r>
            <a:r>
              <a:rPr lang="en-US">
                <a:latin typeface="Arial"/>
                <a:ea typeface="Arial"/>
                <a:cs typeface="Arial"/>
                <a:sym typeface="Arial"/>
              </a:rPr>
              <a:t> accessing of the same data at the same time by more than one process, thus:</a:t>
            </a:r>
            <a:endParaRPr/>
          </a:p>
          <a:p>
            <a:pPr indent="-285750" lvl="1" marL="742950" rtl="0" algn="just">
              <a:lnSpc>
                <a:spcPct val="100000"/>
              </a:lnSpc>
              <a:spcBef>
                <a:spcPts val="770"/>
              </a:spcBef>
              <a:spcAft>
                <a:spcPts val="0"/>
              </a:spcAft>
              <a:buSzPts val="1760"/>
              <a:buChar char="●"/>
            </a:pPr>
            <a:r>
              <a:rPr lang="en-US"/>
              <a:t>Concurrent access to shared data may result in data inconsistency</a:t>
            </a:r>
            <a:endParaRPr/>
          </a:p>
          <a:p>
            <a:pPr indent="-285750" lvl="1" marL="742950" rtl="0" algn="just">
              <a:lnSpc>
                <a:spcPct val="100000"/>
              </a:lnSpc>
              <a:spcBef>
                <a:spcPts val="770"/>
              </a:spcBef>
              <a:spcAft>
                <a:spcPts val="0"/>
              </a:spcAft>
              <a:buSzPts val="1760"/>
              <a:buChar char="●"/>
            </a:pPr>
            <a:r>
              <a:rPr lang="en-US"/>
              <a:t>Maintaining data consistency requires mechanisms to ensure the orderly execution of cooperating processes</a:t>
            </a:r>
            <a:endParaRPr/>
          </a:p>
          <a:p>
            <a:pPr indent="-285750" lvl="1" marL="742950" rtl="0" algn="just">
              <a:lnSpc>
                <a:spcPct val="100000"/>
              </a:lnSpc>
              <a:spcBef>
                <a:spcPts val="770"/>
              </a:spcBef>
              <a:spcAft>
                <a:spcPts val="0"/>
              </a:spcAft>
              <a:buSzPts val="1760"/>
              <a:buChar char="●"/>
            </a:pPr>
            <a:r>
              <a:rPr b="1" lang="en-US">
                <a:solidFill>
                  <a:srgbClr val="FF0000"/>
                </a:solidFill>
                <a:latin typeface="Arial"/>
                <a:ea typeface="Arial"/>
                <a:cs typeface="Arial"/>
                <a:sym typeface="Arial"/>
              </a:rPr>
              <a:t>Race Condition</a:t>
            </a:r>
            <a:r>
              <a:rPr lang="en-US">
                <a:latin typeface="Arial"/>
                <a:ea typeface="Arial"/>
                <a:cs typeface="Arial"/>
                <a:sym typeface="Arial"/>
              </a:rPr>
              <a:t>: problem in concurrent execution</a:t>
            </a:r>
            <a:endParaRPr b="1" i="1">
              <a:latin typeface="Arial"/>
              <a:ea typeface="Arial"/>
              <a:cs typeface="Arial"/>
              <a:sym typeface="Arial"/>
            </a:endParaRPr>
          </a:p>
          <a:p>
            <a:pPr indent="-342900" lvl="0" marL="342900" rtl="0" algn="just">
              <a:lnSpc>
                <a:spcPct val="100000"/>
              </a:lnSpc>
              <a:spcBef>
                <a:spcPts val="770"/>
              </a:spcBef>
              <a:spcAft>
                <a:spcPts val="0"/>
              </a:spcAft>
              <a:buSzPts val="1980"/>
              <a:buChar char="●"/>
            </a:pPr>
            <a:r>
              <a:rPr lang="en-US"/>
              <a:t>The synchronization  mechanism is usually provided by both hardware and the operating system</a:t>
            </a:r>
            <a:endParaRPr/>
          </a:p>
          <a:p>
            <a:pPr indent="-342900" lvl="0" marL="342900" rtl="0" algn="just">
              <a:lnSpc>
                <a:spcPct val="100000"/>
              </a:lnSpc>
              <a:spcBef>
                <a:spcPts val="770"/>
              </a:spcBef>
              <a:spcAft>
                <a:spcPts val="0"/>
              </a:spcAft>
              <a:buSzPts val="1980"/>
              <a:buChar char="●"/>
            </a:pPr>
            <a:r>
              <a:rPr lang="en-US"/>
              <a:t>Illustration of the problem – The producer-Consumer problem.</a:t>
            </a:r>
            <a:endParaRPr/>
          </a:p>
          <a:p>
            <a:pPr indent="-342900" lvl="0" marL="342900" rtl="0" algn="just">
              <a:lnSpc>
                <a:spcPct val="100000"/>
              </a:lnSpc>
              <a:spcBef>
                <a:spcPts val="770"/>
              </a:spcBef>
              <a:spcAft>
                <a:spcPts val="0"/>
              </a:spcAft>
              <a:buSzPts val="1980"/>
              <a:buChar char="●"/>
            </a:pPr>
            <a:r>
              <a:rPr lang="en-US"/>
              <a:t>Basic assumption – load and store instructions are atomic.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
          <p:cNvSpPr/>
          <p:nvPr/>
        </p:nvSpPr>
        <p:spPr>
          <a:xfrm>
            <a:off x="914400" y="2514600"/>
            <a:ext cx="6705600" cy="1600200"/>
          </a:xfrm>
          <a:prstGeom prst="rect">
            <a:avLst/>
          </a:prstGeom>
          <a:solidFill>
            <a:srgbClr val="FDFFCF"/>
          </a:solidFill>
          <a:ln cap="flat" cmpd="sng" w="9525">
            <a:solidFill>
              <a:schemeClr val="dk1"/>
            </a:solidFill>
            <a:prstDash val="solid"/>
            <a:round/>
            <a:headEnd len="sm" w="sm" type="none"/>
            <a:tailEnd len="sm" w="sm" type="none"/>
          </a:ln>
          <a:effectLst>
            <a:outerShdw blurRad="63500" rotWithShape="0" algn="tl" dir="2700000" dist="139700">
              <a:srgbClr val="000000">
                <a:alpha val="4235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456" name="Google Shape;456;p5"/>
          <p:cNvSpPr txBox="1"/>
          <p:nvPr>
            <p:ph type="title"/>
          </p:nvPr>
        </p:nvSpPr>
        <p:spPr>
          <a:xfrm>
            <a:off x="449314" y="1317832"/>
            <a:ext cx="8077200" cy="762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latin typeface="Arial"/>
                <a:ea typeface="Arial"/>
                <a:cs typeface="Arial"/>
                <a:sym typeface="Arial"/>
              </a:rPr>
              <a:t>Why a Race Condition Occurs?</a:t>
            </a:r>
            <a:endParaRPr/>
          </a:p>
        </p:txBody>
      </p:sp>
      <p:sp>
        <p:nvSpPr>
          <p:cNvPr id="457" name="Google Shape;457;p5"/>
          <p:cNvSpPr txBox="1"/>
          <p:nvPr>
            <p:ph idx="1" type="body"/>
          </p:nvPr>
        </p:nvSpPr>
        <p:spPr>
          <a:xfrm>
            <a:off x="533400" y="2590800"/>
            <a:ext cx="8077200" cy="1447800"/>
          </a:xfrm>
          <a:prstGeom prst="rect">
            <a:avLst/>
          </a:prstGeom>
          <a:noFill/>
          <a:ln>
            <a:noFill/>
          </a:ln>
        </p:spPr>
        <p:txBody>
          <a:bodyPr anchorCtr="0" anchor="t" bIns="45700" lIns="91425" spcFirstLastPara="1" rIns="91425" wrap="square" tIns="45700">
            <a:noAutofit/>
          </a:bodyPr>
          <a:lstStyle/>
          <a:p>
            <a:pPr indent="0" lvl="1" marL="457200" rtl="0" algn="just">
              <a:lnSpc>
                <a:spcPct val="100000"/>
              </a:lnSpc>
              <a:spcBef>
                <a:spcPts val="0"/>
              </a:spcBef>
              <a:spcAft>
                <a:spcPts val="0"/>
              </a:spcAft>
              <a:buSzPts val="1760"/>
              <a:buNone/>
            </a:pPr>
            <a:r>
              <a:rPr lang="en-US">
                <a:latin typeface="Arial"/>
                <a:ea typeface="Arial"/>
                <a:cs typeface="Arial"/>
                <a:sym typeface="Arial"/>
              </a:rPr>
              <a:t>Two processes may be :</a:t>
            </a:r>
            <a:endParaRPr/>
          </a:p>
          <a:p>
            <a:pPr indent="-342900" lvl="2" marL="1200150" rtl="0" algn="just">
              <a:lnSpc>
                <a:spcPct val="100000"/>
              </a:lnSpc>
              <a:spcBef>
                <a:spcPts val="700"/>
              </a:spcBef>
              <a:spcAft>
                <a:spcPts val="0"/>
              </a:spcAft>
              <a:buSzPts val="1500"/>
              <a:buFont typeface="Noto Sans Symbols"/>
              <a:buChar char="▪"/>
            </a:pPr>
            <a:r>
              <a:rPr lang="en-US">
                <a:latin typeface="Arial"/>
                <a:ea typeface="Arial"/>
                <a:cs typeface="Arial"/>
                <a:sym typeface="Arial"/>
              </a:rPr>
              <a:t>executing simultaneously, and </a:t>
            </a:r>
            <a:endParaRPr/>
          </a:p>
          <a:p>
            <a:pPr indent="-342900" lvl="2" marL="1200150" rtl="0" algn="just">
              <a:lnSpc>
                <a:spcPct val="100000"/>
              </a:lnSpc>
              <a:spcBef>
                <a:spcPts val="700"/>
              </a:spcBef>
              <a:spcAft>
                <a:spcPts val="0"/>
              </a:spcAft>
              <a:buSzPts val="1500"/>
              <a:buFont typeface="Noto Sans Symbols"/>
              <a:buChar char="▪"/>
            </a:pPr>
            <a:r>
              <a:rPr lang="en-US">
                <a:latin typeface="Arial"/>
                <a:ea typeface="Arial"/>
                <a:cs typeface="Arial"/>
                <a:sym typeface="Arial"/>
              </a:rPr>
              <a:t>trying to access the same global variable.</a:t>
            </a:r>
            <a:endParaRPr/>
          </a:p>
        </p:txBody>
      </p:sp>
      <p:sp>
        <p:nvSpPr>
          <p:cNvPr id="458" name="Google Shape;458;p5"/>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b="0" i="0" sz="1400" u="none" cap="none" strike="noStrike">
              <a:solidFill>
                <a:schemeClr val="lt1"/>
              </a:solidFill>
              <a:latin typeface="Arial"/>
              <a:ea typeface="Arial"/>
              <a:cs typeface="Arial"/>
              <a:sym typeface="Arial"/>
            </a:endParaRPr>
          </a:p>
        </p:txBody>
      </p:sp>
      <p:sp>
        <p:nvSpPr>
          <p:cNvPr id="459" name="Google Shape;459;p5"/>
          <p:cNvSpPr txBox="1"/>
          <p:nvPr/>
        </p:nvSpPr>
        <p:spPr>
          <a:xfrm>
            <a:off x="2261810" y="125413"/>
            <a:ext cx="6313714" cy="57626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r>
              <a:rPr b="1" i="0" lang="en-US" sz="3200" u="none" cap="none" strike="noStrike">
                <a:solidFill>
                  <a:srgbClr val="006699"/>
                </a:solidFill>
                <a:latin typeface="Arial"/>
                <a:ea typeface="Arial"/>
                <a:cs typeface="Arial"/>
                <a:sym typeface="Arial"/>
              </a:rPr>
              <a:t>Background</a:t>
            </a:r>
            <a:endParaRPr b="0" i="0" sz="1400" u="none" cap="none" strike="noStrike">
              <a:solidFill>
                <a:srgbClr val="000000"/>
              </a:solidFill>
              <a:latin typeface="Arial"/>
              <a:ea typeface="Arial"/>
              <a:cs typeface="Arial"/>
              <a:sym typeface="Arial"/>
            </a:endParaRPr>
          </a:p>
        </p:txBody>
      </p:sp>
      <p:grpSp>
        <p:nvGrpSpPr>
          <p:cNvPr id="460" name="Google Shape;460;p5"/>
          <p:cNvGrpSpPr/>
          <p:nvPr/>
        </p:nvGrpSpPr>
        <p:grpSpPr>
          <a:xfrm>
            <a:off x="1329266" y="0"/>
            <a:ext cx="1036116" cy="827213"/>
            <a:chOff x="1329266" y="0"/>
            <a:chExt cx="1036116" cy="827213"/>
          </a:xfrm>
        </p:grpSpPr>
        <p:sp>
          <p:nvSpPr>
            <p:cNvPr id="461" name="Google Shape;461;p5"/>
            <p:cNvSpPr/>
            <p:nvPr/>
          </p:nvSpPr>
          <p:spPr>
            <a:xfrm>
              <a:off x="1444863" y="0"/>
              <a:ext cx="815648" cy="827213"/>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chemeClr val="dk1"/>
                </a:solidFill>
                <a:latin typeface="Verdana"/>
                <a:ea typeface="Verdana"/>
                <a:cs typeface="Verdana"/>
                <a:sym typeface="Verdana"/>
              </a:endParaRPr>
            </a:p>
          </p:txBody>
        </p:sp>
        <p:sp>
          <p:nvSpPr>
            <p:cNvPr id="462" name="Google Shape;462;p5"/>
            <p:cNvSpPr txBox="1"/>
            <p:nvPr/>
          </p:nvSpPr>
          <p:spPr>
            <a:xfrm>
              <a:off x="1329266" y="187725"/>
              <a:ext cx="1036116"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6.1</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
          <p:cNvSpPr/>
          <p:nvPr/>
        </p:nvSpPr>
        <p:spPr>
          <a:xfrm>
            <a:off x="609600" y="1676400"/>
            <a:ext cx="8153400" cy="3581400"/>
          </a:xfrm>
          <a:prstGeom prst="roundRect">
            <a:avLst>
              <a:gd fmla="val 16667" name="adj"/>
            </a:avLst>
          </a:prstGeom>
          <a:solidFill>
            <a:srgbClr val="E0E0A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468" name="Google Shape;468;p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b="0" i="0" sz="1400" u="none" cap="none" strike="noStrike">
              <a:solidFill>
                <a:schemeClr val="lt1"/>
              </a:solidFill>
              <a:latin typeface="Arial"/>
              <a:ea typeface="Arial"/>
              <a:cs typeface="Arial"/>
              <a:sym typeface="Arial"/>
            </a:endParaRPr>
          </a:p>
        </p:txBody>
      </p:sp>
      <p:pic>
        <p:nvPicPr>
          <p:cNvPr descr="Screen Shot 2012-03-26 at 10.43.34 AM.png" id="469" name="Google Shape;469;p6"/>
          <p:cNvPicPr preferRelativeResize="0"/>
          <p:nvPr/>
        </p:nvPicPr>
        <p:blipFill rotWithShape="1">
          <a:blip r:embed="rId3">
            <a:alphaModFix/>
          </a:blip>
          <a:srcRect b="0" l="0" r="0" t="0"/>
          <a:stretch/>
        </p:blipFill>
        <p:spPr>
          <a:xfrm>
            <a:off x="1003300" y="2032000"/>
            <a:ext cx="7378700" cy="2921000"/>
          </a:xfrm>
          <a:prstGeom prst="rect">
            <a:avLst/>
          </a:prstGeom>
          <a:noFill/>
          <a:ln>
            <a:noFill/>
          </a:ln>
        </p:spPr>
      </p:pic>
      <p:sp>
        <p:nvSpPr>
          <p:cNvPr id="470" name="Google Shape;470;p6"/>
          <p:cNvSpPr txBox="1"/>
          <p:nvPr/>
        </p:nvSpPr>
        <p:spPr>
          <a:xfrm>
            <a:off x="2819400" y="6413500"/>
            <a:ext cx="5165725" cy="2460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000"/>
              <a:buFont typeface="Arial"/>
              <a:buNone/>
            </a:pPr>
            <a:r>
              <a:rPr b="0" i="1" lang="en-US" sz="1000" u="none" cap="none" strike="noStrike">
                <a:solidFill>
                  <a:schemeClr val="dk1"/>
                </a:solidFill>
                <a:latin typeface="Arial"/>
                <a:ea typeface="Arial"/>
                <a:cs typeface="Arial"/>
                <a:sym typeface="Arial"/>
              </a:rPr>
              <a:t>http://undergraduate.csse.uwa.edu.au/units/CITS2230/handouts/Lecture09/lecture9.pdf</a:t>
            </a:r>
            <a:endParaRPr b="0" i="1" sz="1000" u="none" cap="none" strike="noStrike">
              <a:solidFill>
                <a:schemeClr val="dk1"/>
              </a:solidFill>
              <a:latin typeface="Arial"/>
              <a:ea typeface="Arial"/>
              <a:cs typeface="Arial"/>
              <a:sym typeface="Arial"/>
            </a:endParaRPr>
          </a:p>
        </p:txBody>
      </p:sp>
      <p:cxnSp>
        <p:nvCxnSpPr>
          <p:cNvPr id="471" name="Google Shape;471;p6"/>
          <p:cNvCxnSpPr/>
          <p:nvPr/>
        </p:nvCxnSpPr>
        <p:spPr>
          <a:xfrm>
            <a:off x="2971800" y="6324600"/>
            <a:ext cx="44196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
          <p:cNvSpPr/>
          <p:nvPr/>
        </p:nvSpPr>
        <p:spPr>
          <a:xfrm>
            <a:off x="609600" y="1219200"/>
            <a:ext cx="8153400" cy="3200400"/>
          </a:xfrm>
          <a:prstGeom prst="roundRect">
            <a:avLst>
              <a:gd fmla="val 16667" name="adj"/>
            </a:avLst>
          </a:prstGeom>
          <a:solidFill>
            <a:srgbClr val="E0E0A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477" name="Google Shape;477;p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b="0" i="0" sz="1400" u="none" cap="none" strike="noStrike">
              <a:solidFill>
                <a:schemeClr val="lt1"/>
              </a:solidFill>
              <a:latin typeface="Arial"/>
              <a:ea typeface="Arial"/>
              <a:cs typeface="Arial"/>
              <a:sym typeface="Arial"/>
            </a:endParaRPr>
          </a:p>
        </p:txBody>
      </p:sp>
      <p:pic>
        <p:nvPicPr>
          <p:cNvPr descr="Screen Shot 2012-03-26 at 10.55.17 AM.png" id="478" name="Google Shape;478;p7"/>
          <p:cNvPicPr preferRelativeResize="0"/>
          <p:nvPr/>
        </p:nvPicPr>
        <p:blipFill rotWithShape="1">
          <a:blip r:embed="rId3">
            <a:alphaModFix/>
          </a:blip>
          <a:srcRect b="0" l="0" r="0" t="0"/>
          <a:stretch/>
        </p:blipFill>
        <p:spPr>
          <a:xfrm>
            <a:off x="952500" y="1371600"/>
            <a:ext cx="7429500" cy="2997200"/>
          </a:xfrm>
          <a:prstGeom prst="rect">
            <a:avLst/>
          </a:prstGeom>
          <a:noFill/>
          <a:ln>
            <a:noFill/>
          </a:ln>
        </p:spPr>
      </p:pic>
      <p:pic>
        <p:nvPicPr>
          <p:cNvPr descr="Screen Shot 2012-03-26 at 10.55.27 AM.png" id="479" name="Google Shape;479;p7"/>
          <p:cNvPicPr preferRelativeResize="0"/>
          <p:nvPr/>
        </p:nvPicPr>
        <p:blipFill rotWithShape="1">
          <a:blip r:embed="rId4">
            <a:alphaModFix/>
          </a:blip>
          <a:srcRect b="0" l="0" r="0" t="0"/>
          <a:stretch/>
        </p:blipFill>
        <p:spPr>
          <a:xfrm>
            <a:off x="1016000" y="4572000"/>
            <a:ext cx="7518400" cy="800100"/>
          </a:xfrm>
          <a:prstGeom prst="rect">
            <a:avLst/>
          </a:prstGeom>
          <a:noFill/>
          <a:ln>
            <a:noFill/>
          </a:ln>
        </p:spPr>
      </p:pic>
      <p:pic>
        <p:nvPicPr>
          <p:cNvPr descr="Screen Shot 2012-03-26 at 10.55.35 AM.png" id="480" name="Google Shape;480;p7"/>
          <p:cNvPicPr preferRelativeResize="0"/>
          <p:nvPr/>
        </p:nvPicPr>
        <p:blipFill rotWithShape="1">
          <a:blip r:embed="rId5">
            <a:alphaModFix/>
          </a:blip>
          <a:srcRect b="0" l="0" r="0" t="0"/>
          <a:stretch/>
        </p:blipFill>
        <p:spPr>
          <a:xfrm>
            <a:off x="1066800" y="5245100"/>
            <a:ext cx="7442200" cy="1384300"/>
          </a:xfrm>
          <a:prstGeom prst="rect">
            <a:avLst/>
          </a:prstGeom>
          <a:noFill/>
          <a:ln>
            <a:noFill/>
          </a:ln>
        </p:spPr>
      </p:pic>
      <p:sp>
        <p:nvSpPr>
          <p:cNvPr id="481" name="Google Shape;481;p7"/>
          <p:cNvSpPr/>
          <p:nvPr/>
        </p:nvSpPr>
        <p:spPr>
          <a:xfrm>
            <a:off x="4267200" y="5613400"/>
            <a:ext cx="1524000" cy="304800"/>
          </a:xfrm>
          <a:prstGeom prst="roundRect">
            <a:avLst>
              <a:gd fmla="val 16667" name="adj"/>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Times New Roman"/>
              <a:buNone/>
            </a:pPr>
            <a:r>
              <a:rPr b="0" i="0" lang="en-US" sz="1600" u="none" cap="none" strike="noStrike">
                <a:solidFill>
                  <a:schemeClr val="lt1"/>
                </a:solidFill>
                <a:latin typeface="Times New Roman"/>
                <a:ea typeface="Times New Roman"/>
                <a:cs typeface="Times New Roman"/>
                <a:sym typeface="Times New Roman"/>
              </a:rPr>
              <a:t>Critical section</a:t>
            </a:r>
            <a:endParaRPr b="0" i="0" sz="1400" u="none" cap="none" strike="noStrike">
              <a:solidFill>
                <a:srgbClr val="000000"/>
              </a:solidFill>
              <a:latin typeface="Arial"/>
              <a:ea typeface="Arial"/>
              <a:cs typeface="Arial"/>
              <a:sym typeface="Arial"/>
            </a:endParaRPr>
          </a:p>
        </p:txBody>
      </p:sp>
      <p:sp>
        <p:nvSpPr>
          <p:cNvPr id="482" name="Google Shape;482;p7"/>
          <p:cNvSpPr/>
          <p:nvPr/>
        </p:nvSpPr>
        <p:spPr>
          <a:xfrm>
            <a:off x="4724400" y="6248400"/>
            <a:ext cx="1752600" cy="304800"/>
          </a:xfrm>
          <a:prstGeom prst="roundRect">
            <a:avLst>
              <a:gd fmla="val 16667" name="adj"/>
            </a:avLst>
          </a:prstGeom>
          <a:solidFill>
            <a:srgbClr val="E0E0A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Times New Roman"/>
                <a:ea typeface="Times New Roman"/>
                <a:cs typeface="Times New Roman"/>
                <a:sym typeface="Times New Roman"/>
              </a:rPr>
              <a:t>Mutual exclusion</a:t>
            </a:r>
            <a:endParaRPr b="0" i="0" sz="1400" u="none" cap="none" strike="noStrike">
              <a:solidFill>
                <a:srgbClr val="000000"/>
              </a:solidFill>
              <a:latin typeface="Arial"/>
              <a:ea typeface="Arial"/>
              <a:cs typeface="Arial"/>
              <a:sym typeface="Arial"/>
            </a:endParaRPr>
          </a:p>
        </p:txBody>
      </p:sp>
      <p:pic>
        <p:nvPicPr>
          <p:cNvPr descr="Screen Shot 2014-03-16 at 12.02.13 PM.png" id="483" name="Google Shape;483;p7"/>
          <p:cNvPicPr preferRelativeResize="0"/>
          <p:nvPr/>
        </p:nvPicPr>
        <p:blipFill rotWithShape="1">
          <a:blip r:embed="rId6">
            <a:alphaModFix/>
          </a:blip>
          <a:srcRect b="0" l="0" r="0" t="0"/>
          <a:stretch/>
        </p:blipFill>
        <p:spPr>
          <a:xfrm>
            <a:off x="7162800" y="152400"/>
            <a:ext cx="1828800" cy="836613"/>
          </a:xfrm>
          <a:prstGeom prst="rect">
            <a:avLst/>
          </a:prstGeom>
          <a:noFill/>
          <a:ln>
            <a:noFill/>
          </a:ln>
          <a:effectLst>
            <a:outerShdw rotWithShape="0" algn="tl" dir="2700000" dist="139700">
              <a:srgbClr val="808080">
                <a:alpha val="42352"/>
              </a:srgbClr>
            </a:outerShdw>
          </a:effectLst>
        </p:spPr>
      </p:pic>
      <p:cxnSp>
        <p:nvCxnSpPr>
          <p:cNvPr id="484" name="Google Shape;484;p7"/>
          <p:cNvCxnSpPr/>
          <p:nvPr/>
        </p:nvCxnSpPr>
        <p:spPr>
          <a:xfrm>
            <a:off x="4343400" y="4953000"/>
            <a:ext cx="2590800" cy="0"/>
          </a:xfrm>
          <a:prstGeom prst="straightConnector1">
            <a:avLst/>
          </a:prstGeom>
          <a:noFill/>
          <a:ln cap="flat" cmpd="sng" w="28575">
            <a:solidFill>
              <a:srgbClr val="FF3300"/>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8"/>
          <p:cNvSpPr/>
          <p:nvPr/>
        </p:nvSpPr>
        <p:spPr>
          <a:xfrm>
            <a:off x="914400" y="4191000"/>
            <a:ext cx="7848600" cy="2209800"/>
          </a:xfrm>
          <a:prstGeom prst="rect">
            <a:avLst/>
          </a:prstGeom>
          <a:solidFill>
            <a:srgbClr val="FDFFCF"/>
          </a:solidFill>
          <a:ln cap="flat" cmpd="sng" w="9525">
            <a:solidFill>
              <a:schemeClr val="dk1"/>
            </a:solidFill>
            <a:prstDash val="solid"/>
            <a:round/>
            <a:headEnd len="sm" w="sm" type="none"/>
            <a:tailEnd len="sm" w="sm" type="none"/>
          </a:ln>
          <a:effectLst>
            <a:outerShdw rotWithShape="0" algn="tl" dir="2700000" dist="139700">
              <a:srgbClr val="808080">
                <a:alpha val="4235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490" name="Google Shape;490;p8"/>
          <p:cNvSpPr txBox="1"/>
          <p:nvPr>
            <p:ph type="title"/>
          </p:nvPr>
        </p:nvSpPr>
        <p:spPr>
          <a:xfrm>
            <a:off x="457200" y="762000"/>
            <a:ext cx="8229600" cy="685800"/>
          </a:xfrm>
          <a:prstGeom prst="rect">
            <a:avLst/>
          </a:prstGeom>
          <a:noFill/>
          <a:ln>
            <a:noFill/>
          </a:ln>
        </p:spPr>
        <p:txBody>
          <a:bodyPr anchorCtr="0" anchor="b" bIns="44450" lIns="90475" spcFirstLastPara="1" rIns="90475" wrap="square" tIns="44450">
            <a:noAutofit/>
          </a:bodyPr>
          <a:lstStyle/>
          <a:p>
            <a:pPr indent="0" lvl="0" marL="0" rtl="0" algn="ctr">
              <a:lnSpc>
                <a:spcPct val="100000"/>
              </a:lnSpc>
              <a:spcBef>
                <a:spcPts val="0"/>
              </a:spcBef>
              <a:spcAft>
                <a:spcPts val="0"/>
              </a:spcAft>
              <a:buSzPts val="1400"/>
              <a:buNone/>
            </a:pPr>
            <a:r>
              <a:rPr lang="en-US"/>
              <a:t>Producer-Consumer Problems </a:t>
            </a:r>
            <a:endParaRPr/>
          </a:p>
        </p:txBody>
      </p:sp>
      <p:sp>
        <p:nvSpPr>
          <p:cNvPr id="491" name="Google Shape;491;p8"/>
          <p:cNvSpPr txBox="1"/>
          <p:nvPr>
            <p:ph idx="1" type="body"/>
          </p:nvPr>
        </p:nvSpPr>
        <p:spPr>
          <a:xfrm>
            <a:off x="533400" y="1828800"/>
            <a:ext cx="8153400" cy="2192055"/>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222222"/>
              </a:buClr>
              <a:buSzPts val="2600"/>
              <a:buFont typeface="Arial"/>
              <a:buChar char="•"/>
            </a:pPr>
            <a:r>
              <a:rPr lang="en-US"/>
              <a:t>Several processes work together to complete common task – </a:t>
            </a:r>
            <a:r>
              <a:rPr b="1" i="1" lang="en-US">
                <a:solidFill>
                  <a:srgbClr val="0070C0"/>
                </a:solidFill>
              </a:rPr>
              <a:t>Process Cooperation</a:t>
            </a:r>
            <a:endParaRPr/>
          </a:p>
          <a:p>
            <a:pPr indent="-292100" lvl="0" marL="342900" rtl="0" algn="l">
              <a:lnSpc>
                <a:spcPct val="90000"/>
              </a:lnSpc>
              <a:spcBef>
                <a:spcPts val="160"/>
              </a:spcBef>
              <a:spcAft>
                <a:spcPts val="0"/>
              </a:spcAft>
              <a:buClr>
                <a:srgbClr val="222222"/>
              </a:buClr>
              <a:buSzPts val="800"/>
              <a:buFont typeface="Arial"/>
              <a:buNone/>
            </a:pPr>
            <a:r>
              <a:t/>
            </a:r>
            <a:endParaRPr sz="800"/>
          </a:p>
          <a:p>
            <a:pPr indent="-342900" lvl="0" marL="342900" rtl="0" algn="l">
              <a:lnSpc>
                <a:spcPct val="90000"/>
              </a:lnSpc>
              <a:spcBef>
                <a:spcPts val="520"/>
              </a:spcBef>
              <a:spcAft>
                <a:spcPts val="0"/>
              </a:spcAft>
              <a:buClr>
                <a:srgbClr val="222222"/>
              </a:buClr>
              <a:buSzPts val="2600"/>
              <a:buFont typeface="Arial"/>
              <a:buChar char="•"/>
            </a:pPr>
            <a:r>
              <a:rPr lang="en-US"/>
              <a:t>Common paradigm for cooperating processes, </a:t>
            </a:r>
            <a:r>
              <a:rPr b="1" i="1" lang="en-US">
                <a:solidFill>
                  <a:srgbClr val="0070C0"/>
                </a:solidFill>
              </a:rPr>
              <a:t>producer</a:t>
            </a:r>
            <a:r>
              <a:rPr lang="en-US" sz="2400">
                <a:solidFill>
                  <a:srgbClr val="FF3300"/>
                </a:solidFill>
              </a:rPr>
              <a:t> </a:t>
            </a:r>
            <a:r>
              <a:rPr lang="en-US"/>
              <a:t>process produces information that is consumed by a </a:t>
            </a:r>
            <a:r>
              <a:rPr b="1" i="1" lang="en-US">
                <a:solidFill>
                  <a:srgbClr val="0070C0"/>
                </a:solidFill>
              </a:rPr>
              <a:t>consumer</a:t>
            </a:r>
            <a:r>
              <a:rPr lang="en-US" sz="2400">
                <a:solidFill>
                  <a:srgbClr val="FF3300"/>
                </a:solidFill>
              </a:rPr>
              <a:t> </a:t>
            </a:r>
            <a:r>
              <a:rPr lang="en-US"/>
              <a:t>process.</a:t>
            </a:r>
            <a:endParaRPr/>
          </a:p>
          <a:p>
            <a:pPr indent="-177800" lvl="0" marL="342900" rtl="0" algn="l">
              <a:lnSpc>
                <a:spcPct val="90000"/>
              </a:lnSpc>
              <a:spcBef>
                <a:spcPts val="520"/>
              </a:spcBef>
              <a:spcAft>
                <a:spcPts val="0"/>
              </a:spcAft>
              <a:buClr>
                <a:srgbClr val="222222"/>
              </a:buClr>
              <a:buSzPts val="2600"/>
              <a:buFont typeface="Arial"/>
              <a:buNone/>
            </a:pPr>
            <a:r>
              <a:t/>
            </a:r>
            <a:endParaRPr/>
          </a:p>
          <a:p>
            <a:pPr indent="0" lvl="1" marL="457200" rtl="0" algn="l">
              <a:lnSpc>
                <a:spcPct val="90000"/>
              </a:lnSpc>
              <a:spcBef>
                <a:spcPts val="480"/>
              </a:spcBef>
              <a:spcAft>
                <a:spcPts val="0"/>
              </a:spcAft>
              <a:buClr>
                <a:srgbClr val="222222"/>
              </a:buClr>
              <a:buSzPts val="2400"/>
              <a:buFont typeface="Arial"/>
              <a:buNone/>
            </a:pPr>
            <a:r>
              <a:rPr lang="en-US" sz="2000" u="sng"/>
              <a:t>Examples</a:t>
            </a:r>
            <a:r>
              <a:rPr lang="en-US" sz="2000"/>
              <a:t>:</a:t>
            </a:r>
            <a:endParaRPr sz="2000"/>
          </a:p>
          <a:p>
            <a:pPr indent="-342900" lvl="1" marL="647700" rtl="0" algn="l">
              <a:lnSpc>
                <a:spcPct val="90000"/>
              </a:lnSpc>
              <a:spcBef>
                <a:spcPts val="480"/>
              </a:spcBef>
              <a:spcAft>
                <a:spcPts val="0"/>
              </a:spcAft>
              <a:buClr>
                <a:srgbClr val="222222"/>
              </a:buClr>
              <a:buSzPts val="2400"/>
              <a:buFont typeface="Noto Sans Symbols"/>
              <a:buChar char="▪"/>
            </a:pPr>
            <a:r>
              <a:rPr lang="en-US" sz="2000"/>
              <a:t>The compiler </a:t>
            </a:r>
            <a:r>
              <a:rPr b="1" lang="en-US" sz="2000"/>
              <a:t>produces</a:t>
            </a:r>
            <a:r>
              <a:rPr lang="en-US" sz="2000"/>
              <a:t> an assembly code which is </a:t>
            </a:r>
            <a:r>
              <a:rPr b="1" lang="en-US" sz="2000"/>
              <a:t>consumed</a:t>
            </a:r>
            <a:r>
              <a:rPr lang="en-US" sz="2000"/>
              <a:t> by an assembler.</a:t>
            </a:r>
            <a:endParaRPr sz="2000"/>
          </a:p>
          <a:p>
            <a:pPr indent="-342900" lvl="1" marL="647700" rtl="0" algn="l">
              <a:lnSpc>
                <a:spcPct val="90000"/>
              </a:lnSpc>
              <a:spcBef>
                <a:spcPts val="480"/>
              </a:spcBef>
              <a:spcAft>
                <a:spcPts val="0"/>
              </a:spcAft>
              <a:buClr>
                <a:srgbClr val="222222"/>
              </a:buClr>
              <a:buSzPts val="2400"/>
              <a:buFont typeface="Noto Sans Symbols"/>
              <a:buChar char="▪"/>
            </a:pPr>
            <a:r>
              <a:rPr lang="en-US" sz="2000"/>
              <a:t>The web server </a:t>
            </a:r>
            <a:r>
              <a:rPr b="1" lang="en-US" sz="2000"/>
              <a:t>provides</a:t>
            </a:r>
            <a:r>
              <a:rPr lang="en-US" sz="2000"/>
              <a:t> HTML files which is </a:t>
            </a:r>
            <a:r>
              <a:rPr b="1" lang="en-US" sz="2000"/>
              <a:t>consumed</a:t>
            </a:r>
            <a:r>
              <a:rPr lang="en-US" sz="2000"/>
              <a:t> by the client web browser requesting the resource</a:t>
            </a:r>
            <a:r>
              <a:rPr lang="en-US"/>
              <a:t>.</a:t>
            </a:r>
            <a:endParaRPr/>
          </a:p>
        </p:txBody>
      </p:sp>
      <p:sp>
        <p:nvSpPr>
          <p:cNvPr id="492" name="Google Shape;492;p8"/>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9"/>
          <p:cNvSpPr txBox="1"/>
          <p:nvPr>
            <p:ph idx="1" type="body"/>
          </p:nvPr>
        </p:nvSpPr>
        <p:spPr>
          <a:xfrm>
            <a:off x="887869" y="1187690"/>
            <a:ext cx="7880350" cy="4700587"/>
          </a:xfrm>
          <a:prstGeom prst="rect">
            <a:avLst/>
          </a:prstGeom>
          <a:noFill/>
          <a:ln>
            <a:noFill/>
          </a:ln>
        </p:spPr>
        <p:txBody>
          <a:bodyPr anchorCtr="0" anchor="t" bIns="45700" lIns="91425" spcFirstLastPara="1" rIns="91425" wrap="square" tIns="45700">
            <a:noAutofit/>
          </a:bodyPr>
          <a:lstStyle/>
          <a:p>
            <a:pPr indent="-228600" lvl="3" marL="1598613" rtl="0" algn="l">
              <a:lnSpc>
                <a:spcPct val="100000"/>
              </a:lnSpc>
              <a:spcBef>
                <a:spcPts val="0"/>
              </a:spcBef>
              <a:spcAft>
                <a:spcPts val="0"/>
              </a:spcAft>
              <a:buClr>
                <a:srgbClr val="222222"/>
              </a:buClr>
              <a:buSzPts val="800"/>
              <a:buFont typeface="Arial"/>
              <a:buNone/>
            </a:pPr>
            <a:r>
              <a:t/>
            </a:r>
            <a:endParaRPr sz="800"/>
          </a:p>
          <a:p>
            <a:pPr indent="-342900" lvl="0" marL="342900" rtl="0" algn="l">
              <a:lnSpc>
                <a:spcPct val="100000"/>
              </a:lnSpc>
              <a:spcBef>
                <a:spcPts val="440"/>
              </a:spcBef>
              <a:spcAft>
                <a:spcPts val="0"/>
              </a:spcAft>
              <a:buClr>
                <a:srgbClr val="222222"/>
              </a:buClr>
              <a:buSzPts val="2200"/>
              <a:buFont typeface="Arial"/>
              <a:buChar char="•"/>
            </a:pPr>
            <a:r>
              <a:rPr lang="en-US" sz="2200"/>
              <a:t>Suppose that we wanted to provide a solution that fills </a:t>
            </a:r>
            <a:r>
              <a:rPr b="1" i="1" lang="en-US" sz="2200">
                <a:solidFill>
                  <a:srgbClr val="000000"/>
                </a:solidFill>
              </a:rPr>
              <a:t>all</a:t>
            </a:r>
            <a:r>
              <a:rPr lang="en-US" sz="2200">
                <a:solidFill>
                  <a:srgbClr val="000000"/>
                </a:solidFill>
              </a:rPr>
              <a:t> </a:t>
            </a:r>
            <a:r>
              <a:rPr lang="en-US" sz="2200"/>
              <a:t>the buffers where we allow the producer and consumer processes to increment and decrement the same variable.</a:t>
            </a:r>
            <a:endParaRPr/>
          </a:p>
          <a:p>
            <a:pPr indent="-342900" lvl="0" marL="342900" rtl="0" algn="l">
              <a:lnSpc>
                <a:spcPct val="100000"/>
              </a:lnSpc>
              <a:spcBef>
                <a:spcPts val="440"/>
              </a:spcBef>
              <a:spcAft>
                <a:spcPts val="0"/>
              </a:spcAft>
              <a:buClr>
                <a:srgbClr val="222222"/>
              </a:buClr>
              <a:buSzPts val="2200"/>
              <a:buFont typeface="Arial"/>
              <a:buChar char="•"/>
            </a:pPr>
            <a:r>
              <a:rPr lang="en-US" sz="2200"/>
              <a:t>We can do so by adding another integer variable – </a:t>
            </a:r>
            <a:endParaRPr/>
          </a:p>
          <a:p>
            <a:pPr indent="0" lvl="0" marL="0" rtl="0" algn="l">
              <a:lnSpc>
                <a:spcPct val="100000"/>
              </a:lnSpc>
              <a:spcBef>
                <a:spcPts val="440"/>
              </a:spcBef>
              <a:spcAft>
                <a:spcPts val="0"/>
              </a:spcAft>
              <a:buClr>
                <a:srgbClr val="222222"/>
              </a:buClr>
              <a:buSzPts val="2200"/>
              <a:buNone/>
            </a:pPr>
            <a:r>
              <a:rPr lang="en-US" sz="2200"/>
              <a:t>     a </a:t>
            </a:r>
            <a:r>
              <a:rPr b="1" lang="en-US" sz="2200">
                <a:latin typeface="Courier"/>
                <a:ea typeface="Courier"/>
                <a:cs typeface="Courier"/>
                <a:sym typeface="Courier"/>
              </a:rPr>
              <a:t>counter</a:t>
            </a:r>
            <a:r>
              <a:rPr b="1" lang="en-US" sz="2200">
                <a:solidFill>
                  <a:srgbClr val="0000FF"/>
                </a:solidFill>
              </a:rPr>
              <a:t> </a:t>
            </a:r>
            <a:r>
              <a:rPr lang="en-US" sz="2200"/>
              <a:t>that keeps track of the number of full buffers.      </a:t>
            </a:r>
            <a:endParaRPr/>
          </a:p>
          <a:p>
            <a:pPr indent="0" lvl="0" marL="0" rtl="0" algn="l">
              <a:lnSpc>
                <a:spcPct val="100000"/>
              </a:lnSpc>
              <a:spcBef>
                <a:spcPts val="440"/>
              </a:spcBef>
              <a:spcAft>
                <a:spcPts val="0"/>
              </a:spcAft>
              <a:buClr>
                <a:srgbClr val="222222"/>
              </a:buClr>
              <a:buSzPts val="2200"/>
              <a:buNone/>
            </a:pPr>
            <a:r>
              <a:rPr lang="en-US" sz="2200"/>
              <a:t>     Initially, </a:t>
            </a:r>
            <a:r>
              <a:rPr b="1" lang="en-US" sz="2200">
                <a:solidFill>
                  <a:srgbClr val="FF0000"/>
                </a:solidFill>
                <a:latin typeface="Courier New"/>
                <a:ea typeface="Courier New"/>
                <a:cs typeface="Courier New"/>
                <a:sym typeface="Courier New"/>
              </a:rPr>
              <a:t>counter = 0</a:t>
            </a:r>
            <a:r>
              <a:rPr lang="en-US" sz="2200"/>
              <a:t>. </a:t>
            </a:r>
            <a:endParaRPr/>
          </a:p>
          <a:p>
            <a:pPr indent="-342900" lvl="0" marL="342900" rtl="0" algn="l">
              <a:lnSpc>
                <a:spcPct val="100000"/>
              </a:lnSpc>
              <a:spcBef>
                <a:spcPts val="440"/>
              </a:spcBef>
              <a:spcAft>
                <a:spcPts val="0"/>
              </a:spcAft>
              <a:buClr>
                <a:srgbClr val="222222"/>
              </a:buClr>
              <a:buSzPts val="2200"/>
              <a:buFont typeface="Arial"/>
              <a:buChar char="•"/>
            </a:pPr>
            <a:r>
              <a:rPr lang="en-US" sz="2200"/>
              <a:t>The variable </a:t>
            </a:r>
            <a:r>
              <a:rPr b="1" lang="en-US" sz="2200"/>
              <a:t>counter,</a:t>
            </a:r>
            <a:r>
              <a:rPr lang="en-US" sz="2200"/>
              <a:t> </a:t>
            </a:r>
            <a:r>
              <a:rPr lang="en-US" sz="2200">
                <a:solidFill>
                  <a:srgbClr val="FF0000"/>
                </a:solidFill>
              </a:rPr>
              <a:t>is incremented</a:t>
            </a:r>
            <a:r>
              <a:rPr lang="en-US" sz="2200"/>
              <a:t> by the producer after it produces a new buffer and </a:t>
            </a:r>
            <a:r>
              <a:rPr lang="en-US" sz="2200">
                <a:solidFill>
                  <a:srgbClr val="FF0000"/>
                </a:solidFill>
              </a:rPr>
              <a:t>is decremented </a:t>
            </a:r>
            <a:r>
              <a:rPr lang="en-US" sz="2200"/>
              <a:t>by the consumer after it consumes a buffer.</a:t>
            </a:r>
            <a:endParaRPr/>
          </a:p>
          <a:p>
            <a:pPr indent="-342900" lvl="0" marL="342900" rtl="0" algn="l">
              <a:lnSpc>
                <a:spcPct val="100000"/>
              </a:lnSpc>
              <a:spcBef>
                <a:spcPts val="440"/>
              </a:spcBef>
              <a:spcAft>
                <a:spcPts val="0"/>
              </a:spcAft>
              <a:buClr>
                <a:srgbClr val="222222"/>
              </a:buClr>
              <a:buSzPts val="2200"/>
              <a:buFont typeface="Arial"/>
              <a:buChar char="•"/>
            </a:pPr>
            <a:r>
              <a:rPr lang="en-US" sz="2200"/>
              <a:t>The code is shown in the next two slides</a:t>
            </a:r>
            <a:endParaRPr/>
          </a:p>
          <a:p>
            <a:pPr indent="-177800" lvl="0" marL="342900" rtl="0" algn="l">
              <a:lnSpc>
                <a:spcPct val="100000"/>
              </a:lnSpc>
              <a:spcBef>
                <a:spcPts val="520"/>
              </a:spcBef>
              <a:spcAft>
                <a:spcPts val="0"/>
              </a:spcAft>
              <a:buClr>
                <a:srgbClr val="222222"/>
              </a:buClr>
              <a:buSzPts val="2600"/>
              <a:buFont typeface="Arial"/>
              <a:buNone/>
            </a:pPr>
            <a:r>
              <a:t/>
            </a:r>
            <a:endParaRPr/>
          </a:p>
          <a:p>
            <a:pPr indent="-342900" lvl="0" marL="342900" rtl="0" algn="l">
              <a:lnSpc>
                <a:spcPct val="100000"/>
              </a:lnSpc>
              <a:spcBef>
                <a:spcPts val="520"/>
              </a:spcBef>
              <a:spcAft>
                <a:spcPts val="0"/>
              </a:spcAft>
              <a:buClr>
                <a:srgbClr val="222222"/>
              </a:buClr>
              <a:buSzPts val="2600"/>
              <a:buFont typeface="Arial"/>
              <a:buNone/>
            </a:pPr>
            <a:r>
              <a:t/>
            </a:r>
            <a:endParaRPr/>
          </a:p>
          <a:p>
            <a:pPr indent="-228600" lvl="3" marL="1598613" rtl="0" algn="l">
              <a:lnSpc>
                <a:spcPct val="100000"/>
              </a:lnSpc>
              <a:spcBef>
                <a:spcPts val="400"/>
              </a:spcBef>
              <a:spcAft>
                <a:spcPts val="0"/>
              </a:spcAft>
              <a:buClr>
                <a:srgbClr val="222222"/>
              </a:buClr>
              <a:buSzPts val="2000"/>
              <a:buFont typeface="Arial"/>
              <a:buNone/>
            </a:pPr>
            <a:r>
              <a:t/>
            </a:r>
            <a:endParaRPr b="1" sz="2000"/>
          </a:p>
        </p:txBody>
      </p:sp>
      <p:grpSp>
        <p:nvGrpSpPr>
          <p:cNvPr id="501" name="Google Shape;501;p9"/>
          <p:cNvGrpSpPr/>
          <p:nvPr/>
        </p:nvGrpSpPr>
        <p:grpSpPr>
          <a:xfrm>
            <a:off x="1329266" y="0"/>
            <a:ext cx="1036116" cy="827213"/>
            <a:chOff x="1329266" y="0"/>
            <a:chExt cx="1036116" cy="827213"/>
          </a:xfrm>
        </p:grpSpPr>
        <p:sp>
          <p:nvSpPr>
            <p:cNvPr id="502" name="Google Shape;502;p9"/>
            <p:cNvSpPr/>
            <p:nvPr/>
          </p:nvSpPr>
          <p:spPr>
            <a:xfrm>
              <a:off x="1444863" y="0"/>
              <a:ext cx="815648" cy="827213"/>
            </a:xfrm>
            <a:prstGeom prst="rect">
              <a:avLst/>
            </a:prstGeom>
            <a:solidFill>
              <a:srgbClr val="66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chemeClr val="dk1"/>
                </a:solidFill>
                <a:latin typeface="Verdana"/>
                <a:ea typeface="Verdana"/>
                <a:cs typeface="Verdana"/>
                <a:sym typeface="Verdana"/>
              </a:endParaRPr>
            </a:p>
          </p:txBody>
        </p:sp>
        <p:sp>
          <p:nvSpPr>
            <p:cNvPr id="503" name="Google Shape;503;p9"/>
            <p:cNvSpPr txBox="1"/>
            <p:nvPr/>
          </p:nvSpPr>
          <p:spPr>
            <a:xfrm>
              <a:off x="1329266" y="187725"/>
              <a:ext cx="1036116"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6.1</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0"/>
          <p:cNvSpPr/>
          <p:nvPr/>
        </p:nvSpPr>
        <p:spPr>
          <a:xfrm>
            <a:off x="914400" y="2514600"/>
            <a:ext cx="7848600" cy="1295400"/>
          </a:xfrm>
          <a:prstGeom prst="rect">
            <a:avLst/>
          </a:prstGeom>
          <a:solidFill>
            <a:srgbClr val="FDFFCF"/>
          </a:solidFill>
          <a:ln cap="flat" cmpd="sng" w="9525">
            <a:solidFill>
              <a:schemeClr val="dk1"/>
            </a:solidFill>
            <a:prstDash val="solid"/>
            <a:round/>
            <a:headEnd len="sm" w="sm" type="none"/>
            <a:tailEnd len="sm" w="sm" type="none"/>
          </a:ln>
          <a:effectLst>
            <a:outerShdw rotWithShape="0" algn="tl" dir="2700000" dist="139700">
              <a:srgbClr val="808080">
                <a:alpha val="4235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509" name="Google Shape;509;p10"/>
          <p:cNvSpPr txBox="1"/>
          <p:nvPr>
            <p:ph idx="1" type="body"/>
          </p:nvPr>
        </p:nvSpPr>
        <p:spPr>
          <a:xfrm>
            <a:off x="533400" y="990600"/>
            <a:ext cx="8153400" cy="5410200"/>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222222"/>
              </a:buClr>
              <a:buSzPts val="2600"/>
              <a:buFont typeface="Arial"/>
              <a:buChar char="•"/>
            </a:pPr>
            <a:r>
              <a:rPr lang="en-US"/>
              <a:t>To enable </a:t>
            </a:r>
            <a:r>
              <a:rPr b="1" i="1" lang="en-US">
                <a:solidFill>
                  <a:srgbClr val="0070C0"/>
                </a:solidFill>
              </a:rPr>
              <a:t>producer</a:t>
            </a:r>
            <a:r>
              <a:rPr lang="en-US"/>
              <a:t> and </a:t>
            </a:r>
            <a:r>
              <a:rPr b="1" i="1" lang="en-US">
                <a:solidFill>
                  <a:srgbClr val="0070C0"/>
                </a:solidFill>
              </a:rPr>
              <a:t>consumer</a:t>
            </a:r>
            <a:r>
              <a:rPr lang="en-US"/>
              <a:t> to be executed concurrently, a </a:t>
            </a:r>
            <a:r>
              <a:rPr b="1" i="1" lang="en-US">
                <a:solidFill>
                  <a:srgbClr val="0070C0"/>
                </a:solidFill>
              </a:rPr>
              <a:t>buffer</a:t>
            </a:r>
            <a:r>
              <a:rPr lang="en-US"/>
              <a:t> (shared memory) is used for producer to put data while consumer access it.</a:t>
            </a:r>
            <a:endParaRPr/>
          </a:p>
          <a:p>
            <a:pPr indent="0" lvl="0" marL="0" rtl="0" algn="l">
              <a:lnSpc>
                <a:spcPct val="90000"/>
              </a:lnSpc>
              <a:spcBef>
                <a:spcPts val="520"/>
              </a:spcBef>
              <a:spcAft>
                <a:spcPts val="0"/>
              </a:spcAft>
              <a:buClr>
                <a:srgbClr val="222222"/>
              </a:buClr>
              <a:buSzPts val="2600"/>
              <a:buFont typeface="Arial"/>
              <a:buNone/>
            </a:pPr>
            <a:r>
              <a:t/>
            </a:r>
            <a:endParaRPr/>
          </a:p>
          <a:p>
            <a:pPr indent="-342900" lvl="1" marL="800100" rtl="0" algn="l">
              <a:lnSpc>
                <a:spcPct val="90000"/>
              </a:lnSpc>
              <a:spcBef>
                <a:spcPts val="480"/>
              </a:spcBef>
              <a:spcAft>
                <a:spcPts val="0"/>
              </a:spcAft>
              <a:buClr>
                <a:srgbClr val="222222"/>
              </a:buClr>
              <a:buSzPts val="2400"/>
              <a:buFont typeface="Noto Sans Symbols"/>
              <a:buChar char="▪"/>
            </a:pPr>
            <a:r>
              <a:rPr b="1" i="1" lang="en-US" sz="2000"/>
              <a:t>unbounded-buffer</a:t>
            </a:r>
            <a:r>
              <a:rPr lang="en-US" sz="2000"/>
              <a:t> provides unlimited buffer size.</a:t>
            </a:r>
            <a:endParaRPr sz="2000"/>
          </a:p>
          <a:p>
            <a:pPr indent="-342900" lvl="1" marL="800100" rtl="0" algn="l">
              <a:lnSpc>
                <a:spcPct val="90000"/>
              </a:lnSpc>
              <a:spcBef>
                <a:spcPts val="480"/>
              </a:spcBef>
              <a:spcAft>
                <a:spcPts val="0"/>
              </a:spcAft>
              <a:buClr>
                <a:srgbClr val="222222"/>
              </a:buClr>
              <a:buSzPts val="2400"/>
              <a:buFont typeface="Noto Sans Symbols"/>
              <a:buChar char="▪"/>
            </a:pPr>
            <a:r>
              <a:rPr b="1" i="1" lang="en-US" sz="2000"/>
              <a:t>bounded-buffer</a:t>
            </a:r>
            <a:r>
              <a:rPr lang="en-US" sz="2000"/>
              <a:t> assumes that there is a fixed buffer size.</a:t>
            </a:r>
            <a:endParaRPr sz="2000"/>
          </a:p>
        </p:txBody>
      </p:sp>
      <p:sp>
        <p:nvSpPr>
          <p:cNvPr id="510" name="Google Shape;510;p10"/>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pic>
        <p:nvPicPr>
          <p:cNvPr id="511" name="Google Shape;511;p10"/>
          <p:cNvPicPr preferRelativeResize="0"/>
          <p:nvPr/>
        </p:nvPicPr>
        <p:blipFill rotWithShape="1">
          <a:blip r:embed="rId3">
            <a:alphaModFix/>
          </a:blip>
          <a:srcRect b="0" l="0" r="0" t="0"/>
          <a:stretch/>
        </p:blipFill>
        <p:spPr>
          <a:xfrm>
            <a:off x="762000" y="4114800"/>
            <a:ext cx="7791450" cy="2571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1"/>
                                        </p:tgtEl>
                                        <p:attrNameLst>
                                          <p:attrName>style.visibility</p:attrName>
                                        </p:attrNameLst>
                                      </p:cBhvr>
                                      <p:to>
                                        <p:strVal val="visible"/>
                                      </p:to>
                                    </p:set>
                                    <p:anim calcmode="lin" valueType="num">
                                      <p:cBhvr additive="base">
                                        <p:cTn dur="500"/>
                                        <p:tgtEl>
                                          <p:spTgt spid="51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11"/>
          <p:cNvSpPr/>
          <p:nvPr/>
        </p:nvSpPr>
        <p:spPr>
          <a:xfrm>
            <a:off x="1143000" y="5257800"/>
            <a:ext cx="6705600" cy="1219200"/>
          </a:xfrm>
          <a:prstGeom prst="rect">
            <a:avLst/>
          </a:prstGeom>
          <a:solidFill>
            <a:srgbClr val="D9D9D9"/>
          </a:solidFill>
          <a:ln cap="flat" cmpd="sng" w="9525">
            <a:solidFill>
              <a:schemeClr val="dk1"/>
            </a:solidFill>
            <a:prstDash val="solid"/>
            <a:round/>
            <a:headEnd len="sm" w="sm" type="none"/>
            <a:tailEnd len="sm" w="sm" type="none"/>
          </a:ln>
          <a:effectLst>
            <a:outerShdw blurRad="63500" rotWithShape="0" algn="tl" dir="2700000" dist="38100">
              <a:srgbClr val="000000">
                <a:alpha val="39215"/>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Verdana"/>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517" name="Google Shape;517;p11"/>
          <p:cNvSpPr txBox="1"/>
          <p:nvPr>
            <p:ph idx="1" type="body"/>
          </p:nvPr>
        </p:nvSpPr>
        <p:spPr>
          <a:xfrm>
            <a:off x="762000" y="1143000"/>
            <a:ext cx="7772400" cy="5105400"/>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rgbClr val="0070C0"/>
              </a:buClr>
              <a:buSzPts val="2600"/>
              <a:buFont typeface="Arial"/>
              <a:buChar char="•"/>
            </a:pPr>
            <a:r>
              <a:rPr b="1" i="1" lang="en-US">
                <a:solidFill>
                  <a:srgbClr val="0070C0"/>
                </a:solidFill>
              </a:rPr>
              <a:t>Producer</a:t>
            </a:r>
            <a:r>
              <a:rPr lang="en-US"/>
              <a:t> puts data in one slot while </a:t>
            </a:r>
            <a:r>
              <a:rPr b="1" i="1" lang="en-US">
                <a:solidFill>
                  <a:srgbClr val="0070C0"/>
                </a:solidFill>
              </a:rPr>
              <a:t>consumer</a:t>
            </a:r>
            <a:r>
              <a:rPr lang="en-US"/>
              <a:t> retrieve data from another slot. </a:t>
            </a:r>
            <a:endParaRPr/>
          </a:p>
          <a:p>
            <a:pPr indent="-342900" lvl="0" marL="342900" rtl="0" algn="l">
              <a:lnSpc>
                <a:spcPct val="100000"/>
              </a:lnSpc>
              <a:spcBef>
                <a:spcPts val="520"/>
              </a:spcBef>
              <a:spcAft>
                <a:spcPts val="0"/>
              </a:spcAft>
              <a:buClr>
                <a:srgbClr val="0070C0"/>
              </a:buClr>
              <a:buSzPts val="2600"/>
              <a:buFont typeface="Arial"/>
              <a:buChar char="•"/>
            </a:pPr>
            <a:r>
              <a:rPr b="1" i="1" lang="en-US">
                <a:solidFill>
                  <a:srgbClr val="0070C0"/>
                </a:solidFill>
              </a:rPr>
              <a:t>Producer</a:t>
            </a:r>
            <a:r>
              <a:rPr lang="en-US"/>
              <a:t> and </a:t>
            </a:r>
            <a:r>
              <a:rPr b="1" i="1" lang="en-US">
                <a:solidFill>
                  <a:srgbClr val="0070C0"/>
                </a:solidFill>
              </a:rPr>
              <a:t>consumer</a:t>
            </a:r>
            <a:r>
              <a:rPr lang="en-US"/>
              <a:t> need to be synchronized so that </a:t>
            </a:r>
            <a:r>
              <a:rPr b="1" i="1" lang="en-US">
                <a:solidFill>
                  <a:srgbClr val="0070C0"/>
                </a:solidFill>
              </a:rPr>
              <a:t>consumer</a:t>
            </a:r>
            <a:r>
              <a:rPr lang="en-US"/>
              <a:t> will not retrieve data before </a:t>
            </a:r>
            <a:r>
              <a:rPr b="1" i="1" lang="en-US">
                <a:solidFill>
                  <a:srgbClr val="0070C0"/>
                </a:solidFill>
              </a:rPr>
              <a:t>producer</a:t>
            </a:r>
            <a:r>
              <a:rPr lang="en-US"/>
              <a:t> puts the data into the buffer.</a:t>
            </a:r>
            <a:endParaRPr/>
          </a:p>
          <a:p>
            <a:pPr indent="-177800" lvl="0" marL="342900" rtl="0" algn="l">
              <a:lnSpc>
                <a:spcPct val="100000"/>
              </a:lnSpc>
              <a:spcBef>
                <a:spcPts val="520"/>
              </a:spcBef>
              <a:spcAft>
                <a:spcPts val="0"/>
              </a:spcAft>
              <a:buClr>
                <a:srgbClr val="222222"/>
              </a:buClr>
              <a:buSzPts val="2600"/>
              <a:buFont typeface="Arial"/>
              <a:buNone/>
            </a:pPr>
            <a:r>
              <a:t/>
            </a:r>
            <a:endParaRPr/>
          </a:p>
          <a:p>
            <a:pPr indent="-177800" lvl="0" marL="342900" rtl="0" algn="l">
              <a:lnSpc>
                <a:spcPct val="100000"/>
              </a:lnSpc>
              <a:spcBef>
                <a:spcPts val="520"/>
              </a:spcBef>
              <a:spcAft>
                <a:spcPts val="0"/>
              </a:spcAft>
              <a:buClr>
                <a:srgbClr val="222222"/>
              </a:buClr>
              <a:buSzPts val="2600"/>
              <a:buFont typeface="Arial"/>
              <a:buNone/>
            </a:pPr>
            <a:r>
              <a:t/>
            </a:r>
            <a:endParaRPr/>
          </a:p>
          <a:p>
            <a:pPr indent="-342900" lvl="0" marL="342900" rtl="0" algn="l">
              <a:lnSpc>
                <a:spcPct val="100000"/>
              </a:lnSpc>
              <a:spcBef>
                <a:spcPts val="520"/>
              </a:spcBef>
              <a:spcAft>
                <a:spcPts val="0"/>
              </a:spcAft>
              <a:buClr>
                <a:srgbClr val="222222"/>
              </a:buClr>
              <a:buSzPts val="2600"/>
              <a:buFont typeface="Arial"/>
              <a:buChar char="•"/>
            </a:pPr>
            <a:r>
              <a:rPr lang="en-US"/>
              <a:t>Therefore, </a:t>
            </a:r>
            <a:endParaRPr/>
          </a:p>
          <a:p>
            <a:pPr indent="-266700" lvl="0" marL="342900" rtl="0" algn="l">
              <a:lnSpc>
                <a:spcPct val="100000"/>
              </a:lnSpc>
              <a:spcBef>
                <a:spcPts val="240"/>
              </a:spcBef>
              <a:spcAft>
                <a:spcPts val="0"/>
              </a:spcAft>
              <a:buClr>
                <a:srgbClr val="222222"/>
              </a:buClr>
              <a:buSzPts val="1200"/>
              <a:buFont typeface="Arial"/>
              <a:buNone/>
            </a:pPr>
            <a:r>
              <a:t/>
            </a:r>
            <a:endParaRPr sz="1200"/>
          </a:p>
          <a:p>
            <a:pPr indent="-285750" lvl="1" marL="742950" rtl="0" algn="l">
              <a:lnSpc>
                <a:spcPct val="100000"/>
              </a:lnSpc>
              <a:spcBef>
                <a:spcPts val="480"/>
              </a:spcBef>
              <a:spcAft>
                <a:spcPts val="0"/>
              </a:spcAft>
              <a:buClr>
                <a:srgbClr val="222222"/>
              </a:buClr>
              <a:buSzPts val="2400"/>
              <a:buFont typeface="Arial"/>
              <a:buChar char="–"/>
            </a:pPr>
            <a:r>
              <a:rPr b="1" lang="en-US"/>
              <a:t>producer</a:t>
            </a:r>
            <a:r>
              <a:rPr lang="en-US"/>
              <a:t> needs to </a:t>
            </a:r>
            <a:r>
              <a:rPr b="1" lang="en-US"/>
              <a:t>wait</a:t>
            </a:r>
            <a:r>
              <a:rPr lang="en-US"/>
              <a:t> if buffer is </a:t>
            </a:r>
            <a:r>
              <a:rPr b="1" lang="en-US"/>
              <a:t>full</a:t>
            </a:r>
            <a:endParaRPr/>
          </a:p>
          <a:p>
            <a:pPr indent="-285750" lvl="1" marL="742950" rtl="0" algn="l">
              <a:lnSpc>
                <a:spcPct val="100000"/>
              </a:lnSpc>
              <a:spcBef>
                <a:spcPts val="480"/>
              </a:spcBef>
              <a:spcAft>
                <a:spcPts val="0"/>
              </a:spcAft>
              <a:buClr>
                <a:srgbClr val="222222"/>
              </a:buClr>
              <a:buSzPts val="2400"/>
              <a:buFont typeface="Arial"/>
              <a:buChar char="–"/>
            </a:pPr>
            <a:r>
              <a:rPr b="1" lang="en-US"/>
              <a:t>consumer</a:t>
            </a:r>
            <a:r>
              <a:rPr lang="en-US"/>
              <a:t> needs to </a:t>
            </a:r>
            <a:r>
              <a:rPr b="1" lang="en-US"/>
              <a:t>wait</a:t>
            </a:r>
            <a:r>
              <a:rPr lang="en-US"/>
              <a:t> if buffer is </a:t>
            </a:r>
            <a:r>
              <a:rPr b="1" lang="en-US"/>
              <a:t>empty</a:t>
            </a:r>
            <a:endParaRPr/>
          </a:p>
        </p:txBody>
      </p:sp>
      <p:sp>
        <p:nvSpPr>
          <p:cNvPr id="518" name="Google Shape;518;p11"/>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grpSp>
        <p:nvGrpSpPr>
          <p:cNvPr id="519" name="Google Shape;519;p11"/>
          <p:cNvGrpSpPr/>
          <p:nvPr/>
        </p:nvGrpSpPr>
        <p:grpSpPr>
          <a:xfrm>
            <a:off x="3757613" y="3810000"/>
            <a:ext cx="5005387" cy="762000"/>
            <a:chOff x="2438399" y="3810000"/>
            <a:chExt cx="5004661" cy="762000"/>
          </a:xfrm>
        </p:grpSpPr>
        <p:pic>
          <p:nvPicPr>
            <p:cNvPr descr="Screen Shot 2013-03-25 at 9.19.40 AM.png" id="520" name="Google Shape;520;p11"/>
            <p:cNvPicPr preferRelativeResize="0"/>
            <p:nvPr/>
          </p:nvPicPr>
          <p:blipFill rotWithShape="1">
            <a:blip r:embed="rId3">
              <a:alphaModFix/>
            </a:blip>
            <a:srcRect b="0" l="0" r="0" t="0"/>
            <a:stretch/>
          </p:blipFill>
          <p:spPr>
            <a:xfrm>
              <a:off x="2438399" y="3810000"/>
              <a:ext cx="5004661" cy="762000"/>
            </a:xfrm>
            <a:prstGeom prst="rect">
              <a:avLst/>
            </a:prstGeom>
            <a:noFill/>
            <a:ln>
              <a:noFill/>
            </a:ln>
          </p:spPr>
        </p:pic>
        <p:sp>
          <p:nvSpPr>
            <p:cNvPr id="521" name="Google Shape;521;p11"/>
            <p:cNvSpPr/>
            <p:nvPr/>
          </p:nvSpPr>
          <p:spPr>
            <a:xfrm>
              <a:off x="3886200" y="4038600"/>
              <a:ext cx="1981200" cy="457200"/>
            </a:xfrm>
            <a:prstGeom prst="rect">
              <a:avLst/>
            </a:prstGeom>
            <a:solidFill>
              <a:schemeClr val="accent1"/>
            </a:solid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522" name="Google Shape;522;p11"/>
            <p:cNvSpPr/>
            <p:nvPr/>
          </p:nvSpPr>
          <p:spPr>
            <a:xfrm>
              <a:off x="3276600" y="4191000"/>
              <a:ext cx="609600" cy="1524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523" name="Google Shape;523;p11"/>
            <p:cNvSpPr/>
            <p:nvPr/>
          </p:nvSpPr>
          <p:spPr>
            <a:xfrm>
              <a:off x="5867400" y="4191000"/>
              <a:ext cx="609600" cy="1524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12"/>
          <p:cNvSpPr txBox="1"/>
          <p:nvPr>
            <p:ph type="title"/>
          </p:nvPr>
        </p:nvSpPr>
        <p:spPr>
          <a:xfrm>
            <a:off x="457200" y="1635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Producer Process </a:t>
            </a:r>
            <a:endParaRPr/>
          </a:p>
        </p:txBody>
      </p:sp>
      <p:sp>
        <p:nvSpPr>
          <p:cNvPr id="530" name="Google Shape;530;p12"/>
          <p:cNvSpPr txBox="1"/>
          <p:nvPr>
            <p:ph idx="1" type="body"/>
          </p:nvPr>
        </p:nvSpPr>
        <p:spPr>
          <a:xfrm>
            <a:off x="1436688" y="1154113"/>
            <a:ext cx="6732587" cy="4557712"/>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1440"/>
              <a:buFont typeface="Arial"/>
              <a:buNone/>
            </a:pPr>
            <a:r>
              <a:rPr b="1" lang="en-US" sz="1600">
                <a:solidFill>
                  <a:srgbClr val="000000"/>
                </a:solidFill>
                <a:latin typeface="Courier New"/>
                <a:ea typeface="Courier New"/>
                <a:cs typeface="Courier New"/>
                <a:sym typeface="Courier New"/>
              </a:rPr>
              <a:t>while (true) {</a:t>
            </a:r>
            <a:br>
              <a:rPr b="1" lang="en-US" sz="1600">
                <a:solidFill>
                  <a:srgbClr val="000000"/>
                </a:solidFill>
                <a:latin typeface="Courier New"/>
                <a:ea typeface="Courier New"/>
                <a:cs typeface="Courier New"/>
                <a:sym typeface="Courier New"/>
              </a:rPr>
            </a:br>
            <a:r>
              <a:rPr b="1" lang="en-US" sz="1600">
                <a:solidFill>
                  <a:srgbClr val="000000"/>
                </a:solidFill>
                <a:latin typeface="Courier New"/>
                <a:ea typeface="Courier New"/>
                <a:cs typeface="Courier New"/>
                <a:sym typeface="Courier New"/>
              </a:rPr>
              <a:t>	/* produce an item in next produced */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while (counter == BUFFER_SIZE) ;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 do nothing */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buffer[in] = next_produced;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in = (in + 1) % BUFFER_SIZE;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counter = counter +1;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13"/>
          <p:cNvSpPr txBox="1"/>
          <p:nvPr>
            <p:ph type="title"/>
          </p:nvPr>
        </p:nvSpPr>
        <p:spPr>
          <a:xfrm>
            <a:off x="457200" y="1635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Consumer Process</a:t>
            </a:r>
            <a:endParaRPr/>
          </a:p>
        </p:txBody>
      </p:sp>
      <p:sp>
        <p:nvSpPr>
          <p:cNvPr id="537" name="Google Shape;537;p13"/>
          <p:cNvSpPr txBox="1"/>
          <p:nvPr>
            <p:ph idx="1" type="body"/>
          </p:nvPr>
        </p:nvSpPr>
        <p:spPr>
          <a:xfrm>
            <a:off x="1289050" y="1162050"/>
            <a:ext cx="7021513" cy="4860925"/>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1440"/>
              <a:buFont typeface="Arial"/>
              <a:buNone/>
            </a:pPr>
            <a:r>
              <a:rPr b="1" lang="en-US" sz="1600">
                <a:solidFill>
                  <a:srgbClr val="000000"/>
                </a:solidFill>
                <a:latin typeface="Courier New"/>
                <a:ea typeface="Courier New"/>
                <a:cs typeface="Courier New"/>
                <a:sym typeface="Courier New"/>
              </a:rPr>
              <a:t>while (true)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while (counter == 0)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 /* do nothing */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next_consumed = buffer[out];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out = (out + 1) % BUFFER_SIZE; 	</a:t>
            </a:r>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counter = counter - 1; </a:t>
            </a:r>
            <a:endParaRPr/>
          </a:p>
          <a:p>
            <a:pPr indent="0" lvl="0" marL="0" rtl="0" algn="just">
              <a:lnSpc>
                <a:spcPct val="100000"/>
              </a:lnSpc>
              <a:spcBef>
                <a:spcPts val="560"/>
              </a:spcBef>
              <a:spcAft>
                <a:spcPts val="0"/>
              </a:spcAft>
              <a:buSzPts val="1440"/>
              <a:buFont typeface="Arial"/>
              <a:buNone/>
            </a:pPr>
            <a:r>
              <a:t/>
            </a:r>
            <a:endParaRPr b="1" sz="1600">
              <a:solidFill>
                <a:srgbClr val="000000"/>
              </a:solidFill>
              <a:latin typeface="Courier New"/>
              <a:ea typeface="Courier New"/>
              <a:cs typeface="Courier New"/>
              <a:sym typeface="Courier New"/>
            </a:endParaRPr>
          </a:p>
          <a:p>
            <a:pPr indent="0" lvl="0" marL="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 consume the item in next consumed */ </a:t>
            </a:r>
            <a:endParaRPr/>
          </a:p>
          <a:p>
            <a:pPr indent="0" lvl="0" marL="0" rtl="0" algn="just">
              <a:lnSpc>
                <a:spcPct val="100000"/>
              </a:lnSpc>
              <a:spcBef>
                <a:spcPts val="770"/>
              </a:spcBef>
              <a:spcAft>
                <a:spcPts val="0"/>
              </a:spcAft>
              <a:buSzPts val="1440"/>
              <a:buFont typeface="Arial"/>
              <a:buNone/>
            </a:pPr>
            <a:r>
              <a:rPr b="1" lang="en-US" sz="1600">
                <a:solidFill>
                  <a:srgbClr val="000000"/>
                </a:solidFill>
                <a:latin typeface="Courier New"/>
                <a:ea typeface="Courier New"/>
                <a:cs typeface="Courier New"/>
                <a:sym typeface="Courier New"/>
              </a:rPr>
              <a:t>}</a:t>
            </a:r>
            <a:r>
              <a:rPr b="1" lang="en-US">
                <a:solidFill>
                  <a:srgbClr val="000000"/>
                </a:solidFill>
                <a:latin typeface="Courier New"/>
                <a:ea typeface="Courier New"/>
                <a:cs typeface="Courier New"/>
                <a:sym typeface="Courier New"/>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14"/>
          <p:cNvSpPr txBox="1"/>
          <p:nvPr>
            <p:ph type="title"/>
          </p:nvPr>
        </p:nvSpPr>
        <p:spPr>
          <a:xfrm>
            <a:off x="533400" y="838200"/>
            <a:ext cx="8077200" cy="914400"/>
          </a:xfrm>
          <a:prstGeom prst="rect">
            <a:avLst/>
          </a:prstGeom>
          <a:noFill/>
          <a:ln>
            <a:noFill/>
          </a:ln>
        </p:spPr>
        <p:txBody>
          <a:bodyPr anchorCtr="0" anchor="b" bIns="44450" lIns="90475" spcFirstLastPara="1" rIns="90475" wrap="square" tIns="44450">
            <a:noAutofit/>
          </a:bodyPr>
          <a:lstStyle/>
          <a:p>
            <a:pPr indent="0" lvl="0" marL="0" rtl="0" algn="l">
              <a:lnSpc>
                <a:spcPct val="100000"/>
              </a:lnSpc>
              <a:spcBef>
                <a:spcPts val="0"/>
              </a:spcBef>
              <a:spcAft>
                <a:spcPts val="0"/>
              </a:spcAft>
              <a:buSzPts val="1400"/>
              <a:buNone/>
            </a:pPr>
            <a:r>
              <a:rPr lang="en-US"/>
              <a:t>Bounded-Buffer Problems</a:t>
            </a:r>
            <a:endParaRPr/>
          </a:p>
        </p:txBody>
      </p:sp>
      <p:sp>
        <p:nvSpPr>
          <p:cNvPr id="543" name="Google Shape;543;p14"/>
          <p:cNvSpPr txBox="1"/>
          <p:nvPr>
            <p:ph idx="1" type="body"/>
          </p:nvPr>
        </p:nvSpPr>
        <p:spPr>
          <a:xfrm>
            <a:off x="533400" y="2133600"/>
            <a:ext cx="8229600" cy="3733800"/>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rgbClr val="FF3300"/>
              </a:buClr>
              <a:buSzPts val="2600"/>
              <a:buFont typeface="Arial"/>
              <a:buChar char="•"/>
            </a:pPr>
            <a:r>
              <a:rPr lang="en-US">
                <a:solidFill>
                  <a:srgbClr val="FF3300"/>
                </a:solidFill>
              </a:rPr>
              <a:t>Shared Variables</a:t>
            </a:r>
            <a:endParaRPr/>
          </a:p>
          <a:p>
            <a:pPr indent="-285750" lvl="1" marL="742950" rtl="0" algn="l">
              <a:lnSpc>
                <a:spcPct val="100000"/>
              </a:lnSpc>
              <a:spcBef>
                <a:spcPts val="480"/>
              </a:spcBef>
              <a:spcAft>
                <a:spcPts val="0"/>
              </a:spcAft>
              <a:buClr>
                <a:srgbClr val="222222"/>
              </a:buClr>
              <a:buSzPts val="2400"/>
              <a:buFont typeface="Courier New"/>
              <a:buChar char="–"/>
            </a:pPr>
            <a:r>
              <a:rPr lang="en-US">
                <a:latin typeface="Courier New"/>
                <a:ea typeface="Courier New"/>
                <a:cs typeface="Courier New"/>
                <a:sym typeface="Courier New"/>
              </a:rPr>
              <a:t>in</a:t>
            </a:r>
            <a:r>
              <a:rPr lang="en-US"/>
              <a:t>, </a:t>
            </a:r>
            <a:r>
              <a:rPr lang="en-US">
                <a:latin typeface="Courier New"/>
                <a:ea typeface="Courier New"/>
                <a:cs typeface="Courier New"/>
                <a:sym typeface="Courier New"/>
              </a:rPr>
              <a:t>out</a:t>
            </a:r>
            <a:r>
              <a:rPr lang="en-US"/>
              <a:t>, </a:t>
            </a:r>
            <a:r>
              <a:rPr lang="en-US">
                <a:latin typeface="Courier New"/>
                <a:ea typeface="Courier New"/>
                <a:cs typeface="Courier New"/>
                <a:sym typeface="Courier New"/>
              </a:rPr>
              <a:t>counter</a:t>
            </a:r>
            <a:r>
              <a:rPr lang="en-US"/>
              <a:t> and </a:t>
            </a:r>
            <a:r>
              <a:rPr lang="en-US">
                <a:latin typeface="Courier New"/>
                <a:ea typeface="Courier New"/>
                <a:cs typeface="Courier New"/>
                <a:sym typeface="Courier New"/>
              </a:rPr>
              <a:t>buffer[ ] </a:t>
            </a:r>
            <a:endParaRPr/>
          </a:p>
          <a:p>
            <a:pPr indent="-285750" lvl="1" marL="742950" rtl="0" algn="l">
              <a:lnSpc>
                <a:spcPct val="100000"/>
              </a:lnSpc>
              <a:spcBef>
                <a:spcPts val="480"/>
              </a:spcBef>
              <a:spcAft>
                <a:spcPts val="0"/>
              </a:spcAft>
              <a:buClr>
                <a:srgbClr val="222222"/>
              </a:buClr>
              <a:buSzPts val="2400"/>
              <a:buFont typeface="Arial"/>
              <a:buChar char="–"/>
            </a:pPr>
            <a:r>
              <a:rPr lang="en-US"/>
              <a:t>Initial values for </a:t>
            </a:r>
            <a:r>
              <a:rPr lang="en-US">
                <a:latin typeface="Courier New"/>
                <a:ea typeface="Courier New"/>
                <a:cs typeface="Courier New"/>
                <a:sym typeface="Courier New"/>
              </a:rPr>
              <a:t>in</a:t>
            </a:r>
            <a:r>
              <a:rPr lang="en-US"/>
              <a:t>, </a:t>
            </a:r>
            <a:r>
              <a:rPr lang="en-US">
                <a:latin typeface="Courier New"/>
                <a:ea typeface="Courier New"/>
                <a:cs typeface="Courier New"/>
                <a:sym typeface="Courier New"/>
              </a:rPr>
              <a:t>out</a:t>
            </a:r>
            <a:r>
              <a:rPr lang="en-US"/>
              <a:t>, </a:t>
            </a:r>
            <a:r>
              <a:rPr lang="en-US">
                <a:latin typeface="Courier New"/>
                <a:ea typeface="Courier New"/>
                <a:cs typeface="Courier New"/>
                <a:sym typeface="Courier New"/>
              </a:rPr>
              <a:t>counter</a:t>
            </a:r>
            <a:r>
              <a:rPr lang="en-US"/>
              <a:t> </a:t>
            </a:r>
            <a:r>
              <a:rPr lang="en-US">
                <a:latin typeface="Courier New"/>
                <a:ea typeface="Courier New"/>
                <a:cs typeface="Courier New"/>
                <a:sym typeface="Courier New"/>
              </a:rPr>
              <a:t>=0 </a:t>
            </a:r>
            <a:endParaRPr/>
          </a:p>
          <a:p>
            <a:pPr indent="-133350" lvl="1" marL="742950" rtl="0" algn="l">
              <a:lnSpc>
                <a:spcPct val="100000"/>
              </a:lnSpc>
              <a:spcBef>
                <a:spcPts val="480"/>
              </a:spcBef>
              <a:spcAft>
                <a:spcPts val="0"/>
              </a:spcAft>
              <a:buClr>
                <a:srgbClr val="222222"/>
              </a:buClr>
              <a:buSzPts val="2400"/>
              <a:buFont typeface="Arial"/>
              <a:buNone/>
            </a:pPr>
            <a:r>
              <a:t/>
            </a:r>
            <a:endParaRPr b="1">
              <a:latin typeface="Courier New"/>
              <a:ea typeface="Courier New"/>
              <a:cs typeface="Courier New"/>
              <a:sym typeface="Courier New"/>
            </a:endParaRPr>
          </a:p>
          <a:p>
            <a:pPr indent="-342900" lvl="0" marL="342900" rtl="0" algn="l">
              <a:lnSpc>
                <a:spcPct val="100000"/>
              </a:lnSpc>
              <a:spcBef>
                <a:spcPts val="520"/>
              </a:spcBef>
              <a:spcAft>
                <a:spcPts val="0"/>
              </a:spcAft>
              <a:buClr>
                <a:srgbClr val="222222"/>
              </a:buClr>
              <a:buSzPts val="2600"/>
              <a:buFont typeface="Arial"/>
              <a:buChar char="•"/>
            </a:pPr>
            <a:r>
              <a:rPr lang="en-US"/>
              <a:t>Both routines are correct if executed independently. </a:t>
            </a:r>
            <a:endParaRPr/>
          </a:p>
          <a:p>
            <a:pPr indent="-177800" lvl="0" marL="342900" rtl="0" algn="l">
              <a:lnSpc>
                <a:spcPct val="100000"/>
              </a:lnSpc>
              <a:spcBef>
                <a:spcPts val="520"/>
              </a:spcBef>
              <a:spcAft>
                <a:spcPts val="0"/>
              </a:spcAft>
              <a:buClr>
                <a:srgbClr val="222222"/>
              </a:buClr>
              <a:buSzPts val="2600"/>
              <a:buFont typeface="Arial"/>
              <a:buNone/>
            </a:pPr>
            <a:r>
              <a:t/>
            </a:r>
            <a:endParaRPr/>
          </a:p>
          <a:p>
            <a:pPr indent="-342900" lvl="0" marL="342900" rtl="0" algn="l">
              <a:lnSpc>
                <a:spcPct val="100000"/>
              </a:lnSpc>
              <a:spcBef>
                <a:spcPts val="520"/>
              </a:spcBef>
              <a:spcAft>
                <a:spcPts val="0"/>
              </a:spcAft>
              <a:buClr>
                <a:srgbClr val="222222"/>
              </a:buClr>
              <a:buSzPts val="2600"/>
              <a:buFont typeface="Arial"/>
              <a:buChar char="•"/>
            </a:pPr>
            <a:r>
              <a:rPr lang="en-US"/>
              <a:t>However, it may give </a:t>
            </a:r>
            <a:r>
              <a:rPr lang="en-US">
                <a:solidFill>
                  <a:srgbClr val="FF0000"/>
                </a:solidFill>
              </a:rPr>
              <a:t>problem if run concurrently when the processes are not synchronized properly</a:t>
            </a:r>
            <a:r>
              <a:rPr lang="en-US"/>
              <a:t>.</a:t>
            </a:r>
            <a:endParaRPr/>
          </a:p>
        </p:txBody>
      </p:sp>
      <p:sp>
        <p:nvSpPr>
          <p:cNvPr id="544" name="Google Shape;544;p14"/>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545" name="Google Shape;545;p14"/>
          <p:cNvSpPr txBox="1"/>
          <p:nvPr/>
        </p:nvSpPr>
        <p:spPr>
          <a:xfrm>
            <a:off x="457200" y="6305550"/>
            <a:ext cx="7620000" cy="4000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(For Slide page 21-24:_________________________________________________________________</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Silberschatz, A., Galvin, P.B., and Gagne, G. Operating System Concepts (8</a:t>
            </a:r>
            <a:r>
              <a:rPr b="0" baseline="30000" i="0" lang="en-US" sz="1000" u="none" cap="none" strike="noStrike">
                <a:solidFill>
                  <a:srgbClr val="000000"/>
                </a:solidFill>
                <a:latin typeface="Arial"/>
                <a:ea typeface="Arial"/>
                <a:cs typeface="Arial"/>
                <a:sym typeface="Arial"/>
              </a:rPr>
              <a:t>th</a:t>
            </a:r>
            <a:r>
              <a:rPr b="0" i="0" lang="en-US" sz="1000" u="none" cap="none" strike="noStrike">
                <a:solidFill>
                  <a:srgbClr val="000000"/>
                </a:solidFill>
                <a:latin typeface="Arial"/>
                <a:ea typeface="Arial"/>
                <a:cs typeface="Arial"/>
                <a:sym typeface="Arial"/>
              </a:rPr>
              <a:t> Edition). John Wiley &amp; Sons: Asia. (2010) Page 254.</a:t>
            </a:r>
            <a:endParaRPr b="0" i="0" sz="1400" u="none" cap="none" strike="noStrike">
              <a:solidFill>
                <a:srgbClr val="000000"/>
              </a:solidFill>
              <a:latin typeface="Arial"/>
              <a:ea typeface="Arial"/>
              <a:cs typeface="Arial"/>
              <a:sym typeface="Arial"/>
            </a:endParaRPr>
          </a:p>
        </p:txBody>
      </p:sp>
      <p:pic>
        <p:nvPicPr>
          <p:cNvPr descr="Screen Shot 2013-03-25 at 9.31.46 AM.png" id="546" name="Google Shape;546;p14"/>
          <p:cNvPicPr preferRelativeResize="0"/>
          <p:nvPr/>
        </p:nvPicPr>
        <p:blipFill rotWithShape="1">
          <a:blip r:embed="rId3">
            <a:alphaModFix/>
          </a:blip>
          <a:srcRect b="0" l="0" r="0" t="0"/>
          <a:stretch/>
        </p:blipFill>
        <p:spPr>
          <a:xfrm>
            <a:off x="6324600" y="741363"/>
            <a:ext cx="2514600" cy="790575"/>
          </a:xfrm>
          <a:prstGeom prst="rect">
            <a:avLst/>
          </a:prstGeom>
          <a:noFill/>
          <a:ln>
            <a:noFill/>
          </a:ln>
          <a:effectLst>
            <a:outerShdw rotWithShape="0" algn="tl" dir="2700000" dist="139700">
              <a:srgbClr val="808080">
                <a:alpha val="42352"/>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15"/>
          <p:cNvSpPr txBox="1"/>
          <p:nvPr>
            <p:ph idx="1" type="body"/>
          </p:nvPr>
        </p:nvSpPr>
        <p:spPr>
          <a:xfrm>
            <a:off x="838200" y="3276600"/>
            <a:ext cx="7391400" cy="3276600"/>
          </a:xfrm>
          <a:prstGeom prst="rect">
            <a:avLst/>
          </a:prstGeom>
          <a:noFill/>
          <a:ln>
            <a:noFill/>
          </a:ln>
        </p:spPr>
        <p:txBody>
          <a:bodyPr anchorCtr="0" anchor="t" bIns="44450" lIns="90475" spcFirstLastPara="1" rIns="90475" wrap="square" tIns="44450">
            <a:noAutofit/>
          </a:bodyPr>
          <a:lstStyle/>
          <a:p>
            <a:pPr indent="-342900" lvl="0" marL="342900" rtl="0" algn="just">
              <a:lnSpc>
                <a:spcPct val="100000"/>
              </a:lnSpc>
              <a:spcBef>
                <a:spcPts val="0"/>
              </a:spcBef>
              <a:spcAft>
                <a:spcPts val="0"/>
              </a:spcAft>
              <a:buSzPts val="1980"/>
              <a:buChar char="●"/>
            </a:pPr>
            <a:r>
              <a:rPr lang="en-US"/>
              <a:t>If current  </a:t>
            </a:r>
            <a:r>
              <a:rPr lang="en-US">
                <a:solidFill>
                  <a:srgbClr val="FF0000"/>
                </a:solidFill>
              </a:rPr>
              <a:t>counter</a:t>
            </a:r>
            <a:r>
              <a:rPr lang="en-US">
                <a:latin typeface="Courier New"/>
                <a:ea typeface="Courier New"/>
                <a:cs typeface="Courier New"/>
                <a:sym typeface="Courier New"/>
              </a:rPr>
              <a:t> </a:t>
            </a:r>
            <a:r>
              <a:rPr lang="en-US"/>
              <a:t>= 5 and statements:</a:t>
            </a:r>
            <a:endParaRPr/>
          </a:p>
          <a:p>
            <a:pPr indent="0" lvl="2" marL="857250" rtl="0" algn="just">
              <a:lnSpc>
                <a:spcPct val="100000"/>
              </a:lnSpc>
              <a:spcBef>
                <a:spcPts val="840"/>
              </a:spcBef>
              <a:spcAft>
                <a:spcPts val="0"/>
              </a:spcAft>
              <a:buSzPts val="1800"/>
              <a:buFont typeface="Courier New"/>
              <a:buNone/>
            </a:pPr>
            <a:r>
              <a:rPr lang="en-US" sz="2400">
                <a:latin typeface="Courier New"/>
                <a:ea typeface="Courier New"/>
                <a:cs typeface="Courier New"/>
                <a:sym typeface="Courier New"/>
              </a:rPr>
              <a:t>counter ++ </a:t>
            </a:r>
            <a:r>
              <a:rPr lang="en-US" sz="2400"/>
              <a:t>  🡪 (</a:t>
            </a:r>
            <a:r>
              <a:rPr lang="en-US" sz="2400">
                <a:solidFill>
                  <a:srgbClr val="0070C0"/>
                </a:solidFill>
              </a:rPr>
              <a:t>producer</a:t>
            </a:r>
            <a:r>
              <a:rPr lang="en-US" sz="2400"/>
              <a:t>)</a:t>
            </a:r>
            <a:endParaRPr/>
          </a:p>
          <a:p>
            <a:pPr indent="0" lvl="2" marL="857250" rtl="0" algn="just">
              <a:lnSpc>
                <a:spcPct val="100000"/>
              </a:lnSpc>
              <a:spcBef>
                <a:spcPts val="840"/>
              </a:spcBef>
              <a:spcAft>
                <a:spcPts val="0"/>
              </a:spcAft>
              <a:buSzPts val="1800"/>
              <a:buFont typeface="Courier New"/>
              <a:buNone/>
            </a:pPr>
            <a:r>
              <a:rPr lang="en-US" sz="2400">
                <a:latin typeface="Courier New"/>
                <a:ea typeface="Courier New"/>
                <a:cs typeface="Courier New"/>
                <a:sym typeface="Courier New"/>
              </a:rPr>
              <a:t>counter </a:t>
            </a:r>
            <a:r>
              <a:rPr lang="en-US">
                <a:latin typeface="Courier New"/>
                <a:ea typeface="Courier New"/>
                <a:cs typeface="Courier New"/>
                <a:sym typeface="Courier New"/>
              </a:rPr>
              <a:t>-- </a:t>
            </a:r>
            <a:r>
              <a:rPr lang="en-US"/>
              <a:t>   🡪 </a:t>
            </a:r>
            <a:r>
              <a:rPr lang="en-US" sz="2400"/>
              <a:t>(</a:t>
            </a:r>
            <a:r>
              <a:rPr lang="en-US" sz="2400">
                <a:solidFill>
                  <a:srgbClr val="0070C0"/>
                </a:solidFill>
              </a:rPr>
              <a:t>consumer</a:t>
            </a:r>
            <a:r>
              <a:rPr lang="en-US" sz="2400"/>
              <a:t>)</a:t>
            </a:r>
            <a:endParaRPr/>
          </a:p>
          <a:p>
            <a:pPr indent="-342900" lvl="0" marL="342900" rtl="0" algn="just">
              <a:lnSpc>
                <a:spcPct val="100000"/>
              </a:lnSpc>
              <a:spcBef>
                <a:spcPts val="770"/>
              </a:spcBef>
              <a:spcAft>
                <a:spcPts val="0"/>
              </a:spcAft>
              <a:buSzPts val="1980"/>
              <a:buFont typeface="Noto Sans Symbols"/>
              <a:buNone/>
            </a:pPr>
            <a:r>
              <a:rPr lang="en-US"/>
              <a:t>	are executed concurrently . . .</a:t>
            </a:r>
            <a:endParaRPr/>
          </a:p>
          <a:p>
            <a:pPr indent="-285750" lvl="1" marL="742950" rtl="0" algn="just">
              <a:lnSpc>
                <a:spcPct val="100000"/>
              </a:lnSpc>
              <a:spcBef>
                <a:spcPts val="770"/>
              </a:spcBef>
              <a:spcAft>
                <a:spcPts val="0"/>
              </a:spcAft>
              <a:buSzPts val="1760"/>
              <a:buChar char="●"/>
            </a:pPr>
            <a:r>
              <a:rPr lang="en-US"/>
              <a:t>Then the </a:t>
            </a:r>
            <a:r>
              <a:rPr lang="en-US">
                <a:solidFill>
                  <a:srgbClr val="FF0000"/>
                </a:solidFill>
              </a:rPr>
              <a:t>counter</a:t>
            </a:r>
            <a:r>
              <a:rPr lang="en-US"/>
              <a:t> maybe 4, 5 or 6.  </a:t>
            </a:r>
            <a:endParaRPr/>
          </a:p>
          <a:p>
            <a:pPr indent="-285750" lvl="1" marL="742950" rtl="0" algn="just">
              <a:lnSpc>
                <a:spcPct val="100000"/>
              </a:lnSpc>
              <a:spcBef>
                <a:spcPts val="770"/>
              </a:spcBef>
              <a:spcAft>
                <a:spcPts val="0"/>
              </a:spcAft>
              <a:buSzPts val="1760"/>
              <a:buChar char="●"/>
            </a:pPr>
            <a:r>
              <a:rPr lang="en-US"/>
              <a:t>The correct value is 5 (synchronized properly)</a:t>
            </a:r>
            <a:endParaRPr/>
          </a:p>
        </p:txBody>
      </p:sp>
      <p:sp>
        <p:nvSpPr>
          <p:cNvPr id="552" name="Google Shape;552;p1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b="0" i="0" sz="1400" u="none" cap="none" strike="noStrike">
              <a:solidFill>
                <a:schemeClr val="lt1"/>
              </a:solidFill>
              <a:latin typeface="Arial"/>
              <a:ea typeface="Arial"/>
              <a:cs typeface="Arial"/>
              <a:sym typeface="Arial"/>
            </a:endParaRPr>
          </a:p>
        </p:txBody>
      </p:sp>
      <p:grpSp>
        <p:nvGrpSpPr>
          <p:cNvPr id="553" name="Google Shape;553;p15"/>
          <p:cNvGrpSpPr/>
          <p:nvPr/>
        </p:nvGrpSpPr>
        <p:grpSpPr>
          <a:xfrm>
            <a:off x="1447800" y="1219200"/>
            <a:ext cx="6242050" cy="1223963"/>
            <a:chOff x="1447800" y="1219200"/>
            <a:chExt cx="6242050" cy="1223963"/>
          </a:xfrm>
        </p:grpSpPr>
        <p:sp>
          <p:nvSpPr>
            <p:cNvPr id="554" name="Google Shape;554;p15"/>
            <p:cNvSpPr/>
            <p:nvPr/>
          </p:nvSpPr>
          <p:spPr>
            <a:xfrm>
              <a:off x="2882900" y="1676400"/>
              <a:ext cx="533400" cy="76200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555" name="Google Shape;555;p15"/>
            <p:cNvSpPr/>
            <p:nvPr/>
          </p:nvSpPr>
          <p:spPr>
            <a:xfrm>
              <a:off x="3416300" y="1676400"/>
              <a:ext cx="533400" cy="76200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556" name="Google Shape;556;p15"/>
            <p:cNvSpPr/>
            <p:nvPr/>
          </p:nvSpPr>
          <p:spPr>
            <a:xfrm>
              <a:off x="3949700" y="1676400"/>
              <a:ext cx="533400" cy="76200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557" name="Google Shape;557;p15"/>
            <p:cNvSpPr/>
            <p:nvPr/>
          </p:nvSpPr>
          <p:spPr>
            <a:xfrm>
              <a:off x="4483100" y="1676400"/>
              <a:ext cx="533400" cy="76200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558" name="Google Shape;558;p15"/>
            <p:cNvSpPr/>
            <p:nvPr/>
          </p:nvSpPr>
          <p:spPr>
            <a:xfrm>
              <a:off x="5016500" y="1676400"/>
              <a:ext cx="533400" cy="76200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559" name="Google Shape;559;p15"/>
            <p:cNvSpPr/>
            <p:nvPr/>
          </p:nvSpPr>
          <p:spPr>
            <a:xfrm>
              <a:off x="5549900" y="1676400"/>
              <a:ext cx="533400" cy="7620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cxnSp>
          <p:nvCxnSpPr>
            <p:cNvPr id="560" name="Google Shape;560;p15"/>
            <p:cNvCxnSpPr/>
            <p:nvPr/>
          </p:nvCxnSpPr>
          <p:spPr>
            <a:xfrm>
              <a:off x="1511209" y="1905167"/>
              <a:ext cx="1371625" cy="1588"/>
            </a:xfrm>
            <a:prstGeom prst="straightConnector1">
              <a:avLst/>
            </a:prstGeom>
            <a:noFill/>
            <a:ln cap="flat" cmpd="sng" w="19050">
              <a:solidFill>
                <a:schemeClr val="dk1"/>
              </a:solidFill>
              <a:prstDash val="solid"/>
              <a:round/>
              <a:headEnd len="sm" w="sm" type="none"/>
              <a:tailEnd len="med" w="med" type="stealth"/>
            </a:ln>
          </p:spPr>
        </p:cxnSp>
        <p:cxnSp>
          <p:nvCxnSpPr>
            <p:cNvPr id="561" name="Google Shape;561;p15"/>
            <p:cNvCxnSpPr/>
            <p:nvPr/>
          </p:nvCxnSpPr>
          <p:spPr>
            <a:xfrm>
              <a:off x="6083291" y="1905167"/>
              <a:ext cx="1066819" cy="1588"/>
            </a:xfrm>
            <a:prstGeom prst="straightConnector1">
              <a:avLst/>
            </a:prstGeom>
            <a:noFill/>
            <a:ln cap="flat" cmpd="sng" w="19050">
              <a:solidFill>
                <a:schemeClr val="dk1"/>
              </a:solidFill>
              <a:prstDash val="solid"/>
              <a:round/>
              <a:headEnd len="sm" w="sm" type="none"/>
              <a:tailEnd len="med" w="med" type="stealth"/>
            </a:ln>
          </p:spPr>
        </p:cxnSp>
        <p:sp>
          <p:nvSpPr>
            <p:cNvPr id="562" name="Google Shape;562;p15"/>
            <p:cNvSpPr txBox="1"/>
            <p:nvPr/>
          </p:nvSpPr>
          <p:spPr>
            <a:xfrm>
              <a:off x="1447800" y="1981386"/>
              <a:ext cx="1435034" cy="461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400"/>
                <a:buFont typeface="Arial"/>
                <a:buNone/>
              </a:pPr>
              <a:r>
                <a:rPr b="0" i="0" lang="en-US" sz="2400" u="none" cap="none" strike="noStrike">
                  <a:solidFill>
                    <a:srgbClr val="0070C0"/>
                  </a:solidFill>
                  <a:latin typeface="Arial"/>
                  <a:ea typeface="Arial"/>
                  <a:cs typeface="Arial"/>
                  <a:sym typeface="Arial"/>
                </a:rPr>
                <a:t>Producer</a:t>
              </a:r>
              <a:endParaRPr b="0" i="0" sz="1400" u="none" cap="none" strike="noStrike">
                <a:solidFill>
                  <a:srgbClr val="000000"/>
                </a:solidFill>
                <a:latin typeface="Arial"/>
                <a:ea typeface="Arial"/>
                <a:cs typeface="Arial"/>
                <a:sym typeface="Arial"/>
              </a:endParaRPr>
            </a:p>
          </p:txBody>
        </p:sp>
        <p:sp>
          <p:nvSpPr>
            <p:cNvPr id="563" name="Google Shape;563;p15"/>
            <p:cNvSpPr txBox="1"/>
            <p:nvPr/>
          </p:nvSpPr>
          <p:spPr>
            <a:xfrm>
              <a:off x="6083291" y="1981386"/>
              <a:ext cx="1606559" cy="461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400"/>
                <a:buFont typeface="Arial"/>
                <a:buNone/>
              </a:pPr>
              <a:r>
                <a:rPr b="0" i="0" lang="en-US" sz="2400" u="none" cap="none" strike="noStrike">
                  <a:solidFill>
                    <a:srgbClr val="0070C0"/>
                  </a:solidFill>
                  <a:latin typeface="Arial"/>
                  <a:ea typeface="Arial"/>
                  <a:cs typeface="Arial"/>
                  <a:sym typeface="Arial"/>
                </a:rPr>
                <a:t>Consumer</a:t>
              </a:r>
              <a:endParaRPr b="0" i="0" sz="1400" u="none" cap="none" strike="noStrike">
                <a:solidFill>
                  <a:srgbClr val="000000"/>
                </a:solidFill>
                <a:latin typeface="Arial"/>
                <a:ea typeface="Arial"/>
                <a:cs typeface="Arial"/>
                <a:sym typeface="Arial"/>
              </a:endParaRPr>
            </a:p>
          </p:txBody>
        </p:sp>
        <p:sp>
          <p:nvSpPr>
            <p:cNvPr id="564" name="Google Shape;564;p15"/>
            <p:cNvSpPr txBox="1"/>
            <p:nvPr/>
          </p:nvSpPr>
          <p:spPr>
            <a:xfrm>
              <a:off x="4102056" y="1219200"/>
              <a:ext cx="142794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Buffer [6]</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6"/>
          <p:cNvSpPr txBox="1"/>
          <p:nvPr>
            <p:ph idx="1" type="body"/>
          </p:nvPr>
        </p:nvSpPr>
        <p:spPr>
          <a:xfrm>
            <a:off x="1066800" y="1143000"/>
            <a:ext cx="7162800" cy="911268"/>
          </a:xfrm>
          <a:prstGeom prst="rect">
            <a:avLst/>
          </a:prstGeom>
          <a:noFill/>
          <a:ln>
            <a:noFill/>
          </a:ln>
        </p:spPr>
        <p:txBody>
          <a:bodyPr anchorCtr="0" anchor="t" bIns="44450" lIns="90475" spcFirstLastPara="1" rIns="90475" wrap="square" tIns="44450">
            <a:noAutofit/>
          </a:bodyPr>
          <a:lstStyle/>
          <a:p>
            <a:pPr indent="-342900" lvl="0" marL="342900" rtl="0" algn="just">
              <a:lnSpc>
                <a:spcPct val="100000"/>
              </a:lnSpc>
              <a:spcBef>
                <a:spcPts val="0"/>
              </a:spcBef>
              <a:spcAft>
                <a:spcPts val="0"/>
              </a:spcAft>
              <a:buSzPts val="1980"/>
              <a:buChar char="●"/>
            </a:pPr>
            <a:r>
              <a:rPr lang="en-US"/>
              <a:t>Each statement consists of several machine instructions: </a:t>
            </a:r>
            <a:endParaRPr/>
          </a:p>
          <a:p>
            <a:pPr indent="-217170" lvl="0" marL="342900" rtl="0" algn="just">
              <a:lnSpc>
                <a:spcPct val="100000"/>
              </a:lnSpc>
              <a:spcBef>
                <a:spcPts val="770"/>
              </a:spcBef>
              <a:spcAft>
                <a:spcPts val="0"/>
              </a:spcAft>
              <a:buSzPts val="1980"/>
              <a:buNone/>
            </a:pPr>
            <a:r>
              <a:t/>
            </a:r>
            <a:endParaRPr/>
          </a:p>
          <a:p>
            <a:pPr indent="-133350" lvl="2" marL="1085850" rtl="0" algn="just">
              <a:lnSpc>
                <a:spcPct val="100000"/>
              </a:lnSpc>
              <a:spcBef>
                <a:spcPts val="700"/>
              </a:spcBef>
              <a:spcAft>
                <a:spcPts val="0"/>
              </a:spcAft>
              <a:buSzPts val="1500"/>
              <a:buNone/>
            </a:pPr>
            <a:r>
              <a:t/>
            </a:r>
            <a:endParaRPr/>
          </a:p>
        </p:txBody>
      </p:sp>
      <p:sp>
        <p:nvSpPr>
          <p:cNvPr id="570" name="Google Shape;570;p1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b="0" i="0" sz="1400" u="none" cap="none" strike="noStrike">
              <a:solidFill>
                <a:schemeClr val="lt1"/>
              </a:solidFill>
              <a:latin typeface="Arial"/>
              <a:ea typeface="Arial"/>
              <a:cs typeface="Arial"/>
              <a:sym typeface="Arial"/>
            </a:endParaRPr>
          </a:p>
        </p:txBody>
      </p:sp>
      <p:pic>
        <p:nvPicPr>
          <p:cNvPr id="571" name="Google Shape;571;p16"/>
          <p:cNvPicPr preferRelativeResize="0"/>
          <p:nvPr/>
        </p:nvPicPr>
        <p:blipFill rotWithShape="1">
          <a:blip r:embed="rId3">
            <a:alphaModFix/>
          </a:blip>
          <a:srcRect b="0" l="0" r="0" t="0"/>
          <a:stretch/>
        </p:blipFill>
        <p:spPr>
          <a:xfrm>
            <a:off x="1500000" y="2054268"/>
            <a:ext cx="6296025" cy="3781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17"/>
          <p:cNvSpPr txBox="1"/>
          <p:nvPr>
            <p:ph type="title"/>
          </p:nvPr>
        </p:nvSpPr>
        <p:spPr>
          <a:xfrm>
            <a:off x="457200" y="2016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Race Condition</a:t>
            </a:r>
            <a:endParaRPr/>
          </a:p>
        </p:txBody>
      </p:sp>
      <p:sp>
        <p:nvSpPr>
          <p:cNvPr id="578" name="Google Shape;578;p17"/>
          <p:cNvSpPr txBox="1"/>
          <p:nvPr>
            <p:ph idx="1" type="body"/>
          </p:nvPr>
        </p:nvSpPr>
        <p:spPr>
          <a:xfrm>
            <a:off x="1004888" y="1177925"/>
            <a:ext cx="8067675" cy="51736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80"/>
              <a:buChar char="●"/>
            </a:pPr>
            <a:r>
              <a:rPr b="1" lang="en-US">
                <a:solidFill>
                  <a:srgbClr val="000000"/>
                </a:solidFill>
                <a:latin typeface="Courier New"/>
                <a:ea typeface="Courier New"/>
                <a:cs typeface="Courier New"/>
                <a:sym typeface="Courier New"/>
              </a:rPr>
              <a:t>counter = counter + 1 </a:t>
            </a:r>
            <a:r>
              <a:rPr lang="en-US" sz="1600"/>
              <a:t>could be implemented as</a:t>
            </a:r>
            <a:br>
              <a:rPr lang="en-US" sz="1600"/>
            </a:br>
            <a:br>
              <a:rPr lang="en-US" sz="1600"/>
            </a:br>
            <a:r>
              <a:rPr b="1" lang="en-US" sz="1600">
                <a:latin typeface="Courier New"/>
                <a:ea typeface="Courier New"/>
                <a:cs typeface="Courier New"/>
                <a:sym typeface="Courier New"/>
              </a:rPr>
              <a:t>     </a:t>
            </a:r>
            <a:r>
              <a:rPr b="1" lang="en-US" sz="1600">
                <a:solidFill>
                  <a:srgbClr val="0000FF"/>
                </a:solidFill>
                <a:latin typeface="Courier New"/>
                <a:ea typeface="Courier New"/>
                <a:cs typeface="Courier New"/>
                <a:sym typeface="Courier New"/>
              </a:rPr>
              <a:t>register1 = counter</a:t>
            </a:r>
            <a:br>
              <a:rPr b="1" lang="en-US" sz="1600">
                <a:solidFill>
                  <a:srgbClr val="0000FF"/>
                </a:solidFill>
                <a:latin typeface="Courier New"/>
                <a:ea typeface="Courier New"/>
                <a:cs typeface="Courier New"/>
                <a:sym typeface="Courier New"/>
              </a:rPr>
            </a:br>
            <a:r>
              <a:rPr b="1" lang="en-US" sz="1600">
                <a:solidFill>
                  <a:srgbClr val="0000FF"/>
                </a:solidFill>
                <a:latin typeface="Courier New"/>
                <a:ea typeface="Courier New"/>
                <a:cs typeface="Courier New"/>
                <a:sym typeface="Courier New"/>
              </a:rPr>
              <a:t>     register1 = register1 + 1</a:t>
            </a:r>
            <a:br>
              <a:rPr b="1" lang="en-US" sz="1600">
                <a:solidFill>
                  <a:srgbClr val="0000FF"/>
                </a:solidFill>
                <a:latin typeface="Courier New"/>
                <a:ea typeface="Courier New"/>
                <a:cs typeface="Courier New"/>
                <a:sym typeface="Courier New"/>
              </a:rPr>
            </a:br>
            <a:r>
              <a:rPr b="1" lang="en-US" sz="1600">
                <a:solidFill>
                  <a:srgbClr val="0000FF"/>
                </a:solidFill>
                <a:latin typeface="Courier New"/>
                <a:ea typeface="Courier New"/>
                <a:cs typeface="Courier New"/>
                <a:sym typeface="Courier New"/>
              </a:rPr>
              <a:t>     counter = register1</a:t>
            </a:r>
            <a:endParaRPr sz="800">
              <a:solidFill>
                <a:srgbClr val="0000FF"/>
              </a:solidFill>
            </a:endParaRPr>
          </a:p>
          <a:p>
            <a:pPr indent="-342900" lvl="0" marL="342900" rtl="0" algn="l">
              <a:lnSpc>
                <a:spcPct val="90000"/>
              </a:lnSpc>
              <a:spcBef>
                <a:spcPts val="770"/>
              </a:spcBef>
              <a:spcAft>
                <a:spcPts val="0"/>
              </a:spcAft>
              <a:buSzPts val="1980"/>
              <a:buChar char="●"/>
            </a:pPr>
            <a:r>
              <a:rPr b="1" lang="en-US">
                <a:solidFill>
                  <a:srgbClr val="000000"/>
                </a:solidFill>
                <a:latin typeface="Courier New"/>
                <a:ea typeface="Courier New"/>
                <a:cs typeface="Courier New"/>
                <a:sym typeface="Courier New"/>
              </a:rPr>
              <a:t>counter = counter -1</a:t>
            </a:r>
            <a:r>
              <a:rPr b="1" lang="en-US" sz="1600">
                <a:solidFill>
                  <a:schemeClr val="dk2"/>
                </a:solidFill>
                <a:latin typeface="Courier New"/>
                <a:ea typeface="Courier New"/>
                <a:cs typeface="Courier New"/>
                <a:sym typeface="Courier New"/>
              </a:rPr>
              <a:t> </a:t>
            </a:r>
            <a:r>
              <a:rPr lang="en-US" sz="1600"/>
              <a:t>could be implemented as</a:t>
            </a:r>
            <a:br>
              <a:rPr lang="en-US" sz="1600"/>
            </a:br>
            <a:br>
              <a:rPr lang="en-US" sz="1600"/>
            </a:br>
            <a:r>
              <a:rPr b="1" lang="en-US" sz="1600">
                <a:latin typeface="Courier New"/>
                <a:ea typeface="Courier New"/>
                <a:cs typeface="Courier New"/>
                <a:sym typeface="Courier New"/>
              </a:rPr>
              <a:t>     </a:t>
            </a:r>
            <a:r>
              <a:rPr b="1" lang="en-US" sz="1600">
                <a:solidFill>
                  <a:schemeClr val="dk2"/>
                </a:solidFill>
                <a:latin typeface="Courier New"/>
                <a:ea typeface="Courier New"/>
                <a:cs typeface="Courier New"/>
                <a:sym typeface="Courier New"/>
              </a:rPr>
              <a:t>register2 = counter</a:t>
            </a:r>
            <a:br>
              <a:rPr b="1" lang="en-US" sz="1600">
                <a:solidFill>
                  <a:schemeClr val="dk2"/>
                </a:solidFill>
                <a:latin typeface="Courier New"/>
                <a:ea typeface="Courier New"/>
                <a:cs typeface="Courier New"/>
                <a:sym typeface="Courier New"/>
              </a:rPr>
            </a:br>
            <a:r>
              <a:rPr b="1" lang="en-US" sz="1600">
                <a:solidFill>
                  <a:schemeClr val="dk2"/>
                </a:solidFill>
                <a:latin typeface="Courier New"/>
                <a:ea typeface="Courier New"/>
                <a:cs typeface="Courier New"/>
                <a:sym typeface="Courier New"/>
              </a:rPr>
              <a:t>     register2 = register2 - 1</a:t>
            </a:r>
            <a:br>
              <a:rPr b="1" lang="en-US" sz="1600">
                <a:solidFill>
                  <a:schemeClr val="dk2"/>
                </a:solidFill>
                <a:latin typeface="Courier New"/>
                <a:ea typeface="Courier New"/>
                <a:cs typeface="Courier New"/>
                <a:sym typeface="Courier New"/>
              </a:rPr>
            </a:br>
            <a:r>
              <a:rPr b="1" lang="en-US" sz="1600">
                <a:solidFill>
                  <a:schemeClr val="dk2"/>
                </a:solidFill>
                <a:latin typeface="Courier New"/>
                <a:ea typeface="Courier New"/>
                <a:cs typeface="Courier New"/>
                <a:sym typeface="Courier New"/>
              </a:rPr>
              <a:t>     counter = register2</a:t>
            </a:r>
            <a:endParaRPr/>
          </a:p>
          <a:p>
            <a:pPr indent="-342900" lvl="0" marL="342900" rtl="0" algn="just">
              <a:lnSpc>
                <a:spcPct val="90000"/>
              </a:lnSpc>
              <a:spcBef>
                <a:spcPts val="280"/>
              </a:spcBef>
              <a:spcAft>
                <a:spcPts val="0"/>
              </a:spcAft>
              <a:buSzPts val="720"/>
              <a:buFont typeface="Arial"/>
              <a:buNone/>
            </a:pPr>
            <a:r>
              <a:t/>
            </a:r>
            <a:endParaRPr sz="800">
              <a:solidFill>
                <a:schemeClr val="dk2"/>
              </a:solidFill>
            </a:endParaRPr>
          </a:p>
          <a:p>
            <a:pPr indent="-342900" lvl="0" marL="342900" rtl="0" algn="just">
              <a:lnSpc>
                <a:spcPct val="90000"/>
              </a:lnSpc>
              <a:spcBef>
                <a:spcPts val="560"/>
              </a:spcBef>
              <a:spcAft>
                <a:spcPts val="0"/>
              </a:spcAft>
              <a:buSzPts val="1440"/>
              <a:buChar char="●"/>
            </a:pPr>
            <a:r>
              <a:rPr lang="en-US" sz="1600"/>
              <a:t>Consider this execution interleaving with “count = 5” initially:</a:t>
            </a:r>
            <a:endParaRPr/>
          </a:p>
          <a:p>
            <a:pPr indent="-285750" lvl="1" marL="742950" rtl="0" algn="l">
              <a:lnSpc>
                <a:spcPct val="90000"/>
              </a:lnSpc>
              <a:spcBef>
                <a:spcPts val="560"/>
              </a:spcBef>
              <a:spcAft>
                <a:spcPts val="0"/>
              </a:spcAft>
              <a:buSzPts val="1280"/>
              <a:buFont typeface="Arial"/>
              <a:buNone/>
            </a:pPr>
            <a:r>
              <a:rPr lang="en-US" sz="1600"/>
              <a:t>	S0: producer execute </a:t>
            </a:r>
            <a:r>
              <a:rPr b="1" lang="en-US" sz="1600">
                <a:solidFill>
                  <a:srgbClr val="0000FF"/>
                </a:solidFill>
                <a:latin typeface="Courier New"/>
                <a:ea typeface="Courier New"/>
                <a:cs typeface="Courier New"/>
                <a:sym typeface="Courier New"/>
              </a:rPr>
              <a:t>register1 = counter</a:t>
            </a:r>
            <a:r>
              <a:rPr b="1" lang="en-US" sz="1600">
                <a:latin typeface="Courier New"/>
                <a:ea typeface="Courier New"/>
                <a:cs typeface="Courier New"/>
                <a:sym typeface="Courier New"/>
              </a:rPr>
              <a:t>         </a:t>
            </a:r>
            <a:r>
              <a:rPr lang="en-US" sz="1600"/>
              <a:t>{register1 = 5}</a:t>
            </a:r>
            <a:br>
              <a:rPr lang="en-US" sz="1600"/>
            </a:br>
            <a:r>
              <a:rPr lang="en-US" sz="1600"/>
              <a:t>S1: producer execute </a:t>
            </a:r>
            <a:r>
              <a:rPr b="1" lang="en-US" sz="1600">
                <a:solidFill>
                  <a:srgbClr val="0000FF"/>
                </a:solidFill>
                <a:latin typeface="Courier New"/>
                <a:ea typeface="Courier New"/>
                <a:cs typeface="Courier New"/>
                <a:sym typeface="Courier New"/>
              </a:rPr>
              <a:t>register1 = register1 + 1   </a:t>
            </a:r>
            <a:r>
              <a:rPr lang="en-US" sz="1600"/>
              <a:t>{register1 = 6} </a:t>
            </a:r>
            <a:br>
              <a:rPr lang="en-US" sz="1600"/>
            </a:br>
            <a:r>
              <a:rPr lang="en-US" sz="1600"/>
              <a:t>S2: consumer execute </a:t>
            </a:r>
            <a:r>
              <a:rPr b="1" lang="en-US" sz="1600">
                <a:solidFill>
                  <a:schemeClr val="dk2"/>
                </a:solidFill>
                <a:latin typeface="Courier New"/>
                <a:ea typeface="Courier New"/>
                <a:cs typeface="Courier New"/>
                <a:sym typeface="Courier New"/>
              </a:rPr>
              <a:t>register2 = counter</a:t>
            </a:r>
            <a:r>
              <a:rPr b="1" lang="en-US" sz="1600">
                <a:latin typeface="Courier New"/>
                <a:ea typeface="Courier New"/>
                <a:cs typeface="Courier New"/>
                <a:sym typeface="Courier New"/>
              </a:rPr>
              <a:t>        </a:t>
            </a:r>
            <a:r>
              <a:rPr lang="en-US" sz="1600"/>
              <a:t>{register2 = 5} </a:t>
            </a:r>
            <a:br>
              <a:rPr lang="en-US" sz="1600"/>
            </a:br>
            <a:r>
              <a:rPr lang="en-US" sz="1600"/>
              <a:t>S3: consumer execute </a:t>
            </a:r>
            <a:r>
              <a:rPr b="1" lang="en-US" sz="1600">
                <a:solidFill>
                  <a:schemeClr val="dk2"/>
                </a:solidFill>
                <a:latin typeface="Courier New"/>
                <a:ea typeface="Courier New"/>
                <a:cs typeface="Courier New"/>
                <a:sym typeface="Courier New"/>
              </a:rPr>
              <a:t>register2 = register2 – 1  </a:t>
            </a:r>
            <a:r>
              <a:rPr lang="en-US" sz="1600"/>
              <a:t>{register2 = 4} </a:t>
            </a:r>
            <a:br>
              <a:rPr lang="en-US" sz="1600"/>
            </a:br>
            <a:r>
              <a:rPr lang="en-US" sz="1600"/>
              <a:t>S4: producer execute </a:t>
            </a:r>
            <a:r>
              <a:rPr b="1" lang="en-US" sz="1600">
                <a:solidFill>
                  <a:srgbClr val="0000FF"/>
                </a:solidFill>
                <a:latin typeface="Courier New"/>
                <a:ea typeface="Courier New"/>
                <a:cs typeface="Courier New"/>
                <a:sym typeface="Courier New"/>
              </a:rPr>
              <a:t>counter = register1         </a:t>
            </a:r>
            <a:r>
              <a:rPr lang="en-US" sz="1600">
                <a:solidFill>
                  <a:srgbClr val="FF0000"/>
                </a:solidFill>
              </a:rPr>
              <a:t>{counter = 6 } </a:t>
            </a:r>
            <a:br>
              <a:rPr lang="en-US" sz="1600"/>
            </a:br>
            <a:r>
              <a:rPr lang="en-US" sz="1600"/>
              <a:t>S5: consumer execute </a:t>
            </a:r>
            <a:r>
              <a:rPr b="1" lang="en-US" sz="1600">
                <a:solidFill>
                  <a:schemeClr val="dk2"/>
                </a:solidFill>
                <a:latin typeface="Courier New"/>
                <a:ea typeface="Courier New"/>
                <a:cs typeface="Courier New"/>
                <a:sym typeface="Courier New"/>
              </a:rPr>
              <a:t>counter = register2        </a:t>
            </a:r>
            <a:r>
              <a:rPr lang="en-US" sz="1600"/>
              <a:t>{</a:t>
            </a:r>
            <a:r>
              <a:rPr lang="en-US" sz="1600">
                <a:solidFill>
                  <a:srgbClr val="FF0000"/>
                </a:solidFill>
              </a:rPr>
              <a:t>counter = 4}</a:t>
            </a:r>
            <a:endParaRPr/>
          </a:p>
          <a:p>
            <a:pPr indent="-285750" lvl="1" marL="742950" rtl="0" algn="just">
              <a:lnSpc>
                <a:spcPct val="90000"/>
              </a:lnSpc>
              <a:spcBef>
                <a:spcPts val="770"/>
              </a:spcBef>
              <a:spcAft>
                <a:spcPts val="0"/>
              </a:spcAft>
              <a:buSzPts val="1760"/>
              <a:buFont typeface="Arial"/>
              <a:buNone/>
            </a:pPr>
            <a:r>
              <a:t/>
            </a:r>
            <a:endParaRPr/>
          </a:p>
        </p:txBody>
      </p:sp>
      <p:sp>
        <p:nvSpPr>
          <p:cNvPr id="579" name="Google Shape;579;p17"/>
          <p:cNvSpPr txBox="1"/>
          <p:nvPr/>
        </p:nvSpPr>
        <p:spPr>
          <a:xfrm>
            <a:off x="4572000" y="5680075"/>
            <a:ext cx="4191000" cy="369888"/>
          </a:xfrm>
          <a:prstGeom prst="rect">
            <a:avLst/>
          </a:prstGeom>
          <a:solidFill>
            <a:srgbClr val="FF33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Synchronize problem (race condition)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500"/>
                                        <p:tgtEl>
                                          <p:spTgt spid="5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18"/>
          <p:cNvSpPr txBox="1"/>
          <p:nvPr>
            <p:ph type="title"/>
          </p:nvPr>
        </p:nvSpPr>
        <p:spPr>
          <a:xfrm>
            <a:off x="533400" y="76200"/>
            <a:ext cx="8077200" cy="1143000"/>
          </a:xfrm>
          <a:prstGeom prst="rect">
            <a:avLst/>
          </a:prstGeom>
          <a:noFill/>
          <a:ln>
            <a:noFill/>
          </a:ln>
        </p:spPr>
        <p:txBody>
          <a:bodyPr anchorCtr="0" anchor="b" bIns="44450" lIns="90475" spcFirstLastPara="1" rIns="90475" wrap="square" tIns="44450">
            <a:noAutofit/>
          </a:bodyPr>
          <a:lstStyle/>
          <a:p>
            <a:pPr indent="0" lvl="0" marL="0" rtl="0" algn="ctr">
              <a:lnSpc>
                <a:spcPct val="100000"/>
              </a:lnSpc>
              <a:spcBef>
                <a:spcPts val="0"/>
              </a:spcBef>
              <a:spcAft>
                <a:spcPts val="0"/>
              </a:spcAft>
              <a:buSzPts val="1400"/>
              <a:buNone/>
            </a:pPr>
            <a:r>
              <a:rPr lang="en-US"/>
              <a:t>Race Condition - Definition</a:t>
            </a:r>
            <a:endParaRPr/>
          </a:p>
        </p:txBody>
      </p:sp>
      <p:sp>
        <p:nvSpPr>
          <p:cNvPr id="585" name="Google Shape;585;p18"/>
          <p:cNvSpPr txBox="1"/>
          <p:nvPr>
            <p:ph idx="1" type="body"/>
          </p:nvPr>
        </p:nvSpPr>
        <p:spPr>
          <a:xfrm>
            <a:off x="308610" y="1409700"/>
            <a:ext cx="8682990" cy="4038600"/>
          </a:xfrm>
          <a:prstGeom prst="rect">
            <a:avLst/>
          </a:prstGeom>
          <a:noFill/>
          <a:ln>
            <a:noFill/>
          </a:ln>
        </p:spPr>
        <p:txBody>
          <a:bodyPr anchorCtr="0" anchor="t" bIns="44450" lIns="90475" spcFirstLastPara="1" rIns="90475" wrap="square" tIns="44450">
            <a:noAutofit/>
          </a:bodyPr>
          <a:lstStyle/>
          <a:p>
            <a:pPr indent="-342900" lvl="0" marL="342900" rtl="0" algn="just">
              <a:lnSpc>
                <a:spcPct val="100000"/>
              </a:lnSpc>
              <a:spcBef>
                <a:spcPts val="0"/>
              </a:spcBef>
              <a:spcAft>
                <a:spcPts val="0"/>
              </a:spcAft>
              <a:buClr>
                <a:srgbClr val="222222"/>
              </a:buClr>
              <a:buSzPts val="2200"/>
              <a:buFont typeface="Arial"/>
              <a:buChar char="•"/>
            </a:pPr>
            <a:r>
              <a:rPr lang="en-US"/>
              <a:t>Def 1: A situation whereby at least </a:t>
            </a:r>
            <a:r>
              <a:rPr b="1" lang="en-US"/>
              <a:t>two processes </a:t>
            </a:r>
            <a:r>
              <a:rPr lang="en-US"/>
              <a:t>perform some operations on </a:t>
            </a:r>
            <a:r>
              <a:rPr lang="en-US">
                <a:solidFill>
                  <a:srgbClr val="FF0000"/>
                </a:solidFill>
              </a:rPr>
              <a:t>shared data </a:t>
            </a:r>
            <a:r>
              <a:rPr lang="en-US"/>
              <a:t>and the outcome depends on the </a:t>
            </a:r>
            <a:r>
              <a:rPr lang="en-US">
                <a:solidFill>
                  <a:srgbClr val="FF0000"/>
                </a:solidFill>
              </a:rPr>
              <a:t>order of data access</a:t>
            </a:r>
            <a:r>
              <a:rPr lang="en-US"/>
              <a:t>. </a:t>
            </a:r>
            <a:endParaRPr/>
          </a:p>
          <a:p>
            <a:pPr indent="-292100" lvl="0" marL="342900" rtl="0" algn="just">
              <a:lnSpc>
                <a:spcPct val="100000"/>
              </a:lnSpc>
              <a:spcBef>
                <a:spcPts val="160"/>
              </a:spcBef>
              <a:spcAft>
                <a:spcPts val="0"/>
              </a:spcAft>
              <a:buClr>
                <a:srgbClr val="222222"/>
              </a:buClr>
              <a:buSzPts val="800"/>
              <a:buFont typeface="Arial"/>
              <a:buNone/>
            </a:pPr>
            <a:r>
              <a:t/>
            </a:r>
            <a:endParaRPr sz="800"/>
          </a:p>
          <a:p>
            <a:pPr indent="-342900" lvl="0" marL="342900" rtl="0" algn="just">
              <a:lnSpc>
                <a:spcPct val="100000"/>
              </a:lnSpc>
              <a:spcBef>
                <a:spcPts val="440"/>
              </a:spcBef>
              <a:spcAft>
                <a:spcPts val="0"/>
              </a:spcAft>
              <a:buClr>
                <a:srgbClr val="222222"/>
              </a:buClr>
              <a:buSzPts val="2200"/>
              <a:buFont typeface="Arial"/>
              <a:buChar char="•"/>
            </a:pPr>
            <a:r>
              <a:rPr lang="en-US"/>
              <a:t>Result of process must be </a:t>
            </a:r>
            <a:r>
              <a:rPr b="1" lang="en-US"/>
              <a:t>independent of the speed of execution</a:t>
            </a:r>
            <a:r>
              <a:rPr lang="en-US"/>
              <a:t> of other concurrent processes;</a:t>
            </a:r>
            <a:endParaRPr/>
          </a:p>
          <a:p>
            <a:pPr indent="-285750" lvl="1" marL="742950" rtl="0" algn="just">
              <a:lnSpc>
                <a:spcPct val="100000"/>
              </a:lnSpc>
              <a:spcBef>
                <a:spcPts val="440"/>
              </a:spcBef>
              <a:spcAft>
                <a:spcPts val="0"/>
              </a:spcAft>
              <a:buClr>
                <a:srgbClr val="222222"/>
              </a:buClr>
              <a:buSzPts val="2200"/>
              <a:buFont typeface="Arial"/>
              <a:buChar char="–"/>
            </a:pPr>
            <a:r>
              <a:rPr lang="en-US"/>
              <a:t>Depend on the control / data synchronization mechanisms.</a:t>
            </a:r>
            <a:endParaRPr/>
          </a:p>
          <a:p>
            <a:pPr indent="-234950" lvl="1" marL="742950" rtl="0" algn="just">
              <a:lnSpc>
                <a:spcPct val="100000"/>
              </a:lnSpc>
              <a:spcBef>
                <a:spcPts val="160"/>
              </a:spcBef>
              <a:spcAft>
                <a:spcPts val="0"/>
              </a:spcAft>
              <a:buClr>
                <a:srgbClr val="222222"/>
              </a:buClr>
              <a:buSzPts val="800"/>
              <a:buFont typeface="Arial"/>
              <a:buNone/>
            </a:pPr>
            <a:r>
              <a:t/>
            </a:r>
            <a:endParaRPr sz="800"/>
          </a:p>
          <a:p>
            <a:pPr indent="-342900" lvl="0" marL="342900" rtl="0" algn="just">
              <a:lnSpc>
                <a:spcPct val="100000"/>
              </a:lnSpc>
              <a:spcBef>
                <a:spcPts val="440"/>
              </a:spcBef>
              <a:spcAft>
                <a:spcPts val="0"/>
              </a:spcAft>
              <a:buClr>
                <a:srgbClr val="222222"/>
              </a:buClr>
              <a:buSzPts val="2200"/>
              <a:buFont typeface="Arial"/>
              <a:buChar char="•"/>
            </a:pPr>
            <a:r>
              <a:rPr lang="en-US"/>
              <a:t>Def 2: A situation whereby </a:t>
            </a:r>
            <a:r>
              <a:rPr b="1" lang="en-US"/>
              <a:t>multiple threads </a:t>
            </a:r>
            <a:r>
              <a:rPr lang="en-US">
                <a:solidFill>
                  <a:srgbClr val="FF0000"/>
                </a:solidFill>
              </a:rPr>
              <a:t>access a data item without coordination</a:t>
            </a:r>
            <a:r>
              <a:rPr lang="en-US"/>
              <a:t> in a multithreaded application.</a:t>
            </a:r>
            <a:endParaRPr/>
          </a:p>
          <a:p>
            <a:pPr indent="-292100" lvl="0" marL="342900" rtl="0" algn="just">
              <a:lnSpc>
                <a:spcPct val="100000"/>
              </a:lnSpc>
              <a:spcBef>
                <a:spcPts val="160"/>
              </a:spcBef>
              <a:spcAft>
                <a:spcPts val="0"/>
              </a:spcAft>
              <a:buClr>
                <a:srgbClr val="222222"/>
              </a:buClr>
              <a:buSzPts val="800"/>
              <a:buFont typeface="Arial"/>
              <a:buNone/>
            </a:pPr>
            <a:r>
              <a:t/>
            </a:r>
            <a:endParaRPr sz="800"/>
          </a:p>
          <a:p>
            <a:pPr indent="-342900" lvl="0" marL="342900" rtl="0" algn="just">
              <a:lnSpc>
                <a:spcPct val="100000"/>
              </a:lnSpc>
              <a:spcBef>
                <a:spcPts val="440"/>
              </a:spcBef>
              <a:spcAft>
                <a:spcPts val="0"/>
              </a:spcAft>
              <a:buClr>
                <a:srgbClr val="222222"/>
              </a:buClr>
              <a:buSzPts val="2200"/>
              <a:buFont typeface="Arial"/>
              <a:buChar char="•"/>
            </a:pPr>
            <a:r>
              <a:rPr lang="en-US"/>
              <a:t>possibly causing inconsistent results (depending on which thread reaches the data item first).</a:t>
            </a:r>
            <a:endParaRPr/>
          </a:p>
          <a:p>
            <a:pPr indent="0" lvl="0" marL="0" rtl="0" algn="just">
              <a:lnSpc>
                <a:spcPct val="100000"/>
              </a:lnSpc>
              <a:spcBef>
                <a:spcPts val="480"/>
              </a:spcBef>
              <a:spcAft>
                <a:spcPts val="0"/>
              </a:spcAft>
              <a:buClr>
                <a:srgbClr val="222222"/>
              </a:buClr>
              <a:buSzPts val="2400"/>
              <a:buFont typeface="Arial"/>
              <a:buNone/>
            </a:pPr>
            <a:r>
              <a:rPr i="1" lang="en-US" sz="2400"/>
              <a:t>* (Multithread normally access / used shared variables)</a:t>
            </a:r>
            <a:endParaRPr/>
          </a:p>
          <a:p>
            <a:pPr indent="-146050" lvl="1" marL="742950" rtl="0" algn="just">
              <a:lnSpc>
                <a:spcPct val="100000"/>
              </a:lnSpc>
              <a:spcBef>
                <a:spcPts val="440"/>
              </a:spcBef>
              <a:spcAft>
                <a:spcPts val="0"/>
              </a:spcAft>
              <a:buClr>
                <a:srgbClr val="222222"/>
              </a:buClr>
              <a:buSzPts val="2200"/>
              <a:buFont typeface="Arial"/>
              <a:buNone/>
            </a:pPr>
            <a:r>
              <a:t/>
            </a:r>
            <a:endParaRPr/>
          </a:p>
          <a:p>
            <a:pPr indent="-342900" lvl="0" marL="342900" rtl="0" algn="just">
              <a:lnSpc>
                <a:spcPct val="100000"/>
              </a:lnSpc>
              <a:spcBef>
                <a:spcPts val="440"/>
              </a:spcBef>
              <a:spcAft>
                <a:spcPts val="0"/>
              </a:spcAft>
              <a:buClr>
                <a:srgbClr val="222222"/>
              </a:buClr>
              <a:buSzPts val="2200"/>
              <a:buFont typeface="Noto Sans Symbols"/>
              <a:buNone/>
            </a:pPr>
            <a:r>
              <a:t/>
            </a:r>
            <a:endParaRPr/>
          </a:p>
        </p:txBody>
      </p:sp>
      <p:sp>
        <p:nvSpPr>
          <p:cNvPr id="586" name="Google Shape;586;p18"/>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587" name="Google Shape;587;p18"/>
          <p:cNvSpPr txBox="1"/>
          <p:nvPr/>
        </p:nvSpPr>
        <p:spPr>
          <a:xfrm>
            <a:off x="533400" y="6248400"/>
            <a:ext cx="7620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_______________________________________________________________________________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Silberschatz, A., Galvin, P.B., and Gagne, G. Operating System Concepts (9</a:t>
            </a:r>
            <a:r>
              <a:rPr b="0" baseline="30000" i="0" lang="en-US" sz="1000" u="none" cap="none" strike="noStrike">
                <a:solidFill>
                  <a:srgbClr val="000000"/>
                </a:solidFill>
                <a:latin typeface="Arial"/>
                <a:ea typeface="Arial"/>
                <a:cs typeface="Arial"/>
                <a:sym typeface="Arial"/>
              </a:rPr>
              <a:t>th</a:t>
            </a:r>
            <a:r>
              <a:rPr b="0" i="0" lang="en-US" sz="1000" u="none" cap="none" strike="noStrike">
                <a:solidFill>
                  <a:srgbClr val="000000"/>
                </a:solidFill>
                <a:latin typeface="Arial"/>
                <a:ea typeface="Arial"/>
                <a:cs typeface="Arial"/>
                <a:sym typeface="Arial"/>
              </a:rPr>
              <a:t> Edition). John Wiley &amp; Sons: Asia. (2014) Page 255.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19"/>
          <p:cNvSpPr txBox="1"/>
          <p:nvPr>
            <p:ph type="title"/>
          </p:nvPr>
        </p:nvSpPr>
        <p:spPr>
          <a:xfrm>
            <a:off x="457200" y="914400"/>
            <a:ext cx="80772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Solution to Race Condition</a:t>
            </a:r>
            <a:endParaRPr/>
          </a:p>
        </p:txBody>
      </p:sp>
      <p:sp>
        <p:nvSpPr>
          <p:cNvPr id="593" name="Google Shape;593;p19"/>
          <p:cNvSpPr txBox="1"/>
          <p:nvPr>
            <p:ph idx="1" type="body"/>
          </p:nvPr>
        </p:nvSpPr>
        <p:spPr>
          <a:xfrm>
            <a:off x="609600" y="1752600"/>
            <a:ext cx="80772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222222"/>
              </a:buClr>
              <a:buSzPts val="2600"/>
              <a:buFont typeface="Arial"/>
              <a:buChar char="•"/>
            </a:pPr>
            <a:r>
              <a:rPr lang="en-US"/>
              <a:t>Ensure that only one process at a time can manipulate the shared variable (eg. </a:t>
            </a:r>
            <a:r>
              <a:rPr lang="en-US">
                <a:latin typeface="Courier New"/>
                <a:ea typeface="Courier New"/>
                <a:cs typeface="Courier New"/>
                <a:sym typeface="Courier New"/>
              </a:rPr>
              <a:t>Counter</a:t>
            </a:r>
            <a:r>
              <a:rPr lang="en-US"/>
              <a:t>)</a:t>
            </a:r>
            <a:endParaRPr/>
          </a:p>
          <a:p>
            <a:pPr indent="-177800" lvl="0" marL="342900" rtl="0" algn="l">
              <a:lnSpc>
                <a:spcPct val="100000"/>
              </a:lnSpc>
              <a:spcBef>
                <a:spcPts val="520"/>
              </a:spcBef>
              <a:spcAft>
                <a:spcPts val="0"/>
              </a:spcAft>
              <a:buClr>
                <a:srgbClr val="222222"/>
              </a:buClr>
              <a:buSzPts val="2600"/>
              <a:buFont typeface="Arial"/>
              <a:buNone/>
            </a:pPr>
            <a:r>
              <a:t/>
            </a:r>
            <a:endParaRPr/>
          </a:p>
          <a:p>
            <a:pPr indent="-342900" lvl="0" marL="342900" rtl="0" algn="l">
              <a:lnSpc>
                <a:spcPct val="100000"/>
              </a:lnSpc>
              <a:spcBef>
                <a:spcPts val="520"/>
              </a:spcBef>
              <a:spcAft>
                <a:spcPts val="0"/>
              </a:spcAft>
              <a:buClr>
                <a:srgbClr val="222222"/>
              </a:buClr>
              <a:buSzPts val="2600"/>
              <a:buFont typeface="Arial"/>
              <a:buChar char="•"/>
            </a:pPr>
            <a:r>
              <a:rPr lang="en-US"/>
              <a:t>Therefore </a:t>
            </a:r>
            <a:r>
              <a:rPr b="1" i="1" lang="en-US">
                <a:solidFill>
                  <a:srgbClr val="0070C0"/>
                </a:solidFill>
              </a:rPr>
              <a:t>process synchronization</a:t>
            </a:r>
            <a:r>
              <a:rPr lang="en-US"/>
              <a:t> is needed.</a:t>
            </a:r>
            <a:endParaRPr/>
          </a:p>
          <a:p>
            <a:pPr indent="-285750" lvl="1" marL="742950" rtl="0" algn="l">
              <a:lnSpc>
                <a:spcPct val="100000"/>
              </a:lnSpc>
              <a:spcBef>
                <a:spcPts val="480"/>
              </a:spcBef>
              <a:spcAft>
                <a:spcPts val="0"/>
              </a:spcAft>
              <a:buClr>
                <a:srgbClr val="222222"/>
              </a:buClr>
              <a:buSzPts val="2400"/>
              <a:buFont typeface="Arial"/>
              <a:buChar char="–"/>
            </a:pPr>
            <a:r>
              <a:rPr lang="en-US"/>
              <a:t>means coordinating the activities of two or more processes.</a:t>
            </a:r>
            <a:endParaRPr/>
          </a:p>
          <a:p>
            <a:pPr indent="-133350" lvl="1" marL="742950" rtl="0" algn="l">
              <a:lnSpc>
                <a:spcPct val="100000"/>
              </a:lnSpc>
              <a:spcBef>
                <a:spcPts val="480"/>
              </a:spcBef>
              <a:spcAft>
                <a:spcPts val="0"/>
              </a:spcAft>
              <a:buClr>
                <a:srgbClr val="222222"/>
              </a:buClr>
              <a:buSzPts val="2400"/>
              <a:buFont typeface="Arial"/>
              <a:buNone/>
            </a:pPr>
            <a:r>
              <a:t/>
            </a:r>
            <a:endParaRPr/>
          </a:p>
          <a:p>
            <a:pPr indent="-342900" lvl="0" marL="342900" rtl="0" algn="l">
              <a:lnSpc>
                <a:spcPct val="100000"/>
              </a:lnSpc>
              <a:spcBef>
                <a:spcPts val="520"/>
              </a:spcBef>
              <a:spcAft>
                <a:spcPts val="0"/>
              </a:spcAft>
              <a:buClr>
                <a:srgbClr val="222222"/>
              </a:buClr>
              <a:buSzPts val="2600"/>
              <a:buFont typeface="Arial"/>
              <a:buChar char="•"/>
            </a:pPr>
            <a:r>
              <a:rPr lang="en-US"/>
              <a:t>Synchronization is necessary to ensure that interdependent code is executed in the </a:t>
            </a:r>
            <a:r>
              <a:rPr b="1" lang="en-US"/>
              <a:t>proper sequence</a:t>
            </a:r>
            <a:r>
              <a:rPr lang="en-US"/>
              <a:t>.</a:t>
            </a:r>
            <a:endParaRPr/>
          </a:p>
        </p:txBody>
      </p:sp>
      <p:sp>
        <p:nvSpPr>
          <p:cNvPr id="594" name="Google Shape;594;p19"/>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20"/>
          <p:cNvSpPr txBox="1"/>
          <p:nvPr>
            <p:ph type="title"/>
          </p:nvPr>
        </p:nvSpPr>
        <p:spPr>
          <a:xfrm>
            <a:off x="457200" y="2016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Race Condition (Cont.)</a:t>
            </a:r>
            <a:endParaRPr/>
          </a:p>
        </p:txBody>
      </p:sp>
      <p:sp>
        <p:nvSpPr>
          <p:cNvPr id="601" name="Google Shape;601;p20"/>
          <p:cNvSpPr txBox="1"/>
          <p:nvPr>
            <p:ph idx="1" type="body"/>
          </p:nvPr>
        </p:nvSpPr>
        <p:spPr>
          <a:xfrm>
            <a:off x="582930" y="1141413"/>
            <a:ext cx="7898130" cy="517366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1800"/>
              <a:buChar char="●"/>
            </a:pPr>
            <a:r>
              <a:rPr lang="en-US" sz="2000">
                <a:solidFill>
                  <a:srgbClr val="000000"/>
                </a:solidFill>
                <a:latin typeface="Arial"/>
                <a:ea typeface="Arial"/>
                <a:cs typeface="Arial"/>
                <a:sym typeface="Arial"/>
              </a:rPr>
              <a:t>How do we solve the race condition?</a:t>
            </a:r>
            <a:endParaRPr/>
          </a:p>
          <a:p>
            <a:pPr indent="-228600" lvl="0" marL="342900" rtl="0" algn="just">
              <a:lnSpc>
                <a:spcPct val="90000"/>
              </a:lnSpc>
              <a:spcBef>
                <a:spcPts val="700"/>
              </a:spcBef>
              <a:spcAft>
                <a:spcPts val="0"/>
              </a:spcAft>
              <a:buSzPts val="1800"/>
              <a:buNone/>
            </a:pPr>
            <a:r>
              <a:t/>
            </a:r>
            <a:endParaRPr sz="2000">
              <a:solidFill>
                <a:srgbClr val="000000"/>
              </a:solidFill>
              <a:latin typeface="Arial"/>
              <a:ea typeface="Arial"/>
              <a:cs typeface="Arial"/>
              <a:sym typeface="Arial"/>
            </a:endParaRPr>
          </a:p>
          <a:p>
            <a:pPr indent="-342900" lvl="0" marL="342900" rtl="0" algn="just">
              <a:lnSpc>
                <a:spcPct val="90000"/>
              </a:lnSpc>
              <a:spcBef>
                <a:spcPts val="700"/>
              </a:spcBef>
              <a:spcAft>
                <a:spcPts val="0"/>
              </a:spcAft>
              <a:buSzPts val="1800"/>
              <a:buChar char="●"/>
            </a:pPr>
            <a:r>
              <a:rPr lang="en-US" sz="2000">
                <a:solidFill>
                  <a:srgbClr val="000000"/>
                </a:solidFill>
                <a:latin typeface="Arial"/>
                <a:ea typeface="Arial"/>
                <a:cs typeface="Arial"/>
                <a:sym typeface="Arial"/>
              </a:rPr>
              <a:t>We need to make sure that:</a:t>
            </a:r>
            <a:endParaRPr/>
          </a:p>
          <a:p>
            <a:pPr indent="-285750" lvl="1" marL="742950" rtl="0" algn="just">
              <a:lnSpc>
                <a:spcPct val="90000"/>
              </a:lnSpc>
              <a:spcBef>
                <a:spcPts val="700"/>
              </a:spcBef>
              <a:spcAft>
                <a:spcPts val="0"/>
              </a:spcAft>
              <a:buSzPts val="1600"/>
              <a:buChar char="●"/>
            </a:pPr>
            <a:r>
              <a:rPr lang="en-US" sz="2000"/>
              <a:t>The execution of </a:t>
            </a:r>
            <a:endParaRPr/>
          </a:p>
          <a:p>
            <a:pPr indent="-285750" lvl="1" marL="742950" rtl="0" algn="just">
              <a:lnSpc>
                <a:spcPct val="90000"/>
              </a:lnSpc>
              <a:spcBef>
                <a:spcPts val="700"/>
              </a:spcBef>
              <a:spcAft>
                <a:spcPts val="0"/>
              </a:spcAft>
              <a:buSzPts val="1600"/>
              <a:buFont typeface="Arial"/>
              <a:buNone/>
            </a:pPr>
            <a:r>
              <a:rPr b="1" lang="en-US" sz="2000">
                <a:solidFill>
                  <a:srgbClr val="000000"/>
                </a:solidFill>
                <a:latin typeface="Courier New"/>
                <a:ea typeface="Courier New"/>
                <a:cs typeface="Courier New"/>
                <a:sym typeface="Courier New"/>
              </a:rPr>
              <a:t>     counter = counter + 1 </a:t>
            </a:r>
            <a:endParaRPr/>
          </a:p>
          <a:p>
            <a:pPr indent="-285750" lvl="1" marL="742950" rtl="0" algn="just">
              <a:lnSpc>
                <a:spcPct val="90000"/>
              </a:lnSpc>
              <a:spcBef>
                <a:spcPts val="700"/>
              </a:spcBef>
              <a:spcAft>
                <a:spcPts val="0"/>
              </a:spcAft>
              <a:buSzPts val="1600"/>
              <a:buFont typeface="Arial"/>
              <a:buNone/>
            </a:pPr>
            <a:r>
              <a:rPr b="1" lang="en-US" sz="2000">
                <a:solidFill>
                  <a:srgbClr val="000000"/>
                </a:solidFill>
                <a:latin typeface="Courier New"/>
                <a:ea typeface="Courier New"/>
                <a:cs typeface="Courier New"/>
                <a:sym typeface="Courier New"/>
              </a:rPr>
              <a:t>  </a:t>
            </a:r>
            <a:r>
              <a:rPr lang="en-US" sz="2000"/>
              <a:t>is executed as an “atomic” action. That is, while it is being executed, no other instruction can be executed concurrently.</a:t>
            </a:r>
            <a:endParaRPr/>
          </a:p>
          <a:p>
            <a:pPr indent="-285750" lvl="1" marL="742950" rtl="0" algn="just">
              <a:lnSpc>
                <a:spcPct val="90000"/>
              </a:lnSpc>
              <a:spcBef>
                <a:spcPts val="700"/>
              </a:spcBef>
              <a:spcAft>
                <a:spcPts val="0"/>
              </a:spcAft>
              <a:buSzPts val="1600"/>
              <a:buChar char="●"/>
            </a:pPr>
            <a:r>
              <a:rPr lang="en-US" sz="2000"/>
              <a:t>Similarly for</a:t>
            </a:r>
            <a:endParaRPr/>
          </a:p>
          <a:p>
            <a:pPr indent="-285750" lvl="1" marL="742950" rtl="0" algn="just">
              <a:lnSpc>
                <a:spcPct val="90000"/>
              </a:lnSpc>
              <a:spcBef>
                <a:spcPts val="700"/>
              </a:spcBef>
              <a:spcAft>
                <a:spcPts val="0"/>
              </a:spcAft>
              <a:buSzPts val="1600"/>
              <a:buFont typeface="Arial"/>
              <a:buNone/>
            </a:pPr>
            <a:r>
              <a:rPr b="1" lang="en-US" sz="2000">
                <a:solidFill>
                  <a:srgbClr val="000000"/>
                </a:solidFill>
                <a:latin typeface="Courier New"/>
                <a:ea typeface="Courier New"/>
                <a:cs typeface="Courier New"/>
                <a:sym typeface="Courier New"/>
              </a:rPr>
              <a:t>     counter = counter - 1 </a:t>
            </a:r>
            <a:endParaRPr sz="2000"/>
          </a:p>
          <a:p>
            <a:pPr indent="-228600" lvl="0" marL="342900" rtl="0" algn="just">
              <a:lnSpc>
                <a:spcPct val="90000"/>
              </a:lnSpc>
              <a:spcBef>
                <a:spcPts val="700"/>
              </a:spcBef>
              <a:spcAft>
                <a:spcPts val="0"/>
              </a:spcAft>
              <a:buSzPts val="1800"/>
              <a:buNone/>
            </a:pPr>
            <a:r>
              <a:t/>
            </a:r>
            <a:endParaRPr sz="2000"/>
          </a:p>
          <a:p>
            <a:pPr indent="-342900" lvl="0" marL="342900" rtl="0" algn="just">
              <a:lnSpc>
                <a:spcPct val="90000"/>
              </a:lnSpc>
              <a:spcBef>
                <a:spcPts val="700"/>
              </a:spcBef>
              <a:spcAft>
                <a:spcPts val="0"/>
              </a:spcAft>
              <a:buSzPts val="1800"/>
              <a:buChar char="●"/>
            </a:pPr>
            <a:r>
              <a:rPr lang="en-US" sz="2000"/>
              <a:t>The ability to execute an instruction, or a number of instructions, atomically is crucial for being able to solve many of the synchronization problems.</a:t>
            </a:r>
            <a:endParaRPr/>
          </a:p>
          <a:p>
            <a:pPr indent="-228600" lvl="0" marL="342900" rtl="0" algn="just">
              <a:lnSpc>
                <a:spcPct val="90000"/>
              </a:lnSpc>
              <a:spcBef>
                <a:spcPts val="700"/>
              </a:spcBef>
              <a:spcAft>
                <a:spcPts val="0"/>
              </a:spcAft>
              <a:buSzPts val="1800"/>
              <a:buNone/>
            </a:pPr>
            <a:r>
              <a:t/>
            </a:r>
            <a:endParaRPr sz="2000"/>
          </a:p>
          <a:p>
            <a:pPr indent="-285750" lvl="1" marL="742950" rtl="0" algn="just">
              <a:lnSpc>
                <a:spcPct val="90000"/>
              </a:lnSpc>
              <a:spcBef>
                <a:spcPts val="770"/>
              </a:spcBef>
              <a:spcAft>
                <a:spcPts val="0"/>
              </a:spcAft>
              <a:buSzPts val="1760"/>
              <a:buFont typeface="Arial"/>
              <a:buNone/>
            </a:pPr>
            <a:r>
              <a:t/>
            </a:r>
            <a:endParaRPr/>
          </a:p>
          <a:p>
            <a:pPr indent="-285750" lvl="1" marL="742950" rtl="0" algn="just">
              <a:lnSpc>
                <a:spcPct val="90000"/>
              </a:lnSpc>
              <a:spcBef>
                <a:spcPts val="770"/>
              </a:spcBef>
              <a:spcAft>
                <a:spcPts val="0"/>
              </a:spcAft>
              <a:buSzPts val="1760"/>
              <a:buFont typeface="Arial"/>
              <a:buNone/>
            </a:pPr>
            <a:br>
              <a:rPr lang="en-US"/>
            </a:br>
            <a:endParaRPr/>
          </a:p>
          <a:p>
            <a:pPr indent="-204469" lvl="1" marL="742950" rtl="0" algn="just">
              <a:lnSpc>
                <a:spcPct val="90000"/>
              </a:lnSpc>
              <a:spcBef>
                <a:spcPts val="560"/>
              </a:spcBef>
              <a:spcAft>
                <a:spcPts val="0"/>
              </a:spcAft>
              <a:buSzPts val="1280"/>
              <a:buNone/>
            </a:pPr>
            <a:r>
              <a:t/>
            </a:r>
            <a:endParaRPr b="1" sz="1600">
              <a:solidFill>
                <a:srgbClr val="0000FF"/>
              </a:solidFill>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21"/>
          <p:cNvSpPr/>
          <p:nvPr/>
        </p:nvSpPr>
        <p:spPr>
          <a:xfrm rot="2245177">
            <a:off x="7339013" y="331788"/>
            <a:ext cx="1676400" cy="990600"/>
          </a:xfrm>
          <a:prstGeom prst="star8">
            <a:avLst>
              <a:gd fmla="val 37500" name="adj"/>
            </a:avLst>
          </a:prstGeom>
          <a:solidFill>
            <a:srgbClr val="FFFF00"/>
          </a:solidFill>
          <a:ln>
            <a:noFill/>
          </a:ln>
          <a:effectLst>
            <a:outerShdw rotWithShape="0" algn="tl" dir="2700000" dist="139700">
              <a:srgbClr val="808080">
                <a:alpha val="42352"/>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Short Stack"/>
              <a:buNone/>
            </a:pPr>
            <a:r>
              <a:rPr b="0" i="0" lang="en-US" sz="1800" u="none" cap="none" strike="noStrike">
                <a:solidFill>
                  <a:srgbClr val="FF0000"/>
                </a:solidFill>
                <a:latin typeface="Short Stack"/>
                <a:ea typeface="Short Stack"/>
                <a:cs typeface="Short Stack"/>
                <a:sym typeface="Short Stack"/>
              </a:rPr>
              <a:t>Extra</a:t>
            </a:r>
            <a:endParaRPr b="0" i="0" sz="1400" u="none" cap="none" strike="noStrike">
              <a:solidFill>
                <a:srgbClr val="000000"/>
              </a:solidFill>
              <a:latin typeface="Arial"/>
              <a:ea typeface="Arial"/>
              <a:cs typeface="Arial"/>
              <a:sym typeface="Arial"/>
            </a:endParaRPr>
          </a:p>
        </p:txBody>
      </p:sp>
      <p:sp>
        <p:nvSpPr>
          <p:cNvPr id="607" name="Google Shape;607;p21"/>
          <p:cNvSpPr txBox="1"/>
          <p:nvPr/>
        </p:nvSpPr>
        <p:spPr>
          <a:xfrm>
            <a:off x="1066800" y="914400"/>
            <a:ext cx="7543800" cy="2667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2400"/>
              <a:buFont typeface="Arial"/>
              <a:buNone/>
            </a:pPr>
            <a:r>
              <a:rPr b="1" i="0" lang="en-US" sz="2400" u="none" cap="none" strike="noStrike">
                <a:solidFill>
                  <a:srgbClr val="FF0000"/>
                </a:solidFill>
                <a:latin typeface="Arial"/>
                <a:ea typeface="Arial"/>
                <a:cs typeface="Arial"/>
                <a:sym typeface="Arial"/>
              </a:rPr>
              <a:t>Exercise 6.1</a:t>
            </a:r>
            <a:r>
              <a:rPr b="0" i="0" lang="en-US" sz="2400" u="none" cap="none" strike="noStrike">
                <a:solidFill>
                  <a:srgbClr val="FF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320"/>
              </a:spcBef>
              <a:spcAft>
                <a:spcPts val="0"/>
              </a:spcAft>
              <a:buClr>
                <a:schemeClr val="dk1"/>
              </a:buClr>
              <a:buSzPts val="1600"/>
              <a:buFont typeface="Verdana"/>
              <a:buNone/>
            </a:pPr>
            <a:r>
              <a:t/>
            </a:r>
            <a:endParaRPr b="0" i="0" sz="1600" u="none" cap="none" strike="noStrike">
              <a:solidFill>
                <a:srgbClr val="FF0000"/>
              </a:solidFill>
              <a:latin typeface="Arial"/>
              <a:ea typeface="Arial"/>
              <a:cs typeface="Arial"/>
              <a:sym typeface="Arial"/>
            </a:endParaRPr>
          </a:p>
          <a:p>
            <a:pPr indent="0" lvl="0" marL="0" marR="0" rtl="0" algn="l">
              <a:lnSpc>
                <a:spcPct val="90000"/>
              </a:lnSpc>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Based on a several machine instructions below that has synchronization problem, give your suggestion on how to overcome that race condition situation.</a:t>
            </a:r>
            <a:endParaRPr b="0" i="0" sz="1400" u="none" cap="none" strike="noStrike">
              <a:solidFill>
                <a:srgbClr val="000000"/>
              </a:solidFill>
              <a:latin typeface="Arial"/>
              <a:ea typeface="Arial"/>
              <a:cs typeface="Arial"/>
              <a:sym typeface="Arial"/>
            </a:endParaRPr>
          </a:p>
          <a:p>
            <a:pPr indent="-190500" lvl="0" marL="342900" marR="0" rtl="0" algn="l">
              <a:lnSpc>
                <a:spcPct val="90000"/>
              </a:lnSpc>
              <a:spcBef>
                <a:spcPts val="480"/>
              </a:spcBef>
              <a:spcAft>
                <a:spcPts val="0"/>
              </a:spcAft>
              <a:buClr>
                <a:schemeClr val="dk1"/>
              </a:buClr>
              <a:buSzPts val="2400"/>
              <a:buFont typeface="Verdana"/>
              <a:buNone/>
            </a:pPr>
            <a:r>
              <a:t/>
            </a:r>
            <a:endParaRPr b="0" i="0" sz="2400" u="none" cap="none" strike="noStrike">
              <a:solidFill>
                <a:srgbClr val="000000"/>
              </a:solidFill>
              <a:latin typeface="Arial"/>
              <a:ea typeface="Arial"/>
              <a:cs typeface="Arial"/>
              <a:sym typeface="Arial"/>
            </a:endParaRPr>
          </a:p>
          <a:p>
            <a:pPr indent="-190500" lvl="0" marL="342900" marR="0" rtl="0" algn="l">
              <a:lnSpc>
                <a:spcPct val="90000"/>
              </a:lnSpc>
              <a:spcBef>
                <a:spcPts val="480"/>
              </a:spcBef>
              <a:spcAft>
                <a:spcPts val="0"/>
              </a:spcAft>
              <a:buClr>
                <a:schemeClr val="dk1"/>
              </a:buClr>
              <a:buSzPts val="2400"/>
              <a:buFont typeface="Verdana"/>
              <a:buNone/>
            </a:pPr>
            <a:r>
              <a:t/>
            </a:r>
            <a:endParaRPr b="0" i="0" sz="2400" u="none" cap="none" strike="noStrike">
              <a:solidFill>
                <a:srgbClr val="000000"/>
              </a:solidFill>
              <a:latin typeface="Arial"/>
              <a:ea typeface="Arial"/>
              <a:cs typeface="Arial"/>
              <a:sym typeface="Arial"/>
            </a:endParaRPr>
          </a:p>
          <a:p>
            <a:pPr indent="-190500" lvl="0" marL="342900" marR="0" rtl="0" algn="l">
              <a:lnSpc>
                <a:spcPct val="90000"/>
              </a:lnSpc>
              <a:spcBef>
                <a:spcPts val="480"/>
              </a:spcBef>
              <a:spcAft>
                <a:spcPts val="0"/>
              </a:spcAft>
              <a:buClr>
                <a:schemeClr val="dk1"/>
              </a:buClr>
              <a:buSzPts val="2400"/>
              <a:buFont typeface="Verdana"/>
              <a:buNone/>
            </a:pPr>
            <a:r>
              <a:t/>
            </a:r>
            <a:endParaRPr b="0" i="0" sz="2400" u="none" cap="none" strike="noStrike">
              <a:solidFill>
                <a:srgbClr val="000000"/>
              </a:solidFill>
              <a:latin typeface="Arial"/>
              <a:ea typeface="Arial"/>
              <a:cs typeface="Arial"/>
              <a:sym typeface="Arial"/>
            </a:endParaRPr>
          </a:p>
          <a:p>
            <a:pPr indent="-190500" lvl="0" marL="342900" marR="0" rtl="0" algn="l">
              <a:lnSpc>
                <a:spcPct val="90000"/>
              </a:lnSpc>
              <a:spcBef>
                <a:spcPts val="480"/>
              </a:spcBef>
              <a:spcAft>
                <a:spcPts val="0"/>
              </a:spcAft>
              <a:buClr>
                <a:schemeClr val="dk1"/>
              </a:buClr>
              <a:buSzPts val="2400"/>
              <a:buFont typeface="Verdana"/>
              <a:buNone/>
            </a:pPr>
            <a:r>
              <a:t/>
            </a:r>
            <a:endParaRPr b="0" i="0" sz="2400" u="none" cap="none" strike="noStrike">
              <a:solidFill>
                <a:srgbClr val="000000"/>
              </a:solidFill>
              <a:latin typeface="Arial"/>
              <a:ea typeface="Arial"/>
              <a:cs typeface="Arial"/>
              <a:sym typeface="Arial"/>
            </a:endParaRPr>
          </a:p>
        </p:txBody>
      </p:sp>
      <p:sp>
        <p:nvSpPr>
          <p:cNvPr id="608" name="Google Shape;608;p21"/>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pic>
        <p:nvPicPr>
          <p:cNvPr descr="Screen Shot 2013-03-25 at 10.07.30 AM.png" id="609" name="Google Shape;609;p21"/>
          <p:cNvPicPr preferRelativeResize="0"/>
          <p:nvPr/>
        </p:nvPicPr>
        <p:blipFill rotWithShape="1">
          <a:blip r:embed="rId3">
            <a:alphaModFix/>
          </a:blip>
          <a:srcRect b="0" l="0" r="0" t="0"/>
          <a:stretch/>
        </p:blipFill>
        <p:spPr>
          <a:xfrm>
            <a:off x="1143000" y="2971800"/>
            <a:ext cx="7331075" cy="2590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22"/>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615" name="Google Shape;615;p22"/>
          <p:cNvSpPr txBox="1"/>
          <p:nvPr/>
        </p:nvSpPr>
        <p:spPr>
          <a:xfrm>
            <a:off x="1066800" y="914400"/>
            <a:ext cx="7543800" cy="1676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2400"/>
              <a:buFont typeface="Arial"/>
              <a:buNone/>
            </a:pPr>
            <a:r>
              <a:rPr b="1" i="0" lang="en-US" sz="2400" u="none" cap="none" strike="noStrike">
                <a:solidFill>
                  <a:srgbClr val="FF0000"/>
                </a:solidFill>
                <a:latin typeface="Arial"/>
                <a:ea typeface="Arial"/>
                <a:cs typeface="Arial"/>
                <a:sym typeface="Arial"/>
              </a:rPr>
              <a:t>Solution 6.1</a:t>
            </a:r>
            <a:r>
              <a:rPr b="0" i="0" lang="en-US" sz="2400" u="none" cap="none" strike="noStrike">
                <a:solidFill>
                  <a:srgbClr val="FF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320"/>
              </a:spcBef>
              <a:spcAft>
                <a:spcPts val="0"/>
              </a:spcAft>
              <a:buClr>
                <a:schemeClr val="dk1"/>
              </a:buClr>
              <a:buSzPts val="1600"/>
              <a:buFont typeface="Verdana"/>
              <a:buNone/>
            </a:pPr>
            <a:r>
              <a:t/>
            </a:r>
            <a:endParaRPr b="0" i="0" sz="1600" u="none" cap="none" strike="noStrike">
              <a:solidFill>
                <a:srgbClr val="FF0000"/>
              </a:solidFill>
              <a:latin typeface="Arial"/>
              <a:ea typeface="Arial"/>
              <a:cs typeface="Arial"/>
              <a:sym typeface="Arial"/>
            </a:endParaRPr>
          </a:p>
          <a:p>
            <a:pPr indent="0" lvl="0" marL="0" marR="0" rtl="0" algn="l">
              <a:lnSpc>
                <a:spcPct val="90000"/>
              </a:lnSpc>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Producer should update the counter just before consumer read the value of counter.</a:t>
            </a:r>
            <a:endParaRPr b="0" i="0" sz="1400" u="none" cap="none" strike="noStrike">
              <a:solidFill>
                <a:srgbClr val="000000"/>
              </a:solidFill>
              <a:latin typeface="Arial"/>
              <a:ea typeface="Arial"/>
              <a:cs typeface="Arial"/>
              <a:sym typeface="Arial"/>
            </a:endParaRPr>
          </a:p>
          <a:p>
            <a:pPr indent="-190500" lvl="0" marL="342900" marR="0" rtl="0" algn="l">
              <a:lnSpc>
                <a:spcPct val="90000"/>
              </a:lnSpc>
              <a:spcBef>
                <a:spcPts val="480"/>
              </a:spcBef>
              <a:spcAft>
                <a:spcPts val="0"/>
              </a:spcAft>
              <a:buClr>
                <a:schemeClr val="dk1"/>
              </a:buClr>
              <a:buSzPts val="2400"/>
              <a:buFont typeface="Verdana"/>
              <a:buNone/>
            </a:pPr>
            <a:r>
              <a:t/>
            </a:r>
            <a:endParaRPr b="0" i="0" sz="2400" u="none" cap="none" strike="noStrike">
              <a:solidFill>
                <a:srgbClr val="000000"/>
              </a:solidFill>
              <a:latin typeface="Arial"/>
              <a:ea typeface="Arial"/>
              <a:cs typeface="Arial"/>
              <a:sym typeface="Arial"/>
            </a:endParaRPr>
          </a:p>
          <a:p>
            <a:pPr indent="-190500" lvl="0" marL="342900" marR="0" rtl="0" algn="l">
              <a:lnSpc>
                <a:spcPct val="90000"/>
              </a:lnSpc>
              <a:spcBef>
                <a:spcPts val="480"/>
              </a:spcBef>
              <a:spcAft>
                <a:spcPts val="0"/>
              </a:spcAft>
              <a:buClr>
                <a:schemeClr val="dk1"/>
              </a:buClr>
              <a:buSzPts val="2400"/>
              <a:buFont typeface="Verdana"/>
              <a:buNone/>
            </a:pPr>
            <a:r>
              <a:t/>
            </a:r>
            <a:endParaRPr b="0" i="0" sz="2400" u="none" cap="none" strike="noStrike">
              <a:solidFill>
                <a:srgbClr val="000000"/>
              </a:solidFill>
              <a:latin typeface="Arial"/>
              <a:ea typeface="Arial"/>
              <a:cs typeface="Arial"/>
              <a:sym typeface="Arial"/>
            </a:endParaRPr>
          </a:p>
          <a:p>
            <a:pPr indent="-190500" lvl="0" marL="342900" marR="0" rtl="0" algn="l">
              <a:lnSpc>
                <a:spcPct val="90000"/>
              </a:lnSpc>
              <a:spcBef>
                <a:spcPts val="480"/>
              </a:spcBef>
              <a:spcAft>
                <a:spcPts val="0"/>
              </a:spcAft>
              <a:buClr>
                <a:schemeClr val="dk1"/>
              </a:buClr>
              <a:buSzPts val="2400"/>
              <a:buFont typeface="Verdana"/>
              <a:buNone/>
            </a:pPr>
            <a:r>
              <a:t/>
            </a:r>
            <a:endParaRPr b="0" i="0" sz="2400" u="none" cap="none" strike="noStrike">
              <a:solidFill>
                <a:srgbClr val="000000"/>
              </a:solidFill>
              <a:latin typeface="Arial"/>
              <a:ea typeface="Arial"/>
              <a:cs typeface="Arial"/>
              <a:sym typeface="Arial"/>
            </a:endParaRPr>
          </a:p>
        </p:txBody>
      </p:sp>
      <p:sp>
        <p:nvSpPr>
          <p:cNvPr id="616" name="Google Shape;616;p22"/>
          <p:cNvSpPr/>
          <p:nvPr/>
        </p:nvSpPr>
        <p:spPr>
          <a:xfrm rot="2245177">
            <a:off x="7339013" y="331788"/>
            <a:ext cx="1676400" cy="990600"/>
          </a:xfrm>
          <a:prstGeom prst="star8">
            <a:avLst>
              <a:gd fmla="val 37500" name="adj"/>
            </a:avLst>
          </a:prstGeom>
          <a:solidFill>
            <a:srgbClr val="FFFF00"/>
          </a:solidFill>
          <a:ln>
            <a:noFill/>
          </a:ln>
          <a:effectLst>
            <a:outerShdw rotWithShape="0" algn="tl" dir="2700000" dist="139700">
              <a:srgbClr val="808080">
                <a:alpha val="42352"/>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Short Stack"/>
              <a:buNone/>
            </a:pPr>
            <a:r>
              <a:rPr b="0" i="0" lang="en-US" sz="1800" u="none" cap="none" strike="noStrike">
                <a:solidFill>
                  <a:srgbClr val="FF0000"/>
                </a:solidFill>
                <a:latin typeface="Short Stack"/>
                <a:ea typeface="Short Stack"/>
                <a:cs typeface="Short Stack"/>
                <a:sym typeface="Short Stack"/>
              </a:rPr>
              <a:t>Extra</a:t>
            </a:r>
            <a:endParaRPr b="0" i="0" sz="1400" u="none" cap="none" strike="noStrike">
              <a:solidFill>
                <a:srgbClr val="000000"/>
              </a:solidFill>
              <a:latin typeface="Arial"/>
              <a:ea typeface="Arial"/>
              <a:cs typeface="Arial"/>
              <a:sym typeface="Arial"/>
            </a:endParaRPr>
          </a:p>
        </p:txBody>
      </p:sp>
      <p:pic>
        <p:nvPicPr>
          <p:cNvPr id="617" name="Google Shape;617;p22"/>
          <p:cNvPicPr preferRelativeResize="0"/>
          <p:nvPr/>
        </p:nvPicPr>
        <p:blipFill rotWithShape="1">
          <a:blip r:embed="rId3">
            <a:alphaModFix/>
          </a:blip>
          <a:srcRect b="0" l="0" r="0" t="0"/>
          <a:stretch/>
        </p:blipFill>
        <p:spPr>
          <a:xfrm>
            <a:off x="1066800" y="2719802"/>
            <a:ext cx="7643111" cy="267891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23"/>
          <p:cNvSpPr txBox="1"/>
          <p:nvPr>
            <p:ph type="title"/>
          </p:nvPr>
        </p:nvSpPr>
        <p:spPr>
          <a:xfrm>
            <a:off x="457200" y="2016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6.2	Critical Section Problem</a:t>
            </a:r>
            <a:endParaRPr/>
          </a:p>
        </p:txBody>
      </p:sp>
      <p:sp>
        <p:nvSpPr>
          <p:cNvPr id="623" name="Google Shape;623;p23"/>
          <p:cNvSpPr txBox="1"/>
          <p:nvPr>
            <p:ph idx="1" type="body"/>
          </p:nvPr>
        </p:nvSpPr>
        <p:spPr>
          <a:xfrm>
            <a:off x="571500" y="1119188"/>
            <a:ext cx="81153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Part of a program (segment of code for each process)</a:t>
            </a:r>
            <a:endParaRPr/>
          </a:p>
          <a:p>
            <a:pPr indent="-342900" lvl="0" marL="342900" rtl="0" algn="just">
              <a:lnSpc>
                <a:spcPct val="100000"/>
              </a:lnSpc>
              <a:spcBef>
                <a:spcPts val="770"/>
              </a:spcBef>
              <a:spcAft>
                <a:spcPts val="0"/>
              </a:spcAft>
              <a:buSzPts val="1980"/>
              <a:buChar char="●"/>
            </a:pPr>
            <a:r>
              <a:rPr lang="en-US"/>
              <a:t>Consider system of </a:t>
            </a:r>
            <a:r>
              <a:rPr b="1" i="1" lang="en-US"/>
              <a:t>n</a:t>
            </a:r>
            <a:r>
              <a:rPr b="1" lang="en-US"/>
              <a:t> </a:t>
            </a:r>
            <a:r>
              <a:rPr lang="en-US"/>
              <a:t>processes {</a:t>
            </a:r>
            <a:r>
              <a:rPr b="1" i="1" lang="en-US"/>
              <a:t>P</a:t>
            </a:r>
            <a:r>
              <a:rPr b="1" baseline="-25000" i="1" lang="en-US"/>
              <a:t>0</a:t>
            </a:r>
            <a:r>
              <a:rPr b="1" i="1" lang="en-US"/>
              <a:t>, P</a:t>
            </a:r>
            <a:r>
              <a:rPr b="1" baseline="-25000" i="1" lang="en-US"/>
              <a:t>1</a:t>
            </a:r>
            <a:r>
              <a:rPr b="1" i="1" lang="en-US"/>
              <a:t>, … P</a:t>
            </a:r>
            <a:r>
              <a:rPr b="1" baseline="-25000" i="1" lang="en-US"/>
              <a:t>n-1</a:t>
            </a:r>
            <a:r>
              <a:rPr lang="en-US"/>
              <a:t>}</a:t>
            </a:r>
            <a:endParaRPr/>
          </a:p>
          <a:p>
            <a:pPr indent="-342900" lvl="0" marL="342900" rtl="0" algn="just">
              <a:lnSpc>
                <a:spcPct val="100000"/>
              </a:lnSpc>
              <a:spcBef>
                <a:spcPts val="770"/>
              </a:spcBef>
              <a:spcAft>
                <a:spcPts val="0"/>
              </a:spcAft>
              <a:buSzPts val="1980"/>
              <a:buChar char="●"/>
            </a:pPr>
            <a:r>
              <a:rPr lang="en-US"/>
              <a:t>Each process has </a:t>
            </a:r>
            <a:r>
              <a:rPr b="1" lang="en-US">
                <a:solidFill>
                  <a:srgbClr val="3366FF"/>
                </a:solidFill>
              </a:rPr>
              <a:t>critical section </a:t>
            </a:r>
            <a:r>
              <a:rPr lang="en-US"/>
              <a:t>segment of code</a:t>
            </a:r>
            <a:endParaRPr/>
          </a:p>
          <a:p>
            <a:pPr indent="-285750" lvl="1" marL="742950" rtl="0" algn="just">
              <a:lnSpc>
                <a:spcPct val="100000"/>
              </a:lnSpc>
              <a:spcBef>
                <a:spcPts val="770"/>
              </a:spcBef>
              <a:spcAft>
                <a:spcPts val="0"/>
              </a:spcAft>
              <a:buSzPts val="1760"/>
              <a:buChar char="●"/>
            </a:pPr>
            <a:r>
              <a:rPr lang="en-US"/>
              <a:t>Process may be changing common variables, updating table, writing file, etc</a:t>
            </a:r>
            <a:endParaRPr/>
          </a:p>
          <a:p>
            <a:pPr indent="-285750" lvl="1" marL="742950" rtl="0" algn="just">
              <a:lnSpc>
                <a:spcPct val="100000"/>
              </a:lnSpc>
              <a:spcBef>
                <a:spcPts val="770"/>
              </a:spcBef>
              <a:spcAft>
                <a:spcPts val="0"/>
              </a:spcAft>
              <a:buSzPts val="1760"/>
              <a:buChar char="●"/>
            </a:pPr>
            <a:r>
              <a:rPr lang="en-US"/>
              <a:t>When one process in critical section, no other may be in its critical section</a:t>
            </a:r>
            <a:endParaRPr/>
          </a:p>
          <a:p>
            <a:pPr indent="-342900" lvl="0" marL="342900" rtl="0" algn="just">
              <a:lnSpc>
                <a:spcPct val="100000"/>
              </a:lnSpc>
              <a:spcBef>
                <a:spcPts val="770"/>
              </a:spcBef>
              <a:spcAft>
                <a:spcPts val="0"/>
              </a:spcAft>
              <a:buSzPts val="1980"/>
              <a:buChar char="●"/>
            </a:pPr>
            <a:r>
              <a:rPr b="1" i="1" lang="en-US"/>
              <a:t>Critical section problem </a:t>
            </a:r>
            <a:r>
              <a:rPr lang="en-US"/>
              <a:t>is to design protocol to solve this.</a:t>
            </a:r>
            <a:endParaRPr/>
          </a:p>
          <a:p>
            <a:pPr indent="-342900" lvl="0" marL="342900" rtl="0" algn="just">
              <a:lnSpc>
                <a:spcPct val="100000"/>
              </a:lnSpc>
              <a:spcBef>
                <a:spcPts val="770"/>
              </a:spcBef>
              <a:spcAft>
                <a:spcPts val="0"/>
              </a:spcAft>
              <a:buSzPts val="1980"/>
              <a:buChar char="●"/>
            </a:pPr>
            <a:r>
              <a:rPr lang="en-US"/>
              <a:t>Each process must ask permission to enter critical section in </a:t>
            </a:r>
            <a:r>
              <a:rPr b="1" lang="en-US">
                <a:solidFill>
                  <a:srgbClr val="3366FF"/>
                </a:solidFill>
              </a:rPr>
              <a:t>entry section </a:t>
            </a:r>
            <a:r>
              <a:rPr lang="en-US"/>
              <a:t>code; it than executes in the critical section; once  it finishes  executing in the critical section it  enters the </a:t>
            </a:r>
            <a:r>
              <a:rPr b="1" lang="en-US">
                <a:solidFill>
                  <a:srgbClr val="3366FF"/>
                </a:solidFill>
              </a:rPr>
              <a:t>exit section </a:t>
            </a:r>
            <a:r>
              <a:rPr lang="en-US"/>
              <a:t>code.  The process then enters the </a:t>
            </a:r>
            <a:r>
              <a:rPr b="1" lang="en-US">
                <a:solidFill>
                  <a:srgbClr val="3366FF"/>
                </a:solidFill>
              </a:rPr>
              <a:t>remainder section </a:t>
            </a:r>
            <a:r>
              <a:rPr lang="en-US"/>
              <a:t>code.</a:t>
            </a:r>
            <a:endParaRPr/>
          </a:p>
          <a:p>
            <a:pPr indent="-217170" lvl="0" marL="342900" rtl="0" algn="just">
              <a:lnSpc>
                <a:spcPct val="100000"/>
              </a:lnSpc>
              <a:spcBef>
                <a:spcPts val="770"/>
              </a:spcBef>
              <a:spcAft>
                <a:spcPts val="0"/>
              </a:spcAft>
              <a:buSzPts val="1980"/>
              <a:buNone/>
            </a:pPr>
            <a:r>
              <a:t/>
            </a:r>
            <a:endParaRPr b="1">
              <a:solidFill>
                <a:srgbClr val="3366FF"/>
              </a:solidFill>
            </a:endParaRPr>
          </a:p>
          <a:p>
            <a:pPr indent="-342900" lvl="0" marL="342900" rtl="0" algn="just">
              <a:lnSpc>
                <a:spcPct val="100000"/>
              </a:lnSpc>
              <a:spcBef>
                <a:spcPts val="770"/>
              </a:spcBef>
              <a:spcAft>
                <a:spcPts val="0"/>
              </a:spcAft>
              <a:buSzPts val="1980"/>
              <a:buFont typeface="Arial"/>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24"/>
          <p:cNvSpPr txBox="1"/>
          <p:nvPr>
            <p:ph type="title"/>
          </p:nvPr>
        </p:nvSpPr>
        <p:spPr>
          <a:xfrm>
            <a:off x="1100138" y="-9525"/>
            <a:ext cx="8229600" cy="576263"/>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sz="2000"/>
              <a:t>General structure of Process Entering the Critical Section</a:t>
            </a:r>
            <a:endParaRPr/>
          </a:p>
        </p:txBody>
      </p:sp>
      <p:sp>
        <p:nvSpPr>
          <p:cNvPr id="629" name="Google Shape;629;p24"/>
          <p:cNvSpPr txBox="1"/>
          <p:nvPr>
            <p:ph idx="1" type="body"/>
          </p:nvPr>
        </p:nvSpPr>
        <p:spPr>
          <a:xfrm>
            <a:off x="1312863" y="1233488"/>
            <a:ext cx="7510462" cy="5334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General structure of process </a:t>
            </a:r>
            <a:r>
              <a:rPr b="1" i="1" lang="en-US"/>
              <a:t>P</a:t>
            </a:r>
            <a:r>
              <a:rPr b="1" baseline="-25000" i="1" lang="en-US"/>
              <a:t>i  </a:t>
            </a:r>
            <a:endParaRPr/>
          </a:p>
          <a:p>
            <a:pPr indent="-217170" lvl="0" marL="342900" rtl="0" algn="just">
              <a:lnSpc>
                <a:spcPct val="100000"/>
              </a:lnSpc>
              <a:spcBef>
                <a:spcPts val="770"/>
              </a:spcBef>
              <a:spcAft>
                <a:spcPts val="0"/>
              </a:spcAft>
              <a:buSzPts val="1980"/>
              <a:buNone/>
            </a:pPr>
            <a:r>
              <a:t/>
            </a:r>
            <a:endParaRPr b="1">
              <a:solidFill>
                <a:srgbClr val="0000FF"/>
              </a:solidFill>
            </a:endParaRPr>
          </a:p>
        </p:txBody>
      </p:sp>
      <p:pic>
        <p:nvPicPr>
          <p:cNvPr id="630" name="Google Shape;630;p24"/>
          <p:cNvPicPr preferRelativeResize="0"/>
          <p:nvPr/>
        </p:nvPicPr>
        <p:blipFill rotWithShape="1">
          <a:blip r:embed="rId3">
            <a:alphaModFix/>
          </a:blip>
          <a:srcRect b="0" l="0" r="0" t="0"/>
          <a:stretch/>
        </p:blipFill>
        <p:spPr>
          <a:xfrm>
            <a:off x="2592388" y="1751013"/>
            <a:ext cx="3894137" cy="2690812"/>
          </a:xfrm>
          <a:prstGeom prst="rect">
            <a:avLst/>
          </a:prstGeom>
          <a:noFill/>
          <a:ln>
            <a:noFill/>
          </a:ln>
        </p:spPr>
      </p:pic>
      <p:sp>
        <p:nvSpPr>
          <p:cNvPr id="631" name="Google Shape;631;p24"/>
          <p:cNvSpPr txBox="1"/>
          <p:nvPr/>
        </p:nvSpPr>
        <p:spPr>
          <a:xfrm>
            <a:off x="120952" y="4721781"/>
            <a:ext cx="890209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66CCFF"/>
                </a:solidFill>
                <a:latin typeface="Helvetica Neue"/>
                <a:ea typeface="Helvetica Neue"/>
                <a:cs typeface="Helvetica Neue"/>
                <a:sym typeface="Helvetica Neue"/>
              </a:rPr>
              <a:t>Figure 6.1</a:t>
            </a:r>
            <a:r>
              <a:rPr b="0" i="0" lang="en-US" sz="1800" u="none" cap="none" strike="noStrike">
                <a:solidFill>
                  <a:schemeClr val="dk1"/>
                </a:solidFill>
                <a:latin typeface="Helvetica Neue"/>
                <a:ea typeface="Helvetica Neue"/>
                <a:cs typeface="Helvetica Neue"/>
                <a:sym typeface="Helvetica Neue"/>
              </a:rPr>
              <a:t>  General structure of Process Entering the Critical Section</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25"/>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637" name="Google Shape;637;p25"/>
          <p:cNvSpPr txBox="1"/>
          <p:nvPr>
            <p:ph type="title"/>
          </p:nvPr>
        </p:nvSpPr>
        <p:spPr>
          <a:xfrm>
            <a:off x="533400" y="914400"/>
            <a:ext cx="8229600" cy="609600"/>
          </a:xfrm>
          <a:prstGeom prst="rect">
            <a:avLst/>
          </a:prstGeom>
          <a:noFill/>
          <a:ln>
            <a:noFill/>
          </a:ln>
        </p:spPr>
        <p:txBody>
          <a:bodyPr anchorCtr="0" anchor="b" bIns="44450" lIns="90475" spcFirstLastPara="1" rIns="90475" wrap="square" tIns="44450">
            <a:noAutofit/>
          </a:bodyPr>
          <a:lstStyle/>
          <a:p>
            <a:pPr indent="0" lvl="0" marL="0" rtl="0" algn="ctr">
              <a:lnSpc>
                <a:spcPct val="100000"/>
              </a:lnSpc>
              <a:spcBef>
                <a:spcPts val="0"/>
              </a:spcBef>
              <a:spcAft>
                <a:spcPts val="0"/>
              </a:spcAft>
              <a:buSzPts val="1400"/>
              <a:buNone/>
            </a:pPr>
            <a:r>
              <a:rPr lang="en-US"/>
              <a:t>CS – Process Structure</a:t>
            </a:r>
            <a:endParaRPr/>
          </a:p>
        </p:txBody>
      </p:sp>
      <p:pic>
        <p:nvPicPr>
          <p:cNvPr id="638" name="Google Shape;638;p25"/>
          <p:cNvPicPr preferRelativeResize="0"/>
          <p:nvPr/>
        </p:nvPicPr>
        <p:blipFill rotWithShape="1">
          <a:blip r:embed="rId3">
            <a:alphaModFix/>
          </a:blip>
          <a:srcRect b="0" l="0" r="0" t="0"/>
          <a:stretch/>
        </p:blipFill>
        <p:spPr>
          <a:xfrm>
            <a:off x="381000" y="1905000"/>
            <a:ext cx="8534400" cy="4267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26"/>
          <p:cNvSpPr txBox="1"/>
          <p:nvPr>
            <p:ph type="title"/>
          </p:nvPr>
        </p:nvSpPr>
        <p:spPr>
          <a:xfrm>
            <a:off x="889000" y="115888"/>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sz="2800"/>
              <a:t>Algorithm for Process P</a:t>
            </a:r>
            <a:r>
              <a:rPr baseline="-25000" lang="en-US" sz="2800">
                <a:solidFill>
                  <a:srgbClr val="0000FF"/>
                </a:solidFill>
              </a:rPr>
              <a:t>i</a:t>
            </a:r>
            <a:endParaRPr sz="2800"/>
          </a:p>
        </p:txBody>
      </p:sp>
      <p:sp>
        <p:nvSpPr>
          <p:cNvPr id="645" name="Google Shape;645;p26"/>
          <p:cNvSpPr txBox="1"/>
          <p:nvPr>
            <p:ph idx="1" type="body"/>
          </p:nvPr>
        </p:nvSpPr>
        <p:spPr>
          <a:xfrm>
            <a:off x="514350" y="1144588"/>
            <a:ext cx="810387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Entry section to critical section is to “disable interrupts.</a:t>
            </a:r>
            <a:endParaRPr/>
          </a:p>
          <a:p>
            <a:pPr indent="-342900" lvl="0" marL="342900" rtl="0" algn="just">
              <a:lnSpc>
                <a:spcPct val="100000"/>
              </a:lnSpc>
              <a:spcBef>
                <a:spcPts val="770"/>
              </a:spcBef>
              <a:spcAft>
                <a:spcPts val="0"/>
              </a:spcAft>
              <a:buSzPts val="1980"/>
              <a:buChar char="●"/>
            </a:pPr>
            <a:r>
              <a:rPr lang="en-US"/>
              <a:t>Execute in the critical section</a:t>
            </a:r>
            <a:endParaRPr/>
          </a:p>
          <a:p>
            <a:pPr indent="-342900" lvl="0" marL="342900" rtl="0" algn="just">
              <a:lnSpc>
                <a:spcPct val="100000"/>
              </a:lnSpc>
              <a:spcBef>
                <a:spcPts val="770"/>
              </a:spcBef>
              <a:spcAft>
                <a:spcPts val="0"/>
              </a:spcAft>
              <a:buSzPts val="1980"/>
              <a:buChar char="●"/>
            </a:pPr>
            <a:r>
              <a:rPr lang="en-US"/>
              <a:t>Exit  section  is to “enable interrupts”.</a:t>
            </a:r>
            <a:endParaRPr/>
          </a:p>
          <a:p>
            <a:pPr indent="-342900" lvl="0" marL="342900" rtl="0" algn="just">
              <a:lnSpc>
                <a:spcPct val="100000"/>
              </a:lnSpc>
              <a:spcBef>
                <a:spcPts val="770"/>
              </a:spcBef>
              <a:spcAft>
                <a:spcPts val="0"/>
              </a:spcAft>
              <a:buSzPts val="1980"/>
              <a:buChar char="●"/>
            </a:pPr>
            <a:r>
              <a:rPr lang="en-US"/>
              <a:t>Implementation issues:</a:t>
            </a:r>
            <a:endParaRPr/>
          </a:p>
          <a:p>
            <a:pPr indent="-285750" lvl="1" marL="742950" rtl="0" algn="just">
              <a:lnSpc>
                <a:spcPct val="90000"/>
              </a:lnSpc>
              <a:spcBef>
                <a:spcPts val="770"/>
              </a:spcBef>
              <a:spcAft>
                <a:spcPts val="0"/>
              </a:spcAft>
              <a:buSzPts val="1760"/>
              <a:buChar char="●"/>
            </a:pPr>
            <a:r>
              <a:rPr lang="en-US"/>
              <a:t>Uniprocessor systems </a:t>
            </a:r>
            <a:endParaRPr/>
          </a:p>
          <a:p>
            <a:pPr indent="-228600" lvl="2" marL="1085850" rtl="0" algn="just">
              <a:lnSpc>
                <a:spcPct val="90000"/>
              </a:lnSpc>
              <a:spcBef>
                <a:spcPts val="700"/>
              </a:spcBef>
              <a:spcAft>
                <a:spcPts val="0"/>
              </a:spcAft>
              <a:buSzPts val="1500"/>
              <a:buChar char="4"/>
            </a:pPr>
            <a:r>
              <a:rPr lang="en-US"/>
              <a:t>Currently running code would execute without preemption</a:t>
            </a:r>
            <a:endParaRPr/>
          </a:p>
          <a:p>
            <a:pPr indent="-285750" lvl="1" marL="742950" rtl="0" algn="just">
              <a:lnSpc>
                <a:spcPct val="90000"/>
              </a:lnSpc>
              <a:spcBef>
                <a:spcPts val="770"/>
              </a:spcBef>
              <a:spcAft>
                <a:spcPts val="0"/>
              </a:spcAft>
              <a:buSzPts val="1760"/>
              <a:buChar char="●"/>
            </a:pPr>
            <a:r>
              <a:rPr lang="en-US"/>
              <a:t>Multiprocessor systems.</a:t>
            </a:r>
            <a:endParaRPr/>
          </a:p>
          <a:p>
            <a:pPr indent="-228600" lvl="2" marL="1085850" rtl="0" algn="just">
              <a:lnSpc>
                <a:spcPct val="90000"/>
              </a:lnSpc>
              <a:spcBef>
                <a:spcPts val="700"/>
              </a:spcBef>
              <a:spcAft>
                <a:spcPts val="0"/>
              </a:spcAft>
              <a:buSzPts val="1500"/>
              <a:buChar char="4"/>
            </a:pPr>
            <a:r>
              <a:rPr lang="en-US"/>
              <a:t>Generally too inefficient on multiprocessor systems</a:t>
            </a:r>
            <a:endParaRPr/>
          </a:p>
          <a:p>
            <a:pPr indent="-228600" lvl="2" marL="1085850" rtl="0" algn="just">
              <a:lnSpc>
                <a:spcPct val="90000"/>
              </a:lnSpc>
              <a:spcBef>
                <a:spcPts val="700"/>
              </a:spcBef>
              <a:spcAft>
                <a:spcPts val="0"/>
              </a:spcAft>
              <a:buSzPts val="1500"/>
              <a:buChar char="4"/>
            </a:pPr>
            <a:r>
              <a:rPr lang="en-US"/>
              <a:t>Operating systems using this not broadly scalable</a:t>
            </a:r>
            <a:endParaRPr/>
          </a:p>
          <a:p>
            <a:pPr indent="-342900" lvl="0" marL="342900" rtl="0" algn="just">
              <a:lnSpc>
                <a:spcPct val="90000"/>
              </a:lnSpc>
              <a:spcBef>
                <a:spcPts val="770"/>
              </a:spcBef>
              <a:spcAft>
                <a:spcPts val="0"/>
              </a:spcAft>
              <a:buSzPts val="1980"/>
              <a:buChar char="●"/>
            </a:pPr>
            <a:r>
              <a:rPr lang="en-US"/>
              <a:t>Is this an acceptable  solution?</a:t>
            </a:r>
            <a:endParaRPr/>
          </a:p>
          <a:p>
            <a:pPr indent="-285750" lvl="1" marL="742950" rtl="0" algn="just">
              <a:lnSpc>
                <a:spcPct val="90000"/>
              </a:lnSpc>
              <a:spcBef>
                <a:spcPts val="770"/>
              </a:spcBef>
              <a:spcAft>
                <a:spcPts val="0"/>
              </a:spcAft>
              <a:buSzPts val="1760"/>
              <a:buChar char="●"/>
            </a:pPr>
            <a:r>
              <a:rPr lang="en-US"/>
              <a:t>This is impractical if  the critical section  code is taking a long time to execute.</a:t>
            </a:r>
            <a:endParaRPr/>
          </a:p>
          <a:p>
            <a:pPr indent="-217170" lvl="0" marL="342900" rtl="0" algn="just">
              <a:lnSpc>
                <a:spcPct val="100000"/>
              </a:lnSpc>
              <a:spcBef>
                <a:spcPts val="770"/>
              </a:spcBef>
              <a:spcAft>
                <a:spcPts val="0"/>
              </a:spcAft>
              <a:buSzPts val="1980"/>
              <a:buNone/>
            </a:pPr>
            <a:r>
              <a:t/>
            </a:r>
            <a:endParaRPr/>
          </a:p>
          <a:p>
            <a:pPr indent="-217170" lvl="0" marL="342900" rtl="0" algn="just">
              <a:lnSpc>
                <a:spcPct val="100000"/>
              </a:lnSpc>
              <a:spcBef>
                <a:spcPts val="770"/>
              </a:spcBef>
              <a:spcAft>
                <a:spcPts val="0"/>
              </a:spcAft>
              <a:buSzPts val="1980"/>
              <a:buNone/>
            </a:pPr>
            <a:r>
              <a:t/>
            </a:r>
            <a:endParaRPr/>
          </a:p>
          <a:p>
            <a:pPr indent="-217170" lvl="0" marL="342900" rtl="0" algn="just">
              <a:lnSpc>
                <a:spcPct val="100000"/>
              </a:lnSpc>
              <a:spcBef>
                <a:spcPts val="770"/>
              </a:spcBef>
              <a:spcAft>
                <a:spcPts val="0"/>
              </a:spcAft>
              <a:buSzPts val="1980"/>
              <a:buNone/>
            </a:pPr>
            <a:r>
              <a:t/>
            </a:r>
            <a:endParaRPr/>
          </a:p>
          <a:p>
            <a:pPr indent="-217170" lvl="0" marL="342900" rtl="0" algn="just">
              <a:lnSpc>
                <a:spcPct val="100000"/>
              </a:lnSpc>
              <a:spcBef>
                <a:spcPts val="770"/>
              </a:spcBef>
              <a:spcAft>
                <a:spcPts val="0"/>
              </a:spcAft>
              <a:buSzPts val="1980"/>
              <a:buNone/>
            </a:pPr>
            <a:r>
              <a:t/>
            </a:r>
            <a:endParaRPr/>
          </a:p>
          <a:p>
            <a:pPr indent="-217170" lvl="0" marL="342900" rtl="0" algn="just">
              <a:lnSpc>
                <a:spcPct val="100000"/>
              </a:lnSpc>
              <a:spcBef>
                <a:spcPts val="770"/>
              </a:spcBef>
              <a:spcAft>
                <a:spcPts val="0"/>
              </a:spcAft>
              <a:buSzPts val="1980"/>
              <a:buNone/>
            </a:pPr>
            <a:r>
              <a:t/>
            </a:r>
            <a:endParaRPr/>
          </a:p>
          <a:p>
            <a:pPr indent="-217170" lvl="0" marL="342900" rtl="0" algn="just">
              <a:lnSpc>
                <a:spcPct val="100000"/>
              </a:lnSpc>
              <a:spcBef>
                <a:spcPts val="770"/>
              </a:spcBef>
              <a:spcAft>
                <a:spcPts val="0"/>
              </a:spcAft>
              <a:buSzPts val="1980"/>
              <a:buNone/>
            </a:pPr>
            <a:r>
              <a:t/>
            </a:r>
            <a:endParaRPr/>
          </a:p>
          <a:p>
            <a:pPr indent="-217170" lvl="0" marL="342900" rtl="0" algn="just">
              <a:lnSpc>
                <a:spcPct val="100000"/>
              </a:lnSpc>
              <a:spcBef>
                <a:spcPts val="770"/>
              </a:spcBef>
              <a:spcAft>
                <a:spcPts val="0"/>
              </a:spcAft>
              <a:buSzPts val="1980"/>
              <a:buNone/>
            </a:pPr>
            <a:r>
              <a:t/>
            </a:r>
            <a:endParaRPr/>
          </a:p>
          <a:p>
            <a:pPr indent="-342900" lvl="0" marL="342900" rtl="0" algn="just">
              <a:lnSpc>
                <a:spcPct val="100000"/>
              </a:lnSpc>
              <a:spcBef>
                <a:spcPts val="770"/>
              </a:spcBef>
              <a:spcAft>
                <a:spcPts val="0"/>
              </a:spcAft>
              <a:buSzPts val="1980"/>
              <a:buFont typeface="Arial"/>
              <a:buNone/>
            </a:pPr>
            <a:r>
              <a:t/>
            </a:r>
            <a:endParaRPr/>
          </a:p>
          <a:p>
            <a:pPr indent="-217170" lvl="0" marL="342900" rtl="0" algn="just">
              <a:lnSpc>
                <a:spcPct val="100000"/>
              </a:lnSpc>
              <a:spcBef>
                <a:spcPts val="770"/>
              </a:spcBef>
              <a:spcAft>
                <a:spcPts val="0"/>
              </a:spcAft>
              <a:buSzPts val="1980"/>
              <a:buNone/>
            </a:pPr>
            <a:r>
              <a:t/>
            </a:r>
            <a:endParaRPr/>
          </a:p>
          <a:p>
            <a:pPr indent="-217170" lvl="0" marL="342900" rtl="0" algn="just">
              <a:lnSpc>
                <a:spcPct val="100000"/>
              </a:lnSpc>
              <a:spcBef>
                <a:spcPts val="770"/>
              </a:spcBef>
              <a:spcAft>
                <a:spcPts val="0"/>
              </a:spcAft>
              <a:buSzPts val="1980"/>
              <a:buNone/>
            </a:pPr>
            <a:r>
              <a:t/>
            </a:r>
            <a:endParaRPr b="1">
              <a:solidFill>
                <a:srgbClr val="3366FF"/>
              </a:solidFill>
            </a:endParaRPr>
          </a:p>
          <a:p>
            <a:pPr indent="-342900" lvl="0" marL="342900" rtl="0" algn="just">
              <a:lnSpc>
                <a:spcPct val="100000"/>
              </a:lnSpc>
              <a:spcBef>
                <a:spcPts val="770"/>
              </a:spcBef>
              <a:spcAft>
                <a:spcPts val="0"/>
              </a:spcAft>
              <a:buSzPts val="1980"/>
              <a:buFont typeface="Arial"/>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27"/>
          <p:cNvSpPr/>
          <p:nvPr/>
        </p:nvSpPr>
        <p:spPr>
          <a:xfrm>
            <a:off x="3756978" y="2381886"/>
            <a:ext cx="2271712" cy="427037"/>
          </a:xfrm>
          <a:prstGeom prst="rect">
            <a:avLst/>
          </a:prstGeom>
          <a:solidFill>
            <a:schemeClr val="accent3"/>
          </a:solidFill>
          <a:ln cap="flat" cmpd="sng" w="25400">
            <a:solidFill>
              <a:srgbClr val="BABABA"/>
            </a:solidFill>
            <a:prstDash val="solid"/>
            <a:round/>
            <a:headEnd len="sm" w="sm" type="none"/>
            <a:tailEnd len="sm" w="sm" type="none"/>
          </a:ln>
        </p:spPr>
        <p:txBody>
          <a:bodyPr anchorCtr="0" anchor="t" bIns="32000" lIns="64000" spcFirstLastPara="1" rIns="64000" wrap="square" tIns="32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652" name="Google Shape;652;p27"/>
          <p:cNvSpPr/>
          <p:nvPr/>
        </p:nvSpPr>
        <p:spPr>
          <a:xfrm>
            <a:off x="4291171" y="3160712"/>
            <a:ext cx="1203325" cy="377825"/>
          </a:xfrm>
          <a:prstGeom prst="rect">
            <a:avLst/>
          </a:prstGeom>
          <a:solidFill>
            <a:schemeClr val="accent3"/>
          </a:solidFill>
          <a:ln cap="flat" cmpd="sng" w="25400">
            <a:solidFill>
              <a:srgbClr val="BABABA"/>
            </a:solidFill>
            <a:prstDash val="solid"/>
            <a:round/>
            <a:headEnd len="sm" w="sm" type="none"/>
            <a:tailEnd len="sm" w="sm" type="none"/>
          </a:ln>
        </p:spPr>
        <p:txBody>
          <a:bodyPr anchorCtr="0" anchor="t" bIns="32000" lIns="64000" spcFirstLastPara="1" rIns="64000" wrap="square" tIns="32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653" name="Google Shape;653;p27"/>
          <p:cNvSpPr txBox="1"/>
          <p:nvPr>
            <p:ph type="title"/>
          </p:nvPr>
        </p:nvSpPr>
        <p:spPr>
          <a:xfrm>
            <a:off x="457200" y="277813"/>
            <a:ext cx="8291513"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Algorithm for Process P</a:t>
            </a:r>
            <a:r>
              <a:rPr baseline="-25000" lang="en-US">
                <a:solidFill>
                  <a:srgbClr val="0000FF"/>
                </a:solidFill>
              </a:rPr>
              <a:t>i</a:t>
            </a:r>
            <a:endParaRPr/>
          </a:p>
        </p:txBody>
      </p:sp>
      <p:sp>
        <p:nvSpPr>
          <p:cNvPr id="654" name="Google Shape;654;p27"/>
          <p:cNvSpPr txBox="1"/>
          <p:nvPr>
            <p:ph idx="1" type="body"/>
          </p:nvPr>
        </p:nvSpPr>
        <p:spPr>
          <a:xfrm>
            <a:off x="2183130" y="1650206"/>
            <a:ext cx="4563581" cy="265723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ctr">
              <a:lnSpc>
                <a:spcPct val="100000"/>
              </a:lnSpc>
              <a:spcBef>
                <a:spcPts val="0"/>
              </a:spcBef>
              <a:spcAft>
                <a:spcPts val="0"/>
              </a:spcAft>
              <a:buSzPts val="1980"/>
              <a:buFont typeface="Arial"/>
              <a:buNone/>
            </a:pPr>
            <a:r>
              <a:rPr b="1" lang="en-US">
                <a:solidFill>
                  <a:srgbClr val="000000"/>
                </a:solidFill>
                <a:latin typeface="Courier New"/>
                <a:ea typeface="Courier New"/>
                <a:cs typeface="Courier New"/>
                <a:sym typeface="Courier New"/>
              </a:rPr>
              <a:t>	</a:t>
            </a:r>
            <a:r>
              <a:rPr b="1" lang="en-US" sz="1600">
                <a:solidFill>
                  <a:srgbClr val="000000"/>
                </a:solidFill>
                <a:latin typeface="Courier New"/>
                <a:ea typeface="Courier New"/>
                <a:cs typeface="Courier New"/>
                <a:sym typeface="Courier New"/>
              </a:rPr>
              <a:t>do { </a:t>
            </a:r>
            <a:endParaRPr/>
          </a:p>
          <a:p>
            <a:pPr indent="-342900" lvl="0" marL="342900" rtl="0" algn="ctr">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a:t>
            </a:r>
            <a:endParaRPr/>
          </a:p>
          <a:p>
            <a:pPr indent="-342900" lvl="0" marL="342900" rtl="0" algn="ctr">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while (turn == j); </a:t>
            </a:r>
            <a:endParaRPr/>
          </a:p>
          <a:p>
            <a:pPr indent="-342900" lvl="0" marL="342900" rtl="0" algn="ctr">
              <a:lnSpc>
                <a:spcPct val="100000"/>
              </a:lnSpc>
              <a:spcBef>
                <a:spcPts val="140"/>
              </a:spcBef>
              <a:spcAft>
                <a:spcPts val="0"/>
              </a:spcAft>
              <a:buSzPts val="360"/>
              <a:buFont typeface="Arial"/>
              <a:buNone/>
            </a:pPr>
            <a:r>
              <a:t/>
            </a:r>
            <a:endParaRPr b="1" sz="400">
              <a:solidFill>
                <a:srgbClr val="000000"/>
              </a:solidFill>
              <a:latin typeface="Courier New"/>
              <a:ea typeface="Courier New"/>
              <a:cs typeface="Courier New"/>
              <a:sym typeface="Courier New"/>
            </a:endParaRPr>
          </a:p>
          <a:p>
            <a:pPr indent="-342900" lvl="0" marL="342900" rtl="0" algn="ctr">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critical section </a:t>
            </a:r>
            <a:endParaRPr/>
          </a:p>
          <a:p>
            <a:pPr indent="-342900" lvl="0" marL="342900" rtl="0" algn="ctr">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turn = j; </a:t>
            </a:r>
            <a:endParaRPr/>
          </a:p>
          <a:p>
            <a:pPr indent="-342900" lvl="0" marL="342900" rtl="0" algn="ctr">
              <a:lnSpc>
                <a:spcPct val="100000"/>
              </a:lnSpc>
              <a:spcBef>
                <a:spcPts val="140"/>
              </a:spcBef>
              <a:spcAft>
                <a:spcPts val="0"/>
              </a:spcAft>
              <a:buSzPts val="360"/>
              <a:buFont typeface="Arial"/>
              <a:buNone/>
            </a:pPr>
            <a:r>
              <a:t/>
            </a:r>
            <a:endParaRPr b="1" sz="400">
              <a:solidFill>
                <a:srgbClr val="000000"/>
              </a:solidFill>
              <a:latin typeface="Courier New"/>
              <a:ea typeface="Courier New"/>
              <a:cs typeface="Courier New"/>
              <a:sym typeface="Courier New"/>
            </a:endParaRPr>
          </a:p>
          <a:p>
            <a:pPr indent="-342900" lvl="0" marL="342900" rtl="0" algn="ctr">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remainder section </a:t>
            </a:r>
            <a:endParaRPr/>
          </a:p>
          <a:p>
            <a:pPr indent="-342900" lvl="0" marL="342900" rtl="0" algn="ctr">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 while (true); </a:t>
            </a:r>
            <a:endParaRPr/>
          </a:p>
          <a:p>
            <a:pPr indent="-342900" lvl="0" marL="342900" rtl="0" algn="ctr">
              <a:lnSpc>
                <a:spcPct val="100000"/>
              </a:lnSpc>
              <a:spcBef>
                <a:spcPts val="560"/>
              </a:spcBef>
              <a:spcAft>
                <a:spcPts val="0"/>
              </a:spcAft>
              <a:buSzPts val="1440"/>
              <a:buFont typeface="Arial"/>
              <a:buNone/>
            </a:pPr>
            <a:r>
              <a:t/>
            </a:r>
            <a:endParaRPr sz="1600">
              <a:solidFill>
                <a:srgbClr val="0000FF"/>
              </a:solidFill>
            </a:endParaRPr>
          </a:p>
        </p:txBody>
      </p:sp>
      <p:sp>
        <p:nvSpPr>
          <p:cNvPr id="655" name="Google Shape;655;p27"/>
          <p:cNvSpPr txBox="1"/>
          <p:nvPr/>
        </p:nvSpPr>
        <p:spPr>
          <a:xfrm>
            <a:off x="1049338" y="1154113"/>
            <a:ext cx="68357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Verdana"/>
                <a:ea typeface="Verdana"/>
                <a:cs typeface="Verdana"/>
                <a:sym typeface="Verdana"/>
              </a:rPr>
              <a:t>Have a variable “turn” to indicate which process is next</a:t>
            </a:r>
            <a:endParaRPr b="0" i="0" sz="1400" u="none" cap="none" strike="noStrike">
              <a:solidFill>
                <a:srgbClr val="000000"/>
              </a:solidFill>
              <a:latin typeface="Arial"/>
              <a:ea typeface="Arial"/>
              <a:cs typeface="Arial"/>
              <a:sym typeface="Arial"/>
            </a:endParaRPr>
          </a:p>
        </p:txBody>
      </p:sp>
      <p:sp>
        <p:nvSpPr>
          <p:cNvPr id="656" name="Google Shape;656;p27"/>
          <p:cNvSpPr txBox="1"/>
          <p:nvPr/>
        </p:nvSpPr>
        <p:spPr>
          <a:xfrm>
            <a:off x="457199" y="5039123"/>
            <a:ext cx="8291513"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Verdana"/>
                <a:ea typeface="Verdana"/>
                <a:cs typeface="Verdana"/>
                <a:sym typeface="Verdana"/>
              </a:rPr>
              <a:t>  Algorithm is correct.  Only one process at a time in the critical section.  </a:t>
            </a:r>
            <a:endParaRPr b="0" i="0" sz="18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Verdana"/>
                <a:ea typeface="Verdana"/>
                <a:cs typeface="Verdana"/>
                <a:sym typeface="Verdana"/>
              </a:rPr>
              <a:t>   The other process will do </a:t>
            </a:r>
            <a:r>
              <a:rPr b="0" i="1" lang="en-US" sz="1800" u="none" cap="none" strike="noStrike">
                <a:solidFill>
                  <a:schemeClr val="dk1"/>
                </a:solidFill>
                <a:latin typeface="Verdana"/>
                <a:ea typeface="Verdana"/>
                <a:cs typeface="Verdana"/>
                <a:sym typeface="Verdana"/>
              </a:rPr>
              <a:t>Busy waiting for until</a:t>
            </a:r>
            <a:r>
              <a:rPr b="0" i="0" lang="en-US" sz="1800" u="none" cap="none" strike="noStrike">
                <a:solidFill>
                  <a:schemeClr val="dk1"/>
                </a:solidFill>
                <a:latin typeface="Verdana"/>
                <a:ea typeface="Verdana"/>
                <a:cs typeface="Verdana"/>
                <a:sym typeface="Verdana"/>
              </a:rPr>
              <a:t> the current process finish its critical section.</a:t>
            </a:r>
            <a:endParaRPr b="0" i="0" sz="1400" u="none" cap="none" strike="noStrike">
              <a:solidFill>
                <a:srgbClr val="000000"/>
              </a:solidFill>
              <a:latin typeface="Arial"/>
              <a:ea typeface="Arial"/>
              <a:cs typeface="Arial"/>
              <a:sym typeface="Arial"/>
            </a:endParaRPr>
          </a:p>
        </p:txBody>
      </p:sp>
      <p:sp>
        <p:nvSpPr>
          <p:cNvPr id="657" name="Google Shape;657;p27"/>
          <p:cNvSpPr txBox="1"/>
          <p:nvPr/>
        </p:nvSpPr>
        <p:spPr>
          <a:xfrm>
            <a:off x="2652872" y="4367768"/>
            <a:ext cx="3568382"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Verdana"/>
                <a:ea typeface="Verdana"/>
                <a:cs typeface="Verdana"/>
                <a:sym typeface="Verdana"/>
              </a:rPr>
              <a:t>Figure 6.2</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28"/>
          <p:cNvSpPr/>
          <p:nvPr/>
        </p:nvSpPr>
        <p:spPr>
          <a:xfrm>
            <a:off x="1066800" y="2057400"/>
            <a:ext cx="6858000" cy="1752600"/>
          </a:xfrm>
          <a:prstGeom prst="rect">
            <a:avLst/>
          </a:prstGeom>
          <a:solidFill>
            <a:schemeClr val="accent1"/>
          </a:solidFill>
          <a:ln cap="flat" cmpd="sng" w="9525">
            <a:solidFill>
              <a:schemeClr val="dk1"/>
            </a:solidFill>
            <a:prstDash val="solid"/>
            <a:round/>
            <a:headEnd len="sm" w="sm" type="none"/>
            <a:tailEnd len="sm" w="sm" type="none"/>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666" name="Google Shape;666;p28"/>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b="0" i="0" sz="1400" u="none" cap="none" strike="noStrike">
              <a:solidFill>
                <a:schemeClr val="lt1"/>
              </a:solidFill>
              <a:latin typeface="Arial"/>
              <a:ea typeface="Arial"/>
              <a:cs typeface="Arial"/>
              <a:sym typeface="Arial"/>
            </a:endParaRPr>
          </a:p>
        </p:txBody>
      </p:sp>
      <p:sp>
        <p:nvSpPr>
          <p:cNvPr id="667" name="Google Shape;667;p28"/>
          <p:cNvSpPr txBox="1"/>
          <p:nvPr>
            <p:ph type="title"/>
          </p:nvPr>
        </p:nvSpPr>
        <p:spPr>
          <a:xfrm>
            <a:off x="457200" y="685800"/>
            <a:ext cx="8229600" cy="762000"/>
          </a:xfrm>
          <a:prstGeom prst="rect">
            <a:avLst/>
          </a:prstGeom>
          <a:noFill/>
          <a:ln>
            <a:noFill/>
          </a:ln>
        </p:spPr>
        <p:txBody>
          <a:bodyPr anchorCtr="0" anchor="b" bIns="44450" lIns="90475" spcFirstLastPara="1" rIns="90475" wrap="square" tIns="44450">
            <a:noAutofit/>
          </a:bodyPr>
          <a:lstStyle/>
          <a:p>
            <a:pPr indent="0" lvl="0" marL="0" rtl="0" algn="ctr">
              <a:lnSpc>
                <a:spcPct val="100000"/>
              </a:lnSpc>
              <a:spcBef>
                <a:spcPts val="0"/>
              </a:spcBef>
              <a:spcAft>
                <a:spcPts val="0"/>
              </a:spcAft>
              <a:buSzPts val="1400"/>
              <a:buNone/>
            </a:pPr>
            <a:r>
              <a:rPr lang="en-US"/>
              <a:t>Requirements for CS solutions</a:t>
            </a:r>
            <a:endParaRPr/>
          </a:p>
        </p:txBody>
      </p:sp>
      <p:sp>
        <p:nvSpPr>
          <p:cNvPr id="668" name="Google Shape;668;p28"/>
          <p:cNvSpPr txBox="1"/>
          <p:nvPr>
            <p:ph idx="1" type="body"/>
          </p:nvPr>
        </p:nvSpPr>
        <p:spPr>
          <a:xfrm>
            <a:off x="990600" y="1524000"/>
            <a:ext cx="6858000" cy="2286000"/>
          </a:xfrm>
          <a:prstGeom prst="rect">
            <a:avLst/>
          </a:prstGeom>
          <a:noFill/>
          <a:ln>
            <a:noFill/>
          </a:ln>
        </p:spPr>
        <p:txBody>
          <a:bodyPr anchorCtr="0" anchor="t" bIns="44450" lIns="90475" spcFirstLastPara="1" rIns="90475" wrap="square" tIns="44450">
            <a:noAutofit/>
          </a:bodyPr>
          <a:lstStyle/>
          <a:p>
            <a:pPr indent="-533400" lvl="0" marL="533400" rtl="0" algn="just">
              <a:lnSpc>
                <a:spcPct val="100000"/>
              </a:lnSpc>
              <a:spcBef>
                <a:spcPts val="0"/>
              </a:spcBef>
              <a:spcAft>
                <a:spcPts val="0"/>
              </a:spcAft>
              <a:buSzPts val="2250"/>
              <a:buFont typeface="Noto Sans Symbols"/>
              <a:buNone/>
            </a:pPr>
            <a:r>
              <a:rPr b="1" lang="en-US" sz="2500"/>
              <a:t>Assumptions:</a:t>
            </a:r>
            <a:endParaRPr/>
          </a:p>
          <a:p>
            <a:pPr indent="-457200" lvl="0" marL="514350" rtl="0" algn="just">
              <a:lnSpc>
                <a:spcPct val="100000"/>
              </a:lnSpc>
              <a:spcBef>
                <a:spcPts val="770"/>
              </a:spcBef>
              <a:spcAft>
                <a:spcPts val="0"/>
              </a:spcAft>
              <a:buSzPts val="2750"/>
              <a:buFont typeface="Noto Sans Symbols"/>
              <a:buChar char="⚫"/>
            </a:pPr>
            <a:r>
              <a:rPr lang="en-US"/>
              <a:t>Assume that each process executes at a non-zero speed </a:t>
            </a:r>
            <a:endParaRPr/>
          </a:p>
          <a:p>
            <a:pPr indent="-457200" lvl="0" marL="514350" rtl="0" algn="just">
              <a:lnSpc>
                <a:spcPct val="100000"/>
              </a:lnSpc>
              <a:spcBef>
                <a:spcPts val="770"/>
              </a:spcBef>
              <a:spcAft>
                <a:spcPts val="0"/>
              </a:spcAft>
              <a:buSzPts val="2750"/>
              <a:buFont typeface="Noto Sans Symbols"/>
              <a:buChar char="⚫"/>
            </a:pPr>
            <a:r>
              <a:rPr lang="en-US"/>
              <a:t>No assumption concerning relative speed of the </a:t>
            </a:r>
            <a:r>
              <a:rPr i="1" lang="en-US"/>
              <a:t>n</a:t>
            </a:r>
            <a:r>
              <a:rPr lang="en-US"/>
              <a:t> processes or #</a:t>
            </a:r>
            <a:r>
              <a:rPr i="1" lang="en-US"/>
              <a:t>number</a:t>
            </a:r>
            <a:r>
              <a:rPr lang="en-US"/>
              <a:t> of CPU.</a:t>
            </a:r>
            <a:endParaRPr/>
          </a:p>
        </p:txBody>
      </p:sp>
      <p:sp>
        <p:nvSpPr>
          <p:cNvPr id="669" name="Google Shape;669;p28"/>
          <p:cNvSpPr/>
          <p:nvPr/>
        </p:nvSpPr>
        <p:spPr>
          <a:xfrm>
            <a:off x="990600" y="4602163"/>
            <a:ext cx="3581400"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Helvetica Neue"/>
                <a:ea typeface="Helvetica Neue"/>
                <a:cs typeface="Helvetica Neue"/>
                <a:sym typeface="Helvetica Neue"/>
              </a:rPr>
              <a:t>The algorithm does satisfy the three essential criteria to solve the CS problems.</a:t>
            </a:r>
            <a:endParaRPr b="0" i="0" sz="1400" u="none" cap="none" strike="noStrike">
              <a:solidFill>
                <a:srgbClr val="000000"/>
              </a:solidFill>
              <a:latin typeface="Arial"/>
              <a:ea typeface="Arial"/>
              <a:cs typeface="Arial"/>
              <a:sym typeface="Arial"/>
            </a:endParaRPr>
          </a:p>
        </p:txBody>
      </p:sp>
      <p:sp>
        <p:nvSpPr>
          <p:cNvPr id="670" name="Google Shape;670;p28"/>
          <p:cNvSpPr/>
          <p:nvPr/>
        </p:nvSpPr>
        <p:spPr>
          <a:xfrm>
            <a:off x="5105400" y="4419600"/>
            <a:ext cx="2819400" cy="533400"/>
          </a:xfrm>
          <a:prstGeom prst="rect">
            <a:avLst/>
          </a:prstGeom>
          <a:solidFill>
            <a:schemeClr val="accent1"/>
          </a:solidFill>
          <a:ln cap="flat" cmpd="sng" w="9525">
            <a:solidFill>
              <a:schemeClr val="dk1"/>
            </a:solidFill>
            <a:prstDash val="solid"/>
            <a:round/>
            <a:headEnd len="sm" w="sm" type="none"/>
            <a:tailEnd len="sm" w="sm" type="none"/>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70C0"/>
                </a:solidFill>
                <a:latin typeface="Helvetica Neue"/>
                <a:ea typeface="Helvetica Neue"/>
                <a:cs typeface="Helvetica Neue"/>
                <a:sym typeface="Helvetica Neue"/>
              </a:rPr>
              <a:t>Mutual Exclusion</a:t>
            </a:r>
            <a:endParaRPr b="0" i="0" sz="1400" u="none" cap="none" strike="noStrike">
              <a:solidFill>
                <a:srgbClr val="000000"/>
              </a:solidFill>
              <a:latin typeface="Arial"/>
              <a:ea typeface="Arial"/>
              <a:cs typeface="Arial"/>
              <a:sym typeface="Arial"/>
            </a:endParaRPr>
          </a:p>
        </p:txBody>
      </p:sp>
      <p:sp>
        <p:nvSpPr>
          <p:cNvPr id="671" name="Google Shape;671;p28"/>
          <p:cNvSpPr/>
          <p:nvPr/>
        </p:nvSpPr>
        <p:spPr>
          <a:xfrm>
            <a:off x="5105400" y="5181600"/>
            <a:ext cx="2819400" cy="533400"/>
          </a:xfrm>
          <a:prstGeom prst="rect">
            <a:avLst/>
          </a:prstGeom>
          <a:solidFill>
            <a:schemeClr val="accent1"/>
          </a:solidFill>
          <a:ln cap="flat" cmpd="sng" w="9525">
            <a:solidFill>
              <a:schemeClr val="dk1"/>
            </a:solidFill>
            <a:prstDash val="solid"/>
            <a:round/>
            <a:headEnd len="sm" w="sm" type="none"/>
            <a:tailEnd len="sm" w="sm" type="none"/>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70C0"/>
                </a:solidFill>
                <a:latin typeface="Helvetica Neue"/>
                <a:ea typeface="Helvetica Neue"/>
                <a:cs typeface="Helvetica Neue"/>
                <a:sym typeface="Helvetica Neue"/>
              </a:rPr>
              <a:t>Progress</a:t>
            </a:r>
            <a:endParaRPr b="0" i="0" sz="1400" u="none" cap="none" strike="noStrike">
              <a:solidFill>
                <a:srgbClr val="000000"/>
              </a:solidFill>
              <a:latin typeface="Arial"/>
              <a:ea typeface="Arial"/>
              <a:cs typeface="Arial"/>
              <a:sym typeface="Arial"/>
            </a:endParaRPr>
          </a:p>
        </p:txBody>
      </p:sp>
      <p:sp>
        <p:nvSpPr>
          <p:cNvPr id="672" name="Google Shape;672;p28"/>
          <p:cNvSpPr/>
          <p:nvPr/>
        </p:nvSpPr>
        <p:spPr>
          <a:xfrm>
            <a:off x="5105400" y="5943600"/>
            <a:ext cx="2819400" cy="533400"/>
          </a:xfrm>
          <a:prstGeom prst="rect">
            <a:avLst/>
          </a:prstGeom>
          <a:solidFill>
            <a:schemeClr val="accent1"/>
          </a:solidFill>
          <a:ln cap="flat" cmpd="sng" w="9525">
            <a:solidFill>
              <a:schemeClr val="dk1"/>
            </a:solidFill>
            <a:prstDash val="solid"/>
            <a:round/>
            <a:headEnd len="sm" w="sm" type="none"/>
            <a:tailEnd len="sm" w="sm" type="none"/>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70C0"/>
                </a:solidFill>
                <a:latin typeface="Helvetica Neue"/>
                <a:ea typeface="Helvetica Neue"/>
                <a:cs typeface="Helvetica Neue"/>
                <a:sym typeface="Helvetica Neue"/>
              </a:rPr>
              <a:t>Bounded Waiting</a:t>
            </a:r>
            <a:endParaRPr b="0" i="0" sz="1400" u="none" cap="none" strike="noStrike">
              <a:solidFill>
                <a:srgbClr val="000000"/>
              </a:solidFill>
              <a:latin typeface="Arial"/>
              <a:ea typeface="Arial"/>
              <a:cs typeface="Arial"/>
              <a:sym typeface="Arial"/>
            </a:endParaRPr>
          </a:p>
        </p:txBody>
      </p:sp>
      <p:sp>
        <p:nvSpPr>
          <p:cNvPr id="673" name="Google Shape;673;p28"/>
          <p:cNvSpPr txBox="1"/>
          <p:nvPr/>
        </p:nvSpPr>
        <p:spPr>
          <a:xfrm>
            <a:off x="1329266" y="187725"/>
            <a:ext cx="1036116"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6.2</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500"/>
                                        <p:tgtEl>
                                          <p:spTgt spid="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500"/>
                                        <p:tgtEl>
                                          <p:spTgt spid="6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500"/>
                                        <p:tgtEl>
                                          <p:spTgt spid="67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500"/>
                                        <p:tgtEl>
                                          <p:spTgt spid="6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29"/>
          <p:cNvSpPr txBox="1"/>
          <p:nvPr>
            <p:ph type="title"/>
          </p:nvPr>
        </p:nvSpPr>
        <p:spPr>
          <a:xfrm>
            <a:off x="1177925" y="195263"/>
            <a:ext cx="7724775"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Solution to Critical-Section Problem</a:t>
            </a:r>
            <a:endParaRPr/>
          </a:p>
        </p:txBody>
      </p:sp>
      <p:sp>
        <p:nvSpPr>
          <p:cNvPr id="680" name="Google Shape;680;p29"/>
          <p:cNvSpPr txBox="1"/>
          <p:nvPr>
            <p:ph idx="1" type="body"/>
          </p:nvPr>
        </p:nvSpPr>
        <p:spPr>
          <a:xfrm>
            <a:off x="438150" y="961073"/>
            <a:ext cx="82677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Font typeface="Arial"/>
              <a:buNone/>
            </a:pPr>
            <a:r>
              <a:rPr lang="en-US">
                <a:solidFill>
                  <a:srgbClr val="000000"/>
                </a:solidFill>
              </a:rPr>
              <a:t>Must satisfy the following three requirements:</a:t>
            </a:r>
            <a:endParaRPr/>
          </a:p>
          <a:p>
            <a:pPr indent="-342900" lvl="0" marL="342900" rtl="0" algn="just">
              <a:lnSpc>
                <a:spcPct val="100000"/>
              </a:lnSpc>
              <a:spcBef>
                <a:spcPts val="770"/>
              </a:spcBef>
              <a:spcAft>
                <a:spcPts val="0"/>
              </a:spcAft>
              <a:buSzPts val="1980"/>
              <a:buFont typeface="Arial"/>
              <a:buNone/>
            </a:pPr>
            <a:r>
              <a:rPr lang="en-US">
                <a:solidFill>
                  <a:srgbClr val="000000"/>
                </a:solidFill>
              </a:rPr>
              <a:t>1.   </a:t>
            </a:r>
            <a:r>
              <a:rPr b="1" lang="en-US">
                <a:solidFill>
                  <a:srgbClr val="3366FF"/>
                </a:solidFill>
              </a:rPr>
              <a:t>Mutual Exclusion </a:t>
            </a:r>
            <a:r>
              <a:rPr lang="en-US"/>
              <a:t>- If process </a:t>
            </a:r>
            <a:r>
              <a:rPr b="1" i="1" lang="en-US"/>
              <a:t>P</a:t>
            </a:r>
            <a:r>
              <a:rPr b="1" baseline="-25000" i="1" lang="en-US"/>
              <a:t>i</a:t>
            </a:r>
            <a:r>
              <a:rPr b="1" lang="en-US"/>
              <a:t> </a:t>
            </a:r>
            <a:r>
              <a:rPr lang="en-US"/>
              <a:t>is executing in its critical section, then no other processes can be executing in their critical sections</a:t>
            </a:r>
            <a:endParaRPr/>
          </a:p>
          <a:p>
            <a:pPr indent="-342900" lvl="0" marL="342900" rtl="0" algn="just">
              <a:lnSpc>
                <a:spcPct val="100000"/>
              </a:lnSpc>
              <a:spcBef>
                <a:spcPts val="770"/>
              </a:spcBef>
              <a:spcAft>
                <a:spcPts val="0"/>
              </a:spcAft>
              <a:buSzPts val="1980"/>
              <a:buFont typeface="Arial"/>
              <a:buNone/>
            </a:pPr>
            <a:r>
              <a:rPr lang="en-US">
                <a:solidFill>
                  <a:srgbClr val="000000"/>
                </a:solidFill>
              </a:rPr>
              <a:t>2.   </a:t>
            </a:r>
            <a:r>
              <a:rPr b="1" lang="en-US">
                <a:solidFill>
                  <a:srgbClr val="3366FF"/>
                </a:solidFill>
              </a:rPr>
              <a:t>Progress</a:t>
            </a:r>
            <a:r>
              <a:rPr b="1" lang="en-US"/>
              <a:t> </a:t>
            </a:r>
            <a:r>
              <a:rPr lang="en-US"/>
              <a:t>- If no process is executing in its critical section and there exist some processes that wish to enter their critical section, then the selection of the processes that will enter the critical section next cannot be postponed indefinitely</a:t>
            </a:r>
            <a:endParaRPr/>
          </a:p>
          <a:p>
            <a:pPr indent="-342900" lvl="0" marL="342900" rtl="0" algn="just">
              <a:lnSpc>
                <a:spcPct val="100000"/>
              </a:lnSpc>
              <a:spcBef>
                <a:spcPts val="770"/>
              </a:spcBef>
              <a:spcAft>
                <a:spcPts val="0"/>
              </a:spcAft>
              <a:buSzPts val="1980"/>
              <a:buFont typeface="Arial"/>
              <a:buNone/>
            </a:pPr>
            <a:r>
              <a:rPr lang="en-US"/>
              <a:t>3.  </a:t>
            </a:r>
            <a:r>
              <a:rPr b="1" lang="en-US">
                <a:solidFill>
                  <a:srgbClr val="3366FF"/>
                </a:solidFill>
              </a:rPr>
              <a:t>Bounded Waiting </a:t>
            </a:r>
            <a:r>
              <a:rPr lang="en-US"/>
              <a:t>-  A bound must exist on the number of times that other processes are allowed to enter their critical sections after a process has made a request to enter its critical section and before that request is granted</a:t>
            </a:r>
            <a:endParaRPr/>
          </a:p>
          <a:p>
            <a:pPr indent="-339725" lvl="1" marL="796925" rtl="0" algn="just">
              <a:lnSpc>
                <a:spcPct val="100000"/>
              </a:lnSpc>
              <a:spcBef>
                <a:spcPts val="700"/>
              </a:spcBef>
              <a:spcAft>
                <a:spcPts val="0"/>
              </a:spcAft>
              <a:buSzPts val="2500"/>
              <a:buFont typeface="Noto Sans Symbols"/>
              <a:buChar char="⚫"/>
            </a:pPr>
            <a:r>
              <a:rPr lang="en-US" sz="2000"/>
              <a:t>Assume that each process executes at a nonzero speed </a:t>
            </a:r>
            <a:endParaRPr/>
          </a:p>
          <a:p>
            <a:pPr indent="-339725" lvl="1" marL="796925" rtl="0" algn="just">
              <a:lnSpc>
                <a:spcPct val="100000"/>
              </a:lnSpc>
              <a:spcBef>
                <a:spcPts val="700"/>
              </a:spcBef>
              <a:spcAft>
                <a:spcPts val="0"/>
              </a:spcAft>
              <a:buSzPts val="2500"/>
              <a:buFont typeface="Noto Sans Symbols"/>
              <a:buChar char="⚫"/>
            </a:pPr>
            <a:r>
              <a:rPr lang="en-US" sz="2000"/>
              <a:t>No assumption concerning </a:t>
            </a:r>
            <a:r>
              <a:rPr b="1" lang="en-US" sz="2000">
                <a:solidFill>
                  <a:srgbClr val="3366FF"/>
                </a:solidFill>
              </a:rPr>
              <a:t>relative speed </a:t>
            </a:r>
            <a:r>
              <a:rPr lang="en-US" sz="2000"/>
              <a:t>of the</a:t>
            </a:r>
            <a:r>
              <a:rPr b="1" lang="en-US" sz="2000"/>
              <a:t> </a:t>
            </a:r>
            <a:r>
              <a:rPr b="1" i="1" lang="en-US" sz="2000">
                <a:solidFill>
                  <a:srgbClr val="000000"/>
                </a:solidFill>
              </a:rPr>
              <a:t>n</a:t>
            </a:r>
            <a:r>
              <a:rPr b="1" lang="en-US" sz="2000">
                <a:solidFill>
                  <a:srgbClr val="000000"/>
                </a:solidFill>
              </a:rPr>
              <a:t> </a:t>
            </a:r>
            <a:r>
              <a:rPr lang="en-US" sz="2000"/>
              <a:t>processes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30"/>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686" name="Google Shape;686;p30"/>
          <p:cNvSpPr txBox="1"/>
          <p:nvPr>
            <p:ph idx="1" type="body"/>
          </p:nvPr>
        </p:nvSpPr>
        <p:spPr>
          <a:xfrm>
            <a:off x="685800" y="1032510"/>
            <a:ext cx="8225790" cy="491490"/>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rgbClr val="222222"/>
              </a:buClr>
              <a:buSzPts val="2200"/>
              <a:buFont typeface="Arial"/>
              <a:buNone/>
            </a:pPr>
            <a:r>
              <a:rPr lang="en-US" sz="2200" u="sng"/>
              <a:t>4 Types of locking mechanisms to solve CS problem:</a:t>
            </a:r>
            <a:endParaRPr/>
          </a:p>
          <a:p>
            <a:pPr indent="-285750" lvl="1" marL="742950" rtl="0" algn="l">
              <a:lnSpc>
                <a:spcPct val="100000"/>
              </a:lnSpc>
              <a:spcBef>
                <a:spcPts val="400"/>
              </a:spcBef>
              <a:spcAft>
                <a:spcPts val="0"/>
              </a:spcAft>
              <a:buClr>
                <a:srgbClr val="222222"/>
              </a:buClr>
              <a:buSzPts val="2000"/>
              <a:buFont typeface="Noto Sans Symbols"/>
              <a:buNone/>
            </a:pPr>
            <a:r>
              <a:t/>
            </a:r>
            <a:endParaRPr b="1" i="1" sz="2000">
              <a:solidFill>
                <a:srgbClr val="777777"/>
              </a:solidFill>
            </a:endParaRPr>
          </a:p>
        </p:txBody>
      </p:sp>
      <p:sp>
        <p:nvSpPr>
          <p:cNvPr id="687" name="Google Shape;687;p30">
            <a:hlinkClick action="ppaction://hlinksldjump" r:id="rId3"/>
          </p:cNvPr>
          <p:cNvSpPr/>
          <p:nvPr/>
        </p:nvSpPr>
        <p:spPr>
          <a:xfrm>
            <a:off x="8686800" y="6096000"/>
            <a:ext cx="304800" cy="228600"/>
          </a:xfrm>
          <a:prstGeom prst="flowChartMerge">
            <a:avLst/>
          </a:prstGeom>
          <a:solidFill>
            <a:srgbClr val="00B0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688" name="Google Shape;688;p30">
            <a:hlinkClick action="ppaction://hlinksldjump" r:id="rId4"/>
          </p:cNvPr>
          <p:cNvSpPr/>
          <p:nvPr/>
        </p:nvSpPr>
        <p:spPr>
          <a:xfrm>
            <a:off x="8686800" y="5791200"/>
            <a:ext cx="304800" cy="228600"/>
          </a:xfrm>
          <a:prstGeom prst="flowChartMerge">
            <a:avLst/>
          </a:prstGeom>
          <a:solidFill>
            <a:srgbClr val="FFFF00"/>
          </a:solid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Verdana"/>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689" name="Google Shape;689;p30">
            <a:hlinkClick action="ppaction://hlinksldjump" r:id="rId5"/>
          </p:cNvPr>
          <p:cNvSpPr/>
          <p:nvPr/>
        </p:nvSpPr>
        <p:spPr>
          <a:xfrm>
            <a:off x="8686800" y="5486400"/>
            <a:ext cx="304800" cy="228600"/>
          </a:xfrm>
          <a:prstGeom prst="flowChartMerge">
            <a:avLst/>
          </a:pr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Verdana"/>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690" name="Google Shape;690;p30"/>
          <p:cNvSpPr/>
          <p:nvPr/>
        </p:nvSpPr>
        <p:spPr>
          <a:xfrm>
            <a:off x="685801" y="2105560"/>
            <a:ext cx="7268226" cy="286232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1. </a:t>
            </a:r>
            <a:r>
              <a:rPr b="0" i="0" lang="en-US" sz="2000" u="none" cap="none" strike="noStrike">
                <a:solidFill>
                  <a:srgbClr val="FF0000"/>
                </a:solidFill>
                <a:latin typeface="Arial"/>
                <a:ea typeface="Arial"/>
                <a:cs typeface="Arial"/>
                <a:sym typeface="Arial"/>
              </a:rPr>
              <a:t>Software defined </a:t>
            </a:r>
            <a:r>
              <a:rPr b="0" i="0" lang="en-US" sz="2000" u="none" cap="none" strike="noStrike">
                <a:solidFill>
                  <a:srgbClr val="000000"/>
                </a:solidFill>
                <a:latin typeface="Arial"/>
                <a:ea typeface="Arial"/>
                <a:cs typeface="Arial"/>
                <a:sym typeface="Arial"/>
              </a:rPr>
              <a:t>(</a:t>
            </a:r>
            <a:r>
              <a:rPr b="0" i="1" lang="en-US" sz="2000" u="none" cap="none" strike="noStrike">
                <a:solidFill>
                  <a:srgbClr val="000000"/>
                </a:solidFill>
                <a:latin typeface="Arial"/>
                <a:ea typeface="Arial"/>
                <a:cs typeface="Arial"/>
                <a:sym typeface="Arial"/>
              </a:rPr>
              <a:t>Strict Alternation, Flagging and </a:t>
            </a:r>
            <a:r>
              <a:rPr b="0" i="1" lang="en-US" sz="2000" u="none" cap="none" strike="noStrike">
                <a:solidFill>
                  <a:srgbClr val="0070C0"/>
                </a:solidFill>
                <a:latin typeface="Arial"/>
                <a:ea typeface="Arial"/>
                <a:cs typeface="Arial"/>
                <a:sym typeface="Arial"/>
              </a:rPr>
              <a:t>Peterson</a:t>
            </a:r>
            <a:r>
              <a:rPr b="0" i="0" lang="en-US" sz="2000" u="none" cap="none" strike="noStrike">
                <a:solidFill>
                  <a:srgbClr val="000000"/>
                </a:solidFill>
                <a:latin typeface="Arial"/>
                <a:ea typeface="Arial"/>
                <a:cs typeface="Arial"/>
                <a:sym typeface="Arial"/>
              </a:rPr>
              <a:t>)</a:t>
            </a:r>
            <a:endParaRPr/>
          </a:p>
          <a:p>
            <a:pPr indent="-342900" lvl="0" marL="342900" marR="0" rtl="0" algn="l">
              <a:lnSpc>
                <a:spcPct val="100000"/>
              </a:lnSpc>
              <a:spcBef>
                <a:spcPts val="770"/>
              </a:spcBef>
              <a:spcAft>
                <a:spcPts val="0"/>
              </a:spcAft>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770"/>
              </a:spcBef>
              <a:spcAft>
                <a:spcPts val="0"/>
              </a:spcAft>
              <a:buNone/>
            </a:pPr>
            <a:r>
              <a:rPr b="0" i="0" lang="en-US" sz="2000" u="none" cap="none" strike="noStrike">
                <a:solidFill>
                  <a:srgbClr val="000000"/>
                </a:solidFill>
                <a:latin typeface="Arial"/>
                <a:ea typeface="Arial"/>
                <a:cs typeface="Arial"/>
                <a:sym typeface="Arial"/>
              </a:rPr>
              <a:t>2. </a:t>
            </a:r>
            <a:r>
              <a:rPr b="0" i="0" lang="en-US" sz="2000" u="none" cap="none" strike="noStrike">
                <a:solidFill>
                  <a:srgbClr val="FF0000"/>
                </a:solidFill>
                <a:latin typeface="Arial"/>
                <a:ea typeface="Arial"/>
                <a:cs typeface="Arial"/>
                <a:sym typeface="Arial"/>
              </a:rPr>
              <a:t>Hardware support </a:t>
            </a:r>
            <a:r>
              <a:rPr b="0" i="0" lang="en-US" sz="2000" u="none" cap="none" strike="noStrike">
                <a:solidFill>
                  <a:srgbClr val="000000"/>
                </a:solidFill>
                <a:latin typeface="Arial"/>
                <a:ea typeface="Arial"/>
                <a:cs typeface="Arial"/>
                <a:sym typeface="Arial"/>
              </a:rPr>
              <a:t>(</a:t>
            </a:r>
            <a:r>
              <a:rPr b="0" i="1" lang="en-US" sz="2000" u="none" cap="none" strike="noStrike">
                <a:solidFill>
                  <a:srgbClr val="0070C0"/>
                </a:solidFill>
                <a:latin typeface="Arial"/>
                <a:ea typeface="Arial"/>
                <a:cs typeface="Arial"/>
                <a:sym typeface="Arial"/>
              </a:rPr>
              <a:t>Test-and-set</a:t>
            </a:r>
            <a:r>
              <a:rPr b="0" i="1" lang="en-US" sz="2000" u="none" cap="none" strike="noStrike">
                <a:solidFill>
                  <a:srgbClr val="000000"/>
                </a:solidFill>
                <a:latin typeface="Arial"/>
                <a:ea typeface="Arial"/>
                <a:cs typeface="Arial"/>
                <a:sym typeface="Arial"/>
              </a:rPr>
              <a:t> and swap</a:t>
            </a:r>
            <a:r>
              <a:rPr b="0" i="0" lang="en-US" sz="2000" u="none" cap="none" strike="noStrike">
                <a:solidFill>
                  <a:srgbClr val="000000"/>
                </a:solidFill>
                <a:latin typeface="Arial"/>
                <a:ea typeface="Arial"/>
                <a:cs typeface="Arial"/>
                <a:sym typeface="Arial"/>
              </a:rPr>
              <a:t>)</a:t>
            </a:r>
            <a:endParaRPr/>
          </a:p>
          <a:p>
            <a:pPr indent="-342900" lvl="0" marL="342900" marR="0" rtl="0" algn="l">
              <a:lnSpc>
                <a:spcPct val="100000"/>
              </a:lnSpc>
              <a:spcBef>
                <a:spcPts val="770"/>
              </a:spcBef>
              <a:spcAft>
                <a:spcPts val="0"/>
              </a:spcAft>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770"/>
              </a:spcBef>
              <a:spcAft>
                <a:spcPts val="0"/>
              </a:spcAft>
              <a:buNone/>
            </a:pPr>
            <a:r>
              <a:rPr b="0" i="0" lang="en-US" sz="2000" u="none" cap="none" strike="noStrike">
                <a:solidFill>
                  <a:srgbClr val="000000"/>
                </a:solidFill>
                <a:latin typeface="Arial"/>
                <a:ea typeface="Arial"/>
                <a:cs typeface="Arial"/>
                <a:sym typeface="Arial"/>
              </a:rPr>
              <a:t>3. </a:t>
            </a:r>
            <a:r>
              <a:rPr b="0" i="0" lang="en-US" sz="2000" u="none" cap="none" strike="noStrike">
                <a:solidFill>
                  <a:srgbClr val="FF0000"/>
                </a:solidFill>
                <a:latin typeface="Arial"/>
                <a:ea typeface="Arial"/>
                <a:cs typeface="Arial"/>
                <a:sym typeface="Arial"/>
              </a:rPr>
              <a:t>Support from the Operating System </a:t>
            </a:r>
            <a:r>
              <a:rPr b="0" i="0" lang="en-US" sz="2000" u="none" cap="none" strike="noStrike">
                <a:solidFill>
                  <a:srgbClr val="000000"/>
                </a:solidFill>
                <a:latin typeface="Arial"/>
                <a:ea typeface="Arial"/>
                <a:cs typeface="Arial"/>
                <a:sym typeface="Arial"/>
              </a:rPr>
              <a:t>(</a:t>
            </a:r>
            <a:r>
              <a:rPr b="0" i="1" lang="en-US" sz="2000" u="none" cap="none" strike="noStrike">
                <a:solidFill>
                  <a:srgbClr val="0070C0"/>
                </a:solidFill>
                <a:latin typeface="Arial"/>
                <a:ea typeface="Arial"/>
                <a:cs typeface="Arial"/>
                <a:sym typeface="Arial"/>
              </a:rPr>
              <a:t>Semaphore</a:t>
            </a:r>
            <a:r>
              <a:rPr b="0" i="0" lang="en-US" sz="2000" u="none" cap="none" strike="noStrike">
                <a:solidFill>
                  <a:srgbClr val="000000"/>
                </a:solidFill>
                <a:latin typeface="Arial"/>
                <a:ea typeface="Arial"/>
                <a:cs typeface="Arial"/>
                <a:sym typeface="Arial"/>
              </a:rPr>
              <a:t>)</a:t>
            </a:r>
            <a:endParaRPr/>
          </a:p>
          <a:p>
            <a:pPr indent="-342900" lvl="0" marL="342900" marR="0" rtl="0" algn="l">
              <a:lnSpc>
                <a:spcPct val="100000"/>
              </a:lnSpc>
              <a:spcBef>
                <a:spcPts val="770"/>
              </a:spcBef>
              <a:spcAft>
                <a:spcPts val="0"/>
              </a:spcAft>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770"/>
              </a:spcBef>
              <a:spcAft>
                <a:spcPts val="0"/>
              </a:spcAft>
              <a:buNone/>
            </a:pPr>
            <a:r>
              <a:rPr b="1" i="1" lang="en-US" sz="2000" u="none" cap="none" strike="noStrike">
                <a:solidFill>
                  <a:srgbClr val="777777"/>
                </a:solidFill>
                <a:latin typeface="Arial"/>
                <a:ea typeface="Arial"/>
                <a:cs typeface="Arial"/>
                <a:sym typeface="Arial"/>
              </a:rPr>
              <a:t>4. Support the programming language (Ada – rendevous)</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31"/>
          <p:cNvSpPr txBox="1"/>
          <p:nvPr>
            <p:ph type="title"/>
          </p:nvPr>
        </p:nvSpPr>
        <p:spPr>
          <a:xfrm>
            <a:off x="1343025" y="169863"/>
            <a:ext cx="7688263"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sz="2800"/>
              <a:t>6.3 Software Solution: Peterson’s Algorithm</a:t>
            </a:r>
            <a:endParaRPr sz="2800"/>
          </a:p>
        </p:txBody>
      </p:sp>
      <p:sp>
        <p:nvSpPr>
          <p:cNvPr id="697" name="Google Shape;697;p31"/>
          <p:cNvSpPr txBox="1"/>
          <p:nvPr>
            <p:ph idx="1" type="body"/>
          </p:nvPr>
        </p:nvSpPr>
        <p:spPr>
          <a:xfrm>
            <a:off x="720090" y="1182688"/>
            <a:ext cx="7932420" cy="442277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1980"/>
              <a:buChar char="●"/>
            </a:pPr>
            <a:r>
              <a:rPr lang="en-US"/>
              <a:t>Good algorithmic software solution</a:t>
            </a:r>
            <a:endParaRPr sz="800"/>
          </a:p>
          <a:p>
            <a:pPr indent="-342900" lvl="0" marL="342900" rtl="0" algn="just">
              <a:lnSpc>
                <a:spcPct val="90000"/>
              </a:lnSpc>
              <a:spcBef>
                <a:spcPts val="770"/>
              </a:spcBef>
              <a:spcAft>
                <a:spcPts val="0"/>
              </a:spcAft>
              <a:buSzPts val="1980"/>
              <a:buChar char="●"/>
            </a:pPr>
            <a:r>
              <a:rPr lang="en-US"/>
              <a:t>Two process solution</a:t>
            </a:r>
            <a:endParaRPr sz="800"/>
          </a:p>
          <a:p>
            <a:pPr indent="-342900" lvl="0" marL="342900" rtl="0" algn="just">
              <a:lnSpc>
                <a:spcPct val="90000"/>
              </a:lnSpc>
              <a:spcBef>
                <a:spcPts val="770"/>
              </a:spcBef>
              <a:spcAft>
                <a:spcPts val="0"/>
              </a:spcAft>
              <a:buSzPts val="1980"/>
              <a:buChar char="●"/>
            </a:pPr>
            <a:r>
              <a:rPr lang="en-US"/>
              <a:t>Assume that the </a:t>
            </a:r>
            <a:r>
              <a:rPr b="1" lang="en-US" sz="2000">
                <a:latin typeface="Courier New"/>
                <a:ea typeface="Courier New"/>
                <a:cs typeface="Courier New"/>
                <a:sym typeface="Courier New"/>
              </a:rPr>
              <a:t>load</a:t>
            </a:r>
            <a:r>
              <a:rPr lang="en-US">
                <a:latin typeface="Courier New"/>
                <a:ea typeface="Courier New"/>
                <a:cs typeface="Courier New"/>
                <a:sym typeface="Courier New"/>
              </a:rPr>
              <a:t> </a:t>
            </a:r>
            <a:r>
              <a:rPr lang="en-US"/>
              <a:t>and </a:t>
            </a:r>
            <a:r>
              <a:rPr b="1" lang="en-US" sz="2000">
                <a:latin typeface="Courier New"/>
                <a:ea typeface="Courier New"/>
                <a:cs typeface="Courier New"/>
                <a:sym typeface="Courier New"/>
              </a:rPr>
              <a:t>store</a:t>
            </a:r>
            <a:r>
              <a:rPr lang="en-US"/>
              <a:t> machine-language instructions are atomic; that is, cannot be interrupted</a:t>
            </a:r>
            <a:endParaRPr sz="800"/>
          </a:p>
          <a:p>
            <a:pPr indent="-342900" lvl="0" marL="342900" rtl="0" algn="just">
              <a:lnSpc>
                <a:spcPct val="90000"/>
              </a:lnSpc>
              <a:spcBef>
                <a:spcPts val="770"/>
              </a:spcBef>
              <a:spcAft>
                <a:spcPts val="0"/>
              </a:spcAft>
              <a:buSzPts val="1980"/>
              <a:buChar char="●"/>
            </a:pPr>
            <a:r>
              <a:rPr lang="en-US">
                <a:solidFill>
                  <a:srgbClr val="000000"/>
                </a:solidFill>
              </a:rPr>
              <a:t>The </a:t>
            </a:r>
            <a:r>
              <a:rPr lang="en-US" u="sng">
                <a:solidFill>
                  <a:srgbClr val="000000"/>
                </a:solidFill>
              </a:rPr>
              <a:t>two processes share two variables:</a:t>
            </a:r>
            <a:endParaRPr/>
          </a:p>
          <a:p>
            <a:pPr indent="-285750" lvl="1" marL="742950" rtl="0" algn="just">
              <a:lnSpc>
                <a:spcPct val="90000"/>
              </a:lnSpc>
              <a:spcBef>
                <a:spcPts val="700"/>
              </a:spcBef>
              <a:spcAft>
                <a:spcPts val="0"/>
              </a:spcAft>
              <a:buSzPts val="1600"/>
              <a:buChar char="●"/>
            </a:pPr>
            <a:r>
              <a:rPr b="1" lang="en-US" sz="2000">
                <a:latin typeface="Courier New"/>
                <a:ea typeface="Courier New"/>
                <a:cs typeface="Courier New"/>
                <a:sym typeface="Courier New"/>
              </a:rPr>
              <a:t>int turn; </a:t>
            </a:r>
            <a:endParaRPr/>
          </a:p>
          <a:p>
            <a:pPr indent="-285750" lvl="1" marL="742950" rtl="0" algn="just">
              <a:lnSpc>
                <a:spcPct val="90000"/>
              </a:lnSpc>
              <a:spcBef>
                <a:spcPts val="700"/>
              </a:spcBef>
              <a:spcAft>
                <a:spcPts val="0"/>
              </a:spcAft>
              <a:buSzPts val="1600"/>
              <a:buChar char="●"/>
            </a:pPr>
            <a:r>
              <a:rPr b="1" lang="en-US" sz="2000">
                <a:latin typeface="Courier New"/>
                <a:ea typeface="Courier New"/>
                <a:cs typeface="Courier New"/>
                <a:sym typeface="Courier New"/>
              </a:rPr>
              <a:t>Boolean flag[2]</a:t>
            </a:r>
            <a:endParaRPr/>
          </a:p>
          <a:p>
            <a:pPr indent="-245109" lvl="1" marL="742950" rtl="0" algn="just">
              <a:lnSpc>
                <a:spcPct val="90000"/>
              </a:lnSpc>
              <a:spcBef>
                <a:spcPts val="280"/>
              </a:spcBef>
              <a:spcAft>
                <a:spcPts val="0"/>
              </a:spcAft>
              <a:buSzPts val="640"/>
              <a:buNone/>
            </a:pPr>
            <a:r>
              <a:t/>
            </a:r>
            <a:endParaRPr b="1" sz="800">
              <a:solidFill>
                <a:srgbClr val="000000"/>
              </a:solidFill>
            </a:endParaRPr>
          </a:p>
          <a:p>
            <a:pPr indent="-342900" lvl="0" marL="342900" rtl="0" algn="just">
              <a:lnSpc>
                <a:spcPct val="90000"/>
              </a:lnSpc>
              <a:spcBef>
                <a:spcPts val="770"/>
              </a:spcBef>
              <a:spcAft>
                <a:spcPts val="0"/>
              </a:spcAft>
              <a:buSzPts val="1980"/>
              <a:buChar char="●"/>
            </a:pPr>
            <a:r>
              <a:rPr lang="en-US">
                <a:solidFill>
                  <a:srgbClr val="000000"/>
                </a:solidFill>
              </a:rPr>
              <a:t>The variable </a:t>
            </a:r>
            <a:r>
              <a:rPr b="1" lang="en-US" sz="2000">
                <a:latin typeface="Courier New"/>
                <a:ea typeface="Courier New"/>
                <a:cs typeface="Courier New"/>
                <a:sym typeface="Courier New"/>
              </a:rPr>
              <a:t>turn</a:t>
            </a:r>
            <a:r>
              <a:rPr lang="en-US">
                <a:solidFill>
                  <a:srgbClr val="000000"/>
                </a:solidFill>
              </a:rPr>
              <a:t> indicates whose turn it is to enter the critical section</a:t>
            </a:r>
            <a:endParaRPr sz="800">
              <a:solidFill>
                <a:srgbClr val="000000"/>
              </a:solidFill>
            </a:endParaRPr>
          </a:p>
          <a:p>
            <a:pPr indent="-342900" lvl="0" marL="342900" rtl="0" algn="just">
              <a:lnSpc>
                <a:spcPct val="90000"/>
              </a:lnSpc>
              <a:spcBef>
                <a:spcPts val="770"/>
              </a:spcBef>
              <a:spcAft>
                <a:spcPts val="0"/>
              </a:spcAft>
              <a:buSzPts val="1980"/>
              <a:buChar char="●"/>
            </a:pPr>
            <a:r>
              <a:rPr lang="en-US">
                <a:solidFill>
                  <a:srgbClr val="000000"/>
                </a:solidFill>
              </a:rPr>
              <a:t>The </a:t>
            </a:r>
            <a:r>
              <a:rPr b="1" lang="en-US" sz="2000">
                <a:latin typeface="Courier New"/>
                <a:ea typeface="Courier New"/>
                <a:cs typeface="Courier New"/>
                <a:sym typeface="Courier New"/>
              </a:rPr>
              <a:t>flag</a:t>
            </a:r>
            <a:r>
              <a:rPr b="1" lang="en-US">
                <a:latin typeface="Courier New"/>
                <a:ea typeface="Courier New"/>
                <a:cs typeface="Courier New"/>
                <a:sym typeface="Courier New"/>
              </a:rPr>
              <a:t> </a:t>
            </a:r>
            <a:r>
              <a:rPr lang="en-US">
                <a:solidFill>
                  <a:srgbClr val="000000"/>
                </a:solidFill>
              </a:rPr>
              <a:t>array is used to indicate if a process is ready to enter the critical section. </a:t>
            </a:r>
            <a:r>
              <a:rPr b="1" lang="en-US" sz="2000">
                <a:latin typeface="Courier New"/>
                <a:ea typeface="Courier New"/>
                <a:cs typeface="Courier New"/>
                <a:sym typeface="Courier New"/>
              </a:rPr>
              <a:t>flag[i] = </a:t>
            </a:r>
            <a:r>
              <a:rPr b="1" i="1" lang="en-US" sz="2000">
                <a:latin typeface="Courier New"/>
                <a:ea typeface="Courier New"/>
                <a:cs typeface="Courier New"/>
                <a:sym typeface="Courier New"/>
              </a:rPr>
              <a:t>true</a:t>
            </a:r>
            <a:r>
              <a:rPr lang="en-US" sz="2000">
                <a:solidFill>
                  <a:srgbClr val="000000"/>
                </a:solidFill>
              </a:rPr>
              <a:t>  </a:t>
            </a:r>
            <a:r>
              <a:rPr lang="en-US">
                <a:solidFill>
                  <a:srgbClr val="000000"/>
                </a:solidFill>
              </a:rPr>
              <a:t>implies that process </a:t>
            </a:r>
            <a:r>
              <a:rPr b="1" lang="en-US" sz="2000">
                <a:solidFill>
                  <a:srgbClr val="000000"/>
                </a:solidFill>
                <a:latin typeface="Courier New"/>
                <a:ea typeface="Courier New"/>
                <a:cs typeface="Courier New"/>
                <a:sym typeface="Courier New"/>
              </a:rPr>
              <a:t>P</a:t>
            </a:r>
            <a:r>
              <a:rPr b="1" baseline="-25000" lang="en-US" sz="2000">
                <a:solidFill>
                  <a:srgbClr val="000000"/>
                </a:solidFill>
                <a:latin typeface="Courier New"/>
                <a:ea typeface="Courier New"/>
                <a:cs typeface="Courier New"/>
                <a:sym typeface="Courier New"/>
              </a:rPr>
              <a:t>i</a:t>
            </a:r>
            <a:r>
              <a:rPr lang="en-US">
                <a:solidFill>
                  <a:srgbClr val="000000"/>
                </a:solidFill>
              </a:rPr>
              <a:t> is ready!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32"/>
          <p:cNvSpPr/>
          <p:nvPr/>
        </p:nvSpPr>
        <p:spPr>
          <a:xfrm>
            <a:off x="817166" y="1672540"/>
            <a:ext cx="3889375" cy="962025"/>
          </a:xfrm>
          <a:prstGeom prst="rect">
            <a:avLst/>
          </a:prstGeom>
          <a:solidFill>
            <a:schemeClr val="accent3"/>
          </a:solidFill>
          <a:ln cap="flat" cmpd="sng" w="25400">
            <a:solidFill>
              <a:srgbClr val="BABABA"/>
            </a:solidFill>
            <a:prstDash val="solid"/>
            <a:round/>
            <a:headEnd len="sm" w="sm" type="none"/>
            <a:tailEnd len="sm" w="sm" type="none"/>
          </a:ln>
        </p:spPr>
        <p:txBody>
          <a:bodyPr anchorCtr="0" anchor="t" bIns="32000" lIns="64000" spcFirstLastPara="1" rIns="64000" wrap="square" tIns="32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704" name="Google Shape;704;p32"/>
          <p:cNvSpPr/>
          <p:nvPr/>
        </p:nvSpPr>
        <p:spPr>
          <a:xfrm>
            <a:off x="817166" y="2899677"/>
            <a:ext cx="2162175" cy="387350"/>
          </a:xfrm>
          <a:prstGeom prst="rect">
            <a:avLst/>
          </a:prstGeom>
          <a:solidFill>
            <a:schemeClr val="accent3"/>
          </a:solidFill>
          <a:ln cap="flat" cmpd="sng" w="25400">
            <a:solidFill>
              <a:srgbClr val="BABABA"/>
            </a:solidFill>
            <a:prstDash val="solid"/>
            <a:round/>
            <a:headEnd len="sm" w="sm" type="none"/>
            <a:tailEnd len="sm" w="sm" type="none"/>
          </a:ln>
        </p:spPr>
        <p:txBody>
          <a:bodyPr anchorCtr="0" anchor="t" bIns="32000" lIns="64000" spcFirstLastPara="1" rIns="64000" wrap="square" tIns="32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705" name="Google Shape;705;p32"/>
          <p:cNvSpPr txBox="1"/>
          <p:nvPr>
            <p:ph type="title"/>
          </p:nvPr>
        </p:nvSpPr>
        <p:spPr>
          <a:xfrm>
            <a:off x="457200" y="277813"/>
            <a:ext cx="8291513"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Algorithm for Process </a:t>
            </a:r>
            <a:r>
              <a:rPr lang="en-US">
                <a:solidFill>
                  <a:srgbClr val="0000FF"/>
                </a:solidFill>
              </a:rPr>
              <a:t>P</a:t>
            </a:r>
            <a:r>
              <a:rPr baseline="-25000" lang="en-US">
                <a:solidFill>
                  <a:srgbClr val="0000FF"/>
                </a:solidFill>
              </a:rPr>
              <a:t>i</a:t>
            </a:r>
            <a:endParaRPr/>
          </a:p>
        </p:txBody>
      </p:sp>
      <p:sp>
        <p:nvSpPr>
          <p:cNvPr id="706" name="Google Shape;706;p32"/>
          <p:cNvSpPr txBox="1"/>
          <p:nvPr>
            <p:ph idx="1" type="body"/>
          </p:nvPr>
        </p:nvSpPr>
        <p:spPr>
          <a:xfrm>
            <a:off x="0" y="1213753"/>
            <a:ext cx="4827586" cy="28416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Font typeface="Arial"/>
              <a:buNone/>
            </a:pPr>
            <a:r>
              <a:rPr b="1" lang="en-US">
                <a:solidFill>
                  <a:srgbClr val="000000"/>
                </a:solidFill>
                <a:latin typeface="Courier New"/>
                <a:ea typeface="Courier New"/>
                <a:cs typeface="Courier New"/>
                <a:sym typeface="Courier New"/>
              </a:rPr>
              <a:t>	do </a:t>
            </a:r>
            <a:r>
              <a:rPr b="1" lang="en-US" sz="1600">
                <a:solidFill>
                  <a:srgbClr val="000000"/>
                </a:solidFill>
                <a:latin typeface="Courier New"/>
                <a:ea typeface="Courier New"/>
                <a:cs typeface="Courier New"/>
                <a:sym typeface="Courier New"/>
              </a:rPr>
              <a:t>{ </a:t>
            </a:r>
            <a:endParaRPr/>
          </a:p>
          <a:p>
            <a:pPr indent="-342900" lvl="0" marL="34290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flag[i] = true; </a:t>
            </a:r>
            <a:endParaRPr/>
          </a:p>
          <a:p>
            <a:pPr indent="-342900" lvl="0" marL="34290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turn = j; </a:t>
            </a:r>
            <a:endParaRPr/>
          </a:p>
          <a:p>
            <a:pPr indent="-342900" lvl="0" marL="34290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while (flag[j] &amp;&amp; turn = = j); </a:t>
            </a:r>
            <a:endParaRPr/>
          </a:p>
          <a:p>
            <a:pPr indent="-342900" lvl="0" marL="34290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critical section </a:t>
            </a:r>
            <a:endParaRPr/>
          </a:p>
          <a:p>
            <a:pPr indent="-342900" lvl="0" marL="34290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flag[i] = false; </a:t>
            </a:r>
            <a:endParaRPr/>
          </a:p>
          <a:p>
            <a:pPr indent="-342900" lvl="0" marL="34290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remainder section </a:t>
            </a:r>
            <a:endParaRPr/>
          </a:p>
          <a:p>
            <a:pPr indent="-342900" lvl="0" marL="342900" rtl="0" algn="just">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 while (true); </a:t>
            </a:r>
            <a:endParaRPr/>
          </a:p>
          <a:p>
            <a:pPr indent="-342900" lvl="0" marL="342900" rtl="0" algn="just">
              <a:lnSpc>
                <a:spcPct val="100000"/>
              </a:lnSpc>
              <a:spcBef>
                <a:spcPts val="560"/>
              </a:spcBef>
              <a:spcAft>
                <a:spcPts val="0"/>
              </a:spcAft>
              <a:buSzPts val="1440"/>
              <a:buFont typeface="Arial"/>
              <a:buNone/>
            </a:pPr>
            <a:r>
              <a:t/>
            </a:r>
            <a:endParaRPr sz="1600">
              <a:solidFill>
                <a:srgbClr val="0000FF"/>
              </a:solidFill>
            </a:endParaRPr>
          </a:p>
        </p:txBody>
      </p:sp>
      <p:sp>
        <p:nvSpPr>
          <p:cNvPr id="707" name="Google Shape;707;p32"/>
          <p:cNvSpPr txBox="1"/>
          <p:nvPr/>
        </p:nvSpPr>
        <p:spPr>
          <a:xfrm>
            <a:off x="367506" y="4223434"/>
            <a:ext cx="496649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Verdana"/>
                <a:ea typeface="Verdana"/>
                <a:cs typeface="Verdana"/>
                <a:sym typeface="Verdana"/>
              </a:rPr>
              <a:t>Figure 6.2 The structure of Process </a:t>
            </a:r>
            <a:r>
              <a:rPr b="0" i="0" lang="en-US" sz="1800" u="none" cap="none" strike="noStrike">
                <a:solidFill>
                  <a:srgbClr val="0000FF"/>
                </a:solidFill>
                <a:latin typeface="Verdana"/>
                <a:ea typeface="Verdana"/>
                <a:cs typeface="Verdana"/>
                <a:sym typeface="Verdana"/>
              </a:rPr>
              <a:t>P</a:t>
            </a:r>
            <a:r>
              <a:rPr b="0" baseline="-25000" i="0" lang="en-US" sz="1800" u="none" cap="none" strike="noStrike">
                <a:solidFill>
                  <a:srgbClr val="0000FF"/>
                </a:solidFill>
                <a:latin typeface="Verdana"/>
                <a:ea typeface="Verdana"/>
                <a:cs typeface="Verdana"/>
                <a:sym typeface="Verdana"/>
              </a:rPr>
              <a:t>i</a:t>
            </a:r>
            <a:r>
              <a:rPr b="0" i="0" lang="en-US" sz="1800" u="none" cap="none" strike="noStrike">
                <a:solidFill>
                  <a:schemeClr val="dk1"/>
                </a:solidFill>
                <a:latin typeface="Verdana"/>
                <a:ea typeface="Verdana"/>
                <a:cs typeface="Verdana"/>
                <a:sym typeface="Verdana"/>
              </a:rPr>
              <a:t> in Peterson’s Solution</a:t>
            </a:r>
            <a:endParaRPr b="0" i="0" sz="1400" u="none" cap="none" strike="noStrike">
              <a:solidFill>
                <a:srgbClr val="000000"/>
              </a:solidFill>
              <a:latin typeface="Arial"/>
              <a:ea typeface="Arial"/>
              <a:cs typeface="Arial"/>
              <a:sym typeface="Arial"/>
            </a:endParaRPr>
          </a:p>
        </p:txBody>
      </p:sp>
      <p:sp>
        <p:nvSpPr>
          <p:cNvPr id="708" name="Google Shape;708;p32"/>
          <p:cNvSpPr txBox="1"/>
          <p:nvPr/>
        </p:nvSpPr>
        <p:spPr>
          <a:xfrm>
            <a:off x="5173249" y="1217612"/>
            <a:ext cx="3754850" cy="44227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993300"/>
              </a:buClr>
              <a:buSzPts val="1800"/>
              <a:buFont typeface="Arial"/>
              <a:buChar char="●"/>
            </a:pPr>
            <a:r>
              <a:rPr b="0" i="0" lang="en-US" sz="2000" u="none" cap="none" strike="noStrike">
                <a:solidFill>
                  <a:srgbClr val="000000"/>
                </a:solidFill>
                <a:latin typeface="Helvetica Neue"/>
                <a:ea typeface="Helvetica Neue"/>
                <a:cs typeface="Helvetica Neue"/>
                <a:sym typeface="Helvetica Neue"/>
              </a:rPr>
              <a:t>Provable that the three CS requirements are met: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700"/>
              </a:spcBef>
              <a:spcAft>
                <a:spcPts val="0"/>
              </a:spcAft>
              <a:buClr>
                <a:srgbClr val="993300"/>
              </a:buClr>
              <a:buSzPts val="1800"/>
              <a:buFont typeface="Arial"/>
              <a:buNone/>
            </a:pPr>
            <a:r>
              <a:rPr b="0" i="0" lang="en-US" sz="2000" u="none" cap="none" strike="noStrike">
                <a:solidFill>
                  <a:srgbClr val="000000"/>
                </a:solidFill>
                <a:latin typeface="Helvetica Neue"/>
                <a:ea typeface="Helvetica Neue"/>
                <a:cs typeface="Helvetica Neue"/>
                <a:sym typeface="Helvetica Neue"/>
              </a:rPr>
              <a:t>   1. Mutual exclusion is preserved</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700"/>
              </a:spcBef>
              <a:spcAft>
                <a:spcPts val="0"/>
              </a:spcAft>
              <a:buClr>
                <a:srgbClr val="993300"/>
              </a:buClr>
              <a:buSzPts val="1800"/>
              <a:buFont typeface="Arial"/>
              <a:buNone/>
            </a:pPr>
            <a:r>
              <a:rPr b="0" i="0" lang="en-US" sz="2000" u="none" cap="none" strike="noStrike">
                <a:solidFill>
                  <a:srgbClr val="000000"/>
                </a:solidFill>
                <a:latin typeface="Helvetica Neue"/>
                <a:ea typeface="Helvetica Neue"/>
                <a:cs typeface="Helvetica Neue"/>
                <a:sym typeface="Helvetica Neue"/>
              </a:rPr>
              <a:t>                </a:t>
            </a:r>
            <a:r>
              <a:rPr b="1" i="0" lang="en-US" sz="1800" u="none" cap="none" strike="noStrike">
                <a:solidFill>
                  <a:srgbClr val="000000"/>
                </a:solidFill>
                <a:latin typeface="Courier New"/>
                <a:ea typeface="Courier New"/>
                <a:cs typeface="Courier New"/>
                <a:sym typeface="Courier New"/>
              </a:rPr>
              <a:t>P</a:t>
            </a:r>
            <a:r>
              <a:rPr b="1" baseline="-25000" i="0" lang="en-US" sz="1800" u="none" cap="none" strike="noStrike">
                <a:solidFill>
                  <a:srgbClr val="000000"/>
                </a:solidFill>
                <a:latin typeface="Courier New"/>
                <a:ea typeface="Courier New"/>
                <a:cs typeface="Courier New"/>
                <a:sym typeface="Courier New"/>
              </a:rPr>
              <a:t>i</a:t>
            </a:r>
            <a:r>
              <a:rPr b="1" i="0" lang="en-US" sz="2000" u="none" cap="none" strike="noStrike">
                <a:solidFill>
                  <a:srgbClr val="000000"/>
                </a:solidFill>
                <a:latin typeface="Courier New"/>
                <a:ea typeface="Courier New"/>
                <a:cs typeface="Courier New"/>
                <a:sym typeface="Courier New"/>
              </a:rPr>
              <a:t> </a:t>
            </a:r>
            <a:r>
              <a:rPr b="0" i="0" lang="en-US" sz="2000" u="none" cap="none" strike="noStrike">
                <a:solidFill>
                  <a:srgbClr val="000000"/>
                </a:solidFill>
                <a:latin typeface="Helvetica Neue"/>
                <a:ea typeface="Helvetica Neue"/>
                <a:cs typeface="Helvetica Neue"/>
                <a:sym typeface="Helvetica Neue"/>
              </a:rPr>
              <a:t>enters CS only if:</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700"/>
              </a:spcBef>
              <a:spcAft>
                <a:spcPts val="0"/>
              </a:spcAft>
              <a:buClr>
                <a:srgbClr val="993300"/>
              </a:buClr>
              <a:buSzPts val="1800"/>
              <a:buFont typeface="Arial"/>
              <a:buNone/>
            </a:pPr>
            <a:r>
              <a:rPr b="0" i="0" lang="en-US" sz="2000" u="none" cap="none" strike="noStrike">
                <a:solidFill>
                  <a:srgbClr val="000000"/>
                </a:solidFill>
                <a:latin typeface="Helvetica Neue"/>
                <a:ea typeface="Helvetica Neue"/>
                <a:cs typeface="Helvetica Neue"/>
                <a:sym typeface="Helvetica Neue"/>
              </a:rPr>
              <a:t>                      either </a:t>
            </a:r>
            <a:r>
              <a:rPr b="1" i="0" lang="en-US" sz="2000" u="none" cap="none" strike="noStrike">
                <a:solidFill>
                  <a:srgbClr val="000000"/>
                </a:solidFill>
                <a:latin typeface="Courier New"/>
                <a:ea typeface="Courier New"/>
                <a:cs typeface="Courier New"/>
                <a:sym typeface="Courier New"/>
              </a:rPr>
              <a:t>flag[j] = false </a:t>
            </a:r>
            <a:r>
              <a:rPr b="0" i="0" lang="en-US" sz="2000" u="none" cap="none" strike="noStrike">
                <a:solidFill>
                  <a:srgbClr val="000000"/>
                </a:solidFill>
                <a:latin typeface="Helvetica Neue"/>
                <a:ea typeface="Helvetica Neue"/>
                <a:cs typeface="Helvetica Neue"/>
                <a:sym typeface="Helvetica Neue"/>
              </a:rPr>
              <a:t>or</a:t>
            </a:r>
            <a:r>
              <a:rPr b="1" i="0" lang="en-US" sz="2000" u="none" cap="none" strike="noStrike">
                <a:solidFill>
                  <a:srgbClr val="000000"/>
                </a:solidFill>
                <a:latin typeface="Courier New"/>
                <a:ea typeface="Courier New"/>
                <a:cs typeface="Courier New"/>
                <a:sym typeface="Courier New"/>
              </a:rPr>
              <a:t> turn = i</a:t>
            </a:r>
            <a:endParaRPr b="0" i="0" sz="2000" u="none" cap="none" strike="noStrike">
              <a:solidFill>
                <a:srgbClr val="000000"/>
              </a:solidFill>
              <a:latin typeface="Helvetica Neue"/>
              <a:ea typeface="Helvetica Neue"/>
              <a:cs typeface="Helvetica Neue"/>
              <a:sym typeface="Helvetica Neue"/>
            </a:endParaRPr>
          </a:p>
          <a:p>
            <a:pPr indent="-342900" lvl="0" marL="342900" marR="0" rtl="0" algn="just">
              <a:lnSpc>
                <a:spcPct val="100000"/>
              </a:lnSpc>
              <a:spcBef>
                <a:spcPts val="700"/>
              </a:spcBef>
              <a:spcAft>
                <a:spcPts val="0"/>
              </a:spcAft>
              <a:buClr>
                <a:srgbClr val="993300"/>
              </a:buClr>
              <a:buSzPts val="1800"/>
              <a:buFont typeface="Arial"/>
              <a:buNone/>
            </a:pPr>
            <a:r>
              <a:rPr b="0" i="0" lang="en-US" sz="2000" u="none" cap="none" strike="noStrike">
                <a:solidFill>
                  <a:srgbClr val="000000"/>
                </a:solidFill>
                <a:latin typeface="Helvetica Neue"/>
                <a:ea typeface="Helvetica Neue"/>
                <a:cs typeface="Helvetica Neue"/>
                <a:sym typeface="Helvetica Neue"/>
              </a:rPr>
              <a:t>        2.   Progress requirement is satisfied</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700"/>
              </a:spcBef>
              <a:spcAft>
                <a:spcPts val="0"/>
              </a:spcAft>
              <a:buClr>
                <a:srgbClr val="993300"/>
              </a:buClr>
              <a:buSzPts val="1800"/>
              <a:buFont typeface="Arial"/>
              <a:buNone/>
            </a:pPr>
            <a:r>
              <a:rPr b="0" i="0" lang="en-US" sz="2000" u="none" cap="none" strike="noStrike">
                <a:solidFill>
                  <a:srgbClr val="000000"/>
                </a:solidFill>
                <a:latin typeface="Helvetica Neue"/>
                <a:ea typeface="Helvetica Neue"/>
                <a:cs typeface="Helvetica Neue"/>
                <a:sym typeface="Helvetica Neue"/>
              </a:rPr>
              <a:t>        3. Bounded-waiting requirement is met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33"/>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714" name="Google Shape;714;p33"/>
          <p:cNvSpPr txBox="1"/>
          <p:nvPr>
            <p:ph type="title"/>
          </p:nvPr>
        </p:nvSpPr>
        <p:spPr>
          <a:xfrm>
            <a:off x="533400" y="762000"/>
            <a:ext cx="80772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Exercises 1 </a:t>
            </a:r>
            <a:endParaRPr/>
          </a:p>
        </p:txBody>
      </p:sp>
      <p:sp>
        <p:nvSpPr>
          <p:cNvPr id="715" name="Google Shape;715;p33"/>
          <p:cNvSpPr txBox="1"/>
          <p:nvPr>
            <p:ph idx="1" type="body"/>
          </p:nvPr>
        </p:nvSpPr>
        <p:spPr>
          <a:xfrm>
            <a:off x="685800" y="1676400"/>
            <a:ext cx="7772400" cy="2209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222222"/>
              </a:buClr>
              <a:buSzPts val="2600"/>
              <a:buFont typeface="Arial"/>
              <a:buChar char="•"/>
            </a:pPr>
            <a:r>
              <a:rPr lang="en-US"/>
              <a:t>Rewrite the Peterson's algorithm for CS solution for </a:t>
            </a:r>
            <a:r>
              <a:rPr i="1" lang="en-US"/>
              <a:t>process 0 </a:t>
            </a:r>
            <a:r>
              <a:rPr i="1" lang="en-US">
                <a:solidFill>
                  <a:srgbClr val="008000"/>
                </a:solidFill>
              </a:rPr>
              <a:t>(P</a:t>
            </a:r>
            <a:r>
              <a:rPr baseline="-25000" i="1" lang="en-US">
                <a:solidFill>
                  <a:srgbClr val="008000"/>
                </a:solidFill>
              </a:rPr>
              <a:t>0</a:t>
            </a:r>
            <a:r>
              <a:rPr i="1" lang="en-US">
                <a:solidFill>
                  <a:srgbClr val="008000"/>
                </a:solidFill>
              </a:rPr>
              <a:t>)</a:t>
            </a:r>
            <a:r>
              <a:rPr lang="en-US"/>
              <a:t>.</a:t>
            </a:r>
            <a:endParaRPr/>
          </a:p>
          <a:p>
            <a:pPr indent="-342900" lvl="0" marL="342900" rtl="0" algn="l">
              <a:lnSpc>
                <a:spcPct val="100000"/>
              </a:lnSpc>
              <a:spcBef>
                <a:spcPts val="520"/>
              </a:spcBef>
              <a:spcAft>
                <a:spcPts val="0"/>
              </a:spcAft>
              <a:buClr>
                <a:srgbClr val="222222"/>
              </a:buClr>
              <a:buSzPts val="2600"/>
              <a:buFont typeface="Arial"/>
              <a:buChar char="•"/>
            </a:pPr>
            <a:r>
              <a:rPr lang="en-US"/>
              <a:t>Rewrite the Peterson's algorithm  for CS solution for </a:t>
            </a:r>
            <a:r>
              <a:rPr i="1" lang="en-US"/>
              <a:t>process 1 </a:t>
            </a:r>
            <a:r>
              <a:rPr i="1" lang="en-US">
                <a:solidFill>
                  <a:srgbClr val="3366FF"/>
                </a:solidFill>
              </a:rPr>
              <a:t>(P</a:t>
            </a:r>
            <a:r>
              <a:rPr baseline="-25000" i="1" lang="en-US">
                <a:solidFill>
                  <a:srgbClr val="3366FF"/>
                </a:solidFill>
              </a:rPr>
              <a:t>1</a:t>
            </a:r>
            <a:r>
              <a:rPr i="1" lang="en-US">
                <a:solidFill>
                  <a:srgbClr val="3366FF"/>
                </a:solidFill>
              </a:rPr>
              <a:t>)</a:t>
            </a:r>
            <a:r>
              <a:rPr lang="en-US"/>
              <a:t>. </a:t>
            </a:r>
            <a:endParaRPr/>
          </a:p>
          <a:p>
            <a:pPr indent="-177800" lvl="0" marL="342900" rtl="0" algn="l">
              <a:lnSpc>
                <a:spcPct val="100000"/>
              </a:lnSpc>
              <a:spcBef>
                <a:spcPts val="520"/>
              </a:spcBef>
              <a:spcAft>
                <a:spcPts val="0"/>
              </a:spcAft>
              <a:buClr>
                <a:srgbClr val="222222"/>
              </a:buClr>
              <a:buSzPts val="2600"/>
              <a:buFont typeface="Arial"/>
              <a:buNone/>
            </a:pPr>
            <a:r>
              <a:t/>
            </a:r>
            <a:endParaRPr/>
          </a:p>
          <a:p>
            <a:pPr indent="-165100" lvl="0" marL="342900" rtl="0" algn="l">
              <a:lnSpc>
                <a:spcPct val="100000"/>
              </a:lnSpc>
              <a:spcBef>
                <a:spcPts val="560"/>
              </a:spcBef>
              <a:spcAft>
                <a:spcPts val="0"/>
              </a:spcAft>
              <a:buClr>
                <a:srgbClr val="222222"/>
              </a:buClr>
              <a:buSzPts val="2800"/>
              <a:buFont typeface="Arial"/>
              <a:buNone/>
            </a:pPr>
            <a:r>
              <a:t/>
            </a:r>
            <a:endParaRPr sz="2800"/>
          </a:p>
          <a:p>
            <a:pPr indent="-165100" lvl="0" marL="342900" rtl="0" algn="l">
              <a:lnSpc>
                <a:spcPct val="100000"/>
              </a:lnSpc>
              <a:spcBef>
                <a:spcPts val="560"/>
              </a:spcBef>
              <a:spcAft>
                <a:spcPts val="0"/>
              </a:spcAft>
              <a:buClr>
                <a:srgbClr val="222222"/>
              </a:buClr>
              <a:buSzPts val="2800"/>
              <a:buFont typeface="Arial"/>
              <a:buNone/>
            </a:pPr>
            <a:r>
              <a:t/>
            </a:r>
            <a:endParaRPr sz="2800"/>
          </a:p>
        </p:txBody>
      </p:sp>
      <p:pic>
        <p:nvPicPr>
          <p:cNvPr descr="http://t1.gstatic.com/images?q=tbn:ANd9GcQ8IpPPlUD6SfF-GnyEy7VDsRI1z5C_tXXGHiVYQv3fY_1T_J4iaA" id="716" name="Google Shape;716;p33"/>
          <p:cNvPicPr preferRelativeResize="0"/>
          <p:nvPr/>
        </p:nvPicPr>
        <p:blipFill rotWithShape="1">
          <a:blip r:embed="rId3">
            <a:alphaModFix/>
          </a:blip>
          <a:srcRect b="0" l="0" r="0" t="0"/>
          <a:stretch/>
        </p:blipFill>
        <p:spPr>
          <a:xfrm>
            <a:off x="6400800" y="4343400"/>
            <a:ext cx="2162175" cy="2114550"/>
          </a:xfrm>
          <a:prstGeom prst="rect">
            <a:avLst/>
          </a:prstGeom>
          <a:noFill/>
          <a:ln>
            <a:noFill/>
          </a:ln>
        </p:spPr>
      </p:pic>
      <p:sp>
        <p:nvSpPr>
          <p:cNvPr id="717" name="Google Shape;717;p33"/>
          <p:cNvSpPr/>
          <p:nvPr/>
        </p:nvSpPr>
        <p:spPr>
          <a:xfrm>
            <a:off x="1828800" y="5181600"/>
            <a:ext cx="838200" cy="762000"/>
          </a:xfrm>
          <a:prstGeom prst="ellipse">
            <a:avLst/>
          </a:prstGeom>
          <a:solidFill>
            <a:srgbClr val="008000"/>
          </a:solidFill>
          <a:ln>
            <a:noFill/>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P</a:t>
            </a:r>
            <a:r>
              <a:rPr b="0" baseline="-25000" i="0" lang="en-US" sz="2000" u="none" cap="none" strike="noStrike">
                <a:solidFill>
                  <a:srgbClr val="FFFFFF"/>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718" name="Google Shape;718;p33"/>
          <p:cNvSpPr/>
          <p:nvPr/>
        </p:nvSpPr>
        <p:spPr>
          <a:xfrm>
            <a:off x="4267200" y="4038600"/>
            <a:ext cx="838200" cy="762000"/>
          </a:xfrm>
          <a:prstGeom prst="ellipse">
            <a:avLst/>
          </a:prstGeom>
          <a:solidFill>
            <a:srgbClr val="0070C0"/>
          </a:solidFill>
          <a:ln>
            <a:noFill/>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P</a:t>
            </a:r>
            <a:r>
              <a:rPr b="0" baseline="-25000" i="0" lang="en-US" sz="20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34"/>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724" name="Google Shape;724;p34"/>
          <p:cNvSpPr txBox="1"/>
          <p:nvPr/>
        </p:nvSpPr>
        <p:spPr>
          <a:xfrm>
            <a:off x="2708275" y="686137"/>
            <a:ext cx="3676650" cy="1015663"/>
          </a:xfrm>
          <a:prstGeom prst="rect">
            <a:avLst/>
          </a:prstGeom>
          <a:solidFill>
            <a:srgbClr val="FF9933"/>
          </a:solidFill>
          <a:ln>
            <a:noFill/>
          </a:ln>
          <a:effectLst>
            <a:outerShdw blurRad="63500" kx="-1199993" rotWithShape="0" algn="bl" sy="23000">
              <a:srgbClr val="000000">
                <a:alpha val="2000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Initial SHARED values: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2000"/>
              <a:buFont typeface="Courier New"/>
              <a:buNone/>
            </a:pPr>
            <a:r>
              <a:rPr b="1" i="0" lang="en-US" sz="2000" u="none" cap="none" strike="noStrike">
                <a:solidFill>
                  <a:srgbClr val="FFFFFF"/>
                </a:solidFill>
                <a:latin typeface="Courier New"/>
                <a:ea typeface="Courier New"/>
                <a:cs typeface="Courier New"/>
                <a:sym typeface="Courier New"/>
              </a:rPr>
              <a:t>flag[0] = FALSE flag[1] = FALSE</a:t>
            </a:r>
            <a:endParaRPr b="0" i="0" sz="1400" u="none" cap="none" strike="noStrike">
              <a:solidFill>
                <a:srgbClr val="000000"/>
              </a:solidFill>
              <a:latin typeface="Arial"/>
              <a:ea typeface="Arial"/>
              <a:cs typeface="Arial"/>
              <a:sym typeface="Arial"/>
            </a:endParaRPr>
          </a:p>
        </p:txBody>
      </p:sp>
      <p:sp>
        <p:nvSpPr>
          <p:cNvPr id="725" name="Google Shape;725;p34"/>
          <p:cNvSpPr/>
          <p:nvPr/>
        </p:nvSpPr>
        <p:spPr>
          <a:xfrm>
            <a:off x="333375" y="1701800"/>
            <a:ext cx="4025900" cy="2895600"/>
          </a:xfrm>
          <a:prstGeom prst="rect">
            <a:avLst/>
          </a:prstGeom>
          <a:solidFill>
            <a:schemeClr val="accent1"/>
          </a:solidFill>
          <a:ln cap="flat" cmpd="sng" w="9525">
            <a:solidFill>
              <a:schemeClr val="dk1"/>
            </a:solidFill>
            <a:prstDash val="solid"/>
            <a:round/>
            <a:headEnd len="sm" w="sm" type="none"/>
            <a:tailEnd len="sm" w="sm" type="none"/>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do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a:t>
            </a:r>
            <a:r>
              <a:rPr b="1" i="0" lang="en-US" sz="1600" u="none" cap="none" strike="noStrike">
                <a:solidFill>
                  <a:srgbClr val="008000"/>
                </a:solidFill>
                <a:latin typeface="Courier New"/>
                <a:ea typeface="Courier New"/>
                <a:cs typeface="Courier New"/>
                <a:sym typeface="Courier New"/>
              </a:rPr>
              <a:t>flag[0]</a:t>
            </a:r>
            <a:r>
              <a:rPr b="0" i="0" lang="en-US" sz="1600" u="none" cap="none" strike="noStrike">
                <a:solidFill>
                  <a:srgbClr val="000000"/>
                </a:solidFill>
                <a:latin typeface="Courier New"/>
                <a:ea typeface="Courier New"/>
                <a:cs typeface="Courier New"/>
                <a:sym typeface="Courier New"/>
              </a:rPr>
              <a:t> =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a:t>
            </a:r>
            <a:r>
              <a:rPr b="1" i="0" lang="en-US" sz="1600" u="none" cap="none" strike="noStrike">
                <a:solidFill>
                  <a:srgbClr val="0D63C1"/>
                </a:solidFill>
                <a:latin typeface="Courier New"/>
                <a:ea typeface="Courier New"/>
                <a:cs typeface="Courier New"/>
                <a:sym typeface="Courier New"/>
              </a:rPr>
              <a:t>turn</a:t>
            </a:r>
            <a:r>
              <a:rPr b="0" i="0" lang="en-US" sz="1600" u="none" cap="none" strike="noStrike">
                <a:solidFill>
                  <a:srgbClr val="000000"/>
                </a:solidFill>
                <a:latin typeface="Courier New"/>
                <a:ea typeface="Courier New"/>
                <a:cs typeface="Courier New"/>
                <a:sym typeface="Courier New"/>
              </a:rPr>
              <a:t>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while(</a:t>
            </a:r>
            <a:r>
              <a:rPr b="1" i="0" lang="en-US" sz="1600" u="none" cap="none" strike="noStrike">
                <a:solidFill>
                  <a:srgbClr val="0D63C1"/>
                </a:solidFill>
                <a:latin typeface="Courier New"/>
                <a:ea typeface="Courier New"/>
                <a:cs typeface="Courier New"/>
                <a:sym typeface="Courier New"/>
              </a:rPr>
              <a:t>flag[1]</a:t>
            </a:r>
            <a:r>
              <a:rPr b="0" i="0" lang="en-US" sz="1600" u="none" cap="none" strike="noStrike">
                <a:solidFill>
                  <a:srgbClr val="000000"/>
                </a:solidFill>
                <a:latin typeface="Courier New"/>
                <a:ea typeface="Courier New"/>
                <a:cs typeface="Courier New"/>
                <a:sym typeface="Courier New"/>
              </a:rPr>
              <a:t> &amp;&amp; </a:t>
            </a:r>
            <a:r>
              <a:rPr b="1" i="0" lang="en-US" sz="1600" u="none" cap="none" strike="noStrike">
                <a:solidFill>
                  <a:srgbClr val="0D63C1"/>
                </a:solidFill>
                <a:latin typeface="Courier New"/>
                <a:ea typeface="Courier New"/>
                <a:cs typeface="Courier New"/>
                <a:sym typeface="Courier New"/>
              </a:rPr>
              <a:t>turn</a:t>
            </a:r>
            <a:r>
              <a:rPr b="0" i="0" lang="en-US" sz="1600" u="none" cap="none" strike="noStrike">
                <a:solidFill>
                  <a:srgbClr val="0D63C1"/>
                </a:solidFill>
                <a:latin typeface="Courier New"/>
                <a:ea typeface="Courier New"/>
                <a:cs typeface="Courier New"/>
                <a:sym typeface="Courier New"/>
              </a:rPr>
              <a:t> </a:t>
            </a:r>
            <a:r>
              <a:rPr b="0" i="0" lang="en-US" sz="1600" u="none" cap="none" strike="noStrike">
                <a:solidFill>
                  <a:srgbClr val="000000"/>
                </a:solidFill>
                <a:latin typeface="Courier New"/>
                <a:ea typeface="Courier New"/>
                <a:cs typeface="Courier New"/>
                <a:sym typeface="Courier New"/>
              </a:rPr>
              <a:t>==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  /* do nothing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a:t>
            </a:r>
            <a:r>
              <a:rPr b="0" i="0" lang="en-US" sz="1600" u="none" cap="none" strike="noStrike">
                <a:solidFill>
                  <a:srgbClr val="FF0000"/>
                </a:solidFill>
                <a:latin typeface="Courier New"/>
                <a:ea typeface="Courier New"/>
                <a:cs typeface="Courier New"/>
                <a:sym typeface="Courier New"/>
              </a:rPr>
              <a:t>critical section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a:t>
            </a:r>
            <a:r>
              <a:rPr b="1" i="0" lang="en-US" sz="1600" u="none" cap="none" strike="noStrike">
                <a:solidFill>
                  <a:srgbClr val="008000"/>
                </a:solidFill>
                <a:latin typeface="Courier New"/>
                <a:ea typeface="Courier New"/>
                <a:cs typeface="Courier New"/>
                <a:sym typeface="Courier New"/>
              </a:rPr>
              <a:t>flag[0]</a:t>
            </a:r>
            <a:r>
              <a:rPr b="0" i="0" lang="en-US" sz="1600" u="none" cap="none" strike="noStrike">
                <a:solidFill>
                  <a:srgbClr val="000000"/>
                </a:solidFill>
                <a:latin typeface="Courier New"/>
                <a:ea typeface="Courier New"/>
                <a:cs typeface="Courier New"/>
                <a:sym typeface="Courier New"/>
              </a:rPr>
              <a:t> =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a:t>
            </a:r>
            <a:r>
              <a:rPr b="0" i="0" lang="en-US" sz="1600" u="none" cap="none" strike="noStrike">
                <a:solidFill>
                  <a:srgbClr val="FF0000"/>
                </a:solidFill>
                <a:latin typeface="Courier New"/>
                <a:ea typeface="Courier New"/>
                <a:cs typeface="Courier New"/>
                <a:sym typeface="Courier New"/>
              </a:rPr>
              <a:t>remainder section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while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Verdana"/>
              <a:buNone/>
            </a:pPr>
            <a:r>
              <a:t/>
            </a:r>
            <a:endParaRPr b="0" i="0" sz="2000" u="none" cap="none" strike="noStrike">
              <a:solidFill>
                <a:srgbClr val="000000"/>
              </a:solidFill>
              <a:latin typeface="Courier New"/>
              <a:ea typeface="Courier New"/>
              <a:cs typeface="Courier New"/>
              <a:sym typeface="Courier New"/>
            </a:endParaRPr>
          </a:p>
        </p:txBody>
      </p:sp>
      <p:sp>
        <p:nvSpPr>
          <p:cNvPr id="726" name="Google Shape;726;p34"/>
          <p:cNvSpPr/>
          <p:nvPr/>
        </p:nvSpPr>
        <p:spPr>
          <a:xfrm>
            <a:off x="3340100" y="3721100"/>
            <a:ext cx="838200" cy="762000"/>
          </a:xfrm>
          <a:prstGeom prst="ellipse">
            <a:avLst/>
          </a:prstGeom>
          <a:solidFill>
            <a:srgbClr val="008000"/>
          </a:solidFill>
          <a:ln>
            <a:noFill/>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P</a:t>
            </a:r>
            <a:r>
              <a:rPr b="0" baseline="-25000" i="0" lang="en-US" sz="2000" u="none" cap="none" strike="noStrike">
                <a:solidFill>
                  <a:srgbClr val="FFFFFF"/>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727" name="Google Shape;727;p34"/>
          <p:cNvSpPr/>
          <p:nvPr/>
        </p:nvSpPr>
        <p:spPr>
          <a:xfrm>
            <a:off x="4581525" y="1689100"/>
            <a:ext cx="4305300" cy="2895600"/>
          </a:xfrm>
          <a:prstGeom prst="rect">
            <a:avLst/>
          </a:prstGeom>
          <a:solidFill>
            <a:schemeClr val="accent1"/>
          </a:solidFill>
          <a:ln cap="flat" cmpd="sng" w="9525">
            <a:solidFill>
              <a:schemeClr val="dk1"/>
            </a:solidFill>
            <a:prstDash val="solid"/>
            <a:round/>
            <a:headEnd len="sm" w="sm" type="none"/>
            <a:tailEnd len="sm" w="sm" type="none"/>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do {</a:t>
            </a:r>
            <a:endParaRPr b="0" i="0" sz="12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Noto Sans Symbols"/>
              <a:buNone/>
            </a:pPr>
            <a:r>
              <a:rPr b="1" i="0" lang="en-US" sz="1600" u="none" cap="none" strike="noStrike">
                <a:solidFill>
                  <a:srgbClr val="000000"/>
                </a:solidFill>
                <a:latin typeface="Courier New"/>
                <a:ea typeface="Courier New"/>
                <a:cs typeface="Courier New"/>
                <a:sym typeface="Courier New"/>
              </a:rPr>
              <a:t>    </a:t>
            </a:r>
            <a:r>
              <a:rPr b="1" i="0" lang="en-US" sz="1600" u="none" cap="none" strike="noStrike">
                <a:solidFill>
                  <a:srgbClr val="0D63C1"/>
                </a:solidFill>
                <a:latin typeface="Courier New"/>
                <a:ea typeface="Courier New"/>
                <a:cs typeface="Courier New"/>
                <a:sym typeface="Courier New"/>
              </a:rPr>
              <a:t>flag[1] </a:t>
            </a:r>
            <a:r>
              <a:rPr b="0" i="0" lang="en-US" sz="1600" u="none" cap="none" strike="noStrike">
                <a:solidFill>
                  <a:srgbClr val="000000"/>
                </a:solidFill>
                <a:latin typeface="Courier New"/>
                <a:ea typeface="Courier New"/>
                <a:cs typeface="Courier New"/>
                <a:sym typeface="Courier New"/>
              </a:rPr>
              <a:t>= TRUE;</a:t>
            </a:r>
            <a:endParaRPr b="0" i="0" sz="12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Noto Sans Symbols"/>
              <a:buNone/>
            </a:pPr>
            <a:r>
              <a:rPr b="1" i="0" lang="en-US" sz="1600" u="none" cap="none" strike="noStrike">
                <a:solidFill>
                  <a:srgbClr val="000000"/>
                </a:solidFill>
                <a:latin typeface="Courier New"/>
                <a:ea typeface="Courier New"/>
                <a:cs typeface="Courier New"/>
                <a:sym typeface="Courier New"/>
              </a:rPr>
              <a:t>    </a:t>
            </a:r>
            <a:r>
              <a:rPr b="1" i="0" lang="en-US" sz="1600" u="none" cap="none" strike="noStrike">
                <a:solidFill>
                  <a:srgbClr val="008000"/>
                </a:solidFill>
                <a:latin typeface="Courier New"/>
                <a:ea typeface="Courier New"/>
                <a:cs typeface="Courier New"/>
                <a:sym typeface="Courier New"/>
              </a:rPr>
              <a:t>turn</a:t>
            </a:r>
            <a:r>
              <a:rPr b="0" i="0" lang="en-US" sz="1600" u="none" cap="none" strike="noStrike">
                <a:solidFill>
                  <a:srgbClr val="008000"/>
                </a:solidFill>
                <a:latin typeface="Courier New"/>
                <a:ea typeface="Courier New"/>
                <a:cs typeface="Courier New"/>
                <a:sym typeface="Courier New"/>
              </a:rPr>
              <a:t> </a:t>
            </a:r>
            <a:r>
              <a:rPr b="0" i="0" lang="en-US" sz="1600" u="none" cap="none" strike="noStrike">
                <a:solidFill>
                  <a:srgbClr val="000000"/>
                </a:solidFill>
                <a:latin typeface="Courier New"/>
                <a:ea typeface="Courier New"/>
                <a:cs typeface="Courier New"/>
                <a:sym typeface="Courier New"/>
              </a:rPr>
              <a:t>=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while(</a:t>
            </a:r>
            <a:r>
              <a:rPr b="1" i="0" lang="en-US" sz="1600" u="none" cap="none" strike="noStrike">
                <a:solidFill>
                  <a:srgbClr val="008000"/>
                </a:solidFill>
                <a:latin typeface="Courier New"/>
                <a:ea typeface="Courier New"/>
                <a:cs typeface="Courier New"/>
                <a:sym typeface="Courier New"/>
              </a:rPr>
              <a:t>flag[0] </a:t>
            </a:r>
            <a:r>
              <a:rPr b="0" i="0" lang="en-US" sz="1600" u="none" cap="none" strike="noStrike">
                <a:solidFill>
                  <a:srgbClr val="000000"/>
                </a:solidFill>
                <a:latin typeface="Courier New"/>
                <a:ea typeface="Courier New"/>
                <a:cs typeface="Courier New"/>
                <a:sym typeface="Courier New"/>
              </a:rPr>
              <a:t>&amp;&amp; </a:t>
            </a:r>
            <a:r>
              <a:rPr b="1" i="0" lang="en-US" sz="1600" u="none" cap="none" strike="noStrike">
                <a:solidFill>
                  <a:srgbClr val="008000"/>
                </a:solidFill>
                <a:latin typeface="Courier New"/>
                <a:ea typeface="Courier New"/>
                <a:cs typeface="Courier New"/>
                <a:sym typeface="Courier New"/>
              </a:rPr>
              <a:t>turn </a:t>
            </a:r>
            <a:r>
              <a:rPr b="0" i="0" lang="en-US" sz="1600" u="none" cap="none" strike="noStrike">
                <a:solidFill>
                  <a:srgbClr val="000000"/>
                </a:solidFill>
                <a:latin typeface="Courier New"/>
                <a:ea typeface="Courier New"/>
                <a:cs typeface="Courier New"/>
                <a:sym typeface="Courier New"/>
              </a:rPr>
              <a:t>== 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  /* do nothing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a:t>
            </a:r>
            <a:r>
              <a:rPr b="0" i="0" lang="en-US" sz="1600" u="none" cap="none" strike="noStrike">
                <a:solidFill>
                  <a:srgbClr val="FF0000"/>
                </a:solidFill>
                <a:latin typeface="Courier New"/>
                <a:ea typeface="Courier New"/>
                <a:cs typeface="Courier New"/>
                <a:sym typeface="Courier New"/>
              </a:rPr>
              <a:t>critical section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a:t>
            </a:r>
            <a:r>
              <a:rPr b="1" i="0" lang="en-US" sz="1600" u="none" cap="none" strike="noStrike">
                <a:solidFill>
                  <a:srgbClr val="0D63C1"/>
                </a:solidFill>
                <a:latin typeface="Courier New"/>
                <a:ea typeface="Courier New"/>
                <a:cs typeface="Courier New"/>
                <a:sym typeface="Courier New"/>
              </a:rPr>
              <a:t>flag[1]</a:t>
            </a:r>
            <a:r>
              <a:rPr b="0" i="0" lang="en-US" sz="1600" u="none" cap="none" strike="noStrike">
                <a:solidFill>
                  <a:srgbClr val="000000"/>
                </a:solidFill>
                <a:latin typeface="Courier New"/>
                <a:ea typeface="Courier New"/>
                <a:cs typeface="Courier New"/>
                <a:sym typeface="Courier New"/>
              </a:rPr>
              <a:t> =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a:t>
            </a:r>
            <a:r>
              <a:rPr b="0" i="0" lang="en-US" sz="1600" u="none" cap="none" strike="noStrike">
                <a:solidFill>
                  <a:srgbClr val="FF0000"/>
                </a:solidFill>
                <a:latin typeface="Courier New"/>
                <a:ea typeface="Courier New"/>
                <a:cs typeface="Courier New"/>
                <a:sym typeface="Courier New"/>
              </a:rPr>
              <a:t>remainder section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Courier New"/>
                <a:ea typeface="Courier New"/>
                <a:cs typeface="Courier New"/>
                <a:sym typeface="Courier New"/>
              </a:rPr>
              <a:t>} while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Verdana"/>
              <a:buNone/>
            </a:pPr>
            <a:r>
              <a:t/>
            </a:r>
            <a:endParaRPr b="0" i="0" sz="2000" u="none" cap="none" strike="noStrike">
              <a:solidFill>
                <a:srgbClr val="000000"/>
              </a:solidFill>
              <a:latin typeface="Courier New"/>
              <a:ea typeface="Courier New"/>
              <a:cs typeface="Courier New"/>
              <a:sym typeface="Courier New"/>
            </a:endParaRPr>
          </a:p>
        </p:txBody>
      </p:sp>
      <p:sp>
        <p:nvSpPr>
          <p:cNvPr id="728" name="Google Shape;728;p34"/>
          <p:cNvSpPr/>
          <p:nvPr/>
        </p:nvSpPr>
        <p:spPr>
          <a:xfrm>
            <a:off x="7785100" y="3721100"/>
            <a:ext cx="825500" cy="762000"/>
          </a:xfrm>
          <a:prstGeom prst="ellipse">
            <a:avLst/>
          </a:prstGeom>
          <a:solidFill>
            <a:srgbClr val="0070C0"/>
          </a:solidFill>
          <a:ln>
            <a:noFill/>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P</a:t>
            </a:r>
            <a:r>
              <a:rPr b="0" baseline="-25000" i="0" lang="en-US" sz="20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729" name="Google Shape;729;p34"/>
          <p:cNvSpPr txBox="1"/>
          <p:nvPr>
            <p:ph type="title"/>
          </p:nvPr>
        </p:nvSpPr>
        <p:spPr>
          <a:xfrm>
            <a:off x="533400" y="762000"/>
            <a:ext cx="8077200" cy="685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Answer</a:t>
            </a:r>
            <a:endParaRPr/>
          </a:p>
        </p:txBody>
      </p:sp>
      <p:sp>
        <p:nvSpPr>
          <p:cNvPr id="730" name="Google Shape;730;p34">
            <a:hlinkClick action="ppaction://hlinksldjump" r:id="rId3"/>
          </p:cNvPr>
          <p:cNvSpPr/>
          <p:nvPr/>
        </p:nvSpPr>
        <p:spPr>
          <a:xfrm>
            <a:off x="8763000" y="5791200"/>
            <a:ext cx="228600" cy="22860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31" name="Google Shape;731;p34">
            <a:hlinkClick action="ppaction://hlinksldjump" r:id="rId4"/>
          </p:cNvPr>
          <p:cNvSpPr/>
          <p:nvPr/>
        </p:nvSpPr>
        <p:spPr>
          <a:xfrm>
            <a:off x="8763000" y="5029200"/>
            <a:ext cx="228600" cy="2286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32" name="Google Shape;732;p34">
            <a:hlinkClick action="ppaction://hlinksldjump" r:id="rId5"/>
          </p:cNvPr>
          <p:cNvSpPr/>
          <p:nvPr/>
        </p:nvSpPr>
        <p:spPr>
          <a:xfrm>
            <a:off x="8686800" y="6096000"/>
            <a:ext cx="304800" cy="228600"/>
          </a:xfrm>
          <a:prstGeom prst="flowChartMerge">
            <a:avLst/>
          </a:prstGeom>
          <a:solidFill>
            <a:srgbClr val="FFFF00"/>
          </a:solidFill>
          <a:ln cap="flat" cmpd="sng" w="9525">
            <a:solidFill>
              <a:schemeClr val="l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33" name="Google Shape;733;p34"/>
          <p:cNvSpPr/>
          <p:nvPr/>
        </p:nvSpPr>
        <p:spPr>
          <a:xfrm>
            <a:off x="508000" y="4751338"/>
            <a:ext cx="833120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Open Sans"/>
                <a:ea typeface="Open Sans"/>
                <a:cs typeface="Open Sans"/>
                <a:sym typeface="Open Sans"/>
              </a:rPr>
              <a:t>Initially the flags are false. When a process wants to execute it’s critical section, it sets it’s flag to true and turn as the index of the other process. This means that the process wants to execute but it will allow the other process to run first. The process performs busy waiting until the other process has finished it’s own critical section.</a:t>
            </a:r>
            <a:br>
              <a:rPr b="0" i="0" lang="en-US" sz="1600" u="none" cap="none" strike="noStrike">
                <a:solidFill>
                  <a:schemeClr val="dk1"/>
                </a:solidFill>
                <a:latin typeface="Verdana"/>
                <a:ea typeface="Verdana"/>
                <a:cs typeface="Verdana"/>
                <a:sym typeface="Verdana"/>
              </a:rPr>
            </a:br>
            <a:r>
              <a:rPr b="0" i="0" lang="en-US" sz="1600" u="none" cap="none" strike="noStrike">
                <a:solidFill>
                  <a:srgbClr val="000000"/>
                </a:solidFill>
                <a:latin typeface="Open Sans"/>
                <a:ea typeface="Open Sans"/>
                <a:cs typeface="Open Sans"/>
                <a:sym typeface="Open Sans"/>
              </a:rPr>
              <a:t>After this the current process enters it’s critical section and adds or removes a random number from the shared buffer. After completing the critical section, it sets it’s own flag to false, indication it does not wish to execute anymore.</a:t>
            </a:r>
            <a:endParaRPr b="0" i="0" sz="1600" u="none" cap="none" strike="noStrike">
              <a:solidFill>
                <a:schemeClr val="dk1"/>
              </a:solidFill>
              <a:latin typeface="Verdana"/>
              <a:ea typeface="Verdana"/>
              <a:cs typeface="Verdana"/>
              <a:sym typeface="Verdan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35"/>
          <p:cNvSpPr/>
          <p:nvPr/>
        </p:nvSpPr>
        <p:spPr>
          <a:xfrm>
            <a:off x="584200" y="5330825"/>
            <a:ext cx="7543800" cy="838200"/>
          </a:xfrm>
          <a:prstGeom prst="rect">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Verdana"/>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39" name="Google Shape;739;p35"/>
          <p:cNvSpPr/>
          <p:nvPr/>
        </p:nvSpPr>
        <p:spPr>
          <a:xfrm>
            <a:off x="584200" y="3846234"/>
            <a:ext cx="7543800" cy="1024216"/>
          </a:xfrm>
          <a:prstGeom prst="rect">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Verdana"/>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40" name="Google Shape;740;p35"/>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741" name="Google Shape;741;p35"/>
          <p:cNvSpPr/>
          <p:nvPr/>
        </p:nvSpPr>
        <p:spPr>
          <a:xfrm>
            <a:off x="533400" y="838200"/>
            <a:ext cx="8458200"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1" i="0" lang="en-US" sz="2000" u="none" cap="none" strike="noStrike">
                <a:solidFill>
                  <a:srgbClr val="000000"/>
                </a:solidFill>
                <a:latin typeface="Times New Roman"/>
                <a:ea typeface="Times New Roman"/>
                <a:cs typeface="Times New Roman"/>
                <a:sym typeface="Times New Roman"/>
              </a:rPr>
              <a:t>"I am ready to enter CS"                         	flag[0]=true;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Times New Roman"/>
              <a:buNone/>
            </a:pPr>
            <a:r>
              <a:rPr b="1" i="0" lang="en-US" sz="2000" u="none" cap="none" strike="noStrike">
                <a:solidFill>
                  <a:srgbClr val="000000"/>
                </a:solidFill>
                <a:latin typeface="Times New Roman"/>
                <a:ea typeface="Times New Roman"/>
                <a:cs typeface="Times New Roman"/>
                <a:sym typeface="Times New Roman"/>
              </a:rPr>
              <a:t>“But you can execute your own CS"       	turn=1;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"If you are ready to enter and 		while(flag[1]==true&amp;&amp;turn==1){</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it's your turn I'll wait.“			/*P0 wait*/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Times New Roman"/>
              <a:buNone/>
            </a:pPr>
            <a:r>
              <a:rPr b="1" i="0" lang="en-US" sz="2000" u="none" cap="none" strike="noStrike">
                <a:solidFill>
                  <a:srgbClr val="000000"/>
                </a:solidFill>
                <a:latin typeface="Times New Roman"/>
                <a:ea typeface="Times New Roman"/>
                <a:cs typeface="Times New Roman"/>
                <a:sym typeface="Times New Roman"/>
              </a:rPr>
              <a:t>Otherwise, I’ll enter my CS                               CS</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Times New Roman"/>
              <a:buNone/>
            </a:pPr>
            <a:r>
              <a:rPr b="1" i="0" lang="en-US" sz="2000" u="none" cap="none" strike="noStrike">
                <a:solidFill>
                  <a:srgbClr val="000000"/>
                </a:solidFill>
                <a:latin typeface="Times New Roman"/>
                <a:ea typeface="Times New Roman"/>
                <a:cs typeface="Times New Roman"/>
                <a:sym typeface="Times New Roman"/>
              </a:rPr>
              <a:t>"I don't want to enter any more."     	flag[0]=false;</a:t>
            </a:r>
            <a:endParaRPr b="0" i="0" sz="1400" u="none" cap="none" strike="noStrike">
              <a:solidFill>
                <a:srgbClr val="000000"/>
              </a:solidFill>
              <a:latin typeface="Arial"/>
              <a:ea typeface="Arial"/>
              <a:cs typeface="Arial"/>
              <a:sym typeface="Arial"/>
            </a:endParaRPr>
          </a:p>
        </p:txBody>
      </p:sp>
      <p:sp>
        <p:nvSpPr>
          <p:cNvPr id="742" name="Google Shape;742;p35"/>
          <p:cNvSpPr/>
          <p:nvPr/>
        </p:nvSpPr>
        <p:spPr>
          <a:xfrm>
            <a:off x="4152900" y="1549400"/>
            <a:ext cx="838200" cy="762000"/>
          </a:xfrm>
          <a:prstGeom prst="ellipse">
            <a:avLst/>
          </a:prstGeom>
          <a:solidFill>
            <a:srgbClr val="008000"/>
          </a:solidFill>
          <a:ln>
            <a:noFill/>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P</a:t>
            </a:r>
            <a:r>
              <a:rPr b="0" baseline="-25000" i="0" lang="en-US" sz="2000" u="none" cap="none" strike="noStrike">
                <a:solidFill>
                  <a:srgbClr val="FFFFFF"/>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743" name="Google Shape;743;p35"/>
          <p:cNvSpPr txBox="1"/>
          <p:nvPr/>
        </p:nvSpPr>
        <p:spPr>
          <a:xfrm>
            <a:off x="762000" y="3162300"/>
            <a:ext cx="7620000" cy="3467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Entrance to the CS is granted for process P</a:t>
            </a:r>
            <a:r>
              <a:rPr b="0" baseline="-25000" i="0" lang="en-US" sz="2600" u="none" cap="none" strike="noStrike">
                <a:solidFill>
                  <a:srgbClr val="000000"/>
                </a:solidFill>
                <a:latin typeface="Arial"/>
                <a:ea typeface="Arial"/>
                <a:cs typeface="Arial"/>
                <a:sym typeface="Arial"/>
              </a:rPr>
              <a:t>0</a:t>
            </a:r>
            <a:r>
              <a:rPr b="0" i="0" lang="en-US" sz="2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32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2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if P</a:t>
            </a:r>
            <a:r>
              <a:rPr b="0" baseline="-25000" i="0" lang="en-US" sz="2600" u="none" cap="none" strike="noStrike">
                <a:solidFill>
                  <a:srgbClr val="000000"/>
                </a:solidFill>
                <a:latin typeface="Arial"/>
                <a:ea typeface="Arial"/>
                <a:cs typeface="Arial"/>
                <a:sym typeface="Arial"/>
              </a:rPr>
              <a:t>1</a:t>
            </a:r>
            <a:r>
              <a:rPr b="0" i="0" lang="en-US" sz="2600" u="none" cap="none" strike="noStrike">
                <a:solidFill>
                  <a:srgbClr val="000000"/>
                </a:solidFill>
                <a:latin typeface="Arial"/>
                <a:ea typeface="Arial"/>
                <a:cs typeface="Arial"/>
                <a:sym typeface="Arial"/>
              </a:rPr>
              <a:t> does not want to enter its CS,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2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			</a:t>
            </a:r>
            <a:r>
              <a:rPr b="0" i="0" lang="en-US" sz="2600" u="none" cap="none" strike="noStrike">
                <a:solidFill>
                  <a:srgbClr val="000000"/>
                </a:solidFill>
                <a:latin typeface="Courier New"/>
                <a:ea typeface="Courier New"/>
                <a:cs typeface="Courier New"/>
                <a:sym typeface="Courier New"/>
              </a:rPr>
              <a:t>flag[1]=FALSE </a:t>
            </a:r>
            <a:endParaRPr b="0" i="0" sz="2000" u="none" cap="none" strike="noStrike">
              <a:solidFill>
                <a:srgbClr val="000000"/>
              </a:solidFill>
              <a:latin typeface="Arial"/>
              <a:ea typeface="Arial"/>
              <a:cs typeface="Arial"/>
              <a:sym typeface="Arial"/>
            </a:endParaRPr>
          </a:p>
          <a:p>
            <a:pPr indent="-342900" lvl="0" marL="342900" marR="0" rtl="0" algn="ctr">
              <a:lnSpc>
                <a:spcPct val="100000"/>
              </a:lnSpc>
              <a:spcBef>
                <a:spcPts val="52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or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2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if P</a:t>
            </a:r>
            <a:r>
              <a:rPr b="0" baseline="-25000" i="0" lang="en-US" sz="2600" u="none" cap="none" strike="noStrike">
                <a:solidFill>
                  <a:srgbClr val="000000"/>
                </a:solidFill>
                <a:latin typeface="Arial"/>
                <a:ea typeface="Arial"/>
                <a:cs typeface="Arial"/>
                <a:sym typeface="Arial"/>
              </a:rPr>
              <a:t>1</a:t>
            </a:r>
            <a:r>
              <a:rPr b="0" i="0" lang="en-US" sz="2600" u="none" cap="none" strike="noStrike">
                <a:solidFill>
                  <a:srgbClr val="000000"/>
                </a:solidFill>
                <a:latin typeface="Arial"/>
                <a:ea typeface="Arial"/>
                <a:cs typeface="Arial"/>
                <a:sym typeface="Arial"/>
              </a:rPr>
              <a:t> has given priority to P</a:t>
            </a:r>
            <a:r>
              <a:rPr b="0" baseline="-25000" i="0" lang="en-US" sz="2600" u="none" cap="none" strike="noStrike">
                <a:solidFill>
                  <a:srgbClr val="000000"/>
                </a:solidFill>
                <a:latin typeface="Arial"/>
                <a:ea typeface="Arial"/>
                <a:cs typeface="Arial"/>
                <a:sym typeface="Arial"/>
              </a:rPr>
              <a:t>0</a:t>
            </a:r>
            <a:r>
              <a:rPr b="0" i="0" lang="en-US" sz="2600" u="none" cap="none" strike="noStrike">
                <a:solidFill>
                  <a:srgbClr val="000000"/>
                </a:solidFill>
                <a:latin typeface="Arial"/>
                <a:ea typeface="Arial"/>
                <a:cs typeface="Arial"/>
                <a:sym typeface="Arial"/>
              </a:rPr>
              <a:t> by setting </a:t>
            </a:r>
            <a:r>
              <a:rPr b="0" i="0" lang="en-US" sz="2600" u="none" cap="none" strike="noStrike">
                <a:solidFill>
                  <a:srgbClr val="000000"/>
                </a:solidFill>
                <a:latin typeface="Courier New"/>
                <a:ea typeface="Courier New"/>
                <a:cs typeface="Courier New"/>
                <a:sym typeface="Courier New"/>
              </a:rPr>
              <a:t>turn=0</a:t>
            </a:r>
            <a:r>
              <a:rPr b="0" i="0" lang="en-US" sz="2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36"/>
          <p:cNvSpPr/>
          <p:nvPr/>
        </p:nvSpPr>
        <p:spPr>
          <a:xfrm>
            <a:off x="4876800" y="5181600"/>
            <a:ext cx="2895600" cy="1295400"/>
          </a:xfrm>
          <a:prstGeom prst="roundRect">
            <a:avLst>
              <a:gd fmla="val 16667" name="adj"/>
            </a:avLst>
          </a:prstGeom>
          <a:solidFill>
            <a:srgbClr val="FFFF00"/>
          </a:solidFill>
          <a:ln>
            <a:noFill/>
          </a:ln>
          <a:effectLst>
            <a:outerShdw rotWithShape="0" algn="tl" dir="2700000" dist="139700">
              <a:srgbClr val="808080">
                <a:alpha val="4235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Verdana"/>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49" name="Google Shape;749;p36"/>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750" name="Google Shape;750;p36"/>
          <p:cNvSpPr txBox="1"/>
          <p:nvPr>
            <p:ph type="title"/>
          </p:nvPr>
        </p:nvSpPr>
        <p:spPr>
          <a:xfrm>
            <a:off x="457200" y="838200"/>
            <a:ext cx="30480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Exercises 2 </a:t>
            </a:r>
            <a:endParaRPr/>
          </a:p>
        </p:txBody>
      </p:sp>
      <p:pic>
        <p:nvPicPr>
          <p:cNvPr descr="http://t1.gstatic.com/images?q=tbn:ANd9GcQ8IpPPlUD6SfF-GnyEy7VDsRI1z5C_tXXGHiVYQv3fY_1T_J4iaA" id="751" name="Google Shape;751;p36"/>
          <p:cNvPicPr preferRelativeResize="0"/>
          <p:nvPr/>
        </p:nvPicPr>
        <p:blipFill rotWithShape="1">
          <a:blip r:embed="rId3">
            <a:alphaModFix/>
          </a:blip>
          <a:srcRect b="0" l="0" r="0" t="0"/>
          <a:stretch/>
        </p:blipFill>
        <p:spPr>
          <a:xfrm>
            <a:off x="6781800" y="2057400"/>
            <a:ext cx="2162175" cy="2114550"/>
          </a:xfrm>
          <a:prstGeom prst="rect">
            <a:avLst/>
          </a:prstGeom>
          <a:noFill/>
          <a:ln>
            <a:noFill/>
          </a:ln>
        </p:spPr>
      </p:pic>
      <p:sp>
        <p:nvSpPr>
          <p:cNvPr id="752" name="Google Shape;752;p36"/>
          <p:cNvSpPr txBox="1"/>
          <p:nvPr>
            <p:ph idx="1" type="body"/>
          </p:nvPr>
        </p:nvSpPr>
        <p:spPr>
          <a:xfrm>
            <a:off x="457200" y="1752600"/>
            <a:ext cx="8229600" cy="990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222222"/>
              </a:buClr>
              <a:buSzPts val="2600"/>
              <a:buFont typeface="Arial"/>
              <a:buChar char="•"/>
            </a:pPr>
            <a:r>
              <a:rPr lang="en-US"/>
              <a:t>What is the event for each </a:t>
            </a:r>
            <a:r>
              <a:rPr i="1" lang="en-US"/>
              <a:t>t</a:t>
            </a:r>
            <a:r>
              <a:rPr baseline="-25000" i="1" lang="en-US"/>
              <a:t>i</a:t>
            </a:r>
            <a:r>
              <a:rPr lang="en-US"/>
              <a:t> if 2 concurrent processes wishing to enter their CSs.</a:t>
            </a:r>
            <a:endParaRPr sz="2800"/>
          </a:p>
        </p:txBody>
      </p:sp>
      <p:pic>
        <p:nvPicPr>
          <p:cNvPr descr="Screen Shot 2012-03-31 at 3.22.34 PM.png" id="753" name="Google Shape;753;p36"/>
          <p:cNvPicPr preferRelativeResize="0"/>
          <p:nvPr/>
        </p:nvPicPr>
        <p:blipFill rotWithShape="1">
          <a:blip r:embed="rId4">
            <a:alphaModFix/>
          </a:blip>
          <a:srcRect b="0" l="0" r="0" t="0"/>
          <a:stretch/>
        </p:blipFill>
        <p:spPr>
          <a:xfrm>
            <a:off x="482600" y="3048000"/>
            <a:ext cx="3784600" cy="3467100"/>
          </a:xfrm>
          <a:prstGeom prst="rect">
            <a:avLst/>
          </a:prstGeom>
          <a:noFill/>
          <a:ln>
            <a:noFill/>
          </a:ln>
        </p:spPr>
      </p:pic>
      <p:sp>
        <p:nvSpPr>
          <p:cNvPr id="754" name="Google Shape;754;p36"/>
          <p:cNvSpPr txBox="1"/>
          <p:nvPr/>
        </p:nvSpPr>
        <p:spPr>
          <a:xfrm>
            <a:off x="4419600" y="4267200"/>
            <a:ext cx="3657600" cy="2286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cap="none" strike="noStrike">
                <a:solidFill>
                  <a:srgbClr val="222222"/>
                </a:solidFill>
                <a:latin typeface="Arial"/>
                <a:ea typeface="Arial"/>
                <a:cs typeface="Arial"/>
                <a:sym typeface="Arial"/>
              </a:rPr>
              <a:t>Check if the following is preserved:</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Mutual exclusion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Progress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Bounded Waiting</a:t>
            </a:r>
            <a:endParaRPr b="0" i="0" sz="1400" u="none" cap="none" strike="noStrike">
              <a:solidFill>
                <a:srgbClr val="000000"/>
              </a:solidFill>
              <a:latin typeface="Arial"/>
              <a:ea typeface="Arial"/>
              <a:cs typeface="Arial"/>
              <a:sym typeface="Arial"/>
            </a:endParaRPr>
          </a:p>
          <a:p>
            <a:pPr indent="-165100" lvl="0" marL="342900" marR="0" rtl="0" algn="l">
              <a:lnSpc>
                <a:spcPct val="100000"/>
              </a:lnSpc>
              <a:spcBef>
                <a:spcPts val="560"/>
              </a:spcBef>
              <a:spcAft>
                <a:spcPts val="0"/>
              </a:spcAft>
              <a:buClr>
                <a:srgbClr val="FFFFFF"/>
              </a:buClr>
              <a:buSzPts val="2800"/>
              <a:buFont typeface="Times New Roman"/>
              <a:buNone/>
            </a:pPr>
            <a:r>
              <a:t/>
            </a:r>
            <a:endParaRPr b="0" i="0" sz="2800" u="none" cap="none" strike="noStrike">
              <a:solidFill>
                <a:srgbClr val="222222"/>
              </a:solidFill>
              <a:latin typeface="Arial"/>
              <a:ea typeface="Arial"/>
              <a:cs typeface="Arial"/>
              <a:sym typeface="Arial"/>
            </a:endParaRPr>
          </a:p>
          <a:p>
            <a:pPr indent="-165100" lvl="0" marL="342900" marR="0" rtl="0" algn="l">
              <a:lnSpc>
                <a:spcPct val="100000"/>
              </a:lnSpc>
              <a:spcBef>
                <a:spcPts val="560"/>
              </a:spcBef>
              <a:spcAft>
                <a:spcPts val="0"/>
              </a:spcAft>
              <a:buClr>
                <a:srgbClr val="FFFFFF"/>
              </a:buClr>
              <a:buSzPts val="2800"/>
              <a:buFont typeface="Times New Roman"/>
              <a:buNone/>
            </a:pPr>
            <a:r>
              <a:t/>
            </a:r>
            <a:endParaRPr b="0" i="0" sz="2800" u="none" cap="none" strike="noStrike">
              <a:solidFill>
                <a:srgbClr val="222222"/>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graphicFrame>
        <p:nvGraphicFramePr>
          <p:cNvPr id="759" name="Google Shape;759;p37"/>
          <p:cNvGraphicFramePr/>
          <p:nvPr/>
        </p:nvGraphicFramePr>
        <p:xfrm>
          <a:off x="762000" y="2184400"/>
          <a:ext cx="3000000" cy="3000000"/>
        </p:xfrm>
        <a:graphic>
          <a:graphicData uri="http://schemas.openxmlformats.org/drawingml/2006/table">
            <a:tbl>
              <a:tblPr>
                <a:noFill/>
                <a:tableStyleId>{3E33C24B-F2BD-46E9-8222-276430B22233}</a:tableStyleId>
              </a:tblPr>
              <a:tblGrid>
                <a:gridCol w="984175"/>
                <a:gridCol w="1274575"/>
                <a:gridCol w="1377475"/>
                <a:gridCol w="1012000"/>
                <a:gridCol w="2971800"/>
              </a:tblGrid>
              <a:tr h="421650">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time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flag[0]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flag[1]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turn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Events</a:t>
                      </a:r>
                      <a:endParaRPr b="1"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8000"/>
                        </a:buClr>
                        <a:buSzPts val="2000"/>
                        <a:buFont typeface="Arial"/>
                        <a:buNone/>
                      </a:pPr>
                      <a:r>
                        <a:rPr b="0" i="0" lang="en-US" sz="2000" u="none" cap="none" strike="noStrike">
                          <a:solidFill>
                            <a:srgbClr val="008000"/>
                          </a:solidFill>
                          <a:latin typeface="Arial"/>
                          <a:ea typeface="Arial"/>
                          <a:cs typeface="Arial"/>
                          <a:sym typeface="Arial"/>
                        </a:rPr>
                        <a:t>P</a:t>
                      </a:r>
                      <a:r>
                        <a:rPr b="0" baseline="-25000" i="0" lang="en-US" sz="2000" u="none" cap="none" strike="noStrike">
                          <a:solidFill>
                            <a:srgbClr val="008000"/>
                          </a:solidFill>
                          <a:latin typeface="Arial"/>
                          <a:ea typeface="Arial"/>
                          <a:cs typeface="Arial"/>
                          <a:sym typeface="Arial"/>
                        </a:rPr>
                        <a:t>0</a:t>
                      </a:r>
                      <a:r>
                        <a:rPr b="0" i="0" lang="en-US" sz="2000" u="none" cap="none" strike="noStrike">
                          <a:solidFill>
                            <a:srgbClr val="008000"/>
                          </a:solidFill>
                          <a:latin typeface="Arial"/>
                          <a:ea typeface="Arial"/>
                          <a:cs typeface="Arial"/>
                          <a:sym typeface="Arial"/>
                        </a:rPr>
                        <a:t> request to enter CS</a:t>
                      </a:r>
                      <a:r>
                        <a:rPr b="0" baseline="-25000" i="0" lang="en-US" sz="2000" u="none" cap="none" strike="noStrike">
                          <a:solidFill>
                            <a:srgbClr val="008000"/>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8000"/>
                        </a:buClr>
                        <a:buSzPts val="2000"/>
                        <a:buFont typeface="Arial"/>
                        <a:buNone/>
                      </a:pPr>
                      <a:r>
                        <a:rPr b="0" i="0" lang="en-US" sz="2000" u="none" cap="none" strike="noStrike">
                          <a:solidFill>
                            <a:srgbClr val="008000"/>
                          </a:solidFill>
                          <a:latin typeface="Arial"/>
                          <a:ea typeface="Arial"/>
                          <a:cs typeface="Arial"/>
                          <a:sym typeface="Arial"/>
                        </a:rPr>
                        <a:t>P</a:t>
                      </a:r>
                      <a:r>
                        <a:rPr b="0" baseline="-25000" i="0" lang="en-US" sz="2000" u="none" cap="none" strike="noStrike">
                          <a:solidFill>
                            <a:srgbClr val="008000"/>
                          </a:solidFill>
                          <a:latin typeface="Arial"/>
                          <a:ea typeface="Arial"/>
                          <a:cs typeface="Arial"/>
                          <a:sym typeface="Arial"/>
                        </a:rPr>
                        <a:t>0 </a:t>
                      </a:r>
                      <a:r>
                        <a:rPr b="0" i="0" lang="en-US" sz="2000" u="none" cap="none" strike="noStrike">
                          <a:solidFill>
                            <a:srgbClr val="008000"/>
                          </a:solidFill>
                          <a:latin typeface="Arial"/>
                          <a:ea typeface="Arial"/>
                          <a:cs typeface="Arial"/>
                          <a:sym typeface="Arial"/>
                        </a:rPr>
                        <a:t>enters CS</a:t>
                      </a:r>
                      <a:r>
                        <a:rPr b="0" baseline="-25000" i="0" lang="en-US" sz="2000" u="none" cap="none" strike="noStrike">
                          <a:solidFill>
                            <a:srgbClr val="008000"/>
                          </a:solidFill>
                          <a:latin typeface="Arial"/>
                          <a:ea typeface="Arial"/>
                          <a:cs typeface="Arial"/>
                          <a:sym typeface="Arial"/>
                        </a:rPr>
                        <a:t>0</a:t>
                      </a:r>
                      <a:endParaRPr b="0" i="0" sz="2000" u="none" cap="none" strike="noStrike">
                        <a:solidFill>
                          <a:srgbClr val="008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2</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requests to enter CS</a:t>
                      </a:r>
                      <a:r>
                        <a:rPr b="0" baseline="-25000" i="0" lang="en-US" sz="2000" u="none" cap="none" strike="noStrike">
                          <a:solidFill>
                            <a:srgbClr val="0000FF"/>
                          </a:solidFill>
                          <a:latin typeface="Arial"/>
                          <a:ea typeface="Arial"/>
                          <a:cs typeface="Arial"/>
                          <a:sym typeface="Arial"/>
                        </a:rPr>
                        <a:t>1</a:t>
                      </a:r>
                      <a:endParaRPr b="0" i="0" sz="2000" u="none" cap="none" strike="noStrike">
                        <a:solidFill>
                          <a:srgbClr val="0000FF"/>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3</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8000"/>
                        </a:buClr>
                        <a:buSzPts val="2000"/>
                        <a:buFont typeface="Arial"/>
                        <a:buNone/>
                      </a:pPr>
                      <a:r>
                        <a:rPr b="0" i="0" lang="en-US" sz="2000" u="none" cap="none" strike="noStrike">
                          <a:solidFill>
                            <a:srgbClr val="008000"/>
                          </a:solidFill>
                          <a:latin typeface="Arial"/>
                          <a:ea typeface="Arial"/>
                          <a:cs typeface="Arial"/>
                          <a:sym typeface="Arial"/>
                        </a:rPr>
                        <a:t>P</a:t>
                      </a:r>
                      <a:r>
                        <a:rPr b="0" baseline="-25000" i="0" lang="en-US" sz="2000" u="none" cap="none" strike="noStrike">
                          <a:solidFill>
                            <a:srgbClr val="008000"/>
                          </a:solidFill>
                          <a:latin typeface="Arial"/>
                          <a:ea typeface="Arial"/>
                          <a:cs typeface="Arial"/>
                          <a:sym typeface="Arial"/>
                        </a:rPr>
                        <a:t>0 </a:t>
                      </a:r>
                      <a:r>
                        <a:rPr b="0" i="0" lang="en-US" sz="2000" u="none" cap="none" strike="noStrike">
                          <a:solidFill>
                            <a:srgbClr val="008000"/>
                          </a:solidFill>
                          <a:latin typeface="Arial"/>
                          <a:ea typeface="Arial"/>
                          <a:cs typeface="Arial"/>
                          <a:sym typeface="Arial"/>
                        </a:rPr>
                        <a:t>executes RS</a:t>
                      </a:r>
                      <a:r>
                        <a:rPr b="0" baseline="-25000" i="0" lang="en-US" sz="2000" u="none" cap="none" strike="noStrike">
                          <a:solidFill>
                            <a:srgbClr val="008000"/>
                          </a:solidFill>
                          <a:latin typeface="Arial"/>
                          <a:ea typeface="Arial"/>
                          <a:cs typeface="Arial"/>
                          <a:sym typeface="Arial"/>
                        </a:rPr>
                        <a:t>0</a:t>
                      </a:r>
                      <a:endParaRPr b="0" baseline="-25000" i="0" sz="2000" u="none" cap="none" strike="noStrike">
                        <a:solidFill>
                          <a:srgbClr val="008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4</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enters CS</a:t>
                      </a:r>
                      <a:r>
                        <a:rPr b="0" baseline="-25000" i="0" lang="en-US" sz="2000" u="none" cap="none" strike="noStrike">
                          <a:solidFill>
                            <a:srgbClr val="0000FF"/>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5</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8000"/>
                        </a:buClr>
                        <a:buSzPts val="2000"/>
                        <a:buFont typeface="Arial"/>
                        <a:buNone/>
                      </a:pPr>
                      <a:r>
                        <a:rPr b="0" i="0" lang="en-US" sz="2000" u="none" cap="none" strike="noStrike">
                          <a:solidFill>
                            <a:srgbClr val="008000"/>
                          </a:solidFill>
                          <a:latin typeface="Arial"/>
                          <a:ea typeface="Arial"/>
                          <a:cs typeface="Arial"/>
                          <a:sym typeface="Arial"/>
                        </a:rPr>
                        <a:t>P</a:t>
                      </a:r>
                      <a:r>
                        <a:rPr b="0" baseline="-25000" i="0" lang="en-US" sz="2000" u="none" cap="none" strike="noStrike">
                          <a:solidFill>
                            <a:srgbClr val="008000"/>
                          </a:solidFill>
                          <a:latin typeface="Arial"/>
                          <a:ea typeface="Arial"/>
                          <a:cs typeface="Arial"/>
                          <a:sym typeface="Arial"/>
                        </a:rPr>
                        <a:t>0 </a:t>
                      </a:r>
                      <a:r>
                        <a:rPr b="0" i="0" lang="en-US" sz="2000" u="none" cap="none" strike="noStrike">
                          <a:solidFill>
                            <a:srgbClr val="008000"/>
                          </a:solidFill>
                          <a:latin typeface="Arial"/>
                          <a:ea typeface="Arial"/>
                          <a:cs typeface="Arial"/>
                          <a:sym typeface="Arial"/>
                        </a:rPr>
                        <a:t>executes RS</a:t>
                      </a:r>
                      <a:r>
                        <a:rPr b="0" baseline="-25000" i="0" lang="en-US" sz="2000" u="none" cap="none" strike="noStrike">
                          <a:solidFill>
                            <a:srgbClr val="008000"/>
                          </a:solidFill>
                          <a:latin typeface="Arial"/>
                          <a:ea typeface="Arial"/>
                          <a:cs typeface="Arial"/>
                          <a:sym typeface="Arial"/>
                        </a:rPr>
                        <a:t>0</a:t>
                      </a:r>
                      <a:endParaRPr b="0" baseline="-25000" i="0" sz="2000" u="none" cap="none" strike="noStrike">
                        <a:solidFill>
                          <a:srgbClr val="008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6</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executes RS</a:t>
                      </a:r>
                      <a:r>
                        <a:rPr b="0" baseline="-25000" i="0" lang="en-US" sz="2000" u="none" cap="none" strike="noStrike">
                          <a:solidFill>
                            <a:srgbClr val="0000FF"/>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650">
                <a:tc>
                  <a:txBody>
                    <a:bodyPr/>
                    <a:lstStyle/>
                    <a:p>
                      <a:pPr indent="0" lvl="0" marL="0" marR="0" rtl="0" algn="l">
                        <a:lnSpc>
                          <a:spcPct val="100000"/>
                        </a:lnSpc>
                        <a:spcBef>
                          <a:spcPts val="0"/>
                        </a:spcBef>
                        <a:spcAft>
                          <a:spcPts val="0"/>
                        </a:spcAft>
                        <a:buClr>
                          <a:schemeClr val="lt2"/>
                        </a:buClr>
                        <a:buSzPts val="1500"/>
                        <a:buFont typeface="Noto Sans Symbols"/>
                        <a:buNone/>
                      </a:pPr>
                      <a:r>
                        <a:rPr b="0" i="0" lang="en-US" sz="2000" u="none" cap="none" strike="noStrike">
                          <a:solidFill>
                            <a:schemeClr val="dk1"/>
                          </a:solidFill>
                          <a:latin typeface="Arial"/>
                          <a:ea typeface="Arial"/>
                          <a:cs typeface="Arial"/>
                          <a:sym typeface="Arial"/>
                        </a:rPr>
                        <a:t>     t</a:t>
                      </a:r>
                      <a:r>
                        <a:rPr b="0" baseline="-25000" i="0" lang="en-US" sz="2000" u="none" cap="none" strike="noStrike">
                          <a:solidFill>
                            <a:schemeClr val="dk1"/>
                          </a:solidFill>
                          <a:latin typeface="Arial"/>
                          <a:ea typeface="Arial"/>
                          <a:cs typeface="Arial"/>
                          <a:sym typeface="Arial"/>
                        </a:rPr>
                        <a:t>7</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8000"/>
                        </a:buClr>
                        <a:buSzPts val="2000"/>
                        <a:buFont typeface="Arial"/>
                        <a:buNone/>
                      </a:pPr>
                      <a:r>
                        <a:rPr b="0" i="0" lang="en-US" sz="2000" u="none" cap="none" strike="noStrike">
                          <a:solidFill>
                            <a:srgbClr val="008000"/>
                          </a:solidFill>
                          <a:latin typeface="Arial"/>
                          <a:ea typeface="Arial"/>
                          <a:cs typeface="Arial"/>
                          <a:sym typeface="Arial"/>
                        </a:rPr>
                        <a:t>P</a:t>
                      </a:r>
                      <a:r>
                        <a:rPr b="0" baseline="-25000" i="0" lang="en-US" sz="2000" u="none" cap="none" strike="noStrike">
                          <a:solidFill>
                            <a:srgbClr val="008000"/>
                          </a:solidFill>
                          <a:latin typeface="Arial"/>
                          <a:ea typeface="Arial"/>
                          <a:cs typeface="Arial"/>
                          <a:sym typeface="Arial"/>
                        </a:rPr>
                        <a:t>0 </a:t>
                      </a:r>
                      <a:r>
                        <a:rPr b="0" i="0" lang="en-US" sz="2000" u="none" cap="none" strike="noStrike">
                          <a:solidFill>
                            <a:srgbClr val="008000"/>
                          </a:solidFill>
                          <a:latin typeface="Arial"/>
                          <a:ea typeface="Arial"/>
                          <a:cs typeface="Arial"/>
                          <a:sym typeface="Arial"/>
                        </a:rPr>
                        <a:t>executes RS</a:t>
                      </a:r>
                      <a:r>
                        <a:rPr b="0" baseline="-25000" i="0" lang="en-US" sz="2000" u="none" cap="none" strike="noStrike">
                          <a:solidFill>
                            <a:srgbClr val="008000"/>
                          </a:solidFill>
                          <a:latin typeface="Arial"/>
                          <a:ea typeface="Arial"/>
                          <a:cs typeface="Arial"/>
                          <a:sym typeface="Arial"/>
                        </a:rPr>
                        <a:t>0</a:t>
                      </a:r>
                      <a:endParaRPr b="0" baseline="-25000" i="0" sz="2000" u="none" cap="none" strike="noStrike">
                        <a:solidFill>
                          <a:srgbClr val="008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650">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r>
                        <a:rPr b="0" baseline="-25000" i="0" lang="en-US" sz="1800" u="none" cap="none" strike="noStrike">
                          <a:solidFill>
                            <a:schemeClr val="dk1"/>
                          </a:solidFill>
                          <a:latin typeface="Arial"/>
                          <a:ea typeface="Arial"/>
                          <a:cs typeface="Arial"/>
                          <a:sym typeface="Arial"/>
                        </a:rPr>
                        <a:t>8</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 </a:t>
                      </a:r>
                      <a:r>
                        <a:rPr b="1" i="0" lang="en-US" sz="2000" u="none" cap="none" strike="noStrike">
                          <a:solidFill>
                            <a:srgbClr val="FF0000"/>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requests to enter CS</a:t>
                      </a:r>
                      <a:r>
                        <a:rPr b="0" baseline="-25000" i="0" lang="en-US" sz="2000" u="none" cap="none" strike="noStrike">
                          <a:solidFill>
                            <a:srgbClr val="0000FF"/>
                          </a:solidFill>
                          <a:latin typeface="Arial"/>
                          <a:ea typeface="Arial"/>
                          <a:cs typeface="Arial"/>
                          <a:sym typeface="Arial"/>
                        </a:rPr>
                        <a:t>1</a:t>
                      </a:r>
                      <a:endParaRPr b="0" i="0" sz="2000" u="none" cap="none" strike="noStrike">
                        <a:solidFill>
                          <a:srgbClr val="0000FF"/>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r>
            </a:tbl>
          </a:graphicData>
        </a:graphic>
      </p:graphicFrame>
      <p:sp>
        <p:nvSpPr>
          <p:cNvPr id="760" name="Google Shape;760;p37"/>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761" name="Google Shape;761;p37"/>
          <p:cNvSpPr txBox="1"/>
          <p:nvPr>
            <p:ph type="title"/>
          </p:nvPr>
        </p:nvSpPr>
        <p:spPr>
          <a:xfrm>
            <a:off x="533400" y="533400"/>
            <a:ext cx="8077200" cy="762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Answer: Execution of algorithm</a:t>
            </a:r>
            <a:endParaRPr/>
          </a:p>
        </p:txBody>
      </p:sp>
      <p:grpSp>
        <p:nvGrpSpPr>
          <p:cNvPr id="762" name="Google Shape;762;p37"/>
          <p:cNvGrpSpPr/>
          <p:nvPr/>
        </p:nvGrpSpPr>
        <p:grpSpPr>
          <a:xfrm>
            <a:off x="1828800" y="3108325"/>
            <a:ext cx="3505200" cy="228600"/>
            <a:chOff x="1828800" y="2362200"/>
            <a:chExt cx="3505200" cy="381000"/>
          </a:xfrm>
        </p:grpSpPr>
        <p:sp>
          <p:nvSpPr>
            <p:cNvPr id="763" name="Google Shape;763;p37"/>
            <p:cNvSpPr/>
            <p:nvPr/>
          </p:nvSpPr>
          <p:spPr>
            <a:xfrm>
              <a:off x="18288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64" name="Google Shape;764;p37"/>
            <p:cNvSpPr/>
            <p:nvPr/>
          </p:nvSpPr>
          <p:spPr>
            <a:xfrm>
              <a:off x="31242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65" name="Google Shape;765;p37"/>
            <p:cNvSpPr/>
            <p:nvPr/>
          </p:nvSpPr>
          <p:spPr>
            <a:xfrm>
              <a:off x="4419600" y="2362200"/>
              <a:ext cx="9144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grpSp>
      <p:grpSp>
        <p:nvGrpSpPr>
          <p:cNvPr id="766" name="Google Shape;766;p37"/>
          <p:cNvGrpSpPr/>
          <p:nvPr/>
        </p:nvGrpSpPr>
        <p:grpSpPr>
          <a:xfrm>
            <a:off x="1828800" y="3535363"/>
            <a:ext cx="3505200" cy="228600"/>
            <a:chOff x="1828800" y="2362200"/>
            <a:chExt cx="3505200" cy="381000"/>
          </a:xfrm>
        </p:grpSpPr>
        <p:sp>
          <p:nvSpPr>
            <p:cNvPr id="767" name="Google Shape;767;p37"/>
            <p:cNvSpPr/>
            <p:nvPr/>
          </p:nvSpPr>
          <p:spPr>
            <a:xfrm>
              <a:off x="18288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68" name="Google Shape;768;p37"/>
            <p:cNvSpPr/>
            <p:nvPr/>
          </p:nvSpPr>
          <p:spPr>
            <a:xfrm>
              <a:off x="31242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69" name="Google Shape;769;p37"/>
            <p:cNvSpPr/>
            <p:nvPr/>
          </p:nvSpPr>
          <p:spPr>
            <a:xfrm>
              <a:off x="4419600" y="2362200"/>
              <a:ext cx="9144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grpSp>
      <p:grpSp>
        <p:nvGrpSpPr>
          <p:cNvPr id="770" name="Google Shape;770;p37"/>
          <p:cNvGrpSpPr/>
          <p:nvPr/>
        </p:nvGrpSpPr>
        <p:grpSpPr>
          <a:xfrm>
            <a:off x="1828800" y="3962400"/>
            <a:ext cx="3505200" cy="228600"/>
            <a:chOff x="1828800" y="2362200"/>
            <a:chExt cx="3505200" cy="381000"/>
          </a:xfrm>
        </p:grpSpPr>
        <p:sp>
          <p:nvSpPr>
            <p:cNvPr id="771" name="Google Shape;771;p37"/>
            <p:cNvSpPr/>
            <p:nvPr/>
          </p:nvSpPr>
          <p:spPr>
            <a:xfrm>
              <a:off x="18288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72" name="Google Shape;772;p37"/>
            <p:cNvSpPr/>
            <p:nvPr/>
          </p:nvSpPr>
          <p:spPr>
            <a:xfrm>
              <a:off x="31242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73" name="Google Shape;773;p37"/>
            <p:cNvSpPr/>
            <p:nvPr/>
          </p:nvSpPr>
          <p:spPr>
            <a:xfrm>
              <a:off x="4419600" y="2362200"/>
              <a:ext cx="9144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grpSp>
      <p:grpSp>
        <p:nvGrpSpPr>
          <p:cNvPr id="774" name="Google Shape;774;p37"/>
          <p:cNvGrpSpPr/>
          <p:nvPr/>
        </p:nvGrpSpPr>
        <p:grpSpPr>
          <a:xfrm>
            <a:off x="1828800" y="4327525"/>
            <a:ext cx="3505200" cy="304800"/>
            <a:chOff x="1828800" y="2362200"/>
            <a:chExt cx="3505200" cy="381000"/>
          </a:xfrm>
        </p:grpSpPr>
        <p:sp>
          <p:nvSpPr>
            <p:cNvPr id="775" name="Google Shape;775;p37"/>
            <p:cNvSpPr/>
            <p:nvPr/>
          </p:nvSpPr>
          <p:spPr>
            <a:xfrm>
              <a:off x="18288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76" name="Google Shape;776;p37"/>
            <p:cNvSpPr/>
            <p:nvPr/>
          </p:nvSpPr>
          <p:spPr>
            <a:xfrm>
              <a:off x="31242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77" name="Google Shape;777;p37"/>
            <p:cNvSpPr/>
            <p:nvPr/>
          </p:nvSpPr>
          <p:spPr>
            <a:xfrm>
              <a:off x="4419600" y="2362200"/>
              <a:ext cx="9144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grpSp>
      <p:grpSp>
        <p:nvGrpSpPr>
          <p:cNvPr id="778" name="Google Shape;778;p37"/>
          <p:cNvGrpSpPr/>
          <p:nvPr/>
        </p:nvGrpSpPr>
        <p:grpSpPr>
          <a:xfrm>
            <a:off x="1828800" y="4800600"/>
            <a:ext cx="3505200" cy="228600"/>
            <a:chOff x="1828800" y="2362200"/>
            <a:chExt cx="3505200" cy="381000"/>
          </a:xfrm>
        </p:grpSpPr>
        <p:sp>
          <p:nvSpPr>
            <p:cNvPr id="779" name="Google Shape;779;p37"/>
            <p:cNvSpPr/>
            <p:nvPr/>
          </p:nvSpPr>
          <p:spPr>
            <a:xfrm>
              <a:off x="18288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80" name="Google Shape;780;p37"/>
            <p:cNvSpPr/>
            <p:nvPr/>
          </p:nvSpPr>
          <p:spPr>
            <a:xfrm>
              <a:off x="31242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81" name="Google Shape;781;p37"/>
            <p:cNvSpPr/>
            <p:nvPr/>
          </p:nvSpPr>
          <p:spPr>
            <a:xfrm>
              <a:off x="4419600" y="2362200"/>
              <a:ext cx="9144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grpSp>
      <p:grpSp>
        <p:nvGrpSpPr>
          <p:cNvPr id="782" name="Google Shape;782;p37"/>
          <p:cNvGrpSpPr/>
          <p:nvPr/>
        </p:nvGrpSpPr>
        <p:grpSpPr>
          <a:xfrm>
            <a:off x="1828800" y="5181600"/>
            <a:ext cx="3505200" cy="304800"/>
            <a:chOff x="1828800" y="2362200"/>
            <a:chExt cx="3505200" cy="381000"/>
          </a:xfrm>
        </p:grpSpPr>
        <p:sp>
          <p:nvSpPr>
            <p:cNvPr id="783" name="Google Shape;783;p37"/>
            <p:cNvSpPr/>
            <p:nvPr/>
          </p:nvSpPr>
          <p:spPr>
            <a:xfrm>
              <a:off x="18288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84" name="Google Shape;784;p37"/>
            <p:cNvSpPr/>
            <p:nvPr/>
          </p:nvSpPr>
          <p:spPr>
            <a:xfrm>
              <a:off x="31242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85" name="Google Shape;785;p37"/>
            <p:cNvSpPr/>
            <p:nvPr/>
          </p:nvSpPr>
          <p:spPr>
            <a:xfrm>
              <a:off x="4419600" y="2362200"/>
              <a:ext cx="9144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grpSp>
      <p:grpSp>
        <p:nvGrpSpPr>
          <p:cNvPr id="786" name="Google Shape;786;p37"/>
          <p:cNvGrpSpPr/>
          <p:nvPr/>
        </p:nvGrpSpPr>
        <p:grpSpPr>
          <a:xfrm>
            <a:off x="1828800" y="5638800"/>
            <a:ext cx="3505200" cy="228600"/>
            <a:chOff x="1828800" y="2362200"/>
            <a:chExt cx="3505200" cy="381000"/>
          </a:xfrm>
        </p:grpSpPr>
        <p:sp>
          <p:nvSpPr>
            <p:cNvPr id="787" name="Google Shape;787;p37"/>
            <p:cNvSpPr/>
            <p:nvPr/>
          </p:nvSpPr>
          <p:spPr>
            <a:xfrm>
              <a:off x="18288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88" name="Google Shape;788;p37"/>
            <p:cNvSpPr/>
            <p:nvPr/>
          </p:nvSpPr>
          <p:spPr>
            <a:xfrm>
              <a:off x="31242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89" name="Google Shape;789;p37"/>
            <p:cNvSpPr/>
            <p:nvPr/>
          </p:nvSpPr>
          <p:spPr>
            <a:xfrm>
              <a:off x="4419600" y="2362200"/>
              <a:ext cx="9144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grpSp>
      <p:grpSp>
        <p:nvGrpSpPr>
          <p:cNvPr id="790" name="Google Shape;790;p37"/>
          <p:cNvGrpSpPr/>
          <p:nvPr/>
        </p:nvGrpSpPr>
        <p:grpSpPr>
          <a:xfrm>
            <a:off x="1828800" y="6019800"/>
            <a:ext cx="3505200" cy="304800"/>
            <a:chOff x="1828800" y="2362200"/>
            <a:chExt cx="3505200" cy="381000"/>
          </a:xfrm>
        </p:grpSpPr>
        <p:sp>
          <p:nvSpPr>
            <p:cNvPr id="791" name="Google Shape;791;p37"/>
            <p:cNvSpPr/>
            <p:nvPr/>
          </p:nvSpPr>
          <p:spPr>
            <a:xfrm>
              <a:off x="18288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92" name="Google Shape;792;p37"/>
            <p:cNvSpPr/>
            <p:nvPr/>
          </p:nvSpPr>
          <p:spPr>
            <a:xfrm>
              <a:off x="31242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93" name="Google Shape;793;p37"/>
            <p:cNvSpPr/>
            <p:nvPr/>
          </p:nvSpPr>
          <p:spPr>
            <a:xfrm>
              <a:off x="4419600" y="2362200"/>
              <a:ext cx="9144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grpSp>
      <p:sp>
        <p:nvSpPr>
          <p:cNvPr id="794" name="Google Shape;794;p37"/>
          <p:cNvSpPr/>
          <p:nvPr/>
        </p:nvSpPr>
        <p:spPr>
          <a:xfrm>
            <a:off x="1981200" y="1295400"/>
            <a:ext cx="838200" cy="762000"/>
          </a:xfrm>
          <a:prstGeom prst="ellipse">
            <a:avLst/>
          </a:prstGeom>
          <a:solidFill>
            <a:srgbClr val="008000"/>
          </a:solidFill>
          <a:ln>
            <a:noFill/>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P</a:t>
            </a:r>
            <a:r>
              <a:rPr b="0" baseline="-25000" i="0" lang="en-US" sz="2000" u="none" cap="none" strike="noStrike">
                <a:solidFill>
                  <a:srgbClr val="FFFFFF"/>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795" name="Google Shape;795;p37"/>
          <p:cNvSpPr/>
          <p:nvPr/>
        </p:nvSpPr>
        <p:spPr>
          <a:xfrm>
            <a:off x="3276600" y="1295400"/>
            <a:ext cx="838200" cy="762000"/>
          </a:xfrm>
          <a:prstGeom prst="ellipse">
            <a:avLst/>
          </a:prstGeom>
          <a:solidFill>
            <a:srgbClr val="0070C0"/>
          </a:solidFill>
          <a:ln>
            <a:noFill/>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P</a:t>
            </a:r>
            <a:r>
              <a:rPr b="0" baseline="-25000" i="0" lang="en-US" sz="20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nvGrpSpPr>
          <p:cNvPr id="796" name="Google Shape;796;p37"/>
          <p:cNvGrpSpPr/>
          <p:nvPr/>
        </p:nvGrpSpPr>
        <p:grpSpPr>
          <a:xfrm>
            <a:off x="1828800" y="2698750"/>
            <a:ext cx="3505200" cy="228600"/>
            <a:chOff x="1828800" y="2362200"/>
            <a:chExt cx="3505200" cy="381000"/>
          </a:xfrm>
        </p:grpSpPr>
        <p:sp>
          <p:nvSpPr>
            <p:cNvPr id="797" name="Google Shape;797;p37"/>
            <p:cNvSpPr/>
            <p:nvPr/>
          </p:nvSpPr>
          <p:spPr>
            <a:xfrm>
              <a:off x="18288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98" name="Google Shape;798;p37"/>
            <p:cNvSpPr/>
            <p:nvPr/>
          </p:nvSpPr>
          <p:spPr>
            <a:xfrm>
              <a:off x="3124200" y="2362200"/>
              <a:ext cx="11430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799" name="Google Shape;799;p37"/>
            <p:cNvSpPr/>
            <p:nvPr/>
          </p:nvSpPr>
          <p:spPr>
            <a:xfrm>
              <a:off x="4419600" y="2362200"/>
              <a:ext cx="9144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grpSp>
      <p:sp>
        <p:nvSpPr>
          <p:cNvPr id="800" name="Google Shape;800;p37">
            <a:hlinkClick action="ppaction://hlinksldjump" r:id="rId3"/>
          </p:cNvPr>
          <p:cNvSpPr/>
          <p:nvPr/>
        </p:nvSpPr>
        <p:spPr>
          <a:xfrm>
            <a:off x="8763000" y="5791200"/>
            <a:ext cx="228600" cy="22860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801" name="Google Shape;801;p37">
            <a:hlinkClick action="ppaction://hlinksldjump" r:id="rId4"/>
          </p:cNvPr>
          <p:cNvSpPr/>
          <p:nvPr/>
        </p:nvSpPr>
        <p:spPr>
          <a:xfrm>
            <a:off x="8763000" y="6096000"/>
            <a:ext cx="228600" cy="228600"/>
          </a:xfrm>
          <a:prstGeom prst="rect">
            <a:avLst/>
          </a:prstGeom>
          <a:solidFill>
            <a:srgbClr val="00B0F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802" name="Google Shape;802;p37"/>
          <p:cNvSpPr/>
          <p:nvPr/>
        </p:nvSpPr>
        <p:spPr>
          <a:xfrm>
            <a:off x="5437188" y="3048000"/>
            <a:ext cx="28956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03" name="Google Shape;803;p37"/>
          <p:cNvSpPr/>
          <p:nvPr/>
        </p:nvSpPr>
        <p:spPr>
          <a:xfrm>
            <a:off x="5437188" y="4302125"/>
            <a:ext cx="28956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04" name="Google Shape;804;p37"/>
          <p:cNvSpPr/>
          <p:nvPr/>
        </p:nvSpPr>
        <p:spPr>
          <a:xfrm>
            <a:off x="5437188" y="3521075"/>
            <a:ext cx="28956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05" name="Google Shape;805;p37"/>
          <p:cNvSpPr/>
          <p:nvPr/>
        </p:nvSpPr>
        <p:spPr>
          <a:xfrm>
            <a:off x="5437188" y="3962400"/>
            <a:ext cx="28956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06" name="Google Shape;806;p37"/>
          <p:cNvSpPr/>
          <p:nvPr/>
        </p:nvSpPr>
        <p:spPr>
          <a:xfrm>
            <a:off x="5437188" y="4800600"/>
            <a:ext cx="28956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07" name="Google Shape;807;p37"/>
          <p:cNvSpPr/>
          <p:nvPr/>
        </p:nvSpPr>
        <p:spPr>
          <a:xfrm>
            <a:off x="5437188" y="5213350"/>
            <a:ext cx="28956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08" name="Google Shape;808;p37"/>
          <p:cNvSpPr/>
          <p:nvPr/>
        </p:nvSpPr>
        <p:spPr>
          <a:xfrm>
            <a:off x="5437188" y="5638800"/>
            <a:ext cx="28956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09" name="Google Shape;809;p37"/>
          <p:cNvSpPr/>
          <p:nvPr/>
        </p:nvSpPr>
        <p:spPr>
          <a:xfrm>
            <a:off x="5437188" y="6067425"/>
            <a:ext cx="28956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10" name="Google Shape;810;p37"/>
          <p:cNvSpPr/>
          <p:nvPr/>
        </p:nvSpPr>
        <p:spPr>
          <a:xfrm>
            <a:off x="5410200" y="2625725"/>
            <a:ext cx="2895600" cy="381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1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0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6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8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0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9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0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graphicFrame>
        <p:nvGraphicFramePr>
          <p:cNvPr id="815" name="Google Shape;815;p38"/>
          <p:cNvGraphicFramePr/>
          <p:nvPr/>
        </p:nvGraphicFramePr>
        <p:xfrm>
          <a:off x="762000" y="2184400"/>
          <a:ext cx="3000000" cy="3000000"/>
        </p:xfrm>
        <a:graphic>
          <a:graphicData uri="http://schemas.openxmlformats.org/drawingml/2006/table">
            <a:tbl>
              <a:tblPr>
                <a:noFill/>
                <a:tableStyleId>{3E33C24B-F2BD-46E9-8222-276430B22233}</a:tableStyleId>
              </a:tblPr>
              <a:tblGrid>
                <a:gridCol w="984175"/>
                <a:gridCol w="1274575"/>
                <a:gridCol w="1377475"/>
                <a:gridCol w="1012000"/>
                <a:gridCol w="2971800"/>
              </a:tblGrid>
              <a:tr h="421650">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time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flag[0]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flag[1]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turn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Events</a:t>
                      </a:r>
                      <a:endParaRPr b="1"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8000"/>
                        </a:buClr>
                        <a:buSzPts val="2000"/>
                        <a:buFont typeface="Arial"/>
                        <a:buNone/>
                      </a:pPr>
                      <a:r>
                        <a:rPr b="0" i="0" lang="en-US" sz="2000" u="none" cap="none" strike="noStrike">
                          <a:solidFill>
                            <a:srgbClr val="008000"/>
                          </a:solidFill>
                          <a:latin typeface="Arial"/>
                          <a:ea typeface="Arial"/>
                          <a:cs typeface="Arial"/>
                          <a:sym typeface="Arial"/>
                        </a:rPr>
                        <a:t>P</a:t>
                      </a:r>
                      <a:r>
                        <a:rPr b="0" baseline="-25000" i="0" lang="en-US" sz="2000" u="none" cap="none" strike="noStrike">
                          <a:solidFill>
                            <a:srgbClr val="008000"/>
                          </a:solidFill>
                          <a:latin typeface="Arial"/>
                          <a:ea typeface="Arial"/>
                          <a:cs typeface="Arial"/>
                          <a:sym typeface="Arial"/>
                        </a:rPr>
                        <a:t>0</a:t>
                      </a:r>
                      <a:r>
                        <a:rPr b="0" i="0" lang="en-US" sz="2000" u="none" cap="none" strike="noStrike">
                          <a:solidFill>
                            <a:srgbClr val="008000"/>
                          </a:solidFill>
                          <a:latin typeface="Arial"/>
                          <a:ea typeface="Arial"/>
                          <a:cs typeface="Arial"/>
                          <a:sym typeface="Arial"/>
                        </a:rPr>
                        <a:t> request to enter CS</a:t>
                      </a:r>
                      <a:r>
                        <a:rPr b="0" baseline="-25000" i="0" lang="en-US" sz="2000" u="none" cap="none" strike="noStrike">
                          <a:solidFill>
                            <a:srgbClr val="008000"/>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8000"/>
                        </a:buClr>
                        <a:buSzPts val="2000"/>
                        <a:buFont typeface="Arial"/>
                        <a:buNone/>
                      </a:pPr>
                      <a:r>
                        <a:rPr b="0" i="0" lang="en-US" sz="2000" u="none" cap="none" strike="noStrike">
                          <a:solidFill>
                            <a:srgbClr val="008000"/>
                          </a:solidFill>
                          <a:latin typeface="Arial"/>
                          <a:ea typeface="Arial"/>
                          <a:cs typeface="Arial"/>
                          <a:sym typeface="Arial"/>
                        </a:rPr>
                        <a:t>P</a:t>
                      </a:r>
                      <a:r>
                        <a:rPr b="0" baseline="-25000" i="0" lang="en-US" sz="2000" u="none" cap="none" strike="noStrike">
                          <a:solidFill>
                            <a:srgbClr val="008000"/>
                          </a:solidFill>
                          <a:latin typeface="Arial"/>
                          <a:ea typeface="Arial"/>
                          <a:cs typeface="Arial"/>
                          <a:sym typeface="Arial"/>
                        </a:rPr>
                        <a:t>0 </a:t>
                      </a:r>
                      <a:r>
                        <a:rPr b="0" i="0" lang="en-US" sz="2000" u="none" cap="none" strike="noStrike">
                          <a:solidFill>
                            <a:srgbClr val="008000"/>
                          </a:solidFill>
                          <a:latin typeface="Arial"/>
                          <a:ea typeface="Arial"/>
                          <a:cs typeface="Arial"/>
                          <a:sym typeface="Arial"/>
                        </a:rPr>
                        <a:t>enters CS</a:t>
                      </a:r>
                      <a:r>
                        <a:rPr b="0" baseline="-25000" i="0" lang="en-US" sz="2000" u="none" cap="none" strike="noStrike">
                          <a:solidFill>
                            <a:srgbClr val="008000"/>
                          </a:solidFill>
                          <a:latin typeface="Arial"/>
                          <a:ea typeface="Arial"/>
                          <a:cs typeface="Arial"/>
                          <a:sym typeface="Arial"/>
                        </a:rPr>
                        <a:t>0</a:t>
                      </a:r>
                      <a:endParaRPr b="0" i="0" sz="2000" u="none" cap="none" strike="noStrike">
                        <a:solidFill>
                          <a:srgbClr val="008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2</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requests to enter CS</a:t>
                      </a:r>
                      <a:r>
                        <a:rPr b="0" baseline="-25000" i="0" lang="en-US" sz="2000" u="none" cap="none" strike="noStrike">
                          <a:solidFill>
                            <a:srgbClr val="0000FF"/>
                          </a:solidFill>
                          <a:latin typeface="Arial"/>
                          <a:ea typeface="Arial"/>
                          <a:cs typeface="Arial"/>
                          <a:sym typeface="Arial"/>
                        </a:rPr>
                        <a:t>1</a:t>
                      </a:r>
                      <a:endParaRPr b="0" i="0" sz="2000" u="none" cap="none" strike="noStrike">
                        <a:solidFill>
                          <a:srgbClr val="0000FF"/>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3</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8000"/>
                        </a:buClr>
                        <a:buSzPts val="2000"/>
                        <a:buFont typeface="Arial"/>
                        <a:buNone/>
                      </a:pPr>
                      <a:r>
                        <a:rPr b="0" i="0" lang="en-US" sz="2000" u="none" cap="none" strike="noStrike">
                          <a:solidFill>
                            <a:srgbClr val="008000"/>
                          </a:solidFill>
                          <a:latin typeface="Arial"/>
                          <a:ea typeface="Arial"/>
                          <a:cs typeface="Arial"/>
                          <a:sym typeface="Arial"/>
                        </a:rPr>
                        <a:t>P</a:t>
                      </a:r>
                      <a:r>
                        <a:rPr b="0" baseline="-25000" i="0" lang="en-US" sz="2000" u="none" cap="none" strike="noStrike">
                          <a:solidFill>
                            <a:srgbClr val="008000"/>
                          </a:solidFill>
                          <a:latin typeface="Arial"/>
                          <a:ea typeface="Arial"/>
                          <a:cs typeface="Arial"/>
                          <a:sym typeface="Arial"/>
                        </a:rPr>
                        <a:t>0 </a:t>
                      </a:r>
                      <a:r>
                        <a:rPr b="0" i="0" lang="en-US" sz="2000" u="none" cap="none" strike="noStrike">
                          <a:solidFill>
                            <a:srgbClr val="008000"/>
                          </a:solidFill>
                          <a:latin typeface="Arial"/>
                          <a:ea typeface="Arial"/>
                          <a:cs typeface="Arial"/>
                          <a:sym typeface="Arial"/>
                        </a:rPr>
                        <a:t>executes RS</a:t>
                      </a:r>
                      <a:r>
                        <a:rPr b="0" baseline="-25000" i="0" lang="en-US" sz="2000" u="none" cap="none" strike="noStrike">
                          <a:solidFill>
                            <a:srgbClr val="008000"/>
                          </a:solidFill>
                          <a:latin typeface="Arial"/>
                          <a:ea typeface="Arial"/>
                          <a:cs typeface="Arial"/>
                          <a:sym typeface="Arial"/>
                        </a:rPr>
                        <a:t>0</a:t>
                      </a:r>
                      <a:endParaRPr b="0" baseline="-25000" i="0" sz="2000" u="none" cap="none" strike="noStrike">
                        <a:solidFill>
                          <a:srgbClr val="008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4</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enters CS</a:t>
                      </a:r>
                      <a:r>
                        <a:rPr b="0" baseline="-25000" i="0" lang="en-US" sz="2000" u="none" cap="none" strike="noStrike">
                          <a:solidFill>
                            <a:srgbClr val="0000FF"/>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5</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8000"/>
                        </a:buClr>
                        <a:buSzPts val="2000"/>
                        <a:buFont typeface="Arial"/>
                        <a:buNone/>
                      </a:pPr>
                      <a:r>
                        <a:rPr b="0" i="0" lang="en-US" sz="2000" u="none" cap="none" strike="noStrike">
                          <a:solidFill>
                            <a:srgbClr val="008000"/>
                          </a:solidFill>
                          <a:latin typeface="Arial"/>
                          <a:ea typeface="Arial"/>
                          <a:cs typeface="Arial"/>
                          <a:sym typeface="Arial"/>
                        </a:rPr>
                        <a:t>P</a:t>
                      </a:r>
                      <a:r>
                        <a:rPr b="0" baseline="-25000" i="0" lang="en-US" sz="2000" u="none" cap="none" strike="noStrike">
                          <a:solidFill>
                            <a:srgbClr val="008000"/>
                          </a:solidFill>
                          <a:latin typeface="Arial"/>
                          <a:ea typeface="Arial"/>
                          <a:cs typeface="Arial"/>
                          <a:sym typeface="Arial"/>
                        </a:rPr>
                        <a:t>0 </a:t>
                      </a:r>
                      <a:r>
                        <a:rPr b="0" i="0" lang="en-US" sz="2000" u="none" cap="none" strike="noStrike">
                          <a:solidFill>
                            <a:srgbClr val="008000"/>
                          </a:solidFill>
                          <a:latin typeface="Arial"/>
                          <a:ea typeface="Arial"/>
                          <a:cs typeface="Arial"/>
                          <a:sym typeface="Arial"/>
                        </a:rPr>
                        <a:t>executes RS</a:t>
                      </a:r>
                      <a:r>
                        <a:rPr b="0" baseline="-25000" i="0" lang="en-US" sz="2000" u="none" cap="none" strike="noStrike">
                          <a:solidFill>
                            <a:srgbClr val="008000"/>
                          </a:solidFill>
                          <a:latin typeface="Arial"/>
                          <a:ea typeface="Arial"/>
                          <a:cs typeface="Arial"/>
                          <a:sym typeface="Arial"/>
                        </a:rPr>
                        <a:t>0</a:t>
                      </a:r>
                      <a:endParaRPr b="0" baseline="-25000" i="0" sz="2000" u="none" cap="none" strike="noStrike">
                        <a:solidFill>
                          <a:srgbClr val="008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65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6</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executes RS</a:t>
                      </a:r>
                      <a:r>
                        <a:rPr b="0" baseline="-25000" i="0" lang="en-US" sz="2000" u="none" cap="none" strike="noStrike">
                          <a:solidFill>
                            <a:srgbClr val="0000FF"/>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650">
                <a:tc>
                  <a:txBody>
                    <a:bodyPr/>
                    <a:lstStyle/>
                    <a:p>
                      <a:pPr indent="0" lvl="0" marL="0" marR="0" rtl="0" algn="l">
                        <a:lnSpc>
                          <a:spcPct val="100000"/>
                        </a:lnSpc>
                        <a:spcBef>
                          <a:spcPts val="0"/>
                        </a:spcBef>
                        <a:spcAft>
                          <a:spcPts val="0"/>
                        </a:spcAft>
                        <a:buClr>
                          <a:schemeClr val="lt2"/>
                        </a:buClr>
                        <a:buSzPts val="1500"/>
                        <a:buFont typeface="Noto Sans Symbols"/>
                        <a:buNone/>
                      </a:pPr>
                      <a:r>
                        <a:rPr b="0" i="0" lang="en-US" sz="2000" u="none" cap="none" strike="noStrike">
                          <a:solidFill>
                            <a:schemeClr val="dk1"/>
                          </a:solidFill>
                          <a:latin typeface="Arial"/>
                          <a:ea typeface="Arial"/>
                          <a:cs typeface="Arial"/>
                          <a:sym typeface="Arial"/>
                        </a:rPr>
                        <a:t>     t</a:t>
                      </a:r>
                      <a:r>
                        <a:rPr b="0" baseline="-25000" i="0" lang="en-US" sz="2000" u="none" cap="none" strike="noStrike">
                          <a:solidFill>
                            <a:schemeClr val="dk1"/>
                          </a:solidFill>
                          <a:latin typeface="Arial"/>
                          <a:ea typeface="Arial"/>
                          <a:cs typeface="Arial"/>
                          <a:sym typeface="Arial"/>
                        </a:rPr>
                        <a:t>7</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8000"/>
                        </a:buClr>
                        <a:buSzPts val="2000"/>
                        <a:buFont typeface="Arial"/>
                        <a:buNone/>
                      </a:pPr>
                      <a:r>
                        <a:rPr b="0" i="0" lang="en-US" sz="2000" u="none" cap="none" strike="noStrike">
                          <a:solidFill>
                            <a:srgbClr val="008000"/>
                          </a:solidFill>
                          <a:latin typeface="Arial"/>
                          <a:ea typeface="Arial"/>
                          <a:cs typeface="Arial"/>
                          <a:sym typeface="Arial"/>
                        </a:rPr>
                        <a:t>P</a:t>
                      </a:r>
                      <a:r>
                        <a:rPr b="0" baseline="-25000" i="0" lang="en-US" sz="2000" u="none" cap="none" strike="noStrike">
                          <a:solidFill>
                            <a:srgbClr val="008000"/>
                          </a:solidFill>
                          <a:latin typeface="Arial"/>
                          <a:ea typeface="Arial"/>
                          <a:cs typeface="Arial"/>
                          <a:sym typeface="Arial"/>
                        </a:rPr>
                        <a:t>0 </a:t>
                      </a:r>
                      <a:r>
                        <a:rPr b="0" i="0" lang="en-US" sz="2000" u="none" cap="none" strike="noStrike">
                          <a:solidFill>
                            <a:srgbClr val="008000"/>
                          </a:solidFill>
                          <a:latin typeface="Arial"/>
                          <a:ea typeface="Arial"/>
                          <a:cs typeface="Arial"/>
                          <a:sym typeface="Arial"/>
                        </a:rPr>
                        <a:t>executes RS</a:t>
                      </a:r>
                      <a:r>
                        <a:rPr b="0" baseline="-25000" i="0" lang="en-US" sz="2000" u="none" cap="none" strike="noStrike">
                          <a:solidFill>
                            <a:srgbClr val="008000"/>
                          </a:solidFill>
                          <a:latin typeface="Arial"/>
                          <a:ea typeface="Arial"/>
                          <a:cs typeface="Arial"/>
                          <a:sym typeface="Arial"/>
                        </a:rPr>
                        <a:t>0</a:t>
                      </a:r>
                      <a:endParaRPr b="0" baseline="-25000" i="0" sz="2000" u="none" cap="none" strike="noStrike">
                        <a:solidFill>
                          <a:srgbClr val="008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650">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r>
                        <a:rPr b="0" baseline="-25000" i="0" lang="en-US" sz="1800" u="none" cap="none" strike="noStrike">
                          <a:solidFill>
                            <a:schemeClr val="dk1"/>
                          </a:solidFill>
                          <a:latin typeface="Arial"/>
                          <a:ea typeface="Arial"/>
                          <a:cs typeface="Arial"/>
                          <a:sym typeface="Arial"/>
                        </a:rPr>
                        <a:t>8</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 </a:t>
                      </a:r>
                      <a:r>
                        <a:rPr b="1" i="0" lang="en-US" sz="2000" u="none" cap="none" strike="noStrike">
                          <a:solidFill>
                            <a:srgbClr val="FF0000"/>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requests to enter CS</a:t>
                      </a:r>
                      <a:r>
                        <a:rPr b="0" baseline="-25000" i="0" lang="en-US" sz="2000" u="none" cap="none" strike="noStrike">
                          <a:solidFill>
                            <a:srgbClr val="0000FF"/>
                          </a:solidFill>
                          <a:latin typeface="Arial"/>
                          <a:ea typeface="Arial"/>
                          <a:cs typeface="Arial"/>
                          <a:sym typeface="Arial"/>
                        </a:rPr>
                        <a:t>1</a:t>
                      </a:r>
                      <a:endParaRPr b="0" i="0" sz="2000" u="none" cap="none" strike="noStrike">
                        <a:solidFill>
                          <a:srgbClr val="0000FF"/>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r>
            </a:tbl>
          </a:graphicData>
        </a:graphic>
      </p:graphicFrame>
      <p:sp>
        <p:nvSpPr>
          <p:cNvPr id="816" name="Google Shape;816;p38"/>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817" name="Google Shape;817;p38"/>
          <p:cNvSpPr txBox="1"/>
          <p:nvPr>
            <p:ph type="title"/>
          </p:nvPr>
        </p:nvSpPr>
        <p:spPr>
          <a:xfrm>
            <a:off x="533400" y="533400"/>
            <a:ext cx="8077200" cy="762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Answer: Execution of algorithm</a:t>
            </a:r>
            <a:endParaRPr/>
          </a:p>
        </p:txBody>
      </p:sp>
      <p:sp>
        <p:nvSpPr>
          <p:cNvPr id="818" name="Google Shape;818;p38"/>
          <p:cNvSpPr/>
          <p:nvPr/>
        </p:nvSpPr>
        <p:spPr>
          <a:xfrm>
            <a:off x="4731041" y="1295400"/>
            <a:ext cx="838200" cy="762000"/>
          </a:xfrm>
          <a:prstGeom prst="ellipse">
            <a:avLst/>
          </a:prstGeom>
          <a:solidFill>
            <a:srgbClr val="008000"/>
          </a:solidFill>
          <a:ln>
            <a:noFill/>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P</a:t>
            </a:r>
            <a:r>
              <a:rPr b="0" baseline="-25000" i="0" lang="en-US" sz="2000" u="none" cap="none" strike="noStrike">
                <a:solidFill>
                  <a:srgbClr val="FFFFFF"/>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819" name="Google Shape;819;p38"/>
          <p:cNvSpPr/>
          <p:nvPr/>
        </p:nvSpPr>
        <p:spPr>
          <a:xfrm>
            <a:off x="5832620" y="1290506"/>
            <a:ext cx="838200" cy="762000"/>
          </a:xfrm>
          <a:prstGeom prst="ellipse">
            <a:avLst/>
          </a:prstGeom>
          <a:solidFill>
            <a:srgbClr val="0070C0"/>
          </a:solidFill>
          <a:ln>
            <a:noFill/>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P</a:t>
            </a:r>
            <a:r>
              <a:rPr b="0" baseline="-25000" i="0" lang="en-US" sz="20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820" name="Google Shape;820;p38">
            <a:hlinkClick action="ppaction://hlinksldjump" r:id="rId3"/>
          </p:cNvPr>
          <p:cNvSpPr/>
          <p:nvPr/>
        </p:nvSpPr>
        <p:spPr>
          <a:xfrm>
            <a:off x="8763000" y="5791200"/>
            <a:ext cx="228600" cy="22860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821" name="Google Shape;821;p38">
            <a:hlinkClick action="ppaction://hlinksldjump" r:id="rId4"/>
          </p:cNvPr>
          <p:cNvSpPr/>
          <p:nvPr/>
        </p:nvSpPr>
        <p:spPr>
          <a:xfrm>
            <a:off x="8763000" y="6096000"/>
            <a:ext cx="228600" cy="228600"/>
          </a:xfrm>
          <a:prstGeom prst="rect">
            <a:avLst/>
          </a:prstGeom>
          <a:solidFill>
            <a:srgbClr val="00B0F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822" name="Google Shape;822;p38"/>
          <p:cNvSpPr/>
          <p:nvPr/>
        </p:nvSpPr>
        <p:spPr>
          <a:xfrm flipH="1">
            <a:off x="415781" y="1546953"/>
            <a:ext cx="2895600" cy="1143000"/>
          </a:xfrm>
          <a:prstGeom prst="wedgeEllipseCallout">
            <a:avLst>
              <a:gd fmla="val 37926" name="adj1"/>
              <a:gd fmla="val 99489" name="adj2"/>
            </a:avLst>
          </a:prstGeom>
          <a:solidFill>
            <a:schemeClr val="accent1"/>
          </a:solidFill>
          <a:ln cap="flat" cmpd="sng" w="9525">
            <a:solidFill>
              <a:schemeClr val="dk1"/>
            </a:solidFill>
            <a:prstDash val="solid"/>
            <a:round/>
            <a:headEnd len="sm" w="sm" type="none"/>
            <a:tailEnd len="sm" w="sm" type="none"/>
          </a:ln>
          <a:effectLst>
            <a:outerShdw blurRad="63500" rotWithShape="0" algn="bl" dir="18900000" dist="38100">
              <a:srgbClr val="000000">
                <a:alpha val="39215"/>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800"/>
              <a:buFont typeface="Quattrocento Sans"/>
              <a:buNone/>
            </a:pPr>
            <a:r>
              <a:rPr b="0" i="0" lang="en-US" sz="2800" u="none" cap="none" strike="noStrike">
                <a:solidFill>
                  <a:srgbClr val="FF0000"/>
                </a:solidFill>
                <a:latin typeface="Quattrocento Sans"/>
                <a:ea typeface="Quattrocento Sans"/>
                <a:cs typeface="Quattrocento Sans"/>
                <a:sym typeface="Quattrocento Sans"/>
              </a:rPr>
              <a:t>Mutual Exclusion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39"/>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828" name="Google Shape;828;p39"/>
          <p:cNvSpPr txBox="1"/>
          <p:nvPr>
            <p:ph type="title"/>
          </p:nvPr>
        </p:nvSpPr>
        <p:spPr>
          <a:xfrm>
            <a:off x="457200" y="838200"/>
            <a:ext cx="8229600" cy="1752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sz="2800" u="sng"/>
              <a:t>Peterson’s algorithm</a:t>
            </a:r>
            <a:r>
              <a:rPr lang="en-US" sz="2800"/>
              <a:t> : </a:t>
            </a:r>
            <a:br>
              <a:rPr lang="en-US" sz="2800"/>
            </a:br>
            <a:br>
              <a:rPr lang="en-US" sz="2800"/>
            </a:br>
            <a:r>
              <a:rPr lang="en-US" sz="2800"/>
              <a:t>Table shows a process that can enter its CS for different values of </a:t>
            </a:r>
            <a:r>
              <a:rPr b="1" lang="en-US" sz="2800">
                <a:latin typeface="Courier New"/>
                <a:ea typeface="Courier New"/>
                <a:cs typeface="Courier New"/>
                <a:sym typeface="Courier New"/>
              </a:rPr>
              <a:t>flag[]</a:t>
            </a:r>
            <a:r>
              <a:rPr b="1" lang="en-US" sz="2800"/>
              <a:t> </a:t>
            </a:r>
            <a:r>
              <a:rPr lang="en-US" sz="2800"/>
              <a:t>and </a:t>
            </a:r>
            <a:r>
              <a:rPr b="1" lang="en-US" sz="2800">
                <a:latin typeface="Courier New"/>
                <a:ea typeface="Courier New"/>
                <a:cs typeface="Courier New"/>
                <a:sym typeface="Courier New"/>
              </a:rPr>
              <a:t>turn</a:t>
            </a:r>
            <a:endParaRPr b="1" sz="2800">
              <a:latin typeface="Courier New"/>
              <a:ea typeface="Courier New"/>
              <a:cs typeface="Courier New"/>
              <a:sym typeface="Courier New"/>
            </a:endParaRPr>
          </a:p>
        </p:txBody>
      </p:sp>
      <p:graphicFrame>
        <p:nvGraphicFramePr>
          <p:cNvPr id="829" name="Google Shape;829;p39"/>
          <p:cNvGraphicFramePr/>
          <p:nvPr/>
        </p:nvGraphicFramePr>
        <p:xfrm>
          <a:off x="838200" y="3124200"/>
          <a:ext cx="3000000" cy="3000000"/>
        </p:xfrm>
        <a:graphic>
          <a:graphicData uri="http://schemas.openxmlformats.org/drawingml/2006/table">
            <a:tbl>
              <a:tblPr>
                <a:noFill/>
                <a:tableStyleId>{3E33C24B-F2BD-46E9-8222-276430B22233}</a:tableStyleId>
              </a:tblPr>
              <a:tblGrid>
                <a:gridCol w="1711325"/>
                <a:gridCol w="1770075"/>
                <a:gridCol w="1392225"/>
                <a:gridCol w="2898775"/>
              </a:tblGrid>
              <a:tr h="738200">
                <a:tc>
                  <a:txBody>
                    <a:bodyPr/>
                    <a:lstStyle/>
                    <a:p>
                      <a:pPr indent="-342900" lvl="0" marL="342900" marR="0" rtl="0" algn="ctr">
                        <a:lnSpc>
                          <a:spcPct val="100000"/>
                        </a:lnSpc>
                        <a:spcBef>
                          <a:spcPts val="0"/>
                        </a:spcBef>
                        <a:spcAft>
                          <a:spcPts val="0"/>
                        </a:spcAft>
                        <a:buClr>
                          <a:srgbClr val="111003"/>
                        </a:buClr>
                        <a:buSzPts val="2400"/>
                        <a:buFont typeface="Courier New"/>
                        <a:buNone/>
                      </a:pPr>
                      <a:r>
                        <a:rPr b="1" i="0" lang="en-US" sz="2400" u="none" cap="none" strike="noStrike">
                          <a:solidFill>
                            <a:srgbClr val="111003"/>
                          </a:solidFill>
                          <a:latin typeface="Courier New"/>
                          <a:ea typeface="Courier New"/>
                          <a:cs typeface="Courier New"/>
                          <a:sym typeface="Courier New"/>
                        </a:rPr>
                        <a:t>flag[0]</a:t>
                      </a:r>
                      <a:endParaRPr b="0" i="0" sz="2400" u="none" cap="none" strike="noStrike">
                        <a:solidFill>
                          <a:srgbClr val="111003"/>
                        </a:solidFill>
                        <a:latin typeface="Courier New"/>
                        <a:ea typeface="Courier New"/>
                        <a:cs typeface="Courier New"/>
                        <a:sym typeface="Courier New"/>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BFBF"/>
                    </a:solidFill>
                  </a:tcPr>
                </a:tc>
                <a:tc>
                  <a:txBody>
                    <a:bodyPr/>
                    <a:lstStyle/>
                    <a:p>
                      <a:pPr indent="-342900" lvl="0" marL="342900" marR="0" rtl="0" algn="ctr">
                        <a:lnSpc>
                          <a:spcPct val="100000"/>
                        </a:lnSpc>
                        <a:spcBef>
                          <a:spcPts val="0"/>
                        </a:spcBef>
                        <a:spcAft>
                          <a:spcPts val="0"/>
                        </a:spcAft>
                        <a:buClr>
                          <a:srgbClr val="111003"/>
                        </a:buClr>
                        <a:buSzPts val="2400"/>
                        <a:buFont typeface="Courier New"/>
                        <a:buNone/>
                      </a:pPr>
                      <a:r>
                        <a:rPr b="1" i="0" lang="en-US" sz="2400" u="none" cap="none" strike="noStrike">
                          <a:solidFill>
                            <a:srgbClr val="111003"/>
                          </a:solidFill>
                          <a:latin typeface="Courier New"/>
                          <a:ea typeface="Courier New"/>
                          <a:cs typeface="Courier New"/>
                          <a:sym typeface="Courier New"/>
                        </a:rPr>
                        <a:t>flag[1]</a:t>
                      </a:r>
                      <a:endParaRPr b="0" i="0" sz="2400" u="none" cap="none" strike="noStrike">
                        <a:solidFill>
                          <a:srgbClr val="111003"/>
                        </a:solidFill>
                        <a:latin typeface="Courier New"/>
                        <a:ea typeface="Courier New"/>
                        <a:cs typeface="Courier New"/>
                        <a:sym typeface="Courier New"/>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BFBF"/>
                    </a:solidFill>
                  </a:tcPr>
                </a:tc>
                <a:tc>
                  <a:txBody>
                    <a:bodyPr/>
                    <a:lstStyle/>
                    <a:p>
                      <a:pPr indent="-342900" lvl="0" marL="342900" marR="0" rtl="0" algn="ctr">
                        <a:lnSpc>
                          <a:spcPct val="100000"/>
                        </a:lnSpc>
                        <a:spcBef>
                          <a:spcPts val="0"/>
                        </a:spcBef>
                        <a:spcAft>
                          <a:spcPts val="0"/>
                        </a:spcAft>
                        <a:buClr>
                          <a:srgbClr val="111003"/>
                        </a:buClr>
                        <a:buSzPts val="2400"/>
                        <a:buFont typeface="Courier New"/>
                        <a:buNone/>
                      </a:pPr>
                      <a:r>
                        <a:rPr b="1" i="0" lang="en-US" sz="2400" u="none" cap="none" strike="noStrike">
                          <a:solidFill>
                            <a:srgbClr val="111003"/>
                          </a:solidFill>
                          <a:latin typeface="Courier New"/>
                          <a:ea typeface="Courier New"/>
                          <a:cs typeface="Courier New"/>
                          <a:sym typeface="Courier New"/>
                        </a:rPr>
                        <a:t>turn</a:t>
                      </a:r>
                      <a:endParaRPr b="0" i="0" sz="2400" u="none" cap="none" strike="noStrike">
                        <a:solidFill>
                          <a:srgbClr val="111003"/>
                        </a:solidFill>
                        <a:latin typeface="Courier New"/>
                        <a:ea typeface="Courier New"/>
                        <a:cs typeface="Courier New"/>
                        <a:sym typeface="Courier New"/>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BFBF"/>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1" i="0" lang="en-US" sz="2000" u="none" cap="none" strike="noStrike">
                          <a:solidFill>
                            <a:srgbClr val="111003"/>
                          </a:solidFill>
                          <a:latin typeface="Arial"/>
                          <a:ea typeface="Arial"/>
                          <a:cs typeface="Arial"/>
                          <a:sym typeface="Arial"/>
                        </a:rPr>
                        <a:t>Process that can enter its CS</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BFBF"/>
                    </a:solidFill>
                  </a:tcPr>
                </a:tc>
              </a:tr>
              <a:tr h="561975">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TRUE</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FALSE</a:t>
                      </a:r>
                      <a:endParaRPr b="0" i="0" sz="2000" u="none" cap="none" strike="noStrike">
                        <a:solidFill>
                          <a:srgbClr val="FF0000"/>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1</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P</a:t>
                      </a:r>
                      <a:r>
                        <a:rPr b="0" baseline="-25000" i="0" lang="en-US" sz="2000" u="none" cap="none" strike="noStrike">
                          <a:solidFill>
                            <a:srgbClr val="111003"/>
                          </a:solidFill>
                          <a:latin typeface="Arial"/>
                          <a:ea typeface="Arial"/>
                          <a:cs typeface="Arial"/>
                          <a:sym typeface="Arial"/>
                        </a:rPr>
                        <a:t>0</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r>
              <a:tr h="561975">
                <a:tc>
                  <a:txBody>
                    <a:bodyPr/>
                    <a:lstStyle/>
                    <a:p>
                      <a:pPr indent="-342900" lvl="0" marL="342900" marR="0" rtl="0" algn="ctr">
                        <a:lnSpc>
                          <a:spcPct val="100000"/>
                        </a:lnSpc>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FALSE</a:t>
                      </a:r>
                      <a:endParaRPr b="0" i="0" sz="2000" u="none" cap="none" strike="noStrike">
                        <a:solidFill>
                          <a:srgbClr val="FF0000"/>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TRUE</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0</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P</a:t>
                      </a:r>
                      <a:r>
                        <a:rPr b="0" baseline="-25000" i="0" lang="en-US" sz="2000" u="none" cap="none" strike="noStrike">
                          <a:solidFill>
                            <a:srgbClr val="111003"/>
                          </a:solidFill>
                          <a:latin typeface="Arial"/>
                          <a:ea typeface="Arial"/>
                          <a:cs typeface="Arial"/>
                          <a:sym typeface="Arial"/>
                        </a:rPr>
                        <a:t>1</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r>
              <a:tr h="563575">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TRUE</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TRUE</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0</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P</a:t>
                      </a:r>
                      <a:r>
                        <a:rPr b="0" baseline="-25000" i="0" lang="en-US" sz="2000" u="none" cap="none" strike="noStrike">
                          <a:solidFill>
                            <a:srgbClr val="111003"/>
                          </a:solidFill>
                          <a:latin typeface="Arial"/>
                          <a:ea typeface="Arial"/>
                          <a:cs typeface="Arial"/>
                          <a:sym typeface="Arial"/>
                        </a:rPr>
                        <a:t>0</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r>
              <a:tr h="561975">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TRUE</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TRUE</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1</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rgbClr val="111003"/>
                        </a:buClr>
                        <a:buSzPts val="2000"/>
                        <a:buFont typeface="Arial"/>
                        <a:buNone/>
                      </a:pPr>
                      <a:r>
                        <a:rPr b="0" i="0" lang="en-US" sz="2000" u="none" cap="none" strike="noStrike">
                          <a:solidFill>
                            <a:srgbClr val="111003"/>
                          </a:solidFill>
                          <a:latin typeface="Arial"/>
                          <a:ea typeface="Arial"/>
                          <a:cs typeface="Arial"/>
                          <a:sym typeface="Arial"/>
                        </a:rPr>
                        <a:t>P</a:t>
                      </a:r>
                      <a:r>
                        <a:rPr b="0" baseline="-25000" i="0" lang="en-US" sz="2000" u="none" cap="none" strike="noStrike">
                          <a:solidFill>
                            <a:srgbClr val="111003"/>
                          </a:solidFill>
                          <a:latin typeface="Arial"/>
                          <a:ea typeface="Arial"/>
                          <a:cs typeface="Arial"/>
                          <a:sym typeface="Arial"/>
                        </a:rPr>
                        <a:t>1</a:t>
                      </a:r>
                      <a:endParaRPr b="0" i="0" sz="2000" u="none" cap="none" strike="noStrike">
                        <a:solidFill>
                          <a:srgbClr val="111003"/>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r>
            </a:tbl>
          </a:graphicData>
        </a:graphic>
      </p:graphicFrame>
      <p:sp>
        <p:nvSpPr>
          <p:cNvPr id="830" name="Google Shape;830;p39">
            <a:hlinkClick action="ppaction://hlinksldjump" r:id="rId3"/>
          </p:cNvPr>
          <p:cNvSpPr/>
          <p:nvPr/>
        </p:nvSpPr>
        <p:spPr>
          <a:xfrm>
            <a:off x="8763000" y="6096000"/>
            <a:ext cx="228600" cy="228600"/>
          </a:xfrm>
          <a:prstGeom prst="rect">
            <a:avLst/>
          </a:prstGeom>
          <a:solidFill>
            <a:srgbClr val="00B0F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imes New Roman"/>
              <a:buNone/>
            </a:pPr>
            <a:r>
              <a:rPr b="0" i="0" lang="en-US" sz="1000" u="none" cap="none" strike="noStrike">
                <a:solidFill>
                  <a:srgbClr val="0000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831" name="Google Shape;831;p39">
            <a:hlinkClick action="ppaction://hlinksldjump" r:id="rId4"/>
          </p:cNvPr>
          <p:cNvSpPr/>
          <p:nvPr/>
        </p:nvSpPr>
        <p:spPr>
          <a:xfrm>
            <a:off x="8763000" y="5410200"/>
            <a:ext cx="228600" cy="228600"/>
          </a:xfrm>
          <a:prstGeom prst="rect">
            <a:avLst/>
          </a:prstGeom>
          <a:solidFill>
            <a:srgbClr val="FFFF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imes New Roman"/>
              <a:buNone/>
            </a:pPr>
            <a:r>
              <a:rPr b="0" i="0" lang="en-US" sz="1000" u="none" cap="none" strike="noStrike">
                <a:solidFill>
                  <a:srgbClr val="000000"/>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graphicFrame>
        <p:nvGraphicFramePr>
          <p:cNvPr id="836" name="Google Shape;836;p40"/>
          <p:cNvGraphicFramePr/>
          <p:nvPr/>
        </p:nvGraphicFramePr>
        <p:xfrm>
          <a:off x="762000" y="1828800"/>
          <a:ext cx="3000000" cy="3000000"/>
        </p:xfrm>
        <a:graphic>
          <a:graphicData uri="http://schemas.openxmlformats.org/drawingml/2006/table">
            <a:tbl>
              <a:tblPr>
                <a:noFill/>
                <a:tableStyleId>{3E33C24B-F2BD-46E9-8222-276430B22233}</a:tableStyleId>
              </a:tblPr>
              <a:tblGrid>
                <a:gridCol w="984175"/>
                <a:gridCol w="1274575"/>
                <a:gridCol w="1377475"/>
                <a:gridCol w="1012000"/>
                <a:gridCol w="2971800"/>
              </a:tblGrid>
              <a:tr h="421700">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time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flag[0]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flag[1]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turn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Events</a:t>
                      </a:r>
                      <a:endParaRPr b="1"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10</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 </a:t>
                      </a:r>
                      <a:endParaRPr b="1" i="0" sz="2000" u="none" cap="none" strike="noStrike">
                        <a:solidFill>
                          <a:srgbClr val="FF0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 </a:t>
                      </a:r>
                      <a:r>
                        <a:rPr b="0" i="0" lang="en-US" sz="2000" u="none" cap="none" strike="noStrike">
                          <a:solidFill>
                            <a:schemeClr val="dk1"/>
                          </a:solidFill>
                          <a:latin typeface="Arial"/>
                          <a:ea typeface="Arial"/>
                          <a:cs typeface="Arial"/>
                          <a:sym typeface="Arial"/>
                        </a:rPr>
                        <a:t>requests to enter CS</a:t>
                      </a:r>
                      <a:r>
                        <a:rPr b="0" baseline="-2500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11</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a:t>
                      </a:r>
                      <a:r>
                        <a:rPr b="0" i="0" lang="en-US" sz="2000" u="none" cap="none" strike="noStrike">
                          <a:solidFill>
                            <a:srgbClr val="0000FF"/>
                          </a:solidFill>
                          <a:latin typeface="Arial"/>
                          <a:ea typeface="Arial"/>
                          <a:cs typeface="Arial"/>
                          <a:sym typeface="Arial"/>
                        </a:rPr>
                        <a:t> request to enter CS</a:t>
                      </a:r>
                      <a:r>
                        <a:rPr b="0" baseline="-25000" i="0" lang="en-US" sz="2000" u="none" cap="none" strike="noStrike">
                          <a:solidFill>
                            <a:srgbClr val="0000FF"/>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12</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 </a:t>
                      </a:r>
                      <a:r>
                        <a:rPr b="0" i="0" lang="en-US" sz="2000" u="none" cap="none" strike="noStrike">
                          <a:solidFill>
                            <a:schemeClr val="dk1"/>
                          </a:solidFill>
                          <a:latin typeface="Arial"/>
                          <a:ea typeface="Arial"/>
                          <a:cs typeface="Arial"/>
                          <a:sym typeface="Arial"/>
                        </a:rPr>
                        <a:t>enters CS</a:t>
                      </a:r>
                      <a:r>
                        <a:rPr b="0" baseline="-2500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13</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busy waiting in loop</a:t>
                      </a:r>
                      <a:endParaRPr b="0" i="0" sz="2000" u="none" cap="none" strike="noStrike">
                        <a:solidFill>
                          <a:srgbClr val="0000FF"/>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14</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 </a:t>
                      </a:r>
                      <a:r>
                        <a:rPr b="0" i="0" lang="en-US" sz="2000" u="none" cap="none" strike="noStrike">
                          <a:solidFill>
                            <a:schemeClr val="dk1"/>
                          </a:solidFill>
                          <a:latin typeface="Arial"/>
                          <a:ea typeface="Arial"/>
                          <a:cs typeface="Arial"/>
                          <a:sym typeface="Arial"/>
                        </a:rPr>
                        <a:t>executes RS</a:t>
                      </a:r>
                      <a:r>
                        <a:rPr b="0" baseline="-25000" i="0" lang="en-US" sz="2000" u="none" cap="none" strike="noStrike">
                          <a:solidFill>
                            <a:schemeClr val="dk1"/>
                          </a:solidFill>
                          <a:latin typeface="Arial"/>
                          <a:ea typeface="Arial"/>
                          <a:cs typeface="Arial"/>
                          <a:sym typeface="Arial"/>
                        </a:rPr>
                        <a:t>0</a:t>
                      </a:r>
                      <a:endParaRPr b="0" baseline="-2500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15</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enters CS</a:t>
                      </a:r>
                      <a:r>
                        <a:rPr b="0" baseline="-25000" i="0" lang="en-US" sz="2000" u="none" cap="none" strike="noStrike">
                          <a:solidFill>
                            <a:srgbClr val="0000FF"/>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16</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a:t>
                      </a:r>
                      <a:r>
                        <a:rPr b="0" i="0" lang="en-US" sz="2000" u="none" cap="none" strike="noStrike">
                          <a:solidFill>
                            <a:schemeClr val="dk1"/>
                          </a:solidFill>
                          <a:latin typeface="Arial"/>
                          <a:ea typeface="Arial"/>
                          <a:cs typeface="Arial"/>
                          <a:sym typeface="Arial"/>
                        </a:rPr>
                        <a:t> request to enter CS</a:t>
                      </a:r>
                      <a:r>
                        <a:rPr b="0" baseline="-2500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17</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1" i="0" sz="2000" u="none" cap="none" strike="noStrike">
                        <a:solidFill>
                          <a:srgbClr val="FF0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 </a:t>
                      </a:r>
                      <a:r>
                        <a:rPr b="0" i="0" lang="en-US" sz="2000" u="none" cap="none" strike="noStrike">
                          <a:solidFill>
                            <a:schemeClr val="dk1"/>
                          </a:solidFill>
                          <a:latin typeface="Arial"/>
                          <a:ea typeface="Arial"/>
                          <a:cs typeface="Arial"/>
                          <a:sym typeface="Arial"/>
                        </a:rPr>
                        <a:t>busy waiting in loop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700">
                <a:tc>
                  <a:txBody>
                    <a:bodyPr/>
                    <a:lstStyle/>
                    <a:p>
                      <a:pPr indent="0" lvl="0" marL="0" marR="0" rtl="0" algn="ctr">
                        <a:lnSpc>
                          <a:spcPct val="100000"/>
                        </a:lnSpc>
                        <a:spcBef>
                          <a:spcPts val="0"/>
                        </a:spcBef>
                        <a:spcAft>
                          <a:spcPts val="0"/>
                        </a:spcAft>
                        <a:buClr>
                          <a:schemeClr val="lt2"/>
                        </a:buClr>
                        <a:buSzPts val="1500"/>
                        <a:buFont typeface="Noto Sans Symbols"/>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18</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1" i="0" sz="2000" u="none" cap="none" strike="noStrike">
                        <a:solidFill>
                          <a:srgbClr val="FF0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FALSE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executes RS</a:t>
                      </a:r>
                      <a:r>
                        <a:rPr b="0" baseline="-25000" i="0" lang="en-US" sz="2000" u="none" cap="none" strike="noStrike">
                          <a:solidFill>
                            <a:srgbClr val="0000FF"/>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700">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r>
                        <a:rPr b="0" baseline="-25000" i="0" lang="en-US" sz="1800" u="none" cap="none" strike="noStrike">
                          <a:solidFill>
                            <a:schemeClr val="dk1"/>
                          </a:solidFill>
                          <a:latin typeface="Arial"/>
                          <a:ea typeface="Arial"/>
                          <a:cs typeface="Arial"/>
                          <a:sym typeface="Arial"/>
                        </a:rPr>
                        <a:t>19</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 </a:t>
                      </a:r>
                      <a:r>
                        <a:rPr b="0" i="0" lang="en-US" sz="2000" u="none" cap="none" strike="noStrike">
                          <a:solidFill>
                            <a:schemeClr val="dk1"/>
                          </a:solidFill>
                          <a:latin typeface="Arial"/>
                          <a:ea typeface="Arial"/>
                          <a:cs typeface="Arial"/>
                          <a:sym typeface="Arial"/>
                        </a:rPr>
                        <a:t>enters CS</a:t>
                      </a:r>
                      <a:r>
                        <a:rPr b="0" baseline="-2500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r>
            </a:tbl>
          </a:graphicData>
        </a:graphic>
      </p:graphicFrame>
      <p:sp>
        <p:nvSpPr>
          <p:cNvPr id="837" name="Google Shape;837;p40"/>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838" name="Google Shape;838;p40"/>
          <p:cNvSpPr txBox="1"/>
          <p:nvPr>
            <p:ph type="title"/>
          </p:nvPr>
        </p:nvSpPr>
        <p:spPr>
          <a:xfrm>
            <a:off x="533400" y="685800"/>
            <a:ext cx="8077200" cy="1066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Exercise 3: </a:t>
            </a:r>
            <a:br>
              <a:rPr lang="en-US"/>
            </a:br>
            <a:r>
              <a:rPr lang="en-US"/>
              <a:t>Continue from previous example</a:t>
            </a:r>
            <a:endParaRPr/>
          </a:p>
        </p:txBody>
      </p:sp>
      <p:grpSp>
        <p:nvGrpSpPr>
          <p:cNvPr id="839" name="Google Shape;839;p40"/>
          <p:cNvGrpSpPr/>
          <p:nvPr/>
        </p:nvGrpSpPr>
        <p:grpSpPr>
          <a:xfrm>
            <a:off x="4495800" y="2759075"/>
            <a:ext cx="3733800" cy="3657600"/>
            <a:chOff x="4572000" y="2743200"/>
            <a:chExt cx="3733800" cy="3657600"/>
          </a:xfrm>
        </p:grpSpPr>
        <p:sp>
          <p:nvSpPr>
            <p:cNvPr id="840" name="Google Shape;840;p40"/>
            <p:cNvSpPr/>
            <p:nvPr/>
          </p:nvSpPr>
          <p:spPr>
            <a:xfrm>
              <a:off x="4572000" y="2743200"/>
              <a:ext cx="6858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41" name="Google Shape;841;p40"/>
            <p:cNvSpPr/>
            <p:nvPr/>
          </p:nvSpPr>
          <p:spPr>
            <a:xfrm>
              <a:off x="4572000" y="3124200"/>
              <a:ext cx="6858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42" name="Google Shape;842;p40"/>
            <p:cNvSpPr/>
            <p:nvPr/>
          </p:nvSpPr>
          <p:spPr>
            <a:xfrm>
              <a:off x="4572000" y="3581400"/>
              <a:ext cx="6858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43" name="Google Shape;843;p40"/>
            <p:cNvSpPr/>
            <p:nvPr/>
          </p:nvSpPr>
          <p:spPr>
            <a:xfrm>
              <a:off x="4572000" y="3962400"/>
              <a:ext cx="6858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44" name="Google Shape;844;p40"/>
            <p:cNvSpPr/>
            <p:nvPr/>
          </p:nvSpPr>
          <p:spPr>
            <a:xfrm>
              <a:off x="4572000" y="4419600"/>
              <a:ext cx="6858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45" name="Google Shape;845;p40"/>
            <p:cNvSpPr/>
            <p:nvPr/>
          </p:nvSpPr>
          <p:spPr>
            <a:xfrm>
              <a:off x="4572000" y="4800600"/>
              <a:ext cx="6858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46" name="Google Shape;846;p40"/>
            <p:cNvSpPr/>
            <p:nvPr/>
          </p:nvSpPr>
          <p:spPr>
            <a:xfrm>
              <a:off x="4572000" y="5257800"/>
              <a:ext cx="6858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47" name="Google Shape;847;p40"/>
            <p:cNvSpPr/>
            <p:nvPr/>
          </p:nvSpPr>
          <p:spPr>
            <a:xfrm>
              <a:off x="4572000" y="5638800"/>
              <a:ext cx="6858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48" name="Google Shape;848;p40"/>
            <p:cNvSpPr/>
            <p:nvPr/>
          </p:nvSpPr>
          <p:spPr>
            <a:xfrm>
              <a:off x="4572000" y="6096000"/>
              <a:ext cx="6858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49" name="Google Shape;849;p40"/>
            <p:cNvSpPr/>
            <p:nvPr/>
          </p:nvSpPr>
          <p:spPr>
            <a:xfrm>
              <a:off x="5486400" y="2743200"/>
              <a:ext cx="28194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50" name="Google Shape;850;p40"/>
            <p:cNvSpPr/>
            <p:nvPr/>
          </p:nvSpPr>
          <p:spPr>
            <a:xfrm>
              <a:off x="5486400" y="3145466"/>
              <a:ext cx="28194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51" name="Google Shape;851;p40"/>
            <p:cNvSpPr/>
            <p:nvPr/>
          </p:nvSpPr>
          <p:spPr>
            <a:xfrm>
              <a:off x="5486400" y="3581400"/>
              <a:ext cx="28194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52" name="Google Shape;852;p40"/>
            <p:cNvSpPr/>
            <p:nvPr/>
          </p:nvSpPr>
          <p:spPr>
            <a:xfrm>
              <a:off x="5486400" y="4004932"/>
              <a:ext cx="28194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53" name="Google Shape;853;p40"/>
            <p:cNvSpPr/>
            <p:nvPr/>
          </p:nvSpPr>
          <p:spPr>
            <a:xfrm>
              <a:off x="5486400" y="4419600"/>
              <a:ext cx="28194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54" name="Google Shape;854;p40"/>
            <p:cNvSpPr/>
            <p:nvPr/>
          </p:nvSpPr>
          <p:spPr>
            <a:xfrm>
              <a:off x="5486400" y="4855534"/>
              <a:ext cx="28194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55" name="Google Shape;855;p40"/>
            <p:cNvSpPr/>
            <p:nvPr/>
          </p:nvSpPr>
          <p:spPr>
            <a:xfrm>
              <a:off x="5486400" y="5257800"/>
              <a:ext cx="28194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56" name="Google Shape;856;p40"/>
            <p:cNvSpPr/>
            <p:nvPr/>
          </p:nvSpPr>
          <p:spPr>
            <a:xfrm>
              <a:off x="5486400" y="5715000"/>
              <a:ext cx="28194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57" name="Google Shape;857;p40"/>
            <p:cNvSpPr/>
            <p:nvPr/>
          </p:nvSpPr>
          <p:spPr>
            <a:xfrm>
              <a:off x="5486400" y="6096000"/>
              <a:ext cx="2819400" cy="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grpSp>
      <p:pic>
        <p:nvPicPr>
          <p:cNvPr descr="http://t1.gstatic.com/images?q=tbn:ANd9GcQ8IpPPlUD6SfF-GnyEy7VDsRI1z5C_tXXGHiVYQv3fY_1T_J4iaA" id="858" name="Google Shape;858;p40"/>
          <p:cNvPicPr preferRelativeResize="0"/>
          <p:nvPr/>
        </p:nvPicPr>
        <p:blipFill rotWithShape="1">
          <a:blip r:embed="rId3">
            <a:alphaModFix/>
          </a:blip>
          <a:srcRect b="0" l="0" r="0" t="0"/>
          <a:stretch/>
        </p:blipFill>
        <p:spPr>
          <a:xfrm>
            <a:off x="609600" y="838200"/>
            <a:ext cx="942975" cy="922338"/>
          </a:xfrm>
          <a:prstGeom prst="rect">
            <a:avLst/>
          </a:prstGeom>
          <a:noFill/>
          <a:ln>
            <a:noFill/>
          </a:ln>
        </p:spPr>
      </p:pic>
      <p:sp>
        <p:nvSpPr>
          <p:cNvPr id="859" name="Google Shape;859;p40">
            <a:hlinkClick action="ppaction://hlinksldjump" r:id="rId4"/>
          </p:cNvPr>
          <p:cNvSpPr/>
          <p:nvPr/>
        </p:nvSpPr>
        <p:spPr>
          <a:xfrm>
            <a:off x="8763000" y="5029200"/>
            <a:ext cx="228600" cy="2286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860" name="Google Shape;860;p40">
            <a:hlinkClick action="ppaction://hlinksldjump" r:id="rId5"/>
          </p:cNvPr>
          <p:cNvSpPr/>
          <p:nvPr/>
        </p:nvSpPr>
        <p:spPr>
          <a:xfrm>
            <a:off x="8763000" y="5410200"/>
            <a:ext cx="228600" cy="228600"/>
          </a:xfrm>
          <a:prstGeom prst="rect">
            <a:avLst/>
          </a:prstGeom>
          <a:solidFill>
            <a:srgbClr val="FFFF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861" name="Google Shape;861;p40">
            <a:hlinkClick action="ppaction://hlinksldjump" r:id="rId6"/>
          </p:cNvPr>
          <p:cNvSpPr/>
          <p:nvPr/>
        </p:nvSpPr>
        <p:spPr>
          <a:xfrm rot="10800000">
            <a:off x="228600" y="2743200"/>
            <a:ext cx="457200" cy="304800"/>
          </a:xfrm>
          <a:prstGeom prst="left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62" name="Google Shape;862;p40">
            <a:hlinkClick action="ppaction://hlinksldjump" r:id="rId7"/>
          </p:cNvPr>
          <p:cNvSpPr/>
          <p:nvPr/>
        </p:nvSpPr>
        <p:spPr>
          <a:xfrm rot="10800000">
            <a:off x="228600" y="6096000"/>
            <a:ext cx="457200" cy="304800"/>
          </a:xfrm>
          <a:prstGeom prst="leftArrow">
            <a:avLst>
              <a:gd fmla="val 50000" name="adj1"/>
              <a:gd fmla="val 50000" name="adj2"/>
            </a:avLst>
          </a:prstGeom>
          <a:solidFill>
            <a:srgbClr val="92D05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3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graphicFrame>
        <p:nvGraphicFramePr>
          <p:cNvPr id="867" name="Google Shape;867;p41"/>
          <p:cNvGraphicFramePr/>
          <p:nvPr/>
        </p:nvGraphicFramePr>
        <p:xfrm>
          <a:off x="762000" y="1828800"/>
          <a:ext cx="3000000" cy="3000000"/>
        </p:xfrm>
        <a:graphic>
          <a:graphicData uri="http://schemas.openxmlformats.org/drawingml/2006/table">
            <a:tbl>
              <a:tblPr>
                <a:noFill/>
                <a:tableStyleId>{3E33C24B-F2BD-46E9-8222-276430B22233}</a:tableStyleId>
              </a:tblPr>
              <a:tblGrid>
                <a:gridCol w="984175"/>
                <a:gridCol w="1274575"/>
                <a:gridCol w="1377475"/>
                <a:gridCol w="1012000"/>
                <a:gridCol w="2971800"/>
              </a:tblGrid>
              <a:tr h="421700">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time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flag[0]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flag[1]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turn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lt2"/>
                        </a:buClr>
                        <a:buSzPts val="1500"/>
                        <a:buFont typeface="Noto Sans Symbols"/>
                        <a:buNone/>
                      </a:pPr>
                      <a:r>
                        <a:rPr b="1" i="0" lang="en-US" sz="2000" u="none" cap="none" strike="noStrike">
                          <a:solidFill>
                            <a:schemeClr val="dk1"/>
                          </a:solidFill>
                          <a:latin typeface="Arial"/>
                          <a:ea typeface="Arial"/>
                          <a:cs typeface="Arial"/>
                          <a:sym typeface="Arial"/>
                        </a:rPr>
                        <a:t>Events</a:t>
                      </a:r>
                      <a:endParaRPr b="1"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10</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 </a:t>
                      </a:r>
                      <a:endParaRPr b="1" i="0" sz="2000" u="none" cap="none" strike="noStrike">
                        <a:solidFill>
                          <a:srgbClr val="FF0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 </a:t>
                      </a:r>
                      <a:r>
                        <a:rPr b="0" i="0" lang="en-US" sz="2000" u="none" cap="none" strike="noStrike">
                          <a:solidFill>
                            <a:schemeClr val="dk1"/>
                          </a:solidFill>
                          <a:latin typeface="Arial"/>
                          <a:ea typeface="Arial"/>
                          <a:cs typeface="Arial"/>
                          <a:sym typeface="Arial"/>
                        </a:rPr>
                        <a:t>requests to enter CS</a:t>
                      </a:r>
                      <a:r>
                        <a:rPr b="0" baseline="-2500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11</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a:t>
                      </a:r>
                      <a:r>
                        <a:rPr b="0" i="0" lang="en-US" sz="2000" u="none" cap="none" strike="noStrike">
                          <a:solidFill>
                            <a:srgbClr val="0000FF"/>
                          </a:solidFill>
                          <a:latin typeface="Arial"/>
                          <a:ea typeface="Arial"/>
                          <a:cs typeface="Arial"/>
                          <a:sym typeface="Arial"/>
                        </a:rPr>
                        <a:t> request to enter CS</a:t>
                      </a:r>
                      <a:r>
                        <a:rPr b="0" baseline="-25000" i="0" lang="en-US" sz="2000" u="none" cap="none" strike="noStrike">
                          <a:solidFill>
                            <a:srgbClr val="0000FF"/>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12</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 </a:t>
                      </a:r>
                      <a:r>
                        <a:rPr b="0" i="0" lang="en-US" sz="2000" u="none" cap="none" strike="noStrike">
                          <a:solidFill>
                            <a:schemeClr val="dk1"/>
                          </a:solidFill>
                          <a:latin typeface="Arial"/>
                          <a:ea typeface="Arial"/>
                          <a:cs typeface="Arial"/>
                          <a:sym typeface="Arial"/>
                        </a:rPr>
                        <a:t>enters CS</a:t>
                      </a:r>
                      <a:r>
                        <a:rPr b="0" baseline="-2500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13</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busy waiting in loop</a:t>
                      </a:r>
                      <a:endParaRPr b="0" i="0" sz="2000" u="none" cap="none" strike="noStrike">
                        <a:solidFill>
                          <a:srgbClr val="0000FF"/>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14</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 </a:t>
                      </a:r>
                      <a:r>
                        <a:rPr b="0" i="0" lang="en-US" sz="2000" u="none" cap="none" strike="noStrike">
                          <a:solidFill>
                            <a:schemeClr val="dk1"/>
                          </a:solidFill>
                          <a:latin typeface="Arial"/>
                          <a:ea typeface="Arial"/>
                          <a:cs typeface="Arial"/>
                          <a:sym typeface="Arial"/>
                        </a:rPr>
                        <a:t>executes RS</a:t>
                      </a:r>
                      <a:r>
                        <a:rPr b="0" baseline="-25000" i="0" lang="en-US" sz="2000" u="none" cap="none" strike="noStrike">
                          <a:solidFill>
                            <a:schemeClr val="dk1"/>
                          </a:solidFill>
                          <a:latin typeface="Arial"/>
                          <a:ea typeface="Arial"/>
                          <a:cs typeface="Arial"/>
                          <a:sym typeface="Arial"/>
                        </a:rPr>
                        <a:t>0</a:t>
                      </a:r>
                      <a:endParaRPr b="0" baseline="-2500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15</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enters CS</a:t>
                      </a:r>
                      <a:r>
                        <a:rPr b="0" baseline="-25000" i="0" lang="en-US" sz="2000" u="none" cap="none" strike="noStrike">
                          <a:solidFill>
                            <a:srgbClr val="0000FF"/>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16</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a:t>
                      </a:r>
                      <a:r>
                        <a:rPr b="0" i="0" lang="en-US" sz="2000" u="none" cap="none" strike="noStrike">
                          <a:solidFill>
                            <a:schemeClr val="dk1"/>
                          </a:solidFill>
                          <a:latin typeface="Arial"/>
                          <a:ea typeface="Arial"/>
                          <a:cs typeface="Arial"/>
                          <a:sym typeface="Arial"/>
                        </a:rPr>
                        <a:t> request to enter CS</a:t>
                      </a:r>
                      <a:r>
                        <a:rPr b="0" baseline="-25000" i="0" lang="en-US" sz="2000" u="none" cap="none" strike="noStrike">
                          <a:solidFill>
                            <a:schemeClr val="dk1"/>
                          </a:solidFill>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700">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17</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1" i="0" sz="2000" u="none" cap="none" strike="noStrike">
                        <a:solidFill>
                          <a:srgbClr val="FF0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 </a:t>
                      </a:r>
                      <a:r>
                        <a:rPr b="0" i="0" lang="en-US" sz="2000" u="none" cap="none" strike="noStrike">
                          <a:solidFill>
                            <a:schemeClr val="dk1"/>
                          </a:solidFill>
                          <a:latin typeface="Arial"/>
                          <a:ea typeface="Arial"/>
                          <a:cs typeface="Arial"/>
                          <a:sym typeface="Arial"/>
                        </a:rPr>
                        <a:t>busy waiting in loop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700">
                <a:tc>
                  <a:txBody>
                    <a:bodyPr/>
                    <a:lstStyle/>
                    <a:p>
                      <a:pPr indent="0" lvl="0" marL="0" marR="0" rtl="0" algn="ctr">
                        <a:lnSpc>
                          <a:spcPct val="100000"/>
                        </a:lnSpc>
                        <a:spcBef>
                          <a:spcPts val="0"/>
                        </a:spcBef>
                        <a:spcAft>
                          <a:spcPts val="0"/>
                        </a:spcAft>
                        <a:buClr>
                          <a:schemeClr val="lt2"/>
                        </a:buClr>
                        <a:buSzPts val="1500"/>
                        <a:buFont typeface="Noto Sans Symbols"/>
                        <a:buNone/>
                      </a:pPr>
                      <a:r>
                        <a:rPr b="0" i="0" lang="en-US" sz="2000" u="none" cap="none" strike="noStrike">
                          <a:solidFill>
                            <a:schemeClr val="dk1"/>
                          </a:solidFill>
                          <a:latin typeface="Arial"/>
                          <a:ea typeface="Arial"/>
                          <a:cs typeface="Arial"/>
                          <a:sym typeface="Arial"/>
                        </a:rPr>
                        <a:t>t</a:t>
                      </a:r>
                      <a:r>
                        <a:rPr b="0" baseline="-25000" i="0" lang="en-US" sz="2000" u="none" cap="none" strike="noStrike">
                          <a:solidFill>
                            <a:schemeClr val="dk1"/>
                          </a:solidFill>
                          <a:latin typeface="Arial"/>
                          <a:ea typeface="Arial"/>
                          <a:cs typeface="Arial"/>
                          <a:sym typeface="Arial"/>
                        </a:rPr>
                        <a:t>18</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1" i="0" sz="2000" u="none" cap="none" strike="noStrike">
                        <a:solidFill>
                          <a:srgbClr val="FF0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FALSE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2000"/>
                        <a:buFont typeface="Arial"/>
                        <a:buNone/>
                      </a:pPr>
                      <a:r>
                        <a:rPr b="0" i="0" lang="en-US" sz="2000" u="none" cap="none" strike="noStrike">
                          <a:solidFill>
                            <a:srgbClr val="0000FF"/>
                          </a:solidFill>
                          <a:latin typeface="Arial"/>
                          <a:ea typeface="Arial"/>
                          <a:cs typeface="Arial"/>
                          <a:sym typeface="Arial"/>
                        </a:rPr>
                        <a:t>P</a:t>
                      </a:r>
                      <a:r>
                        <a:rPr b="0" baseline="-25000" i="0" lang="en-US" sz="2000" u="none" cap="none" strike="noStrike">
                          <a:solidFill>
                            <a:srgbClr val="0000FF"/>
                          </a:solidFill>
                          <a:latin typeface="Arial"/>
                          <a:ea typeface="Arial"/>
                          <a:cs typeface="Arial"/>
                          <a:sym typeface="Arial"/>
                        </a:rPr>
                        <a:t>1 </a:t>
                      </a:r>
                      <a:r>
                        <a:rPr b="0" i="0" lang="en-US" sz="2000" u="none" cap="none" strike="noStrike">
                          <a:solidFill>
                            <a:srgbClr val="0000FF"/>
                          </a:solidFill>
                          <a:latin typeface="Arial"/>
                          <a:ea typeface="Arial"/>
                          <a:cs typeface="Arial"/>
                          <a:sym typeface="Arial"/>
                        </a:rPr>
                        <a:t>executes RS</a:t>
                      </a:r>
                      <a:r>
                        <a:rPr b="0" baseline="-25000" i="0" lang="en-US" sz="2000" u="none" cap="none" strike="noStrike">
                          <a:solidFill>
                            <a:srgbClr val="0000FF"/>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21700">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r>
                        <a:rPr b="0" baseline="-25000" i="0" lang="en-US" sz="1800" u="none" cap="none" strike="noStrike">
                          <a:solidFill>
                            <a:schemeClr val="dk1"/>
                          </a:solidFill>
                          <a:latin typeface="Arial"/>
                          <a:ea typeface="Arial"/>
                          <a:cs typeface="Arial"/>
                          <a:sym typeface="Arial"/>
                        </a:rPr>
                        <a:t>19</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TRUE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FALSE</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a:t>
                      </a:r>
                      <a:r>
                        <a:rPr b="0" baseline="-25000" i="0" lang="en-US" sz="2000" u="none" cap="none" strike="noStrike">
                          <a:solidFill>
                            <a:schemeClr val="dk1"/>
                          </a:solidFill>
                          <a:latin typeface="Arial"/>
                          <a:ea typeface="Arial"/>
                          <a:cs typeface="Arial"/>
                          <a:sym typeface="Arial"/>
                        </a:rPr>
                        <a:t>0 </a:t>
                      </a:r>
                      <a:r>
                        <a:rPr b="0" i="0" lang="en-US" sz="2000" u="none" cap="none" strike="noStrike">
                          <a:solidFill>
                            <a:schemeClr val="dk1"/>
                          </a:solidFill>
                          <a:latin typeface="Arial"/>
                          <a:ea typeface="Arial"/>
                          <a:cs typeface="Arial"/>
                          <a:sym typeface="Arial"/>
                        </a:rPr>
                        <a:t>enters CS</a:t>
                      </a:r>
                      <a:r>
                        <a:rPr b="0" baseline="-25000" i="0" lang="en-US" sz="2000" u="none" cap="none" strike="noStrike">
                          <a:solidFill>
                            <a:schemeClr val="dk1"/>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FFF"/>
                    </a:solidFill>
                  </a:tcPr>
                </a:tc>
              </a:tr>
            </a:tbl>
          </a:graphicData>
        </a:graphic>
      </p:graphicFrame>
      <p:sp>
        <p:nvSpPr>
          <p:cNvPr id="868" name="Google Shape;868;p41"/>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869" name="Google Shape;869;p41"/>
          <p:cNvSpPr txBox="1"/>
          <p:nvPr>
            <p:ph type="title"/>
          </p:nvPr>
        </p:nvSpPr>
        <p:spPr>
          <a:xfrm>
            <a:off x="533400" y="685800"/>
            <a:ext cx="8077200" cy="1066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Exercise 3: </a:t>
            </a:r>
            <a:br>
              <a:rPr lang="en-US"/>
            </a:br>
            <a:r>
              <a:rPr lang="en-US"/>
              <a:t>Continue from previous example</a:t>
            </a:r>
            <a:endParaRPr/>
          </a:p>
        </p:txBody>
      </p:sp>
      <p:pic>
        <p:nvPicPr>
          <p:cNvPr descr="http://t1.gstatic.com/images?q=tbn:ANd9GcQ8IpPPlUD6SfF-GnyEy7VDsRI1z5C_tXXGHiVYQv3fY_1T_J4iaA" id="870" name="Google Shape;870;p41"/>
          <p:cNvPicPr preferRelativeResize="0"/>
          <p:nvPr/>
        </p:nvPicPr>
        <p:blipFill rotWithShape="1">
          <a:blip r:embed="rId3">
            <a:alphaModFix/>
          </a:blip>
          <a:srcRect b="0" l="0" r="0" t="0"/>
          <a:stretch/>
        </p:blipFill>
        <p:spPr>
          <a:xfrm>
            <a:off x="609600" y="838200"/>
            <a:ext cx="942975" cy="922338"/>
          </a:xfrm>
          <a:prstGeom prst="rect">
            <a:avLst/>
          </a:prstGeom>
          <a:noFill/>
          <a:ln>
            <a:noFill/>
          </a:ln>
        </p:spPr>
      </p:pic>
      <p:sp>
        <p:nvSpPr>
          <p:cNvPr id="871" name="Google Shape;871;p41">
            <a:hlinkClick action="ppaction://hlinksldjump" r:id="rId4"/>
          </p:cNvPr>
          <p:cNvSpPr/>
          <p:nvPr/>
        </p:nvSpPr>
        <p:spPr>
          <a:xfrm>
            <a:off x="8763000" y="5029200"/>
            <a:ext cx="228600" cy="2286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872" name="Google Shape;872;p41">
            <a:hlinkClick action="ppaction://hlinksldjump" r:id="rId5"/>
          </p:cNvPr>
          <p:cNvSpPr/>
          <p:nvPr/>
        </p:nvSpPr>
        <p:spPr>
          <a:xfrm>
            <a:off x="8763000" y="5410200"/>
            <a:ext cx="228600" cy="228600"/>
          </a:xfrm>
          <a:prstGeom prst="rect">
            <a:avLst/>
          </a:prstGeom>
          <a:solidFill>
            <a:srgbClr val="FFFF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873" name="Google Shape;873;p41">
            <a:hlinkClick action="ppaction://hlinksldjump" r:id="rId6"/>
          </p:cNvPr>
          <p:cNvSpPr/>
          <p:nvPr/>
        </p:nvSpPr>
        <p:spPr>
          <a:xfrm rot="10800000">
            <a:off x="228600" y="2743200"/>
            <a:ext cx="457200" cy="304800"/>
          </a:xfrm>
          <a:prstGeom prst="left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74" name="Google Shape;874;p41">
            <a:hlinkClick action="ppaction://hlinksldjump" r:id="rId7"/>
          </p:cNvPr>
          <p:cNvSpPr/>
          <p:nvPr/>
        </p:nvSpPr>
        <p:spPr>
          <a:xfrm rot="10800000">
            <a:off x="228600" y="6096000"/>
            <a:ext cx="457200" cy="304800"/>
          </a:xfrm>
          <a:prstGeom prst="leftArrow">
            <a:avLst>
              <a:gd fmla="val 50000" name="adj1"/>
              <a:gd fmla="val 50000" name="adj2"/>
            </a:avLst>
          </a:prstGeom>
          <a:solidFill>
            <a:srgbClr val="92D05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875" name="Google Shape;875;p41"/>
          <p:cNvSpPr/>
          <p:nvPr/>
        </p:nvSpPr>
        <p:spPr>
          <a:xfrm flipH="1">
            <a:off x="228599" y="3810683"/>
            <a:ext cx="2400299" cy="726233"/>
          </a:xfrm>
          <a:prstGeom prst="wedgeEllipseCallout">
            <a:avLst>
              <a:gd fmla="val -63291" name="adj1"/>
              <a:gd fmla="val -84548" name="adj2"/>
            </a:avLst>
          </a:prstGeom>
          <a:solidFill>
            <a:schemeClr val="accent1"/>
          </a:solidFill>
          <a:ln cap="flat" cmpd="sng" w="9525">
            <a:solidFill>
              <a:schemeClr val="dk1"/>
            </a:solidFill>
            <a:prstDash val="solid"/>
            <a:round/>
            <a:headEnd len="sm" w="sm" type="none"/>
            <a:tailEnd len="sm" w="sm" type="none"/>
          </a:ln>
          <a:effectLst>
            <a:outerShdw blurRad="63500" rotWithShape="0" algn="bl" dir="18900000" dist="38100">
              <a:srgbClr val="000000">
                <a:alpha val="39215"/>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800"/>
              <a:buFont typeface="Quattrocento Sans"/>
              <a:buNone/>
            </a:pPr>
            <a:r>
              <a:rPr b="0" i="0" lang="en-US" sz="2800" u="none" cap="none" strike="noStrike">
                <a:solidFill>
                  <a:srgbClr val="FF0000"/>
                </a:solidFill>
                <a:latin typeface="Quattrocento Sans"/>
                <a:ea typeface="Quattrocento Sans"/>
                <a:cs typeface="Quattrocento Sans"/>
                <a:sym typeface="Quattrocento Sans"/>
              </a:rPr>
              <a:t>Progress</a:t>
            </a:r>
            <a:endParaRPr b="0" i="0" sz="1400" u="none" cap="none" strike="noStrike">
              <a:solidFill>
                <a:srgbClr val="000000"/>
              </a:solidFill>
              <a:latin typeface="Arial"/>
              <a:ea typeface="Arial"/>
              <a:cs typeface="Arial"/>
              <a:sym typeface="Arial"/>
            </a:endParaRPr>
          </a:p>
        </p:txBody>
      </p:sp>
      <p:sp>
        <p:nvSpPr>
          <p:cNvPr id="876" name="Google Shape;876;p41"/>
          <p:cNvSpPr/>
          <p:nvPr/>
        </p:nvSpPr>
        <p:spPr>
          <a:xfrm>
            <a:off x="6139155" y="3919539"/>
            <a:ext cx="2770803" cy="1338261"/>
          </a:xfrm>
          <a:prstGeom prst="cloudCallout">
            <a:avLst>
              <a:gd fmla="val 29452" name="adj1"/>
              <a:gd fmla="val -75918" name="adj2"/>
            </a:avLst>
          </a:prstGeom>
          <a:solidFill>
            <a:schemeClr val="accent1"/>
          </a:solidFill>
          <a:ln cap="flat" cmpd="sng" w="9525">
            <a:solidFill>
              <a:schemeClr val="dk1"/>
            </a:solidFill>
            <a:prstDash val="solid"/>
            <a:round/>
            <a:headEnd len="sm" w="sm" type="none"/>
            <a:tailEnd len="sm" w="sm" type="none"/>
          </a:ln>
          <a:effectLst>
            <a:outerShdw blurRad="63500" rotWithShape="0" algn="bl" dir="18900000" dist="38100">
              <a:srgbClr val="000000">
                <a:alpha val="39215"/>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800"/>
              <a:buFont typeface="Quattrocento Sans"/>
              <a:buNone/>
            </a:pPr>
            <a:r>
              <a:rPr b="0" i="0" lang="en-US" sz="2800" u="none" cap="none" strike="noStrike">
                <a:solidFill>
                  <a:srgbClr val="FF0000"/>
                </a:solidFill>
                <a:latin typeface="Quattrocento Sans"/>
                <a:ea typeface="Quattrocento Sans"/>
                <a:cs typeface="Quattrocento Sans"/>
                <a:sym typeface="Quattrocento Sans"/>
              </a:rPr>
              <a:t>Bounded Waiting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42"/>
          <p:cNvSpPr txBox="1"/>
          <p:nvPr>
            <p:ph type="title"/>
          </p:nvPr>
        </p:nvSpPr>
        <p:spPr>
          <a:xfrm>
            <a:off x="1295400" y="187325"/>
            <a:ext cx="7586663" cy="576263"/>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sz="2400"/>
              <a:t>Solution to Critical-section Problem Using Locks</a:t>
            </a:r>
            <a:endParaRPr/>
          </a:p>
        </p:txBody>
      </p:sp>
      <p:sp>
        <p:nvSpPr>
          <p:cNvPr id="883" name="Google Shape;883;p42"/>
          <p:cNvSpPr txBox="1"/>
          <p:nvPr>
            <p:ph idx="1" type="body"/>
          </p:nvPr>
        </p:nvSpPr>
        <p:spPr>
          <a:xfrm>
            <a:off x="754380" y="1155700"/>
            <a:ext cx="7749540" cy="1627188"/>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1980"/>
              <a:buChar char="●"/>
            </a:pPr>
            <a:r>
              <a:rPr lang="en-US"/>
              <a:t>Software-based solutions such as Peterson’s are not guaranteed to work on modern computer architectures.</a:t>
            </a:r>
            <a:endParaRPr/>
          </a:p>
          <a:p>
            <a:pPr indent="-342900" lvl="0" marL="342900" rtl="0" algn="just">
              <a:lnSpc>
                <a:spcPct val="90000"/>
              </a:lnSpc>
              <a:spcBef>
                <a:spcPts val="770"/>
              </a:spcBef>
              <a:spcAft>
                <a:spcPts val="0"/>
              </a:spcAft>
              <a:buSzPts val="1980"/>
              <a:buChar char="●"/>
            </a:pPr>
            <a:r>
              <a:rPr lang="en-US"/>
              <a:t>Many systems provide hardware support for implementing the critical section code.</a:t>
            </a:r>
            <a:endParaRPr/>
          </a:p>
          <a:p>
            <a:pPr indent="-342900" lvl="0" marL="342900" rtl="0" algn="just">
              <a:lnSpc>
                <a:spcPct val="90000"/>
              </a:lnSpc>
              <a:spcBef>
                <a:spcPts val="770"/>
              </a:spcBef>
              <a:spcAft>
                <a:spcPts val="0"/>
              </a:spcAft>
              <a:buSzPts val="1980"/>
              <a:buChar char="●"/>
            </a:pPr>
            <a:r>
              <a:rPr lang="en-US"/>
              <a:t>All solutions are based on idea of </a:t>
            </a:r>
            <a:r>
              <a:rPr b="1" lang="en-US">
                <a:solidFill>
                  <a:srgbClr val="3366FF"/>
                </a:solidFill>
              </a:rPr>
              <a:t>locking</a:t>
            </a:r>
            <a:endParaRPr/>
          </a:p>
          <a:p>
            <a:pPr indent="-285750" lvl="1" marL="742950" rtl="0" algn="just">
              <a:lnSpc>
                <a:spcPct val="90000"/>
              </a:lnSpc>
              <a:spcBef>
                <a:spcPts val="770"/>
              </a:spcBef>
              <a:spcAft>
                <a:spcPts val="0"/>
              </a:spcAft>
              <a:buSzPts val="1760"/>
              <a:buChar char="●"/>
            </a:pPr>
            <a:r>
              <a:rPr lang="en-US"/>
              <a:t>Protecting critical regions via locks</a:t>
            </a:r>
            <a:endParaRPr/>
          </a:p>
          <a:p>
            <a:pPr indent="-342900" lvl="0" marL="342900" rtl="0" algn="just">
              <a:lnSpc>
                <a:spcPct val="90000"/>
              </a:lnSpc>
              <a:spcBef>
                <a:spcPts val="770"/>
              </a:spcBef>
              <a:spcAft>
                <a:spcPts val="0"/>
              </a:spcAft>
              <a:buSzPts val="1980"/>
              <a:buChar char="●"/>
            </a:pPr>
            <a:r>
              <a:rPr lang="en-US"/>
              <a:t>Code:</a:t>
            </a:r>
            <a:endParaRPr/>
          </a:p>
          <a:p>
            <a:pPr indent="-217170" lvl="0" marL="342900" rtl="0" algn="just">
              <a:lnSpc>
                <a:spcPct val="90000"/>
              </a:lnSpc>
              <a:spcBef>
                <a:spcPts val="770"/>
              </a:spcBef>
              <a:spcAft>
                <a:spcPts val="0"/>
              </a:spcAft>
              <a:buSzPts val="1980"/>
              <a:buNone/>
            </a:pPr>
            <a:r>
              <a:t/>
            </a:r>
            <a:endParaRPr/>
          </a:p>
          <a:p>
            <a:pPr indent="-217170" lvl="0" marL="342900" rtl="0" algn="just">
              <a:lnSpc>
                <a:spcPct val="90000"/>
              </a:lnSpc>
              <a:spcBef>
                <a:spcPts val="770"/>
              </a:spcBef>
              <a:spcAft>
                <a:spcPts val="0"/>
              </a:spcAft>
              <a:buSzPts val="1980"/>
              <a:buNone/>
            </a:pPr>
            <a:r>
              <a:t/>
            </a:r>
            <a:endParaRPr/>
          </a:p>
          <a:p>
            <a:pPr indent="-217170" lvl="0" marL="342900" rtl="0" algn="just">
              <a:lnSpc>
                <a:spcPct val="90000"/>
              </a:lnSpc>
              <a:spcBef>
                <a:spcPts val="770"/>
              </a:spcBef>
              <a:spcAft>
                <a:spcPts val="0"/>
              </a:spcAft>
              <a:buSzPts val="1980"/>
              <a:buNone/>
            </a:pPr>
            <a:r>
              <a:t/>
            </a:r>
            <a:endParaRPr/>
          </a:p>
          <a:p>
            <a:pPr indent="-217170" lvl="0" marL="342900" rtl="0" algn="just">
              <a:lnSpc>
                <a:spcPct val="90000"/>
              </a:lnSpc>
              <a:spcBef>
                <a:spcPts val="770"/>
              </a:spcBef>
              <a:spcAft>
                <a:spcPts val="0"/>
              </a:spcAft>
              <a:buSzPts val="1980"/>
              <a:buNone/>
            </a:pPr>
            <a:r>
              <a:t/>
            </a:r>
            <a:endParaRPr/>
          </a:p>
          <a:p>
            <a:pPr indent="-217170" lvl="0" marL="342900" rtl="0" algn="just">
              <a:lnSpc>
                <a:spcPct val="90000"/>
              </a:lnSpc>
              <a:spcBef>
                <a:spcPts val="770"/>
              </a:spcBef>
              <a:spcAft>
                <a:spcPts val="0"/>
              </a:spcAft>
              <a:buSzPts val="1980"/>
              <a:buNone/>
            </a:pPr>
            <a:r>
              <a:t/>
            </a:r>
            <a:endParaRPr/>
          </a:p>
          <a:p>
            <a:pPr indent="0" lvl="0" marL="0" rtl="0" algn="ctr">
              <a:lnSpc>
                <a:spcPct val="90000"/>
              </a:lnSpc>
              <a:spcBef>
                <a:spcPts val="385"/>
              </a:spcBef>
              <a:spcAft>
                <a:spcPts val="0"/>
              </a:spcAft>
              <a:buSzPts val="990"/>
              <a:buNone/>
            </a:pPr>
            <a:r>
              <a:t/>
            </a:r>
            <a:endParaRPr sz="1100"/>
          </a:p>
        </p:txBody>
      </p:sp>
      <p:sp>
        <p:nvSpPr>
          <p:cNvPr id="884" name="Google Shape;884;p42"/>
          <p:cNvSpPr txBox="1"/>
          <p:nvPr/>
        </p:nvSpPr>
        <p:spPr>
          <a:xfrm>
            <a:off x="1985963" y="3756025"/>
            <a:ext cx="4727575" cy="23955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do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critical section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000000"/>
                </a:solidFill>
                <a:latin typeface="Courier New"/>
                <a:ea typeface="Courier New"/>
                <a:cs typeface="Courier New"/>
                <a:sym typeface="Courier New"/>
              </a:rPr>
              <a:t>  remainder section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 while (TRUE); </a:t>
            </a:r>
            <a:endParaRPr b="0" i="0" sz="1400" u="none" cap="none" strike="noStrike">
              <a:solidFill>
                <a:srgbClr val="000000"/>
              </a:solidFill>
              <a:latin typeface="Arial"/>
              <a:ea typeface="Arial"/>
              <a:cs typeface="Arial"/>
              <a:sym typeface="Arial"/>
            </a:endParaRPr>
          </a:p>
        </p:txBody>
      </p:sp>
      <p:grpSp>
        <p:nvGrpSpPr>
          <p:cNvPr id="885" name="Google Shape;885;p42"/>
          <p:cNvGrpSpPr/>
          <p:nvPr/>
        </p:nvGrpSpPr>
        <p:grpSpPr>
          <a:xfrm>
            <a:off x="2690813" y="4110038"/>
            <a:ext cx="1906587" cy="374650"/>
            <a:chOff x="2690949" y="3196047"/>
            <a:chExt cx="1907176" cy="374468"/>
          </a:xfrm>
        </p:grpSpPr>
        <p:sp>
          <p:nvSpPr>
            <p:cNvPr id="886" name="Google Shape;886;p42"/>
            <p:cNvSpPr/>
            <p:nvPr/>
          </p:nvSpPr>
          <p:spPr>
            <a:xfrm>
              <a:off x="2690949" y="3196047"/>
              <a:ext cx="1837304" cy="374468"/>
            </a:xfrm>
            <a:prstGeom prst="rect">
              <a:avLst/>
            </a:prstGeom>
            <a:noFill/>
            <a:ln cap="flat" cmpd="sng" w="28575">
              <a:solidFill>
                <a:srgbClr val="A5A5A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887" name="Google Shape;887;p42"/>
            <p:cNvSpPr txBox="1"/>
            <p:nvPr/>
          </p:nvSpPr>
          <p:spPr>
            <a:xfrm>
              <a:off x="2716348" y="3196047"/>
              <a:ext cx="188177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a:ea typeface="Courier"/>
                  <a:cs typeface="Courier"/>
                  <a:sym typeface="Courier"/>
                </a:rPr>
                <a:t>acquire lock</a:t>
              </a:r>
              <a:endParaRPr b="0" i="0" sz="1400" u="none" cap="none" strike="noStrike">
                <a:solidFill>
                  <a:srgbClr val="000000"/>
                </a:solidFill>
                <a:latin typeface="Arial"/>
                <a:ea typeface="Arial"/>
                <a:cs typeface="Arial"/>
                <a:sym typeface="Arial"/>
              </a:endParaRPr>
            </a:p>
          </p:txBody>
        </p:sp>
      </p:grpSp>
      <p:grpSp>
        <p:nvGrpSpPr>
          <p:cNvPr id="888" name="Google Shape;888;p42"/>
          <p:cNvGrpSpPr/>
          <p:nvPr/>
        </p:nvGrpSpPr>
        <p:grpSpPr>
          <a:xfrm>
            <a:off x="2716213" y="4919663"/>
            <a:ext cx="1881187" cy="369887"/>
            <a:chOff x="2716348" y="4005943"/>
            <a:chExt cx="1881777" cy="369332"/>
          </a:xfrm>
        </p:grpSpPr>
        <p:sp>
          <p:nvSpPr>
            <p:cNvPr id="889" name="Google Shape;889;p42"/>
            <p:cNvSpPr/>
            <p:nvPr/>
          </p:nvSpPr>
          <p:spPr>
            <a:xfrm>
              <a:off x="2716348" y="4005943"/>
              <a:ext cx="1811905" cy="369332"/>
            </a:xfrm>
            <a:prstGeom prst="rect">
              <a:avLst/>
            </a:prstGeom>
            <a:noFill/>
            <a:ln cap="flat" cmpd="sng" w="28575">
              <a:solidFill>
                <a:srgbClr val="A5A5A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890" name="Google Shape;890;p42"/>
            <p:cNvSpPr txBox="1"/>
            <p:nvPr/>
          </p:nvSpPr>
          <p:spPr>
            <a:xfrm>
              <a:off x="2716348" y="4005943"/>
              <a:ext cx="188177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a:ea typeface="Courier"/>
                  <a:cs typeface="Courier"/>
                  <a:sym typeface="Courier"/>
                </a:rPr>
                <a:t>release lock</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43"/>
          <p:cNvSpPr txBox="1"/>
          <p:nvPr>
            <p:ph type="title"/>
          </p:nvPr>
        </p:nvSpPr>
        <p:spPr>
          <a:xfrm>
            <a:off x="1100138" y="277813"/>
            <a:ext cx="7586662"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	Synchronization Hardware</a:t>
            </a:r>
            <a:endParaRPr/>
          </a:p>
        </p:txBody>
      </p:sp>
      <p:sp>
        <p:nvSpPr>
          <p:cNvPr id="897" name="Google Shape;897;p43"/>
          <p:cNvSpPr txBox="1"/>
          <p:nvPr>
            <p:ph idx="1" type="body"/>
          </p:nvPr>
        </p:nvSpPr>
        <p:spPr>
          <a:xfrm>
            <a:off x="571500" y="1233488"/>
            <a:ext cx="8115300" cy="4422775"/>
          </a:xfrm>
          <a:prstGeom prst="rect">
            <a:avLst/>
          </a:prstGeom>
          <a:noFill/>
          <a:ln>
            <a:noFill/>
          </a:ln>
        </p:spPr>
        <p:txBody>
          <a:bodyPr anchorCtr="0" anchor="t" bIns="45700" lIns="91425" spcFirstLastPara="1" rIns="91425" wrap="square" tIns="45700">
            <a:noAutofit/>
          </a:bodyPr>
          <a:lstStyle/>
          <a:p>
            <a:pPr indent="-217170" lvl="0" marL="342900" rtl="0" algn="just">
              <a:lnSpc>
                <a:spcPct val="90000"/>
              </a:lnSpc>
              <a:spcBef>
                <a:spcPts val="0"/>
              </a:spcBef>
              <a:spcAft>
                <a:spcPts val="0"/>
              </a:spcAft>
              <a:buSzPts val="1980"/>
              <a:buNone/>
            </a:pPr>
            <a:r>
              <a:t/>
            </a:r>
            <a:endParaRPr/>
          </a:p>
          <a:p>
            <a:pPr indent="-342900" lvl="0" marL="342900" rtl="0" algn="just">
              <a:lnSpc>
                <a:spcPct val="90000"/>
              </a:lnSpc>
              <a:spcBef>
                <a:spcPts val="770"/>
              </a:spcBef>
              <a:spcAft>
                <a:spcPts val="0"/>
              </a:spcAft>
              <a:buSzPts val="1980"/>
              <a:buChar char="●"/>
            </a:pPr>
            <a:r>
              <a:rPr lang="en-US"/>
              <a:t>Modern machines provide special atomic hardware instructions to implement locks</a:t>
            </a:r>
            <a:endParaRPr/>
          </a:p>
          <a:p>
            <a:pPr indent="-285750" lvl="1" marL="742950" rtl="0" algn="just">
              <a:lnSpc>
                <a:spcPct val="90000"/>
              </a:lnSpc>
              <a:spcBef>
                <a:spcPts val="770"/>
              </a:spcBef>
              <a:spcAft>
                <a:spcPts val="0"/>
              </a:spcAft>
              <a:buSzPts val="1760"/>
              <a:buChar char="●"/>
            </a:pPr>
            <a:r>
              <a:rPr b="1" lang="en-US">
                <a:solidFill>
                  <a:srgbClr val="3366FF"/>
                </a:solidFill>
              </a:rPr>
              <a:t>Atomic</a:t>
            </a:r>
            <a:r>
              <a:rPr lang="en-US"/>
              <a:t> = non-interruptible</a:t>
            </a:r>
            <a:endParaRPr/>
          </a:p>
          <a:p>
            <a:pPr indent="-173990" lvl="1" marL="742950" rtl="0" algn="just">
              <a:lnSpc>
                <a:spcPct val="90000"/>
              </a:lnSpc>
              <a:spcBef>
                <a:spcPts val="770"/>
              </a:spcBef>
              <a:spcAft>
                <a:spcPts val="0"/>
              </a:spcAft>
              <a:buSzPts val="1760"/>
              <a:buNone/>
            </a:pPr>
            <a:r>
              <a:t/>
            </a:r>
            <a:endParaRPr/>
          </a:p>
          <a:p>
            <a:pPr indent="-342900" lvl="0" marL="342900" rtl="0" algn="just">
              <a:lnSpc>
                <a:spcPct val="90000"/>
              </a:lnSpc>
              <a:spcBef>
                <a:spcPts val="770"/>
              </a:spcBef>
              <a:spcAft>
                <a:spcPts val="0"/>
              </a:spcAft>
              <a:buSzPts val="1980"/>
              <a:buChar char="●"/>
            </a:pPr>
            <a:r>
              <a:rPr lang="en-US"/>
              <a:t>Two types instructions:</a:t>
            </a:r>
            <a:endParaRPr/>
          </a:p>
          <a:p>
            <a:pPr indent="-285750" lvl="1" marL="742950" rtl="0" algn="just">
              <a:lnSpc>
                <a:spcPct val="90000"/>
              </a:lnSpc>
              <a:spcBef>
                <a:spcPts val="770"/>
              </a:spcBef>
              <a:spcAft>
                <a:spcPts val="0"/>
              </a:spcAft>
              <a:buSzPts val="1760"/>
              <a:buChar char="●"/>
            </a:pPr>
            <a:r>
              <a:rPr lang="en-US"/>
              <a:t>Test memory word and set value</a:t>
            </a:r>
            <a:endParaRPr/>
          </a:p>
          <a:p>
            <a:pPr indent="-285750" lvl="1" marL="742950" rtl="0" algn="just">
              <a:lnSpc>
                <a:spcPct val="90000"/>
              </a:lnSpc>
              <a:spcBef>
                <a:spcPts val="770"/>
              </a:spcBef>
              <a:spcAft>
                <a:spcPts val="0"/>
              </a:spcAft>
              <a:buSzPts val="1760"/>
              <a:buChar char="●"/>
            </a:pPr>
            <a:r>
              <a:rPr lang="en-US"/>
              <a:t>Swap contents of two memory words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44"/>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903" name="Google Shape;903;p44"/>
          <p:cNvSpPr txBox="1"/>
          <p:nvPr>
            <p:ph type="title"/>
          </p:nvPr>
        </p:nvSpPr>
        <p:spPr>
          <a:xfrm>
            <a:off x="533400" y="6858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Test-and-Set Instruction </a:t>
            </a:r>
            <a:endParaRPr/>
          </a:p>
        </p:txBody>
      </p:sp>
      <p:sp>
        <p:nvSpPr>
          <p:cNvPr id="904" name="Google Shape;904;p44"/>
          <p:cNvSpPr txBox="1"/>
          <p:nvPr>
            <p:ph idx="1" type="body"/>
          </p:nvPr>
        </p:nvSpPr>
        <p:spPr>
          <a:xfrm>
            <a:off x="533400" y="1752600"/>
            <a:ext cx="8077200" cy="48006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222222"/>
              </a:buClr>
              <a:buSzPts val="2200"/>
              <a:buFont typeface="Arial"/>
              <a:buChar char="•"/>
            </a:pPr>
            <a:r>
              <a:rPr b="1" lang="en-US" sz="2200"/>
              <a:t>Test-and-Set</a:t>
            </a:r>
            <a:r>
              <a:rPr lang="en-US" sz="2200"/>
              <a:t> is a single indivisible machine instruction known simply as </a:t>
            </a:r>
            <a:r>
              <a:rPr b="1" lang="en-US" sz="2200"/>
              <a:t>TS</a:t>
            </a:r>
            <a:r>
              <a:rPr lang="en-US" sz="2200"/>
              <a:t> and was introduced by IBM for its multiprocessing System 360/370 computers.</a:t>
            </a:r>
            <a:endParaRPr sz="2200"/>
          </a:p>
          <a:p>
            <a:pPr indent="0" lvl="0" marL="0" rtl="0" algn="just">
              <a:lnSpc>
                <a:spcPct val="100000"/>
              </a:lnSpc>
              <a:spcBef>
                <a:spcPts val="440"/>
              </a:spcBef>
              <a:spcAft>
                <a:spcPts val="0"/>
              </a:spcAft>
              <a:buClr>
                <a:srgbClr val="222222"/>
              </a:buClr>
              <a:buSzPts val="2200"/>
              <a:buFont typeface="Arial"/>
              <a:buNone/>
            </a:pPr>
            <a:r>
              <a:t/>
            </a:r>
            <a:endParaRPr sz="2200"/>
          </a:p>
          <a:p>
            <a:pPr indent="-342900" lvl="0" marL="342900" rtl="0" algn="just">
              <a:lnSpc>
                <a:spcPct val="100000"/>
              </a:lnSpc>
              <a:spcBef>
                <a:spcPts val="440"/>
              </a:spcBef>
              <a:spcAft>
                <a:spcPts val="0"/>
              </a:spcAft>
              <a:buClr>
                <a:srgbClr val="222222"/>
              </a:buClr>
              <a:buSzPts val="2200"/>
              <a:buFont typeface="Arial"/>
              <a:buChar char="•"/>
            </a:pPr>
            <a:r>
              <a:rPr lang="en-US" sz="2200"/>
              <a:t>In a single machine cycle, it </a:t>
            </a:r>
            <a:r>
              <a:rPr lang="en-US" sz="2200">
                <a:solidFill>
                  <a:srgbClr val="0070C0"/>
                </a:solidFill>
              </a:rPr>
              <a:t>tests</a:t>
            </a:r>
            <a:r>
              <a:rPr lang="en-US" sz="2200"/>
              <a:t> to see if the key is available and if it is, </a:t>
            </a:r>
            <a:r>
              <a:rPr lang="en-US" sz="2200">
                <a:solidFill>
                  <a:srgbClr val="0070C0"/>
                </a:solidFill>
              </a:rPr>
              <a:t>sets</a:t>
            </a:r>
            <a:r>
              <a:rPr lang="en-US" sz="2200"/>
              <a:t> it to unavailable.</a:t>
            </a:r>
            <a:endParaRPr/>
          </a:p>
          <a:p>
            <a:pPr indent="-203200" lvl="0" marL="342900" rtl="0" algn="just">
              <a:lnSpc>
                <a:spcPct val="100000"/>
              </a:lnSpc>
              <a:spcBef>
                <a:spcPts val="440"/>
              </a:spcBef>
              <a:spcAft>
                <a:spcPts val="0"/>
              </a:spcAft>
              <a:buClr>
                <a:srgbClr val="222222"/>
              </a:buClr>
              <a:buSzPts val="2200"/>
              <a:buFont typeface="Arial"/>
              <a:buNone/>
            </a:pPr>
            <a:r>
              <a:t/>
            </a:r>
            <a:endParaRPr sz="2200"/>
          </a:p>
          <a:p>
            <a:pPr indent="-342900" lvl="0" marL="342900" rtl="0" algn="just">
              <a:lnSpc>
                <a:spcPct val="100000"/>
              </a:lnSpc>
              <a:spcBef>
                <a:spcPts val="440"/>
              </a:spcBef>
              <a:spcAft>
                <a:spcPts val="0"/>
              </a:spcAft>
              <a:buClr>
                <a:srgbClr val="222222"/>
              </a:buClr>
              <a:buSzPts val="2200"/>
              <a:buFont typeface="Arial"/>
              <a:buChar char="•"/>
            </a:pPr>
            <a:r>
              <a:rPr lang="en-US" sz="2200"/>
              <a:t>The key is a single bit in a storage location that can contain </a:t>
            </a:r>
            <a:endParaRPr/>
          </a:p>
          <a:p>
            <a:pPr indent="-228600" lvl="2" marL="1143000" rtl="0" algn="just">
              <a:lnSpc>
                <a:spcPct val="100000"/>
              </a:lnSpc>
              <a:spcBef>
                <a:spcPts val="440"/>
              </a:spcBef>
              <a:spcAft>
                <a:spcPts val="0"/>
              </a:spcAft>
              <a:buClr>
                <a:srgbClr val="222222"/>
              </a:buClr>
              <a:buSzPts val="2200"/>
              <a:buFont typeface="Courier New"/>
              <a:buChar char="•"/>
            </a:pPr>
            <a:r>
              <a:rPr lang="en-US">
                <a:latin typeface="Courier New"/>
                <a:ea typeface="Courier New"/>
                <a:cs typeface="Courier New"/>
                <a:sym typeface="Courier New"/>
              </a:rPr>
              <a:t>0</a:t>
            </a:r>
            <a:r>
              <a:rPr lang="en-US"/>
              <a:t> (if it is free) or </a:t>
            </a:r>
            <a:endParaRPr/>
          </a:p>
          <a:p>
            <a:pPr indent="-228600" lvl="2" marL="1143000" rtl="0" algn="just">
              <a:lnSpc>
                <a:spcPct val="100000"/>
              </a:lnSpc>
              <a:spcBef>
                <a:spcPts val="440"/>
              </a:spcBef>
              <a:spcAft>
                <a:spcPts val="0"/>
              </a:spcAft>
              <a:buClr>
                <a:srgbClr val="222222"/>
              </a:buClr>
              <a:buSzPts val="2200"/>
              <a:buFont typeface="Courier New"/>
              <a:buChar char="•"/>
            </a:pPr>
            <a:r>
              <a:rPr lang="en-US">
                <a:latin typeface="Courier New"/>
                <a:ea typeface="Courier New"/>
                <a:cs typeface="Courier New"/>
                <a:sym typeface="Courier New"/>
              </a:rPr>
              <a:t>1</a:t>
            </a:r>
            <a:r>
              <a:rPr lang="en-US"/>
              <a:t> (if busy). </a:t>
            </a:r>
            <a:endParaRPr/>
          </a:p>
          <a:p>
            <a:pPr indent="-203200" lvl="0" marL="342900" rtl="0" algn="just">
              <a:lnSpc>
                <a:spcPct val="100000"/>
              </a:lnSpc>
              <a:spcBef>
                <a:spcPts val="440"/>
              </a:spcBef>
              <a:spcAft>
                <a:spcPts val="0"/>
              </a:spcAft>
              <a:buClr>
                <a:srgbClr val="222222"/>
              </a:buClr>
              <a:buSzPts val="2200"/>
              <a:buFont typeface="Arial"/>
              <a:buNone/>
            </a:pPr>
            <a:r>
              <a:t/>
            </a:r>
            <a:endParaRPr sz="22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45"/>
          <p:cNvSpPr txBox="1"/>
          <p:nvPr>
            <p:ph type="title"/>
          </p:nvPr>
        </p:nvSpPr>
        <p:spPr>
          <a:xfrm>
            <a:off x="1287463" y="161925"/>
            <a:ext cx="7399337" cy="576263"/>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test_and_set  Instruction </a:t>
            </a:r>
            <a:endParaRPr/>
          </a:p>
        </p:txBody>
      </p:sp>
      <p:sp>
        <p:nvSpPr>
          <p:cNvPr id="911" name="Google Shape;911;p45"/>
          <p:cNvSpPr txBox="1"/>
          <p:nvPr>
            <p:ph idx="1" type="body"/>
          </p:nvPr>
        </p:nvSpPr>
        <p:spPr>
          <a:xfrm>
            <a:off x="1051560" y="1098550"/>
            <a:ext cx="7498080" cy="4973638"/>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1980"/>
              <a:buChar char="●"/>
            </a:pPr>
            <a:r>
              <a:rPr lang="en-US"/>
              <a:t>Definition:</a:t>
            </a:r>
            <a:endParaRPr b="1">
              <a:solidFill>
                <a:srgbClr val="000000"/>
              </a:solidFill>
              <a:latin typeface="Courier New"/>
              <a:ea typeface="Courier New"/>
              <a:cs typeface="Courier New"/>
              <a:sym typeface="Courier New"/>
            </a:endParaRPr>
          </a:p>
          <a:p>
            <a:pPr indent="-342900" lvl="0" marL="342900" rtl="0" algn="just">
              <a:lnSpc>
                <a:spcPct val="90000"/>
              </a:lnSpc>
              <a:spcBef>
                <a:spcPts val="630"/>
              </a:spcBef>
              <a:spcAft>
                <a:spcPts val="0"/>
              </a:spcAft>
              <a:buSzPts val="1620"/>
              <a:buFont typeface="Arial"/>
              <a:buNone/>
            </a:pPr>
            <a:r>
              <a:rPr b="1" lang="en-US" sz="1800">
                <a:solidFill>
                  <a:srgbClr val="000000"/>
                </a:solidFill>
                <a:latin typeface="Courier New"/>
                <a:ea typeface="Courier New"/>
                <a:cs typeface="Courier New"/>
                <a:sym typeface="Courier New"/>
              </a:rPr>
              <a:t>       boolean test_and_set (boolean *target)</a:t>
            </a:r>
            <a:endParaRPr/>
          </a:p>
          <a:p>
            <a:pPr indent="-342900" lvl="0" marL="342900" rtl="0" algn="just">
              <a:lnSpc>
                <a:spcPct val="90000"/>
              </a:lnSpc>
              <a:spcBef>
                <a:spcPts val="630"/>
              </a:spcBef>
              <a:spcAft>
                <a:spcPts val="0"/>
              </a:spcAft>
              <a:buSzPts val="1620"/>
              <a:buFont typeface="Arial"/>
              <a:buNone/>
            </a:pPr>
            <a:r>
              <a:rPr b="1" lang="en-US" sz="1800">
                <a:solidFill>
                  <a:srgbClr val="000000"/>
                </a:solidFill>
                <a:latin typeface="Courier New"/>
                <a:ea typeface="Courier New"/>
                <a:cs typeface="Courier New"/>
                <a:sym typeface="Courier New"/>
              </a:rPr>
              <a:t>          {</a:t>
            </a:r>
            <a:endParaRPr/>
          </a:p>
          <a:p>
            <a:pPr indent="-342900" lvl="0" marL="342900" rtl="0" algn="just">
              <a:lnSpc>
                <a:spcPct val="90000"/>
              </a:lnSpc>
              <a:spcBef>
                <a:spcPts val="630"/>
              </a:spcBef>
              <a:spcAft>
                <a:spcPts val="0"/>
              </a:spcAft>
              <a:buSzPts val="1620"/>
              <a:buFont typeface="Arial"/>
              <a:buNone/>
            </a:pPr>
            <a:r>
              <a:rPr b="1" lang="en-US" sz="1800">
                <a:solidFill>
                  <a:srgbClr val="000000"/>
                </a:solidFill>
                <a:latin typeface="Courier New"/>
                <a:ea typeface="Courier New"/>
                <a:cs typeface="Courier New"/>
                <a:sym typeface="Courier New"/>
              </a:rPr>
              <a:t>               boolean rv = *target;</a:t>
            </a:r>
            <a:endParaRPr/>
          </a:p>
          <a:p>
            <a:pPr indent="-342900" lvl="0" marL="342900" rtl="0" algn="just">
              <a:lnSpc>
                <a:spcPct val="90000"/>
              </a:lnSpc>
              <a:spcBef>
                <a:spcPts val="630"/>
              </a:spcBef>
              <a:spcAft>
                <a:spcPts val="0"/>
              </a:spcAft>
              <a:buSzPts val="1620"/>
              <a:buFont typeface="Arial"/>
              <a:buNone/>
            </a:pPr>
            <a:r>
              <a:rPr b="1" lang="en-US" sz="1800">
                <a:solidFill>
                  <a:srgbClr val="000000"/>
                </a:solidFill>
                <a:latin typeface="Courier New"/>
                <a:ea typeface="Courier New"/>
                <a:cs typeface="Courier New"/>
                <a:sym typeface="Courier New"/>
              </a:rPr>
              <a:t>               *target = TRUE;</a:t>
            </a:r>
            <a:endParaRPr/>
          </a:p>
          <a:p>
            <a:pPr indent="-342900" lvl="0" marL="342900" rtl="0" algn="just">
              <a:lnSpc>
                <a:spcPct val="90000"/>
              </a:lnSpc>
              <a:spcBef>
                <a:spcPts val="630"/>
              </a:spcBef>
              <a:spcAft>
                <a:spcPts val="0"/>
              </a:spcAft>
              <a:buSzPts val="1620"/>
              <a:buFont typeface="Arial"/>
              <a:buNone/>
            </a:pPr>
            <a:r>
              <a:rPr b="1" lang="en-US" sz="1800">
                <a:solidFill>
                  <a:srgbClr val="000000"/>
                </a:solidFill>
                <a:latin typeface="Courier New"/>
                <a:ea typeface="Courier New"/>
                <a:cs typeface="Courier New"/>
                <a:sym typeface="Courier New"/>
              </a:rPr>
              <a:t>               return rv:</a:t>
            </a:r>
            <a:endParaRPr/>
          </a:p>
          <a:p>
            <a:pPr indent="-342900" lvl="0" marL="342900" rtl="0" algn="just">
              <a:lnSpc>
                <a:spcPct val="90000"/>
              </a:lnSpc>
              <a:spcBef>
                <a:spcPts val="770"/>
              </a:spcBef>
              <a:spcAft>
                <a:spcPts val="0"/>
              </a:spcAft>
              <a:buSzPts val="1980"/>
              <a:buFont typeface="Arial"/>
              <a:buNone/>
            </a:pPr>
            <a:r>
              <a:rPr b="1" lang="en-US">
                <a:solidFill>
                  <a:srgbClr val="000000"/>
                </a:solidFill>
                <a:latin typeface="Courier New"/>
                <a:ea typeface="Courier New"/>
                <a:cs typeface="Courier New"/>
                <a:sym typeface="Courier New"/>
              </a:rPr>
              <a:t>          </a:t>
            </a:r>
            <a:r>
              <a:rPr b="1" lang="en-US" sz="1800">
                <a:solidFill>
                  <a:srgbClr val="000000"/>
                </a:solidFill>
                <a:latin typeface="Courier New"/>
                <a:ea typeface="Courier New"/>
                <a:cs typeface="Courier New"/>
                <a:sym typeface="Courier New"/>
              </a:rPr>
              <a:t>}</a:t>
            </a:r>
            <a:endParaRPr/>
          </a:p>
          <a:p>
            <a:pPr indent="-342900" lvl="0" marL="342900" rtl="0" algn="ctr">
              <a:lnSpc>
                <a:spcPct val="90000"/>
              </a:lnSpc>
              <a:spcBef>
                <a:spcPts val="630"/>
              </a:spcBef>
              <a:spcAft>
                <a:spcPts val="0"/>
              </a:spcAft>
              <a:buSzPts val="1620"/>
              <a:buFont typeface="Arial"/>
              <a:buNone/>
            </a:pPr>
            <a:r>
              <a:rPr b="1" lang="en-US" sz="1800">
                <a:solidFill>
                  <a:srgbClr val="000000"/>
                </a:solidFill>
                <a:latin typeface="Courier New"/>
                <a:ea typeface="Courier New"/>
                <a:cs typeface="Courier New"/>
                <a:sym typeface="Courier New"/>
              </a:rPr>
              <a:t>Figure 6.3 The definition of the </a:t>
            </a:r>
            <a:r>
              <a:rPr b="1" i="1" lang="en-US" sz="1800">
                <a:solidFill>
                  <a:srgbClr val="000000"/>
                </a:solidFill>
                <a:latin typeface="Courier New"/>
                <a:ea typeface="Courier New"/>
                <a:cs typeface="Courier New"/>
                <a:sym typeface="Courier New"/>
              </a:rPr>
              <a:t>test_and_set() </a:t>
            </a:r>
            <a:r>
              <a:rPr b="1" lang="en-US" sz="1800">
                <a:solidFill>
                  <a:srgbClr val="000000"/>
                </a:solidFill>
                <a:latin typeface="Courier New"/>
                <a:ea typeface="Courier New"/>
                <a:cs typeface="Courier New"/>
                <a:sym typeface="Courier New"/>
              </a:rPr>
              <a:t>instruction</a:t>
            </a:r>
            <a:endParaRPr/>
          </a:p>
          <a:p>
            <a:pPr indent="-342900" lvl="0" marL="342900" rtl="0" algn="just">
              <a:lnSpc>
                <a:spcPct val="90000"/>
              </a:lnSpc>
              <a:spcBef>
                <a:spcPts val="700"/>
              </a:spcBef>
              <a:spcAft>
                <a:spcPts val="0"/>
              </a:spcAft>
              <a:buSzPts val="1800"/>
              <a:buChar char="●"/>
            </a:pPr>
            <a:r>
              <a:rPr b="1" lang="en-US" sz="2000">
                <a:solidFill>
                  <a:srgbClr val="000000"/>
                </a:solidFill>
                <a:latin typeface="Courier New"/>
                <a:ea typeface="Courier New"/>
                <a:cs typeface="Courier New"/>
                <a:sym typeface="Courier New"/>
              </a:rPr>
              <a:t> Properties:</a:t>
            </a:r>
            <a:endParaRPr/>
          </a:p>
          <a:p>
            <a:pPr indent="-285750" lvl="1" marL="742950" rtl="0" algn="just">
              <a:lnSpc>
                <a:spcPct val="90000"/>
              </a:lnSpc>
              <a:spcBef>
                <a:spcPts val="770"/>
              </a:spcBef>
              <a:spcAft>
                <a:spcPts val="0"/>
              </a:spcAft>
              <a:buSzPts val="1760"/>
              <a:buChar char="●"/>
            </a:pPr>
            <a:r>
              <a:rPr lang="en-US"/>
              <a:t>Executed atomically</a:t>
            </a:r>
            <a:endParaRPr/>
          </a:p>
          <a:p>
            <a:pPr indent="-285750" lvl="1" marL="742950" rtl="0" algn="just">
              <a:lnSpc>
                <a:spcPct val="90000"/>
              </a:lnSpc>
              <a:spcBef>
                <a:spcPts val="770"/>
              </a:spcBef>
              <a:spcAft>
                <a:spcPts val="0"/>
              </a:spcAft>
              <a:buSzPts val="1760"/>
              <a:buChar char="●"/>
            </a:pPr>
            <a:r>
              <a:rPr lang="en-US"/>
              <a:t>Returns the original value of passed parameter</a:t>
            </a:r>
            <a:endParaRPr/>
          </a:p>
          <a:p>
            <a:pPr indent="-285750" lvl="1" marL="742950" rtl="0" algn="just">
              <a:lnSpc>
                <a:spcPct val="90000"/>
              </a:lnSpc>
              <a:spcBef>
                <a:spcPts val="770"/>
              </a:spcBef>
              <a:spcAft>
                <a:spcPts val="0"/>
              </a:spcAft>
              <a:buSzPts val="1760"/>
              <a:buChar char="●"/>
            </a:pPr>
            <a:r>
              <a:rPr lang="en-US"/>
              <a:t>Set the new value of passed parameter to “TRUE”.</a:t>
            </a:r>
            <a:endParaRPr/>
          </a:p>
          <a:p>
            <a:pPr indent="-217170" lvl="0" marL="342900" rtl="0" algn="just">
              <a:lnSpc>
                <a:spcPct val="90000"/>
              </a:lnSpc>
              <a:spcBef>
                <a:spcPts val="770"/>
              </a:spcBef>
              <a:spcAft>
                <a:spcPts val="0"/>
              </a:spcAft>
              <a:buSzPts val="1980"/>
              <a:buFont typeface="Arial"/>
              <a:buNone/>
            </a:pPr>
            <a:r>
              <a:t/>
            </a:r>
            <a:endParaRPr>
              <a:solidFill>
                <a:srgbClr val="0000FF"/>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46"/>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917" name="Google Shape;917;p46"/>
          <p:cNvSpPr txBox="1"/>
          <p:nvPr>
            <p:ph type="title"/>
          </p:nvPr>
        </p:nvSpPr>
        <p:spPr>
          <a:xfrm>
            <a:off x="533400" y="6858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Test-and-Set for CS Application</a:t>
            </a:r>
            <a:endParaRPr/>
          </a:p>
        </p:txBody>
      </p:sp>
      <p:sp>
        <p:nvSpPr>
          <p:cNvPr id="918" name="Google Shape;918;p46"/>
          <p:cNvSpPr txBox="1"/>
          <p:nvPr>
            <p:ph idx="1" type="body"/>
          </p:nvPr>
        </p:nvSpPr>
        <p:spPr>
          <a:xfrm>
            <a:off x="411480" y="1725930"/>
            <a:ext cx="8580120" cy="4446270"/>
          </a:xfrm>
          <a:prstGeom prst="rect">
            <a:avLst/>
          </a:prstGeom>
          <a:noFill/>
          <a:ln>
            <a:noFill/>
          </a:ln>
        </p:spPr>
        <p:txBody>
          <a:bodyPr anchorCtr="0" anchor="t" bIns="45700" lIns="91425" spcFirstLastPara="1" rIns="91425" wrap="square" tIns="45700">
            <a:noAutofit/>
          </a:bodyPr>
          <a:lstStyle/>
          <a:p>
            <a:pPr indent="-342900" lvl="0" marL="342900" rtl="0" algn="just">
              <a:lnSpc>
                <a:spcPct val="110000"/>
              </a:lnSpc>
              <a:spcBef>
                <a:spcPts val="0"/>
              </a:spcBef>
              <a:spcAft>
                <a:spcPts val="0"/>
              </a:spcAft>
              <a:buClr>
                <a:srgbClr val="222222"/>
              </a:buClr>
              <a:buSzPts val="2200"/>
              <a:buFont typeface="Arial"/>
              <a:buChar char="•"/>
            </a:pPr>
            <a:r>
              <a:rPr lang="en-US" sz="2200"/>
              <a:t>a process (</a:t>
            </a:r>
            <a:r>
              <a:rPr lang="en-US" sz="2200">
                <a:latin typeface="Courier New"/>
                <a:ea typeface="Courier New"/>
                <a:cs typeface="Courier New"/>
                <a:sym typeface="Courier New"/>
              </a:rPr>
              <a:t>P</a:t>
            </a:r>
            <a:r>
              <a:rPr baseline="-25000" lang="en-US" sz="2200">
                <a:latin typeface="Courier New"/>
                <a:ea typeface="Courier New"/>
                <a:cs typeface="Courier New"/>
                <a:sym typeface="Courier New"/>
              </a:rPr>
              <a:t>1</a:t>
            </a:r>
            <a:r>
              <a:rPr lang="en-US" sz="2200"/>
              <a:t>) would test the condition code using </a:t>
            </a:r>
            <a:r>
              <a:rPr b="1" lang="en-US" sz="2200"/>
              <a:t>Test-and-Set</a:t>
            </a:r>
            <a:r>
              <a:rPr lang="en-US" sz="2200"/>
              <a:t> instruction before entering a CS. </a:t>
            </a:r>
            <a:endParaRPr/>
          </a:p>
          <a:p>
            <a:pPr indent="-292100" lvl="0" marL="342900" rtl="0" algn="just">
              <a:lnSpc>
                <a:spcPct val="110000"/>
              </a:lnSpc>
              <a:spcBef>
                <a:spcPts val="160"/>
              </a:spcBef>
              <a:spcAft>
                <a:spcPts val="0"/>
              </a:spcAft>
              <a:buClr>
                <a:srgbClr val="222222"/>
              </a:buClr>
              <a:buSzPts val="800"/>
              <a:buFont typeface="Arial"/>
              <a:buNone/>
            </a:pPr>
            <a:r>
              <a:t/>
            </a:r>
            <a:endParaRPr sz="800"/>
          </a:p>
          <a:p>
            <a:pPr indent="-342900" lvl="0" marL="342900" rtl="0" algn="just">
              <a:lnSpc>
                <a:spcPct val="110000"/>
              </a:lnSpc>
              <a:spcBef>
                <a:spcPts val="440"/>
              </a:spcBef>
              <a:spcAft>
                <a:spcPts val="0"/>
              </a:spcAft>
              <a:buClr>
                <a:srgbClr val="222222"/>
              </a:buClr>
              <a:buSzPts val="2200"/>
              <a:buFont typeface="Arial"/>
              <a:buChar char="•"/>
            </a:pPr>
            <a:r>
              <a:rPr lang="en-US" sz="2200"/>
              <a:t>If no other process was in the CS, then </a:t>
            </a:r>
            <a:r>
              <a:rPr lang="en-US" sz="2200">
                <a:latin typeface="Courier New"/>
                <a:ea typeface="Courier New"/>
                <a:cs typeface="Courier New"/>
                <a:sym typeface="Courier New"/>
              </a:rPr>
              <a:t>P</a:t>
            </a:r>
            <a:r>
              <a:rPr baseline="-25000" lang="en-US" sz="2200">
                <a:latin typeface="Courier New"/>
                <a:ea typeface="Courier New"/>
                <a:cs typeface="Courier New"/>
                <a:sym typeface="Courier New"/>
              </a:rPr>
              <a:t>1</a:t>
            </a:r>
            <a:r>
              <a:rPr lang="en-US" sz="2200"/>
              <a:t> would be allowed to proceed and the condition code is would be changed from </a:t>
            </a:r>
            <a:r>
              <a:rPr lang="en-US" sz="2200">
                <a:latin typeface="Courier New"/>
                <a:ea typeface="Courier New"/>
                <a:cs typeface="Courier New"/>
                <a:sym typeface="Courier New"/>
              </a:rPr>
              <a:t>0</a:t>
            </a:r>
            <a:r>
              <a:rPr lang="en-US" sz="2200"/>
              <a:t> to </a:t>
            </a:r>
            <a:r>
              <a:rPr lang="en-US" sz="2200">
                <a:latin typeface="Courier New"/>
                <a:ea typeface="Courier New"/>
                <a:cs typeface="Courier New"/>
                <a:sym typeface="Courier New"/>
              </a:rPr>
              <a:t>1</a:t>
            </a:r>
            <a:r>
              <a:rPr lang="en-US" sz="2200"/>
              <a:t>.</a:t>
            </a:r>
            <a:endParaRPr sz="2200"/>
          </a:p>
          <a:p>
            <a:pPr indent="-292100" lvl="0" marL="342900" rtl="0" algn="just">
              <a:lnSpc>
                <a:spcPct val="110000"/>
              </a:lnSpc>
              <a:spcBef>
                <a:spcPts val="160"/>
              </a:spcBef>
              <a:spcAft>
                <a:spcPts val="0"/>
              </a:spcAft>
              <a:buClr>
                <a:srgbClr val="222222"/>
              </a:buClr>
              <a:buSzPts val="800"/>
              <a:buFont typeface="Arial"/>
              <a:buNone/>
            </a:pPr>
            <a:r>
              <a:t/>
            </a:r>
            <a:endParaRPr sz="800"/>
          </a:p>
          <a:p>
            <a:pPr indent="-342900" lvl="0" marL="342900" rtl="0" algn="just">
              <a:lnSpc>
                <a:spcPct val="110000"/>
              </a:lnSpc>
              <a:spcBef>
                <a:spcPts val="440"/>
              </a:spcBef>
              <a:spcAft>
                <a:spcPts val="0"/>
              </a:spcAft>
              <a:buClr>
                <a:srgbClr val="222222"/>
              </a:buClr>
              <a:buSzPts val="2200"/>
              <a:buFont typeface="Arial"/>
              <a:buChar char="•"/>
            </a:pPr>
            <a:r>
              <a:rPr lang="en-US" sz="2200"/>
              <a:t>Later, when </a:t>
            </a:r>
            <a:r>
              <a:rPr lang="en-US" sz="2200">
                <a:latin typeface="Courier New"/>
                <a:ea typeface="Courier New"/>
                <a:cs typeface="Courier New"/>
                <a:sym typeface="Courier New"/>
              </a:rPr>
              <a:t>P</a:t>
            </a:r>
            <a:r>
              <a:rPr baseline="-25000" lang="en-US" sz="2200">
                <a:latin typeface="Courier New"/>
                <a:ea typeface="Courier New"/>
                <a:cs typeface="Courier New"/>
                <a:sym typeface="Courier New"/>
              </a:rPr>
              <a:t>1</a:t>
            </a:r>
            <a:r>
              <a:rPr lang="en-US" sz="2200"/>
              <a:t> exits the CS, the condition code is reset to </a:t>
            </a:r>
            <a:r>
              <a:rPr lang="en-US" sz="2200">
                <a:latin typeface="Courier New"/>
                <a:ea typeface="Courier New"/>
                <a:cs typeface="Courier New"/>
                <a:sym typeface="Courier New"/>
              </a:rPr>
              <a:t>0</a:t>
            </a:r>
            <a:r>
              <a:rPr lang="en-US" sz="2200"/>
              <a:t> so that another process can enter its CS.</a:t>
            </a:r>
            <a:endParaRPr/>
          </a:p>
          <a:p>
            <a:pPr indent="-292100" lvl="0" marL="342900" rtl="0" algn="just">
              <a:lnSpc>
                <a:spcPct val="110000"/>
              </a:lnSpc>
              <a:spcBef>
                <a:spcPts val="160"/>
              </a:spcBef>
              <a:spcAft>
                <a:spcPts val="0"/>
              </a:spcAft>
              <a:buClr>
                <a:srgbClr val="222222"/>
              </a:buClr>
              <a:buSzPts val="800"/>
              <a:buFont typeface="Arial"/>
              <a:buNone/>
            </a:pPr>
            <a:r>
              <a:t/>
            </a:r>
            <a:endParaRPr sz="800"/>
          </a:p>
          <a:p>
            <a:pPr indent="-342900" lvl="0" marL="342900" rtl="0" algn="just">
              <a:lnSpc>
                <a:spcPct val="110000"/>
              </a:lnSpc>
              <a:spcBef>
                <a:spcPts val="440"/>
              </a:spcBef>
              <a:spcAft>
                <a:spcPts val="0"/>
              </a:spcAft>
              <a:buClr>
                <a:srgbClr val="222222"/>
              </a:buClr>
              <a:buSzPts val="2200"/>
              <a:buFont typeface="Arial"/>
              <a:buChar char="•"/>
            </a:pPr>
            <a:r>
              <a:rPr lang="en-US" sz="2200"/>
              <a:t>On the other hand, if </a:t>
            </a:r>
            <a:r>
              <a:rPr lang="en-US" sz="2200">
                <a:latin typeface="Courier New"/>
                <a:ea typeface="Courier New"/>
                <a:cs typeface="Courier New"/>
                <a:sym typeface="Courier New"/>
              </a:rPr>
              <a:t>P</a:t>
            </a:r>
            <a:r>
              <a:rPr baseline="-25000" lang="en-US" sz="2200">
                <a:latin typeface="Courier New"/>
                <a:ea typeface="Courier New"/>
                <a:cs typeface="Courier New"/>
                <a:sym typeface="Courier New"/>
              </a:rPr>
              <a:t>1</a:t>
            </a:r>
            <a:r>
              <a:rPr lang="en-US" sz="2200"/>
              <a:t> finds a busy condition code, then it is placed in a waiting loop where it continues to </a:t>
            </a:r>
            <a:r>
              <a:rPr b="1" lang="en-US" sz="2200"/>
              <a:t>test</a:t>
            </a:r>
            <a:r>
              <a:rPr lang="en-US" sz="2200"/>
              <a:t> the condition code and wait until it is free.</a:t>
            </a:r>
            <a:endParaRPr/>
          </a:p>
          <a:p>
            <a:pPr indent="-203200" lvl="0" marL="342900" rtl="0" algn="l">
              <a:lnSpc>
                <a:spcPct val="110000"/>
              </a:lnSpc>
              <a:spcBef>
                <a:spcPts val="440"/>
              </a:spcBef>
              <a:spcAft>
                <a:spcPts val="0"/>
              </a:spcAft>
              <a:buClr>
                <a:srgbClr val="222222"/>
              </a:buClr>
              <a:buSzPts val="2200"/>
              <a:buFont typeface="Arial"/>
              <a:buNone/>
            </a:pPr>
            <a:r>
              <a:t/>
            </a:r>
            <a:endParaRPr sz="2200"/>
          </a:p>
          <a:p>
            <a:pPr indent="-203200" lvl="0" marL="342900" rtl="0" algn="l">
              <a:lnSpc>
                <a:spcPct val="110000"/>
              </a:lnSpc>
              <a:spcBef>
                <a:spcPts val="440"/>
              </a:spcBef>
              <a:spcAft>
                <a:spcPts val="0"/>
              </a:spcAft>
              <a:buClr>
                <a:srgbClr val="222222"/>
              </a:buClr>
              <a:buSzPts val="2200"/>
              <a:buFont typeface="Arial"/>
              <a:buNone/>
            </a:pPr>
            <a:r>
              <a:t/>
            </a:r>
            <a:endParaRPr sz="22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47"/>
          <p:cNvSpPr txBox="1"/>
          <p:nvPr>
            <p:ph type="title"/>
          </p:nvPr>
        </p:nvSpPr>
        <p:spPr>
          <a:xfrm>
            <a:off x="849313" y="161925"/>
            <a:ext cx="7837487" cy="576263"/>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Solution using test_and_set()</a:t>
            </a:r>
            <a:endParaRPr/>
          </a:p>
        </p:txBody>
      </p:sp>
      <p:sp>
        <p:nvSpPr>
          <p:cNvPr id="925" name="Google Shape;925;p47"/>
          <p:cNvSpPr txBox="1"/>
          <p:nvPr>
            <p:ph idx="1" type="body"/>
          </p:nvPr>
        </p:nvSpPr>
        <p:spPr>
          <a:xfrm>
            <a:off x="605790" y="1144588"/>
            <a:ext cx="8081009" cy="5073332"/>
          </a:xfrm>
          <a:prstGeom prst="rect">
            <a:avLst/>
          </a:prstGeom>
          <a:noFill/>
          <a:ln>
            <a:noFill/>
          </a:ln>
        </p:spPr>
        <p:txBody>
          <a:bodyPr anchorCtr="0" anchor="t" bIns="45700" lIns="91425" spcFirstLastPara="1" rIns="91425" wrap="square" tIns="45700">
            <a:noAutofit/>
          </a:bodyPr>
          <a:lstStyle/>
          <a:p>
            <a:pPr indent="-342883" lvl="0" marL="342883" rtl="0" algn="just">
              <a:lnSpc>
                <a:spcPct val="90000"/>
              </a:lnSpc>
              <a:spcBef>
                <a:spcPts val="0"/>
              </a:spcBef>
              <a:spcAft>
                <a:spcPts val="0"/>
              </a:spcAft>
              <a:buSzPts val="1800"/>
              <a:buFont typeface="Arial"/>
              <a:buChar char="●"/>
            </a:pPr>
            <a:r>
              <a:rPr lang="en-US" sz="2000"/>
              <a:t>Shared Boolean variable </a:t>
            </a:r>
            <a:r>
              <a:rPr b="1" lang="en-US" sz="1800">
                <a:solidFill>
                  <a:srgbClr val="000000"/>
                </a:solidFill>
                <a:latin typeface="Courier New"/>
                <a:ea typeface="Courier New"/>
                <a:cs typeface="Courier New"/>
                <a:sym typeface="Courier New"/>
              </a:rPr>
              <a:t>lock</a:t>
            </a:r>
            <a:r>
              <a:rPr lang="en-US" sz="2000"/>
              <a:t>, initialized to FALSE</a:t>
            </a:r>
            <a:endParaRPr/>
          </a:p>
          <a:p>
            <a:pPr indent="-342883" lvl="0" marL="342883" rtl="0" algn="just">
              <a:lnSpc>
                <a:spcPct val="90000"/>
              </a:lnSpc>
              <a:spcBef>
                <a:spcPts val="700"/>
              </a:spcBef>
              <a:spcAft>
                <a:spcPts val="0"/>
              </a:spcAft>
              <a:buSzPts val="1800"/>
              <a:buFont typeface="Arial"/>
              <a:buChar char="●"/>
            </a:pPr>
            <a:r>
              <a:rPr lang="en-US" sz="2000"/>
              <a:t>Each process, wishing to execute CS code:</a:t>
            </a:r>
            <a:endParaRPr/>
          </a:p>
          <a:p>
            <a:pPr indent="-251442" lvl="0" marL="342883" rtl="0" algn="just">
              <a:lnSpc>
                <a:spcPct val="90000"/>
              </a:lnSpc>
              <a:spcBef>
                <a:spcPts val="560"/>
              </a:spcBef>
              <a:spcAft>
                <a:spcPts val="0"/>
              </a:spcAft>
              <a:buSzPts val="1440"/>
              <a:buFont typeface="Arial"/>
              <a:buNone/>
            </a:pPr>
            <a:r>
              <a:t/>
            </a:r>
            <a:endParaRPr b="1" sz="1600">
              <a:solidFill>
                <a:srgbClr val="000000"/>
              </a:solidFill>
              <a:latin typeface="Courier New"/>
              <a:ea typeface="Courier New"/>
              <a:cs typeface="Courier New"/>
              <a:sym typeface="Courier New"/>
            </a:endParaRPr>
          </a:p>
          <a:p>
            <a:pPr indent="-342883" lvl="0" marL="342883" rtl="0" algn="l">
              <a:lnSpc>
                <a:spcPct val="9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do {</a:t>
            </a:r>
            <a:br>
              <a:rPr b="1" lang="en-US" sz="1600">
                <a:solidFill>
                  <a:srgbClr val="000000"/>
                </a:solidFill>
                <a:latin typeface="Courier New"/>
                <a:ea typeface="Courier New"/>
                <a:cs typeface="Courier New"/>
                <a:sym typeface="Courier New"/>
              </a:rPr>
            </a:br>
            <a:r>
              <a:rPr b="1" lang="en-US" sz="1600">
                <a:solidFill>
                  <a:srgbClr val="000000"/>
                </a:solidFill>
                <a:latin typeface="Courier New"/>
                <a:ea typeface="Courier New"/>
                <a:cs typeface="Courier New"/>
                <a:sym typeface="Courier New"/>
              </a:rPr>
              <a:t>          while (test_and_set(&amp;lock)) </a:t>
            </a:r>
            <a:endParaRPr/>
          </a:p>
          <a:p>
            <a:pPr indent="0" lvl="0" marL="0" rtl="0" algn="l">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 /* do nothing */ </a:t>
            </a:r>
            <a:endParaRPr/>
          </a:p>
          <a:p>
            <a:pPr indent="0" lvl="0" marL="0" rtl="0" algn="l">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 critical section */ </a:t>
            </a:r>
            <a:endParaRPr/>
          </a:p>
          <a:p>
            <a:pPr indent="0" lvl="0" marL="0" rtl="0" algn="l">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lock = false; </a:t>
            </a:r>
            <a:endParaRPr/>
          </a:p>
          <a:p>
            <a:pPr indent="0" lvl="0" marL="0" rtl="0" algn="l">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 remainder section */ </a:t>
            </a:r>
            <a:endParaRPr/>
          </a:p>
          <a:p>
            <a:pPr indent="0" lvl="0" marL="0" rtl="0" algn="l">
              <a:lnSpc>
                <a:spcPct val="100000"/>
              </a:lnSpc>
              <a:spcBef>
                <a:spcPts val="560"/>
              </a:spcBef>
              <a:spcAft>
                <a:spcPts val="0"/>
              </a:spcAft>
              <a:buSzPts val="1440"/>
              <a:buFont typeface="Arial"/>
              <a:buNone/>
            </a:pPr>
            <a:r>
              <a:rPr b="1" lang="en-US" sz="1600">
                <a:solidFill>
                  <a:srgbClr val="000000"/>
                </a:solidFill>
                <a:latin typeface="Courier New"/>
                <a:ea typeface="Courier New"/>
                <a:cs typeface="Courier New"/>
                <a:sym typeface="Courier New"/>
              </a:rPr>
              <a:t>       } while (true);</a:t>
            </a:r>
            <a:endParaRPr/>
          </a:p>
          <a:p>
            <a:pPr indent="0" lvl="0" marL="0" rtl="0" algn="ctr">
              <a:lnSpc>
                <a:spcPct val="100000"/>
              </a:lnSpc>
              <a:spcBef>
                <a:spcPts val="490"/>
              </a:spcBef>
              <a:spcAft>
                <a:spcPts val="0"/>
              </a:spcAft>
              <a:buSzPts val="1260"/>
              <a:buNone/>
            </a:pPr>
            <a:r>
              <a:rPr b="1" lang="en-US" sz="1400">
                <a:solidFill>
                  <a:srgbClr val="000000"/>
                </a:solidFill>
                <a:latin typeface="Courier New"/>
                <a:ea typeface="Courier New"/>
                <a:cs typeface="Courier New"/>
                <a:sym typeface="Courier New"/>
              </a:rPr>
              <a:t>Figure 6.4 Mutual exclusion implementation with </a:t>
            </a:r>
            <a:r>
              <a:rPr b="1" i="1" lang="en-US" sz="1400">
                <a:solidFill>
                  <a:srgbClr val="000000"/>
                </a:solidFill>
                <a:latin typeface="Courier New"/>
                <a:ea typeface="Courier New"/>
                <a:cs typeface="Courier New"/>
                <a:sym typeface="Courier New"/>
              </a:rPr>
              <a:t>test_and_set()</a:t>
            </a:r>
            <a:r>
              <a:rPr b="1" lang="en-US" sz="1400">
                <a:solidFill>
                  <a:srgbClr val="000000"/>
                </a:solidFill>
                <a:latin typeface="Courier New"/>
                <a:ea typeface="Courier New"/>
                <a:cs typeface="Courier New"/>
                <a:sym typeface="Courier New"/>
              </a:rPr>
              <a:t> </a:t>
            </a:r>
            <a:endParaRPr/>
          </a:p>
          <a:p>
            <a:pPr indent="0" lvl="0" marL="0" rtl="0" algn="just">
              <a:lnSpc>
                <a:spcPct val="100000"/>
              </a:lnSpc>
              <a:spcBef>
                <a:spcPts val="280"/>
              </a:spcBef>
              <a:spcAft>
                <a:spcPts val="0"/>
              </a:spcAft>
              <a:buSzPts val="720"/>
              <a:buNone/>
            </a:pPr>
            <a:r>
              <a:t/>
            </a:r>
            <a:endParaRPr b="1" sz="800">
              <a:solidFill>
                <a:srgbClr val="000000"/>
              </a:solidFill>
              <a:latin typeface="Courier New"/>
              <a:ea typeface="Courier New"/>
              <a:cs typeface="Courier New"/>
              <a:sym typeface="Courier New"/>
            </a:endParaRPr>
          </a:p>
          <a:p>
            <a:pPr indent="-125729" lvl="0" marL="0" rtl="0" algn="just">
              <a:lnSpc>
                <a:spcPct val="100000"/>
              </a:lnSpc>
              <a:spcBef>
                <a:spcPts val="770"/>
              </a:spcBef>
              <a:spcAft>
                <a:spcPts val="0"/>
              </a:spcAft>
              <a:buSzPts val="1980"/>
              <a:buChar char="●"/>
            </a:pPr>
            <a:r>
              <a:rPr lang="en-US"/>
              <a:t>  </a:t>
            </a:r>
            <a:r>
              <a:rPr lang="en-US" sz="2000"/>
              <a:t>Solution results in busy waiting.</a:t>
            </a:r>
            <a:endParaRPr/>
          </a:p>
          <a:p>
            <a:pPr indent="0" lvl="0" marL="0" rtl="0" algn="just">
              <a:lnSpc>
                <a:spcPct val="100000"/>
              </a:lnSpc>
              <a:spcBef>
                <a:spcPts val="700"/>
              </a:spcBef>
              <a:spcAft>
                <a:spcPts val="0"/>
              </a:spcAft>
              <a:buSzPts val="1800"/>
              <a:buChar char="●"/>
            </a:pPr>
            <a:r>
              <a:rPr lang="en-US" sz="2000"/>
              <a:t>  What  about  bounded waiting?</a:t>
            </a:r>
            <a:endParaRPr/>
          </a:p>
          <a:p>
            <a:pPr indent="0" lvl="0" marL="0" rtl="0" algn="just">
              <a:lnSpc>
                <a:spcPct val="100000"/>
              </a:lnSpc>
              <a:spcBef>
                <a:spcPts val="700"/>
              </a:spcBef>
              <a:spcAft>
                <a:spcPts val="0"/>
              </a:spcAft>
              <a:buSzPts val="1800"/>
              <a:buChar char="●"/>
            </a:pPr>
            <a:r>
              <a:rPr lang="en-US" sz="2000">
                <a:solidFill>
                  <a:srgbClr val="FF3300"/>
                </a:solidFill>
              </a:rPr>
              <a:t>  However, this algorithm does not satisfy bounded</a:t>
            </a:r>
            <a:r>
              <a:rPr lang="en-US" sz="2000"/>
              <a:t> </a:t>
            </a:r>
            <a:r>
              <a:rPr lang="en-US" sz="2000">
                <a:solidFill>
                  <a:srgbClr val="FF3300"/>
                </a:solidFill>
              </a:rPr>
              <a:t>waiting. Read textbook for the solution.</a:t>
            </a:r>
            <a:endParaRPr sz="2000"/>
          </a:p>
          <a:p>
            <a:pPr indent="0" lvl="0" marL="0" rtl="0" algn="just">
              <a:lnSpc>
                <a:spcPct val="90000"/>
              </a:lnSpc>
              <a:spcBef>
                <a:spcPts val="700"/>
              </a:spcBef>
              <a:spcAft>
                <a:spcPts val="0"/>
              </a:spcAft>
              <a:buSzPts val="1800"/>
              <a:buFont typeface="Arial"/>
              <a:buNone/>
            </a:pPr>
            <a:r>
              <a:rPr lang="en-US" sz="2000"/>
              <a:t>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48"/>
          <p:cNvSpPr txBox="1"/>
          <p:nvPr>
            <p:ph type="title"/>
          </p:nvPr>
        </p:nvSpPr>
        <p:spPr>
          <a:xfrm>
            <a:off x="457200" y="190500"/>
            <a:ext cx="8229600" cy="576263"/>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6.5	Mutex Locks</a:t>
            </a:r>
            <a:endParaRPr/>
          </a:p>
        </p:txBody>
      </p:sp>
      <p:sp>
        <p:nvSpPr>
          <p:cNvPr id="932" name="Google Shape;932;p48"/>
          <p:cNvSpPr txBox="1"/>
          <p:nvPr>
            <p:ph idx="1" type="body"/>
          </p:nvPr>
        </p:nvSpPr>
        <p:spPr>
          <a:xfrm>
            <a:off x="685800" y="1177925"/>
            <a:ext cx="7909559" cy="4729163"/>
          </a:xfrm>
          <a:prstGeom prst="rect">
            <a:avLst/>
          </a:prstGeom>
          <a:noFill/>
          <a:ln>
            <a:noFill/>
          </a:ln>
        </p:spPr>
        <p:txBody>
          <a:bodyPr anchorCtr="0" anchor="t" bIns="45700" lIns="91425" spcFirstLastPara="1" rIns="91425" wrap="square" tIns="45700">
            <a:noAutofit/>
          </a:bodyPr>
          <a:lstStyle/>
          <a:p>
            <a:pPr indent="-342883" lvl="0" marL="342883" rtl="0" algn="just">
              <a:lnSpc>
                <a:spcPct val="90000"/>
              </a:lnSpc>
              <a:spcBef>
                <a:spcPts val="0"/>
              </a:spcBef>
              <a:spcAft>
                <a:spcPts val="0"/>
              </a:spcAft>
              <a:buSzPts val="1980"/>
              <a:buFont typeface="Arial"/>
              <a:buChar char="●"/>
            </a:pPr>
            <a:r>
              <a:rPr lang="en-US"/>
              <a:t>Previous solutions are complicated and generally inaccessible to application programmers</a:t>
            </a:r>
            <a:endParaRPr/>
          </a:p>
          <a:p>
            <a:pPr indent="-274303" lvl="0" marL="342883" rtl="0" algn="just">
              <a:lnSpc>
                <a:spcPct val="90000"/>
              </a:lnSpc>
              <a:spcBef>
                <a:spcPts val="420"/>
              </a:spcBef>
              <a:spcAft>
                <a:spcPts val="0"/>
              </a:spcAft>
              <a:buSzPts val="1080"/>
              <a:buFont typeface="Arial"/>
              <a:buNone/>
            </a:pPr>
            <a:r>
              <a:t/>
            </a:r>
            <a:endParaRPr sz="1200"/>
          </a:p>
          <a:p>
            <a:pPr indent="-342883" lvl="0" marL="342883" rtl="0" algn="just">
              <a:lnSpc>
                <a:spcPct val="90000"/>
              </a:lnSpc>
              <a:spcBef>
                <a:spcPts val="770"/>
              </a:spcBef>
              <a:spcAft>
                <a:spcPts val="0"/>
              </a:spcAft>
              <a:buSzPts val="1980"/>
              <a:buFont typeface="Arial"/>
              <a:buChar char="●"/>
            </a:pPr>
            <a:r>
              <a:rPr lang="en-US"/>
              <a:t>OS designers build software tools to solve critical section problem.</a:t>
            </a:r>
            <a:endParaRPr/>
          </a:p>
          <a:p>
            <a:pPr indent="-274303" lvl="0" marL="342883" rtl="0" algn="just">
              <a:lnSpc>
                <a:spcPct val="90000"/>
              </a:lnSpc>
              <a:spcBef>
                <a:spcPts val="420"/>
              </a:spcBef>
              <a:spcAft>
                <a:spcPts val="0"/>
              </a:spcAft>
              <a:buSzPts val="1080"/>
              <a:buFont typeface="Arial"/>
              <a:buNone/>
            </a:pPr>
            <a:r>
              <a:t/>
            </a:r>
            <a:endParaRPr sz="1200"/>
          </a:p>
          <a:p>
            <a:pPr indent="-342883" lvl="0" marL="342883" rtl="0" algn="just">
              <a:lnSpc>
                <a:spcPct val="90000"/>
              </a:lnSpc>
              <a:spcBef>
                <a:spcPts val="770"/>
              </a:spcBef>
              <a:spcAft>
                <a:spcPts val="0"/>
              </a:spcAft>
              <a:buSzPts val="1980"/>
              <a:buFont typeface="Arial"/>
              <a:buChar char="●"/>
            </a:pPr>
            <a:r>
              <a:rPr lang="en-US"/>
              <a:t>Simplest  tools is the </a:t>
            </a:r>
            <a:r>
              <a:rPr b="1" lang="en-US">
                <a:solidFill>
                  <a:srgbClr val="0070C0"/>
                </a:solidFill>
              </a:rPr>
              <a:t>mutex lock, </a:t>
            </a:r>
            <a:r>
              <a:rPr lang="en-US"/>
              <a:t>which</a:t>
            </a:r>
            <a:r>
              <a:rPr b="1" lang="en-US">
                <a:solidFill>
                  <a:srgbClr val="0070C0"/>
                </a:solidFill>
              </a:rPr>
              <a:t> </a:t>
            </a:r>
            <a:r>
              <a:rPr lang="en-US"/>
              <a:t>has a Boolean variable “available” associated with it to indicate if the lock is available or not.</a:t>
            </a:r>
            <a:endParaRPr/>
          </a:p>
          <a:p>
            <a:pPr indent="-274303" lvl="0" marL="342883" rtl="0" algn="just">
              <a:lnSpc>
                <a:spcPct val="90000"/>
              </a:lnSpc>
              <a:spcBef>
                <a:spcPts val="420"/>
              </a:spcBef>
              <a:spcAft>
                <a:spcPts val="0"/>
              </a:spcAft>
              <a:buSzPts val="1080"/>
              <a:buFont typeface="Arial"/>
              <a:buNone/>
            </a:pPr>
            <a:r>
              <a:t/>
            </a:r>
            <a:endParaRPr sz="1200"/>
          </a:p>
          <a:p>
            <a:pPr indent="-342883" lvl="0" marL="342883" rtl="0" algn="just">
              <a:lnSpc>
                <a:spcPct val="90000"/>
              </a:lnSpc>
              <a:spcBef>
                <a:spcPts val="770"/>
              </a:spcBef>
              <a:spcAft>
                <a:spcPts val="0"/>
              </a:spcAft>
              <a:buSzPts val="1980"/>
              <a:buFont typeface="Arial"/>
              <a:buChar char="●"/>
            </a:pPr>
            <a:r>
              <a:rPr lang="en-US"/>
              <a:t>However, there is a more robust tool that can behave similarly to a mutex lock but can also provide more sophisticated ways for processes to synchronize their activities.</a:t>
            </a:r>
            <a:endParaRPr/>
          </a:p>
          <a:p>
            <a:pPr indent="0" lvl="0" marL="0" rtl="0" algn="just">
              <a:lnSpc>
                <a:spcPct val="90000"/>
              </a:lnSpc>
              <a:spcBef>
                <a:spcPts val="770"/>
              </a:spcBef>
              <a:spcAft>
                <a:spcPts val="0"/>
              </a:spcAft>
              <a:buSzPts val="1980"/>
              <a:buFont typeface="Arial"/>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49"/>
          <p:cNvSpPr/>
          <p:nvPr/>
        </p:nvSpPr>
        <p:spPr>
          <a:xfrm>
            <a:off x="685800" y="2057400"/>
            <a:ext cx="8001000" cy="1066800"/>
          </a:xfrm>
          <a:prstGeom prst="rect">
            <a:avLst/>
          </a:prstGeom>
          <a:solidFill>
            <a:schemeClr val="accent1"/>
          </a:solidFill>
          <a:ln cap="flat" cmpd="sng" w="9525">
            <a:solidFill>
              <a:schemeClr val="dk1"/>
            </a:solidFill>
            <a:prstDash val="solid"/>
            <a:round/>
            <a:headEnd len="sm" w="sm" type="none"/>
            <a:tailEnd len="sm" w="sm" type="none"/>
          </a:ln>
          <a:effectLst>
            <a:outerShdw blurRad="63500" kx="-1199993" rotWithShape="0" algn="bl" sy="230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941" name="Google Shape;941;p49"/>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fld id="{00000000-1234-1234-1234-123412341234}" type="slidenum">
              <a:rPr lang="en-US" sz="1400">
                <a:solidFill>
                  <a:schemeClr val="lt1"/>
                </a:solidFill>
                <a:latin typeface="Arial"/>
                <a:ea typeface="Arial"/>
                <a:cs typeface="Arial"/>
                <a:sym typeface="Arial"/>
              </a:rPr>
              <a:t>‹#›</a:t>
            </a:fld>
            <a:endParaRPr sz="1400">
              <a:solidFill>
                <a:schemeClr val="lt1"/>
              </a:solidFill>
              <a:latin typeface="Arial"/>
              <a:ea typeface="Arial"/>
              <a:cs typeface="Arial"/>
              <a:sym typeface="Arial"/>
            </a:endParaRPr>
          </a:p>
        </p:txBody>
      </p:sp>
      <p:sp>
        <p:nvSpPr>
          <p:cNvPr id="942" name="Google Shape;942;p49"/>
          <p:cNvSpPr txBox="1"/>
          <p:nvPr>
            <p:ph idx="1" type="body"/>
          </p:nvPr>
        </p:nvSpPr>
        <p:spPr>
          <a:xfrm>
            <a:off x="533400" y="2133600"/>
            <a:ext cx="8077200" cy="4114800"/>
          </a:xfrm>
          <a:prstGeom prst="rect">
            <a:avLst/>
          </a:prstGeom>
          <a:noFill/>
          <a:ln>
            <a:noFill/>
          </a:ln>
        </p:spPr>
        <p:txBody>
          <a:bodyPr anchorCtr="0" anchor="t" bIns="44450" lIns="90475" spcFirstLastPara="1" rIns="90475" wrap="square" tIns="44450">
            <a:noAutofit/>
          </a:bodyPr>
          <a:lstStyle/>
          <a:p>
            <a:pPr indent="-342900" lvl="0" marL="342900" rtl="0" algn="just">
              <a:lnSpc>
                <a:spcPct val="100000"/>
              </a:lnSpc>
              <a:spcBef>
                <a:spcPts val="0"/>
              </a:spcBef>
              <a:spcAft>
                <a:spcPts val="0"/>
              </a:spcAft>
              <a:buSzPts val="2160"/>
              <a:buFont typeface="Arial"/>
              <a:buNone/>
            </a:pPr>
            <a:r>
              <a:rPr lang="en-US" sz="2400">
                <a:latin typeface="Arial"/>
                <a:ea typeface="Arial"/>
                <a:cs typeface="Arial"/>
                <a:sym typeface="Arial"/>
              </a:rPr>
              <a:t>	</a:t>
            </a:r>
            <a:r>
              <a:rPr lang="en-US">
                <a:latin typeface="Arial"/>
                <a:ea typeface="Arial"/>
                <a:cs typeface="Arial"/>
                <a:sym typeface="Arial"/>
              </a:rPr>
              <a:t>A method of visual signaling, usually by means of </a:t>
            </a:r>
            <a:r>
              <a:rPr i="1" lang="en-US">
                <a:solidFill>
                  <a:srgbClr val="FF6600"/>
                </a:solidFill>
                <a:latin typeface="Arial"/>
                <a:ea typeface="Arial"/>
                <a:cs typeface="Arial"/>
                <a:sym typeface="Arial"/>
              </a:rPr>
              <a:t>flags</a:t>
            </a:r>
            <a:r>
              <a:rPr lang="en-US">
                <a:solidFill>
                  <a:srgbClr val="FF6600"/>
                </a:solidFill>
                <a:latin typeface="Arial"/>
                <a:ea typeface="Arial"/>
                <a:cs typeface="Arial"/>
                <a:sym typeface="Arial"/>
              </a:rPr>
              <a:t> </a:t>
            </a:r>
            <a:r>
              <a:rPr lang="en-US">
                <a:latin typeface="Arial"/>
                <a:ea typeface="Arial"/>
                <a:cs typeface="Arial"/>
                <a:sym typeface="Arial"/>
              </a:rPr>
              <a:t>or </a:t>
            </a:r>
            <a:r>
              <a:rPr i="1" lang="en-US">
                <a:solidFill>
                  <a:srgbClr val="FF6600"/>
                </a:solidFill>
                <a:latin typeface="Arial"/>
                <a:ea typeface="Arial"/>
                <a:cs typeface="Arial"/>
                <a:sym typeface="Arial"/>
              </a:rPr>
              <a:t>lights</a:t>
            </a:r>
            <a:r>
              <a:rPr lang="en-US">
                <a:latin typeface="Arial"/>
                <a:ea typeface="Arial"/>
                <a:cs typeface="Arial"/>
                <a:sym typeface="Arial"/>
              </a:rPr>
              <a:t>. </a:t>
            </a:r>
            <a:endParaRPr sz="2400">
              <a:latin typeface="Arial"/>
              <a:ea typeface="Arial"/>
              <a:cs typeface="Arial"/>
              <a:sym typeface="Arial"/>
            </a:endParaRPr>
          </a:p>
          <a:p>
            <a:pPr indent="-205740" lvl="0" marL="342900" rtl="0" algn="just">
              <a:lnSpc>
                <a:spcPct val="100000"/>
              </a:lnSpc>
              <a:spcBef>
                <a:spcPts val="840"/>
              </a:spcBef>
              <a:spcAft>
                <a:spcPts val="0"/>
              </a:spcAft>
              <a:buSzPts val="2160"/>
              <a:buNone/>
            </a:pPr>
            <a:r>
              <a:t/>
            </a:r>
            <a:endParaRPr sz="2400">
              <a:latin typeface="Arial"/>
              <a:ea typeface="Arial"/>
              <a:cs typeface="Arial"/>
              <a:sym typeface="Arial"/>
            </a:endParaRPr>
          </a:p>
          <a:p>
            <a:pPr indent="-205740" lvl="0" marL="342900" rtl="0" algn="just">
              <a:lnSpc>
                <a:spcPct val="100000"/>
              </a:lnSpc>
              <a:spcBef>
                <a:spcPts val="840"/>
              </a:spcBef>
              <a:spcAft>
                <a:spcPts val="0"/>
              </a:spcAft>
              <a:buSzPts val="2160"/>
              <a:buNone/>
            </a:pPr>
            <a:r>
              <a:t/>
            </a:r>
            <a:endParaRPr sz="2400">
              <a:latin typeface="Arial"/>
              <a:ea typeface="Arial"/>
              <a:cs typeface="Arial"/>
              <a:sym typeface="Arial"/>
            </a:endParaRPr>
          </a:p>
          <a:p>
            <a:pPr indent="-205740" lvl="0" marL="342900" rtl="0" algn="just">
              <a:lnSpc>
                <a:spcPct val="100000"/>
              </a:lnSpc>
              <a:spcBef>
                <a:spcPts val="840"/>
              </a:spcBef>
              <a:spcAft>
                <a:spcPts val="0"/>
              </a:spcAft>
              <a:buSzPts val="2160"/>
              <a:buNone/>
            </a:pPr>
            <a:r>
              <a:t/>
            </a:r>
            <a:endParaRPr sz="2400">
              <a:latin typeface="Arial"/>
              <a:ea typeface="Arial"/>
              <a:cs typeface="Arial"/>
              <a:sym typeface="Arial"/>
            </a:endParaRPr>
          </a:p>
          <a:p>
            <a:pPr indent="-205740" lvl="0" marL="342900" rtl="0" algn="just">
              <a:lnSpc>
                <a:spcPct val="100000"/>
              </a:lnSpc>
              <a:spcBef>
                <a:spcPts val="840"/>
              </a:spcBef>
              <a:spcAft>
                <a:spcPts val="0"/>
              </a:spcAft>
              <a:buSzPts val="2160"/>
              <a:buNone/>
            </a:pPr>
            <a:r>
              <a:t/>
            </a:r>
            <a:endParaRPr sz="2400">
              <a:latin typeface="Arial"/>
              <a:ea typeface="Arial"/>
              <a:cs typeface="Arial"/>
              <a:sym typeface="Arial"/>
            </a:endParaRPr>
          </a:p>
          <a:p>
            <a:pPr indent="-297180" lvl="0" marL="342900" rtl="0" algn="just">
              <a:lnSpc>
                <a:spcPct val="100000"/>
              </a:lnSpc>
              <a:spcBef>
                <a:spcPts val="280"/>
              </a:spcBef>
              <a:spcAft>
                <a:spcPts val="0"/>
              </a:spcAft>
              <a:buSzPts val="720"/>
              <a:buNone/>
            </a:pPr>
            <a:r>
              <a:t/>
            </a:r>
            <a:endParaRPr sz="800">
              <a:latin typeface="Arial"/>
              <a:ea typeface="Arial"/>
              <a:cs typeface="Arial"/>
              <a:sym typeface="Arial"/>
            </a:endParaRPr>
          </a:p>
        </p:txBody>
      </p:sp>
      <p:sp>
        <p:nvSpPr>
          <p:cNvPr id="943" name="Google Shape;943;p49">
            <a:hlinkClick action="ppaction://hlinksldjump" r:id="rId3"/>
          </p:cNvPr>
          <p:cNvSpPr/>
          <p:nvPr/>
        </p:nvSpPr>
        <p:spPr>
          <a:xfrm rot="10800000">
            <a:off x="8686800" y="5715000"/>
            <a:ext cx="304800" cy="228600"/>
          </a:xfrm>
          <a:prstGeom prst="flowChartMerge">
            <a:avLst/>
          </a:prstGeom>
          <a:solidFill>
            <a:srgbClr val="FFFF00"/>
          </a:solidFill>
          <a:ln cap="flat" cmpd="sng" w="9525">
            <a:solidFill>
              <a:srgbClr val="4C66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pic>
        <p:nvPicPr>
          <p:cNvPr descr="http://t1.gstatic.com/images?q=tbn:ANd9GcSbGs4kYIeIvowgj0CSJ5ownvKG_6O0OXuGrm79Y0c43AhNnOXc" id="944" name="Google Shape;944;p49"/>
          <p:cNvPicPr preferRelativeResize="0"/>
          <p:nvPr/>
        </p:nvPicPr>
        <p:blipFill rotWithShape="1">
          <a:blip r:embed="rId4">
            <a:alphaModFix/>
          </a:blip>
          <a:srcRect b="0" l="0" r="0" t="0"/>
          <a:stretch/>
        </p:blipFill>
        <p:spPr>
          <a:xfrm>
            <a:off x="6400800" y="4953000"/>
            <a:ext cx="2286000" cy="1528763"/>
          </a:xfrm>
          <a:prstGeom prst="rect">
            <a:avLst/>
          </a:prstGeom>
          <a:noFill/>
          <a:ln>
            <a:noFill/>
          </a:ln>
          <a:effectLst>
            <a:outerShdw rotWithShape="0" algn="tl" dir="2700000" dist="139700">
              <a:srgbClr val="808080">
                <a:alpha val="42352"/>
              </a:srgbClr>
            </a:outerShdw>
          </a:effectLst>
        </p:spPr>
      </p:pic>
      <p:pic>
        <p:nvPicPr>
          <p:cNvPr id="945" name="Google Shape;945;p49"/>
          <p:cNvPicPr preferRelativeResize="0"/>
          <p:nvPr/>
        </p:nvPicPr>
        <p:blipFill rotWithShape="1">
          <a:blip r:embed="rId5">
            <a:alphaModFix/>
          </a:blip>
          <a:srcRect b="0" l="0" r="0" t="0"/>
          <a:stretch/>
        </p:blipFill>
        <p:spPr>
          <a:xfrm>
            <a:off x="6400800" y="3184525"/>
            <a:ext cx="2286000" cy="1463675"/>
          </a:xfrm>
          <a:prstGeom prst="rect">
            <a:avLst/>
          </a:prstGeom>
          <a:noFill/>
          <a:ln>
            <a:noFill/>
          </a:ln>
          <a:effectLst>
            <a:outerShdw rotWithShape="0" algn="tl" dir="2700000" dist="139700">
              <a:srgbClr val="808080">
                <a:alpha val="42352"/>
              </a:srgbClr>
            </a:outerShdw>
          </a:effectLst>
        </p:spPr>
      </p:pic>
      <p:sp>
        <p:nvSpPr>
          <p:cNvPr id="946" name="Google Shape;946;p49"/>
          <p:cNvSpPr txBox="1"/>
          <p:nvPr/>
        </p:nvSpPr>
        <p:spPr>
          <a:xfrm>
            <a:off x="533400" y="3352800"/>
            <a:ext cx="5791200" cy="2819400"/>
          </a:xfrm>
          <a:prstGeom prst="rect">
            <a:avLst/>
          </a:prstGeom>
          <a:noFill/>
          <a:ln>
            <a:noFill/>
          </a:ln>
        </p:spPr>
        <p:txBody>
          <a:bodyPr anchorCtr="0" anchor="t" bIns="44450" lIns="90475" spcFirstLastPara="1" rIns="90475" wrap="square" tIns="44450">
            <a:noAutofit/>
          </a:bodyPr>
          <a:lstStyle/>
          <a:p>
            <a:pPr indent="-342900" lvl="0" marL="342900" marR="0" rtl="0" algn="l">
              <a:lnSpc>
                <a:spcPct val="100000"/>
              </a:lnSpc>
              <a:spcBef>
                <a:spcPts val="0"/>
              </a:spcBef>
              <a:spcAft>
                <a:spcPts val="0"/>
              </a:spcAft>
              <a:buClr>
                <a:srgbClr val="000000"/>
              </a:buClr>
              <a:buSzPts val="2400"/>
              <a:buFont typeface="Arial"/>
              <a:buNone/>
            </a:pPr>
            <a:r>
              <a:rPr b="0" i="0" lang="en-US" sz="2400" u="none" cap="none" strike="noStrike">
                <a:solidFill>
                  <a:srgbClr val="222222"/>
                </a:solidFill>
                <a:latin typeface="Arial"/>
                <a:ea typeface="Arial"/>
                <a:cs typeface="Arial"/>
                <a:sym typeface="Arial"/>
              </a:rPr>
              <a:t>	</a:t>
            </a:r>
            <a:r>
              <a:rPr b="0" i="0" lang="en-US" sz="2000" u="none" cap="none" strike="noStrike">
                <a:solidFill>
                  <a:srgbClr val="222222"/>
                </a:solidFill>
                <a:latin typeface="Arial"/>
                <a:ea typeface="Arial"/>
                <a:cs typeface="Arial"/>
                <a:sym typeface="Arial"/>
              </a:rPr>
              <a:t>They are used in :</a:t>
            </a:r>
            <a:endParaRPr b="0" i="0" sz="2000" u="none" cap="none" strike="noStrike">
              <a:solidFill>
                <a:srgbClr val="000000"/>
              </a:solidFill>
              <a:latin typeface="Arial"/>
              <a:ea typeface="Arial"/>
              <a:cs typeface="Arial"/>
              <a:sym typeface="Arial"/>
            </a:endParaRPr>
          </a:p>
          <a:p>
            <a:pPr indent="-285750" lvl="1" marL="742950" marR="0" rtl="0" algn="l">
              <a:lnSpc>
                <a:spcPct val="100000"/>
              </a:lnSpc>
              <a:spcBef>
                <a:spcPts val="480"/>
              </a:spcBef>
              <a:spcAft>
                <a:spcPts val="0"/>
              </a:spcAft>
              <a:buClr>
                <a:srgbClr val="222222"/>
              </a:buClr>
              <a:buSzPts val="2400"/>
              <a:buFont typeface="Arial"/>
              <a:buChar char="–"/>
            </a:pPr>
            <a:r>
              <a:rPr b="0" i="0" lang="en-US" sz="2000" u="none" cap="none" strike="noStrike">
                <a:solidFill>
                  <a:srgbClr val="222222"/>
                </a:solidFill>
                <a:latin typeface="Arial"/>
                <a:ea typeface="Arial"/>
                <a:cs typeface="Arial"/>
                <a:sym typeface="Arial"/>
              </a:rPr>
              <a:t>railways ( </a:t>
            </a:r>
            <a:r>
              <a:rPr b="0" i="1" lang="en-US" sz="2000" u="none" cap="none" strike="noStrike">
                <a:solidFill>
                  <a:srgbClr val="222222"/>
                </a:solidFill>
                <a:latin typeface="Arial"/>
                <a:ea typeface="Arial"/>
                <a:cs typeface="Arial"/>
                <a:sym typeface="Arial"/>
              </a:rPr>
              <a:t>raise arm 🡪</a:t>
            </a:r>
            <a:r>
              <a:rPr b="0" i="0" lang="en-US" sz="2000" u="none" cap="none" strike="noStrike">
                <a:solidFill>
                  <a:srgbClr val="222222"/>
                </a:solidFill>
                <a:latin typeface="Arial"/>
                <a:ea typeface="Arial"/>
                <a:cs typeface="Arial"/>
                <a:sym typeface="Arial"/>
              </a:rPr>
              <a:t> </a:t>
            </a:r>
            <a:r>
              <a:rPr b="0" i="1" lang="en-US" sz="2000" u="none" cap="none" strike="noStrike">
                <a:solidFill>
                  <a:srgbClr val="222222"/>
                </a:solidFill>
                <a:latin typeface="Arial"/>
                <a:ea typeface="Arial"/>
                <a:cs typeface="Arial"/>
                <a:sym typeface="Arial"/>
              </a:rPr>
              <a:t>track is clear, lowered arm🡪</a:t>
            </a:r>
            <a:r>
              <a:rPr b="0" i="0" lang="en-US" sz="2000" u="none" cap="none" strike="noStrike">
                <a:solidFill>
                  <a:srgbClr val="222222"/>
                </a:solidFill>
                <a:latin typeface="Arial"/>
                <a:ea typeface="Arial"/>
                <a:cs typeface="Arial"/>
                <a:sym typeface="Arial"/>
              </a:rPr>
              <a:t> </a:t>
            </a:r>
            <a:r>
              <a:rPr b="0" i="1" lang="en-US" sz="2000" u="none" cap="none" strike="noStrike">
                <a:solidFill>
                  <a:srgbClr val="222222"/>
                </a:solidFill>
                <a:latin typeface="Arial"/>
                <a:ea typeface="Arial"/>
                <a:cs typeface="Arial"/>
                <a:sym typeface="Arial"/>
              </a:rPr>
              <a:t>track</a:t>
            </a:r>
            <a:r>
              <a:rPr b="0" i="0" lang="en-US" sz="2000" u="none" cap="none" strike="noStrike">
                <a:solidFill>
                  <a:srgbClr val="222222"/>
                </a:solidFill>
                <a:latin typeface="Arial"/>
                <a:ea typeface="Arial"/>
                <a:cs typeface="Arial"/>
                <a:sym typeface="Arial"/>
              </a:rPr>
              <a:t> </a:t>
            </a:r>
            <a:r>
              <a:rPr b="0" i="1" lang="en-US" sz="2000" u="none" cap="none" strike="noStrike">
                <a:solidFill>
                  <a:srgbClr val="222222"/>
                </a:solidFill>
                <a:latin typeface="Arial"/>
                <a:ea typeface="Arial"/>
                <a:cs typeface="Arial"/>
                <a:sym typeface="Arial"/>
              </a:rPr>
              <a:t>is</a:t>
            </a:r>
            <a:r>
              <a:rPr b="0" i="0" lang="en-US" sz="2000" u="none" cap="none" strike="noStrike">
                <a:solidFill>
                  <a:srgbClr val="222222"/>
                </a:solidFill>
                <a:latin typeface="Arial"/>
                <a:ea typeface="Arial"/>
                <a:cs typeface="Arial"/>
                <a:sym typeface="Arial"/>
              </a:rPr>
              <a:t> </a:t>
            </a:r>
            <a:r>
              <a:rPr b="0" i="1" lang="en-US" sz="2000" u="none" cap="none" strike="noStrike">
                <a:solidFill>
                  <a:srgbClr val="222222"/>
                </a:solidFill>
                <a:latin typeface="Arial"/>
                <a:ea typeface="Arial"/>
                <a:cs typeface="Arial"/>
                <a:sym typeface="Arial"/>
              </a:rPr>
              <a:t>busy</a:t>
            </a:r>
            <a:r>
              <a:rPr b="0" i="0" lang="en-US" sz="2000" u="none" cap="none" strike="noStrike">
                <a:solidFill>
                  <a:srgbClr val="222222"/>
                </a:solidFill>
                <a:latin typeface="Arial"/>
                <a:ea typeface="Arial"/>
                <a:cs typeface="Arial"/>
                <a:sym typeface="Arial"/>
              </a:rPr>
              <a:t> and </a:t>
            </a:r>
            <a:r>
              <a:rPr b="0" i="1" lang="en-US" sz="2000" u="none" cap="none" strike="noStrike">
                <a:solidFill>
                  <a:srgbClr val="222222"/>
                </a:solidFill>
                <a:latin typeface="Arial"/>
                <a:ea typeface="Arial"/>
                <a:cs typeface="Arial"/>
                <a:sym typeface="Arial"/>
              </a:rPr>
              <a:t>train must wait</a:t>
            </a:r>
            <a:r>
              <a:rPr b="0" i="0" lang="en-US" sz="2000" u="none" cap="none" strike="noStrike">
                <a:solidFill>
                  <a:srgbClr val="222222"/>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a:p>
            <a:pPr indent="-184150" lvl="1" marL="742950" marR="0" rtl="0" algn="l">
              <a:lnSpc>
                <a:spcPct val="100000"/>
              </a:lnSpc>
              <a:spcBef>
                <a:spcPts val="320"/>
              </a:spcBef>
              <a:spcAft>
                <a:spcPts val="0"/>
              </a:spcAft>
              <a:buClr>
                <a:srgbClr val="FFFFFF"/>
              </a:buClr>
              <a:buSzPts val="1600"/>
              <a:buFont typeface="Times New Roman"/>
              <a:buNone/>
            </a:pPr>
            <a:r>
              <a:t/>
            </a:r>
            <a:endParaRPr b="0" i="0" sz="2000" u="none" cap="none" strike="noStrike">
              <a:solidFill>
                <a:srgbClr val="222222"/>
              </a:solidFill>
              <a:latin typeface="Arial"/>
              <a:ea typeface="Arial"/>
              <a:cs typeface="Arial"/>
              <a:sym typeface="Arial"/>
            </a:endParaRPr>
          </a:p>
          <a:p>
            <a:pPr indent="-285750" lvl="1" marL="742950" marR="0" rtl="0" algn="l">
              <a:lnSpc>
                <a:spcPct val="100000"/>
              </a:lnSpc>
              <a:spcBef>
                <a:spcPts val="480"/>
              </a:spcBef>
              <a:spcAft>
                <a:spcPts val="0"/>
              </a:spcAft>
              <a:buClr>
                <a:srgbClr val="222222"/>
              </a:buClr>
              <a:buSzPts val="2400"/>
              <a:buFont typeface="Arial"/>
              <a:buChar char="–"/>
            </a:pPr>
            <a:r>
              <a:rPr b="0" i="0" lang="en-US" sz="2000" u="none" cap="none" strike="noStrike">
                <a:solidFill>
                  <a:srgbClr val="222222"/>
                </a:solidFill>
                <a:latin typeface="Arial"/>
                <a:ea typeface="Arial"/>
                <a:cs typeface="Arial"/>
                <a:sym typeface="Arial"/>
              </a:rPr>
              <a:t>between foreign navy ships to communicate messages over long distances. </a:t>
            </a:r>
            <a:endParaRPr b="0" i="0" sz="2000" u="none" cap="none" strike="noStrike">
              <a:solidFill>
                <a:srgbClr val="000000"/>
              </a:solidFill>
              <a:latin typeface="Arial"/>
              <a:ea typeface="Arial"/>
              <a:cs typeface="Arial"/>
              <a:sym typeface="Arial"/>
            </a:endParaRPr>
          </a:p>
          <a:p>
            <a:pPr indent="-190500" lvl="0" marL="342900" marR="0" rtl="0" algn="l">
              <a:lnSpc>
                <a:spcPct val="100000"/>
              </a:lnSpc>
              <a:spcBef>
                <a:spcPts val="480"/>
              </a:spcBef>
              <a:spcAft>
                <a:spcPts val="0"/>
              </a:spcAft>
              <a:buClr>
                <a:srgbClr val="FFFFFF"/>
              </a:buClr>
              <a:buSzPts val="2400"/>
              <a:buFont typeface="Times New Roman"/>
              <a:buNone/>
            </a:pPr>
            <a:r>
              <a:t/>
            </a:r>
            <a:endParaRPr b="0" i="0" sz="2400" u="none" cap="none" strike="noStrike">
              <a:solidFill>
                <a:srgbClr val="222222"/>
              </a:solidFill>
              <a:latin typeface="Arial"/>
              <a:ea typeface="Arial"/>
              <a:cs typeface="Arial"/>
              <a:sym typeface="Arial"/>
            </a:endParaRPr>
          </a:p>
          <a:p>
            <a:pPr indent="-190500" lvl="0" marL="342900" marR="0" rtl="0" algn="l">
              <a:lnSpc>
                <a:spcPct val="100000"/>
              </a:lnSpc>
              <a:spcBef>
                <a:spcPts val="480"/>
              </a:spcBef>
              <a:spcAft>
                <a:spcPts val="0"/>
              </a:spcAft>
              <a:buClr>
                <a:srgbClr val="FFFFFF"/>
              </a:buClr>
              <a:buSzPts val="2400"/>
              <a:buFont typeface="Times New Roman"/>
              <a:buNone/>
            </a:pPr>
            <a:r>
              <a:t/>
            </a:r>
            <a:endParaRPr b="0" i="0" sz="2400" u="none" cap="none" strike="noStrike">
              <a:solidFill>
                <a:srgbClr val="222222"/>
              </a:solidFill>
              <a:latin typeface="Arial"/>
              <a:ea typeface="Arial"/>
              <a:cs typeface="Arial"/>
              <a:sym typeface="Arial"/>
            </a:endParaRPr>
          </a:p>
          <a:p>
            <a:pPr indent="-190500" lvl="0" marL="342900" marR="0" rtl="0" algn="l">
              <a:lnSpc>
                <a:spcPct val="100000"/>
              </a:lnSpc>
              <a:spcBef>
                <a:spcPts val="480"/>
              </a:spcBef>
              <a:spcAft>
                <a:spcPts val="0"/>
              </a:spcAft>
              <a:buClr>
                <a:srgbClr val="FFFFFF"/>
              </a:buClr>
              <a:buSzPts val="2400"/>
              <a:buFont typeface="Times New Roman"/>
              <a:buNone/>
            </a:pPr>
            <a:r>
              <a:t/>
            </a:r>
            <a:endParaRPr b="0" i="0" sz="2400" u="none" cap="none" strike="noStrike">
              <a:solidFill>
                <a:srgbClr val="222222"/>
              </a:solidFill>
              <a:latin typeface="Arial"/>
              <a:ea typeface="Arial"/>
              <a:cs typeface="Arial"/>
              <a:sym typeface="Arial"/>
            </a:endParaRPr>
          </a:p>
          <a:p>
            <a:pPr indent="-190500" lvl="0" marL="342900" marR="0" rtl="0" algn="l">
              <a:lnSpc>
                <a:spcPct val="100000"/>
              </a:lnSpc>
              <a:spcBef>
                <a:spcPts val="480"/>
              </a:spcBef>
              <a:spcAft>
                <a:spcPts val="0"/>
              </a:spcAft>
              <a:buClr>
                <a:srgbClr val="FFFFFF"/>
              </a:buClr>
              <a:buSzPts val="2400"/>
              <a:buFont typeface="Times New Roman"/>
              <a:buNone/>
            </a:pPr>
            <a:r>
              <a:t/>
            </a:r>
            <a:endParaRPr b="0" i="0" sz="2400" u="none" cap="none" strike="noStrike">
              <a:solidFill>
                <a:srgbClr val="222222"/>
              </a:solidFill>
              <a:latin typeface="Arial"/>
              <a:ea typeface="Arial"/>
              <a:cs typeface="Arial"/>
              <a:sym typeface="Arial"/>
            </a:endParaRPr>
          </a:p>
          <a:p>
            <a:pPr indent="-190500" lvl="0" marL="342900" marR="0" rtl="0" algn="l">
              <a:lnSpc>
                <a:spcPct val="100000"/>
              </a:lnSpc>
              <a:spcBef>
                <a:spcPts val="480"/>
              </a:spcBef>
              <a:spcAft>
                <a:spcPts val="0"/>
              </a:spcAft>
              <a:buClr>
                <a:srgbClr val="FFFFFF"/>
              </a:buClr>
              <a:buSzPts val="2400"/>
              <a:buFont typeface="Times New Roman"/>
              <a:buNone/>
            </a:pPr>
            <a:r>
              <a:t/>
            </a:r>
            <a:endParaRPr b="0" i="0" sz="2400" u="none" cap="none" strike="noStrike">
              <a:solidFill>
                <a:srgbClr val="222222"/>
              </a:solidFill>
              <a:latin typeface="Arial"/>
              <a:ea typeface="Arial"/>
              <a:cs typeface="Arial"/>
              <a:sym typeface="Arial"/>
            </a:endParaRPr>
          </a:p>
          <a:p>
            <a:pPr indent="-292100" lvl="0" marL="342900" marR="0" rtl="0" algn="l">
              <a:lnSpc>
                <a:spcPct val="100000"/>
              </a:lnSpc>
              <a:spcBef>
                <a:spcPts val="160"/>
              </a:spcBef>
              <a:spcAft>
                <a:spcPts val="0"/>
              </a:spcAft>
              <a:buClr>
                <a:srgbClr val="FFFFFF"/>
              </a:buClr>
              <a:buSzPts val="800"/>
              <a:buFont typeface="Times New Roman"/>
              <a:buNone/>
            </a:pPr>
            <a:r>
              <a:t/>
            </a:r>
            <a:endParaRPr b="0" i="0" sz="800" u="none" cap="none" strike="noStrike">
              <a:solidFill>
                <a:srgbClr val="222222"/>
              </a:solidFill>
              <a:latin typeface="Arial"/>
              <a:ea typeface="Arial"/>
              <a:cs typeface="Arial"/>
              <a:sym typeface="Arial"/>
            </a:endParaRPr>
          </a:p>
        </p:txBody>
      </p:sp>
      <p:sp>
        <p:nvSpPr>
          <p:cNvPr id="947" name="Google Shape;947;p49"/>
          <p:cNvSpPr txBox="1"/>
          <p:nvPr/>
        </p:nvSpPr>
        <p:spPr>
          <a:xfrm>
            <a:off x="2273905" y="165328"/>
            <a:ext cx="6344542" cy="57626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r>
              <a:rPr b="1" i="0" lang="en-US" sz="3200" u="none" cap="none" strike="noStrike">
                <a:solidFill>
                  <a:srgbClr val="006699"/>
                </a:solidFill>
                <a:latin typeface="Arial"/>
                <a:ea typeface="Arial"/>
                <a:cs typeface="Arial"/>
                <a:sym typeface="Arial"/>
              </a:rPr>
              <a:t>Semaphores</a:t>
            </a:r>
            <a:endParaRPr b="1" i="0" sz="3200" u="none" cap="none" strike="noStrike">
              <a:solidFill>
                <a:srgbClr val="006699"/>
              </a:solidFill>
              <a:latin typeface="Arial"/>
              <a:ea typeface="Arial"/>
              <a:cs typeface="Arial"/>
              <a:sym typeface="Arial"/>
            </a:endParaRPr>
          </a:p>
        </p:txBody>
      </p:sp>
      <p:sp>
        <p:nvSpPr>
          <p:cNvPr id="948" name="Google Shape;948;p49"/>
          <p:cNvSpPr txBox="1"/>
          <p:nvPr/>
        </p:nvSpPr>
        <p:spPr>
          <a:xfrm>
            <a:off x="2260511" y="886779"/>
            <a:ext cx="6883489" cy="499676"/>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800"/>
              <a:buFont typeface="Arial"/>
              <a:buNone/>
            </a:pPr>
            <a:r>
              <a:rPr b="1" i="0" lang="en-US" sz="2800" u="none" cap="none" strike="noStrike">
                <a:solidFill>
                  <a:srgbClr val="66CCFF"/>
                </a:solidFill>
                <a:latin typeface="Arial"/>
                <a:ea typeface="Arial"/>
                <a:cs typeface="Arial"/>
                <a:sym typeface="Arial"/>
              </a:rPr>
              <a:t>Overview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50"/>
          <p:cNvSpPr/>
          <p:nvPr/>
        </p:nvSpPr>
        <p:spPr>
          <a:xfrm>
            <a:off x="457200" y="5486400"/>
            <a:ext cx="7391400" cy="1066800"/>
          </a:xfrm>
          <a:prstGeom prst="roundRect">
            <a:avLst>
              <a:gd fmla="val 16667" name="adj"/>
            </a:avLst>
          </a:prstGeom>
          <a:solidFill>
            <a:srgbClr val="FAFF9D"/>
          </a:solidFill>
          <a:ln>
            <a:noFill/>
          </a:ln>
          <a:effectLst>
            <a:outerShdw rotWithShape="0" algn="tl" dir="2700000" dist="139700">
              <a:srgbClr val="808080">
                <a:alpha val="4235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id="957" name="Google Shape;957;p50"/>
          <p:cNvPicPr preferRelativeResize="0"/>
          <p:nvPr/>
        </p:nvPicPr>
        <p:blipFill rotWithShape="1">
          <a:blip r:embed="rId3">
            <a:alphaModFix/>
          </a:blip>
          <a:srcRect b="0" l="0" r="0" t="0"/>
          <a:stretch/>
        </p:blipFill>
        <p:spPr>
          <a:xfrm>
            <a:off x="457200" y="920586"/>
            <a:ext cx="5172075" cy="4295775"/>
          </a:xfrm>
          <a:prstGeom prst="rect">
            <a:avLst/>
          </a:prstGeom>
          <a:noFill/>
          <a:ln>
            <a:noFill/>
          </a:ln>
        </p:spPr>
      </p:pic>
      <p:sp>
        <p:nvSpPr>
          <p:cNvPr id="958" name="Google Shape;958;p50"/>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fld id="{00000000-1234-1234-1234-123412341234}" type="slidenum">
              <a:rPr lang="en-US" sz="1400">
                <a:solidFill>
                  <a:schemeClr val="lt1"/>
                </a:solidFill>
                <a:latin typeface="Arial"/>
                <a:ea typeface="Arial"/>
                <a:cs typeface="Arial"/>
                <a:sym typeface="Arial"/>
              </a:rPr>
              <a:t>‹#›</a:t>
            </a:fld>
            <a:endParaRPr sz="1400">
              <a:solidFill>
                <a:schemeClr val="lt1"/>
              </a:solidFill>
              <a:latin typeface="Arial"/>
              <a:ea typeface="Arial"/>
              <a:cs typeface="Arial"/>
              <a:sym typeface="Arial"/>
            </a:endParaRPr>
          </a:p>
        </p:txBody>
      </p:sp>
      <p:sp>
        <p:nvSpPr>
          <p:cNvPr id="959" name="Google Shape;959;p50"/>
          <p:cNvSpPr/>
          <p:nvPr/>
        </p:nvSpPr>
        <p:spPr>
          <a:xfrm>
            <a:off x="5638800" y="4800600"/>
            <a:ext cx="457200" cy="381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960" name="Google Shape;960;p50"/>
          <p:cNvSpPr/>
          <p:nvPr/>
        </p:nvSpPr>
        <p:spPr>
          <a:xfrm>
            <a:off x="533400" y="5584825"/>
            <a:ext cx="7696200" cy="892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Helvetica Neue"/>
                <a:ea typeface="Helvetica Neue"/>
                <a:cs typeface="Helvetica Neue"/>
                <a:sym typeface="Helvetica Neue"/>
              </a:rPr>
              <a:t>Similar function in OS i.e it signals if and when a resource is free and can be used by a process.</a:t>
            </a:r>
            <a:endParaRPr b="0" i="0" sz="1400" u="none" cap="none" strike="noStrike">
              <a:solidFill>
                <a:srgbClr val="000000"/>
              </a:solidFill>
              <a:latin typeface="Arial"/>
              <a:ea typeface="Arial"/>
              <a:cs typeface="Arial"/>
              <a:sym typeface="Arial"/>
            </a:endParaRPr>
          </a:p>
        </p:txBody>
      </p:sp>
      <p:pic>
        <p:nvPicPr>
          <p:cNvPr descr="http://americanlimitedmodels.com/old/semaphores_small.jpg" id="961" name="Google Shape;961;p50"/>
          <p:cNvPicPr preferRelativeResize="0"/>
          <p:nvPr/>
        </p:nvPicPr>
        <p:blipFill rotWithShape="1">
          <a:blip r:embed="rId4">
            <a:alphaModFix/>
          </a:blip>
          <a:srcRect b="0" l="0" r="0" t="0"/>
          <a:stretch/>
        </p:blipFill>
        <p:spPr>
          <a:xfrm>
            <a:off x="5486400" y="914400"/>
            <a:ext cx="3200400" cy="3162300"/>
          </a:xfrm>
          <a:prstGeom prst="rect">
            <a:avLst/>
          </a:prstGeom>
          <a:noFill/>
          <a:ln>
            <a:noFill/>
          </a:ln>
          <a:effectLst>
            <a:outerShdw rotWithShape="0" algn="tl" dir="2700000" dist="139700">
              <a:srgbClr val="808080">
                <a:alpha val="42352"/>
              </a:srgbClr>
            </a:outerShdw>
          </a:effectLst>
        </p:spPr>
      </p:pic>
      <p:sp>
        <p:nvSpPr>
          <p:cNvPr id="962" name="Google Shape;962;p50"/>
          <p:cNvSpPr txBox="1"/>
          <p:nvPr>
            <p:ph type="title"/>
          </p:nvPr>
        </p:nvSpPr>
        <p:spPr>
          <a:xfrm>
            <a:off x="2273905" y="165328"/>
            <a:ext cx="6344542" cy="576262"/>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Semaphores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0"/>
                                        </p:tgtEl>
                                        <p:attrNameLst>
                                          <p:attrName>style.visibility</p:attrName>
                                        </p:attrNameLst>
                                      </p:cBhvr>
                                      <p:to>
                                        <p:strVal val="visible"/>
                                      </p:to>
                                    </p:set>
                                    <p:animEffect filter="fade" transition="in">
                                      <p:cBhvr>
                                        <p:cTn dur="500"/>
                                        <p:tgtEl>
                                          <p:spTgt spid="960"/>
                                        </p:tgtEl>
                                      </p:cBhvr>
                                    </p:animEffect>
                                  </p:childTnLst>
                                </p:cTn>
                              </p:par>
                              <p:par>
                                <p:cTn fill="hold" nodeType="with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500"/>
                                        <p:tgtEl>
                                          <p:spTgt spid="9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51"/>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b="0" i="0" sz="1400" u="none" cap="none" strike="noStrike">
              <a:solidFill>
                <a:schemeClr val="lt1"/>
              </a:solidFill>
              <a:latin typeface="Arial"/>
              <a:ea typeface="Arial"/>
              <a:cs typeface="Arial"/>
              <a:sym typeface="Arial"/>
            </a:endParaRPr>
          </a:p>
        </p:txBody>
      </p:sp>
      <p:sp>
        <p:nvSpPr>
          <p:cNvPr id="971" name="Google Shape;971;p51"/>
          <p:cNvSpPr txBox="1"/>
          <p:nvPr>
            <p:ph idx="1" type="body"/>
          </p:nvPr>
        </p:nvSpPr>
        <p:spPr>
          <a:xfrm>
            <a:off x="457200" y="1219200"/>
            <a:ext cx="8305800" cy="5257800"/>
          </a:xfrm>
          <a:prstGeom prst="rect">
            <a:avLst/>
          </a:prstGeom>
          <a:noFill/>
          <a:ln>
            <a:noFill/>
          </a:ln>
        </p:spPr>
        <p:txBody>
          <a:bodyPr anchorCtr="0" anchor="t" bIns="44450" lIns="90475" spcFirstLastPara="1" rIns="90475" wrap="square" tIns="44450">
            <a:noAutofit/>
          </a:bodyPr>
          <a:lstStyle/>
          <a:p>
            <a:pPr indent="-342900" lvl="0" marL="342900" rtl="0" algn="just">
              <a:lnSpc>
                <a:spcPct val="100000"/>
              </a:lnSpc>
              <a:spcBef>
                <a:spcPts val="0"/>
              </a:spcBef>
              <a:spcAft>
                <a:spcPts val="0"/>
              </a:spcAft>
              <a:buSzPts val="2520"/>
              <a:buFont typeface="Helvetica Neue"/>
              <a:buNone/>
            </a:pPr>
            <a:r>
              <a:rPr b="1" lang="en-US" sz="2800">
                <a:solidFill>
                  <a:srgbClr val="0070C0"/>
                </a:solidFill>
              </a:rPr>
              <a:t>Semaphore in OS</a:t>
            </a:r>
            <a:r>
              <a:rPr lang="en-US" sz="2800">
                <a:solidFill>
                  <a:srgbClr val="0070C0"/>
                </a:solidFill>
              </a:rPr>
              <a:t>:</a:t>
            </a:r>
            <a:endParaRPr/>
          </a:p>
          <a:p>
            <a:pPr indent="-342900" lvl="0" marL="342900" rtl="0" algn="just">
              <a:lnSpc>
                <a:spcPct val="100000"/>
              </a:lnSpc>
              <a:spcBef>
                <a:spcPts val="980"/>
              </a:spcBef>
              <a:spcAft>
                <a:spcPts val="0"/>
              </a:spcAft>
              <a:buSzPts val="2520"/>
              <a:buFont typeface="Helvetica Neue"/>
              <a:buNone/>
            </a:pPr>
            <a:r>
              <a:t/>
            </a:r>
            <a:endParaRPr sz="2800"/>
          </a:p>
          <a:p>
            <a:pPr indent="-342900" lvl="0" marL="342900" rtl="0" algn="just">
              <a:lnSpc>
                <a:spcPct val="100000"/>
              </a:lnSpc>
              <a:spcBef>
                <a:spcPts val="770"/>
              </a:spcBef>
              <a:spcAft>
                <a:spcPts val="0"/>
              </a:spcAft>
              <a:buSzPts val="1980"/>
              <a:buChar char="●"/>
            </a:pPr>
            <a:r>
              <a:rPr lang="en-US"/>
              <a:t>Protocol mechanism for task communication.</a:t>
            </a:r>
            <a:endParaRPr/>
          </a:p>
          <a:p>
            <a:pPr indent="-217170" lvl="0" marL="342900" rtl="0" algn="just">
              <a:lnSpc>
                <a:spcPct val="100000"/>
              </a:lnSpc>
              <a:spcBef>
                <a:spcPts val="770"/>
              </a:spcBef>
              <a:spcAft>
                <a:spcPts val="0"/>
              </a:spcAft>
              <a:buSzPts val="1980"/>
              <a:buNone/>
            </a:pPr>
            <a:r>
              <a:t/>
            </a:r>
            <a:endParaRPr/>
          </a:p>
          <a:p>
            <a:pPr indent="-342900" lvl="0" marL="342900" rtl="0" algn="just">
              <a:lnSpc>
                <a:spcPct val="100000"/>
              </a:lnSpc>
              <a:spcBef>
                <a:spcPts val="770"/>
              </a:spcBef>
              <a:spcAft>
                <a:spcPts val="0"/>
              </a:spcAft>
              <a:buSzPts val="1980"/>
              <a:buChar char="●"/>
            </a:pPr>
            <a:r>
              <a:rPr lang="en-US"/>
              <a:t>Specifically, semaphores are used to:</a:t>
            </a:r>
            <a:endParaRPr/>
          </a:p>
          <a:p>
            <a:pPr indent="-285750" lvl="1" marL="742950" rtl="0" algn="just">
              <a:lnSpc>
                <a:spcPct val="100000"/>
              </a:lnSpc>
              <a:spcBef>
                <a:spcPts val="770"/>
              </a:spcBef>
              <a:spcAft>
                <a:spcPts val="0"/>
              </a:spcAft>
              <a:buSzPts val="1760"/>
              <a:buChar char="●"/>
            </a:pPr>
            <a:r>
              <a:rPr lang="en-US"/>
              <a:t>Control access to a shared resource (mutual exclusion).</a:t>
            </a:r>
            <a:endParaRPr/>
          </a:p>
          <a:p>
            <a:pPr indent="-285750" lvl="1" marL="742950" rtl="0" algn="just">
              <a:lnSpc>
                <a:spcPct val="100000"/>
              </a:lnSpc>
              <a:spcBef>
                <a:spcPts val="770"/>
              </a:spcBef>
              <a:spcAft>
                <a:spcPts val="0"/>
              </a:spcAft>
              <a:buSzPts val="1760"/>
              <a:buChar char="●"/>
            </a:pPr>
            <a:r>
              <a:rPr lang="en-US"/>
              <a:t>Signal the occurrence of an event.</a:t>
            </a:r>
            <a:endParaRPr/>
          </a:p>
          <a:p>
            <a:pPr indent="-285750" lvl="1" marL="742950" rtl="0" algn="just">
              <a:lnSpc>
                <a:spcPct val="100000"/>
              </a:lnSpc>
              <a:spcBef>
                <a:spcPts val="770"/>
              </a:spcBef>
              <a:spcAft>
                <a:spcPts val="0"/>
              </a:spcAft>
              <a:buSzPts val="1760"/>
              <a:buChar char="●"/>
            </a:pPr>
            <a:r>
              <a:rPr lang="en-US"/>
              <a:t>Allow two tasks to synchronize their activities.</a:t>
            </a:r>
            <a:endParaRPr/>
          </a:p>
          <a:p>
            <a:pPr indent="-182880" lvl="0" marL="342900" rtl="0" algn="just">
              <a:lnSpc>
                <a:spcPct val="100000"/>
              </a:lnSpc>
              <a:spcBef>
                <a:spcPts val="980"/>
              </a:spcBef>
              <a:spcAft>
                <a:spcPts val="0"/>
              </a:spcAft>
              <a:buSzPts val="2520"/>
              <a:buNone/>
            </a:pPr>
            <a:r>
              <a:t/>
            </a:r>
            <a:endParaRPr sz="2800"/>
          </a:p>
        </p:txBody>
      </p:sp>
      <p:sp>
        <p:nvSpPr>
          <p:cNvPr id="972" name="Google Shape;972;p51"/>
          <p:cNvSpPr txBox="1"/>
          <p:nvPr>
            <p:ph type="title"/>
          </p:nvPr>
        </p:nvSpPr>
        <p:spPr>
          <a:xfrm>
            <a:off x="2273905" y="165328"/>
            <a:ext cx="6344542" cy="576262"/>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Semaphores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52"/>
          <p:cNvSpPr txBox="1"/>
          <p:nvPr>
            <p:ph type="title"/>
          </p:nvPr>
        </p:nvSpPr>
        <p:spPr>
          <a:xfrm>
            <a:off x="457200" y="147638"/>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	Semaphores</a:t>
            </a:r>
            <a:endParaRPr/>
          </a:p>
        </p:txBody>
      </p:sp>
      <p:sp>
        <p:nvSpPr>
          <p:cNvPr id="979" name="Google Shape;979;p52"/>
          <p:cNvSpPr txBox="1"/>
          <p:nvPr>
            <p:ph idx="1" type="body"/>
          </p:nvPr>
        </p:nvSpPr>
        <p:spPr>
          <a:xfrm>
            <a:off x="777240" y="1010403"/>
            <a:ext cx="7909560" cy="525462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1800"/>
              <a:buChar char="●"/>
            </a:pPr>
            <a:r>
              <a:rPr lang="en-US" sz="2400">
                <a:latin typeface="Arial"/>
                <a:ea typeface="Arial"/>
                <a:cs typeface="Arial"/>
                <a:sym typeface="Arial"/>
              </a:rPr>
              <a:t>Synchronization tool that provides more sophisticated ways (than Mutex locks)  for processes to synchronize their activities.</a:t>
            </a:r>
            <a:endParaRPr i="1" sz="2400">
              <a:solidFill>
                <a:schemeClr val="dk2"/>
              </a:solidFill>
              <a:latin typeface="Arial"/>
              <a:ea typeface="Arial"/>
              <a:cs typeface="Arial"/>
              <a:sym typeface="Arial"/>
            </a:endParaRPr>
          </a:p>
          <a:p>
            <a:pPr indent="-342900" lvl="0" marL="342900" rtl="0" algn="just">
              <a:lnSpc>
                <a:spcPct val="90000"/>
              </a:lnSpc>
              <a:spcBef>
                <a:spcPts val="700"/>
              </a:spcBef>
              <a:spcAft>
                <a:spcPts val="0"/>
              </a:spcAft>
              <a:buSzPts val="1800"/>
              <a:buChar char="●"/>
            </a:pPr>
            <a:r>
              <a:rPr lang="en-US" sz="2400">
                <a:latin typeface="Arial"/>
                <a:ea typeface="Arial"/>
                <a:cs typeface="Arial"/>
                <a:sym typeface="Arial"/>
              </a:rPr>
              <a:t>Semaphore </a:t>
            </a:r>
            <a:r>
              <a:rPr b="1" i="1" lang="en-US" sz="2400">
                <a:latin typeface="Arial"/>
                <a:ea typeface="Arial"/>
                <a:cs typeface="Arial"/>
                <a:sym typeface="Arial"/>
              </a:rPr>
              <a:t>S</a:t>
            </a:r>
            <a:r>
              <a:rPr lang="en-US" sz="2400">
                <a:latin typeface="Arial"/>
                <a:ea typeface="Arial"/>
                <a:cs typeface="Arial"/>
                <a:sym typeface="Arial"/>
              </a:rPr>
              <a:t> – integer variable</a:t>
            </a:r>
            <a:endParaRPr sz="2400">
              <a:latin typeface="Arial"/>
              <a:ea typeface="Arial"/>
              <a:cs typeface="Arial"/>
              <a:sym typeface="Arial"/>
            </a:endParaRPr>
          </a:p>
          <a:p>
            <a:pPr indent="-342900" lvl="0" marL="342900" rtl="0" algn="just">
              <a:lnSpc>
                <a:spcPct val="90000"/>
              </a:lnSpc>
              <a:spcBef>
                <a:spcPts val="700"/>
              </a:spcBef>
              <a:spcAft>
                <a:spcPts val="0"/>
              </a:spcAft>
              <a:buSzPts val="1800"/>
              <a:buChar char="●"/>
            </a:pPr>
            <a:r>
              <a:rPr lang="en-US" sz="2400">
                <a:latin typeface="Arial"/>
                <a:ea typeface="Arial"/>
                <a:cs typeface="Arial"/>
                <a:sym typeface="Arial"/>
              </a:rPr>
              <a:t>Can only be accessed via two indivisible (atomic) operations</a:t>
            </a:r>
            <a:endParaRPr sz="2400">
              <a:latin typeface="Arial"/>
              <a:ea typeface="Arial"/>
              <a:cs typeface="Arial"/>
              <a:sym typeface="Arial"/>
            </a:endParaRPr>
          </a:p>
          <a:p>
            <a:pPr indent="-285750" lvl="1" marL="742950" rtl="0" algn="just">
              <a:lnSpc>
                <a:spcPct val="90000"/>
              </a:lnSpc>
              <a:spcBef>
                <a:spcPts val="700"/>
              </a:spcBef>
              <a:spcAft>
                <a:spcPts val="0"/>
              </a:spcAft>
              <a:buSzPts val="1600"/>
              <a:buChar char="●"/>
            </a:pPr>
            <a:r>
              <a:rPr lang="en-US" sz="2400">
                <a:latin typeface="Arial"/>
                <a:ea typeface="Arial"/>
                <a:cs typeface="Arial"/>
                <a:sym typeface="Arial"/>
              </a:rPr>
              <a:t>when one process modify semaphore variable S, then </a:t>
            </a:r>
            <a:r>
              <a:rPr b="1" lang="en-US" sz="2400">
                <a:latin typeface="Arial"/>
                <a:ea typeface="Arial"/>
                <a:cs typeface="Arial"/>
                <a:sym typeface="Arial"/>
              </a:rPr>
              <a:t>no other process can modify</a:t>
            </a:r>
            <a:r>
              <a:rPr lang="en-US" sz="2400">
                <a:latin typeface="Arial"/>
                <a:ea typeface="Arial"/>
                <a:cs typeface="Arial"/>
                <a:sym typeface="Arial"/>
              </a:rPr>
              <a:t> the variable concurrently 🡪 </a:t>
            </a:r>
            <a:r>
              <a:rPr b="1" lang="en-US" sz="2400">
                <a:solidFill>
                  <a:srgbClr val="FF0000"/>
                </a:solidFill>
                <a:latin typeface="Arial"/>
                <a:ea typeface="Arial"/>
                <a:cs typeface="Arial"/>
                <a:sym typeface="Arial"/>
              </a:rPr>
              <a:t>mutual exclusion</a:t>
            </a:r>
            <a:endParaRPr b="1" sz="2400">
              <a:solidFill>
                <a:srgbClr val="FF0000"/>
              </a:solidFill>
              <a:latin typeface="Arial"/>
              <a:ea typeface="Arial"/>
              <a:cs typeface="Arial"/>
              <a:sym typeface="Arial"/>
            </a:endParaRPr>
          </a:p>
          <a:p>
            <a:pPr indent="-285750" lvl="1" marL="742950" rtl="0" algn="just">
              <a:lnSpc>
                <a:spcPct val="90000"/>
              </a:lnSpc>
              <a:spcBef>
                <a:spcPts val="770"/>
              </a:spcBef>
              <a:spcAft>
                <a:spcPts val="0"/>
              </a:spcAft>
              <a:buSzPts val="1760"/>
              <a:buChar char="●"/>
            </a:pPr>
            <a:r>
              <a:rPr b="1" lang="en-US" sz="2400">
                <a:solidFill>
                  <a:srgbClr val="000000"/>
                </a:solidFill>
                <a:latin typeface="Arial"/>
                <a:ea typeface="Arial"/>
                <a:cs typeface="Arial"/>
                <a:sym typeface="Arial"/>
              </a:rPr>
              <a:t>wait()</a:t>
            </a:r>
            <a:r>
              <a:rPr lang="en-US" sz="2400">
                <a:solidFill>
                  <a:srgbClr val="000000"/>
                </a:solidFill>
                <a:latin typeface="Arial"/>
                <a:ea typeface="Arial"/>
                <a:cs typeface="Arial"/>
                <a:sym typeface="Arial"/>
              </a:rPr>
              <a:t> is called </a:t>
            </a:r>
            <a:r>
              <a:rPr b="1" lang="en-US" sz="2400">
                <a:solidFill>
                  <a:srgbClr val="000000"/>
                </a:solidFill>
              </a:rPr>
              <a:t>P()</a:t>
            </a:r>
            <a:r>
              <a:rPr lang="en-US" sz="2400"/>
              <a:t> </a:t>
            </a:r>
            <a:endParaRPr sz="2400"/>
          </a:p>
          <a:p>
            <a:pPr indent="-285750" lvl="1" marL="742950" rtl="0" algn="just">
              <a:lnSpc>
                <a:spcPct val="90000"/>
              </a:lnSpc>
              <a:spcBef>
                <a:spcPts val="770"/>
              </a:spcBef>
              <a:spcAft>
                <a:spcPts val="0"/>
              </a:spcAft>
              <a:buSzPts val="1760"/>
              <a:buChar char="●"/>
            </a:pPr>
            <a:r>
              <a:rPr lang="en-US" sz="2400">
                <a:solidFill>
                  <a:srgbClr val="000000"/>
                </a:solidFill>
                <a:latin typeface="Arial"/>
                <a:ea typeface="Arial"/>
                <a:cs typeface="Arial"/>
                <a:sym typeface="Arial"/>
              </a:rPr>
              <a:t>and </a:t>
            </a:r>
            <a:r>
              <a:rPr b="1" lang="en-US" sz="2400">
                <a:solidFill>
                  <a:srgbClr val="000000"/>
                </a:solidFill>
                <a:latin typeface="Arial"/>
                <a:ea typeface="Arial"/>
                <a:cs typeface="Arial"/>
                <a:sym typeface="Arial"/>
              </a:rPr>
              <a:t>signal()</a:t>
            </a:r>
            <a:r>
              <a:rPr lang="en-US" sz="2400">
                <a:latin typeface="Arial"/>
                <a:ea typeface="Arial"/>
                <a:cs typeface="Arial"/>
                <a:sym typeface="Arial"/>
              </a:rPr>
              <a:t> called </a:t>
            </a:r>
            <a:r>
              <a:rPr b="1" lang="en-US" sz="2400">
                <a:solidFill>
                  <a:srgbClr val="000000"/>
                </a:solidFill>
                <a:latin typeface="Arial"/>
                <a:ea typeface="Arial"/>
                <a:cs typeface="Arial"/>
                <a:sym typeface="Arial"/>
              </a:rPr>
              <a:t>V()</a:t>
            </a:r>
            <a:endParaRPr sz="2400">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47"/>
          <p:cNvSpPr txBox="1"/>
          <p:nvPr>
            <p:ph type="title"/>
          </p:nvPr>
        </p:nvSpPr>
        <p:spPr>
          <a:xfrm>
            <a:off x="457200" y="147638"/>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	Semaphores</a:t>
            </a:r>
            <a:endParaRPr/>
          </a:p>
        </p:txBody>
      </p:sp>
      <p:sp>
        <p:nvSpPr>
          <p:cNvPr id="986" name="Google Shape;986;p147"/>
          <p:cNvSpPr txBox="1"/>
          <p:nvPr>
            <p:ph idx="1" type="body"/>
          </p:nvPr>
        </p:nvSpPr>
        <p:spPr>
          <a:xfrm>
            <a:off x="457200" y="872617"/>
            <a:ext cx="8686800" cy="525462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770"/>
              </a:spcBef>
              <a:spcAft>
                <a:spcPts val="0"/>
              </a:spcAft>
              <a:buSzPts val="1440"/>
              <a:buChar char="●"/>
            </a:pPr>
            <a:r>
              <a:rPr lang="en-US" sz="2000">
                <a:latin typeface="Arial"/>
                <a:ea typeface="Arial"/>
                <a:cs typeface="Arial"/>
                <a:sym typeface="Arial"/>
              </a:rPr>
              <a:t>Definition of  the </a:t>
            </a:r>
            <a:r>
              <a:rPr b="1" lang="en-US" sz="2000">
                <a:solidFill>
                  <a:srgbClr val="000000"/>
                </a:solidFill>
                <a:latin typeface="Arial"/>
                <a:ea typeface="Arial"/>
                <a:cs typeface="Arial"/>
                <a:sym typeface="Arial"/>
              </a:rPr>
              <a:t>wait() </a:t>
            </a:r>
            <a:r>
              <a:rPr lang="en-US" sz="2000">
                <a:latin typeface="Arial"/>
                <a:ea typeface="Arial"/>
                <a:cs typeface="Arial"/>
                <a:sym typeface="Arial"/>
              </a:rPr>
              <a:t>operation </a:t>
            </a:r>
            <a:endParaRPr sz="2000">
              <a:latin typeface="Arial"/>
              <a:ea typeface="Arial"/>
              <a:cs typeface="Arial"/>
              <a:sym typeface="Arial"/>
            </a:endParaRPr>
          </a:p>
          <a:p>
            <a:pPr indent="-285750" lvl="1" marL="742950" rtl="0" algn="l">
              <a:lnSpc>
                <a:spcPct val="90000"/>
              </a:lnSpc>
              <a:spcBef>
                <a:spcPts val="770"/>
              </a:spcBef>
              <a:spcAft>
                <a:spcPts val="0"/>
              </a:spcAft>
              <a:buSzPts val="1760"/>
              <a:buFont typeface="Arial"/>
              <a:buNone/>
            </a:pPr>
            <a:r>
              <a:rPr b="1" lang="en-US" sz="2000">
                <a:latin typeface="Courier New"/>
                <a:ea typeface="Courier New"/>
                <a:cs typeface="Courier New"/>
                <a:sym typeface="Courier New"/>
              </a:rPr>
              <a:t> wait(S) </a:t>
            </a:r>
            <a:endParaRPr b="1" sz="2000">
              <a:latin typeface="Courier New"/>
              <a:ea typeface="Courier New"/>
              <a:cs typeface="Courier New"/>
              <a:sym typeface="Courier New"/>
            </a:endParaRPr>
          </a:p>
          <a:p>
            <a:pPr indent="-285750" lvl="1" marL="742950" rtl="0" algn="l">
              <a:lnSpc>
                <a:spcPct val="90000"/>
              </a:lnSpc>
              <a:spcBef>
                <a:spcPts val="770"/>
              </a:spcBef>
              <a:spcAft>
                <a:spcPts val="0"/>
              </a:spcAft>
              <a:buSzPts val="1760"/>
              <a:buFont typeface="Arial"/>
              <a:buNone/>
            </a:pPr>
            <a:r>
              <a:rPr b="1" lang="en-US" sz="2000">
                <a:latin typeface="Courier New"/>
                <a:ea typeface="Courier New"/>
                <a:cs typeface="Courier New"/>
                <a:sym typeface="Courier New"/>
              </a:rPr>
              <a:t>{   while (S &lt;= 0) ; // </a:t>
            </a:r>
            <a:r>
              <a:rPr i="1" lang="en-US" sz="2000">
                <a:latin typeface="Courier New"/>
                <a:ea typeface="Courier New"/>
                <a:cs typeface="Courier New"/>
                <a:sym typeface="Courier New"/>
              </a:rPr>
              <a:t>busy waiting</a:t>
            </a:r>
            <a:endParaRPr i="1" sz="2000">
              <a:latin typeface="Courier New"/>
              <a:ea typeface="Courier New"/>
              <a:cs typeface="Courier New"/>
              <a:sym typeface="Courier New"/>
            </a:endParaRPr>
          </a:p>
          <a:p>
            <a:pPr indent="-285750" lvl="1" marL="742950" rtl="0" algn="l">
              <a:lnSpc>
                <a:spcPct val="90000"/>
              </a:lnSpc>
              <a:spcBef>
                <a:spcPts val="490"/>
              </a:spcBef>
              <a:spcAft>
                <a:spcPts val="0"/>
              </a:spcAft>
              <a:buSzPts val="1120"/>
              <a:buFont typeface="Arial"/>
              <a:buNone/>
            </a:pPr>
            <a:r>
              <a:rPr b="1" lang="en-US" sz="2000">
                <a:latin typeface="Courier New"/>
                <a:ea typeface="Courier New"/>
                <a:cs typeface="Courier New"/>
                <a:sym typeface="Courier New"/>
              </a:rPr>
              <a:t>       S = S - 1;</a:t>
            </a:r>
            <a:endParaRPr sz="2000">
              <a:latin typeface="Courier New"/>
              <a:ea typeface="Courier New"/>
              <a:cs typeface="Courier New"/>
              <a:sym typeface="Courier New"/>
            </a:endParaRPr>
          </a:p>
          <a:p>
            <a:pPr indent="-285750" lvl="1" marL="742950" rtl="0" algn="l">
              <a:lnSpc>
                <a:spcPct val="90000"/>
              </a:lnSpc>
              <a:spcBef>
                <a:spcPts val="490"/>
              </a:spcBef>
              <a:spcAft>
                <a:spcPts val="0"/>
              </a:spcAft>
              <a:buSzPts val="1120"/>
              <a:buFont typeface="Arial"/>
              <a:buNone/>
            </a:pPr>
            <a:r>
              <a:rPr b="1" lang="en-US" sz="2000">
                <a:latin typeface="Courier New"/>
                <a:ea typeface="Courier New"/>
                <a:cs typeface="Courier New"/>
                <a:sym typeface="Courier New"/>
              </a:rPr>
              <a:t> }</a:t>
            </a:r>
            <a:endParaRPr sz="2000">
              <a:latin typeface="Courier New"/>
              <a:ea typeface="Courier New"/>
              <a:cs typeface="Courier New"/>
              <a:sym typeface="Courier New"/>
            </a:endParaRPr>
          </a:p>
          <a:p>
            <a:pPr indent="-285750" lvl="1" marL="742950" rtl="0" algn="l">
              <a:lnSpc>
                <a:spcPct val="90000"/>
              </a:lnSpc>
              <a:spcBef>
                <a:spcPts val="490"/>
              </a:spcBef>
              <a:spcAft>
                <a:spcPts val="0"/>
              </a:spcAft>
              <a:buSzPts val="1120"/>
              <a:buNone/>
            </a:pPr>
            <a:r>
              <a:rPr b="1" lang="en-US" sz="2000">
                <a:latin typeface="Arial"/>
                <a:ea typeface="Arial"/>
                <a:cs typeface="Arial"/>
                <a:sym typeface="Arial"/>
              </a:rPr>
              <a:t>(</a:t>
            </a:r>
            <a:r>
              <a:rPr lang="en-US" sz="2000">
                <a:solidFill>
                  <a:srgbClr val="FF0000"/>
                </a:solidFill>
                <a:latin typeface="Arial"/>
                <a:ea typeface="Arial"/>
                <a:cs typeface="Arial"/>
                <a:sym typeface="Arial"/>
              </a:rPr>
              <a:t>S &lt;= 0 </a:t>
            </a:r>
            <a:r>
              <a:rPr lang="en-US" sz="2000">
                <a:latin typeface="Arial"/>
                <a:ea typeface="Arial"/>
                <a:cs typeface="Arial"/>
                <a:sym typeface="Arial"/>
              </a:rPr>
              <a:t>implies busy </a:t>
            </a:r>
            <a:r>
              <a:rPr lang="en-US" sz="2000">
                <a:solidFill>
                  <a:srgbClr val="FF0000"/>
                </a:solidFill>
                <a:latin typeface="Arial"/>
                <a:ea typeface="Arial"/>
                <a:cs typeface="Arial"/>
                <a:sym typeface="Arial"/>
              </a:rPr>
              <a:t>critical section/region</a:t>
            </a:r>
            <a:r>
              <a:rPr lang="en-US" sz="2000">
                <a:latin typeface="Arial"/>
                <a:ea typeface="Arial"/>
                <a:cs typeface="Arial"/>
                <a:sym typeface="Arial"/>
              </a:rPr>
              <a:t> or a process in CS)</a:t>
            </a:r>
            <a:endParaRPr sz="2000">
              <a:latin typeface="Arial"/>
              <a:ea typeface="Arial"/>
              <a:cs typeface="Arial"/>
              <a:sym typeface="Arial"/>
            </a:endParaRPr>
          </a:p>
          <a:p>
            <a:pPr indent="-285750" lvl="1" marL="742950" rtl="0" algn="l">
              <a:lnSpc>
                <a:spcPct val="90000"/>
              </a:lnSpc>
              <a:spcBef>
                <a:spcPts val="560"/>
              </a:spcBef>
              <a:spcAft>
                <a:spcPts val="0"/>
              </a:spcAft>
              <a:buSzPts val="1120"/>
              <a:buNone/>
            </a:pPr>
            <a:r>
              <a:rPr lang="en-US" sz="2000">
                <a:latin typeface="Arial"/>
                <a:ea typeface="Arial"/>
                <a:cs typeface="Arial"/>
                <a:sym typeface="Arial"/>
              </a:rPr>
              <a:t>(Process calling on </a:t>
            </a:r>
            <a:r>
              <a:rPr b="1" lang="en-US" sz="2000">
                <a:latin typeface="Arial"/>
                <a:ea typeface="Arial"/>
                <a:cs typeface="Arial"/>
                <a:sym typeface="Arial"/>
              </a:rPr>
              <a:t>wait() </a:t>
            </a:r>
            <a:r>
              <a:rPr lang="en-US" sz="2000">
                <a:latin typeface="Arial"/>
                <a:ea typeface="Arial"/>
                <a:cs typeface="Arial"/>
                <a:sym typeface="Arial"/>
              </a:rPr>
              <a:t>operation must wait until </a:t>
            </a:r>
            <a:r>
              <a:rPr b="1" lang="en-US" sz="2000">
                <a:latin typeface="Arial"/>
                <a:ea typeface="Arial"/>
                <a:cs typeface="Arial"/>
                <a:sym typeface="Arial"/>
              </a:rPr>
              <a:t>S &gt; 0 </a:t>
            </a:r>
            <a:r>
              <a:rPr lang="en-US" sz="2000">
                <a:latin typeface="Arial"/>
                <a:ea typeface="Arial"/>
                <a:cs typeface="Arial"/>
                <a:sym typeface="Arial"/>
              </a:rPr>
              <a:t>(+ve value))</a:t>
            </a:r>
            <a:endParaRPr sz="2000">
              <a:latin typeface="Arial"/>
              <a:ea typeface="Arial"/>
              <a:cs typeface="Arial"/>
              <a:sym typeface="Arial"/>
            </a:endParaRPr>
          </a:p>
          <a:p>
            <a:pPr indent="-251459" lvl="0" marL="342900" rtl="0" algn="just">
              <a:lnSpc>
                <a:spcPct val="90000"/>
              </a:lnSpc>
              <a:spcBef>
                <a:spcPts val="770"/>
              </a:spcBef>
              <a:spcAft>
                <a:spcPts val="0"/>
              </a:spcAft>
              <a:buSzPts val="1440"/>
              <a:buNone/>
            </a:pPr>
            <a:r>
              <a:t/>
            </a:r>
            <a:endParaRPr sz="2000">
              <a:latin typeface="Arial"/>
              <a:ea typeface="Arial"/>
              <a:cs typeface="Arial"/>
              <a:sym typeface="Arial"/>
            </a:endParaRPr>
          </a:p>
          <a:p>
            <a:pPr indent="-342900" lvl="0" marL="342900" rtl="0" algn="just">
              <a:lnSpc>
                <a:spcPct val="90000"/>
              </a:lnSpc>
              <a:spcBef>
                <a:spcPts val="770"/>
              </a:spcBef>
              <a:spcAft>
                <a:spcPts val="0"/>
              </a:spcAft>
              <a:buSzPts val="1440"/>
              <a:buChar char="●"/>
            </a:pPr>
            <a:r>
              <a:rPr lang="en-US" sz="2000">
                <a:latin typeface="Arial"/>
                <a:ea typeface="Arial"/>
                <a:cs typeface="Arial"/>
                <a:sym typeface="Arial"/>
              </a:rPr>
              <a:t>Definition of  the </a:t>
            </a:r>
            <a:r>
              <a:rPr b="1" lang="en-US" sz="2000">
                <a:solidFill>
                  <a:srgbClr val="000000"/>
                </a:solidFill>
                <a:latin typeface="Arial"/>
                <a:ea typeface="Arial"/>
                <a:cs typeface="Arial"/>
                <a:sym typeface="Arial"/>
              </a:rPr>
              <a:t>signal() </a:t>
            </a:r>
            <a:r>
              <a:rPr lang="en-US" sz="2000">
                <a:solidFill>
                  <a:srgbClr val="000000"/>
                </a:solidFill>
                <a:latin typeface="Arial"/>
                <a:ea typeface="Arial"/>
                <a:cs typeface="Arial"/>
                <a:sym typeface="Arial"/>
              </a:rPr>
              <a:t>operation</a:t>
            </a:r>
            <a:endParaRPr sz="2000">
              <a:latin typeface="Arial"/>
              <a:ea typeface="Arial"/>
              <a:cs typeface="Arial"/>
              <a:sym typeface="Arial"/>
            </a:endParaRPr>
          </a:p>
          <a:p>
            <a:pPr indent="-285750" lvl="1" marL="742950" rtl="0" algn="l">
              <a:lnSpc>
                <a:spcPct val="90000"/>
              </a:lnSpc>
              <a:spcBef>
                <a:spcPts val="770"/>
              </a:spcBef>
              <a:spcAft>
                <a:spcPts val="0"/>
              </a:spcAft>
              <a:buSzPts val="1760"/>
              <a:buFont typeface="Arial"/>
              <a:buNone/>
            </a:pPr>
            <a:r>
              <a:rPr b="1" lang="en-US" sz="2000">
                <a:latin typeface="Arial"/>
                <a:ea typeface="Arial"/>
                <a:cs typeface="Arial"/>
                <a:sym typeface="Arial"/>
              </a:rPr>
              <a:t>   signal(S) </a:t>
            </a:r>
            <a:endParaRPr b="1" sz="2000">
              <a:latin typeface="Arial"/>
              <a:ea typeface="Arial"/>
              <a:cs typeface="Arial"/>
              <a:sym typeface="Arial"/>
            </a:endParaRPr>
          </a:p>
          <a:p>
            <a:pPr indent="-285750" lvl="1" marL="742950" rtl="0" algn="l">
              <a:lnSpc>
                <a:spcPct val="90000"/>
              </a:lnSpc>
              <a:spcBef>
                <a:spcPts val="770"/>
              </a:spcBef>
              <a:spcAft>
                <a:spcPts val="0"/>
              </a:spcAft>
              <a:buSzPts val="1760"/>
              <a:buFont typeface="Arial"/>
              <a:buNone/>
            </a:pPr>
            <a:r>
              <a:rPr b="1" lang="en-US" sz="2000">
                <a:latin typeface="Arial"/>
                <a:ea typeface="Arial"/>
                <a:cs typeface="Arial"/>
                <a:sym typeface="Arial"/>
              </a:rPr>
              <a:t> { </a:t>
            </a:r>
            <a:endParaRPr sz="2000">
              <a:latin typeface="Arial"/>
              <a:ea typeface="Arial"/>
              <a:cs typeface="Arial"/>
              <a:sym typeface="Arial"/>
            </a:endParaRPr>
          </a:p>
          <a:p>
            <a:pPr indent="-285750" lvl="1" marL="742950" rtl="0" algn="l">
              <a:lnSpc>
                <a:spcPct val="90000"/>
              </a:lnSpc>
              <a:spcBef>
                <a:spcPts val="490"/>
              </a:spcBef>
              <a:spcAft>
                <a:spcPts val="0"/>
              </a:spcAft>
              <a:buSzPts val="1120"/>
              <a:buFont typeface="Arial"/>
              <a:buNone/>
            </a:pPr>
            <a:r>
              <a:rPr b="1" lang="en-US" sz="2000">
                <a:latin typeface="Arial"/>
                <a:ea typeface="Arial"/>
                <a:cs typeface="Arial"/>
                <a:sym typeface="Arial"/>
              </a:rPr>
              <a:t>       S = S + 1;</a:t>
            </a:r>
            <a:endParaRPr sz="2000">
              <a:latin typeface="Arial"/>
              <a:ea typeface="Arial"/>
              <a:cs typeface="Arial"/>
              <a:sym typeface="Arial"/>
            </a:endParaRPr>
          </a:p>
          <a:p>
            <a:pPr indent="-285750" lvl="1" marL="742950" rtl="0" algn="l">
              <a:lnSpc>
                <a:spcPct val="90000"/>
              </a:lnSpc>
              <a:spcBef>
                <a:spcPts val="490"/>
              </a:spcBef>
              <a:spcAft>
                <a:spcPts val="0"/>
              </a:spcAft>
              <a:buSzPts val="1120"/>
              <a:buFont typeface="Arial"/>
              <a:buNone/>
            </a:pPr>
            <a:r>
              <a:rPr b="1" lang="en-US" sz="2000">
                <a:latin typeface="Arial"/>
                <a:ea typeface="Arial"/>
                <a:cs typeface="Arial"/>
                <a:sym typeface="Arial"/>
              </a:rPr>
              <a:t>   }</a:t>
            </a:r>
            <a:endParaRPr sz="2000">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53"/>
          <p:cNvSpPr txBox="1"/>
          <p:nvPr>
            <p:ph type="title"/>
          </p:nvPr>
        </p:nvSpPr>
        <p:spPr>
          <a:xfrm>
            <a:off x="561975" y="288925"/>
            <a:ext cx="853440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Types of Semaphores</a:t>
            </a:r>
            <a:endParaRPr/>
          </a:p>
        </p:txBody>
      </p:sp>
      <p:sp>
        <p:nvSpPr>
          <p:cNvPr id="993" name="Google Shape;993;p53"/>
          <p:cNvSpPr txBox="1"/>
          <p:nvPr>
            <p:ph idx="1" type="body"/>
          </p:nvPr>
        </p:nvSpPr>
        <p:spPr>
          <a:xfrm>
            <a:off x="902970" y="1093788"/>
            <a:ext cx="762381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b="1" lang="en-US">
                <a:solidFill>
                  <a:srgbClr val="3366FF"/>
                </a:solidFill>
              </a:rPr>
              <a:t>Counting semaphore </a:t>
            </a:r>
            <a:r>
              <a:rPr lang="en-US"/>
              <a:t>– integer value can range over an unrestricted domain</a:t>
            </a:r>
            <a:endParaRPr/>
          </a:p>
          <a:p>
            <a:pPr indent="-217170" lvl="0" marL="342900" rtl="0" algn="just">
              <a:lnSpc>
                <a:spcPct val="100000"/>
              </a:lnSpc>
              <a:spcBef>
                <a:spcPts val="770"/>
              </a:spcBef>
              <a:spcAft>
                <a:spcPts val="0"/>
              </a:spcAft>
              <a:buSzPts val="1980"/>
              <a:buNone/>
            </a:pPr>
            <a:r>
              <a:t/>
            </a:r>
            <a:endParaRPr/>
          </a:p>
          <a:p>
            <a:pPr indent="-342900" lvl="0" marL="342900" rtl="0" algn="just">
              <a:lnSpc>
                <a:spcPct val="100000"/>
              </a:lnSpc>
              <a:spcBef>
                <a:spcPts val="770"/>
              </a:spcBef>
              <a:spcAft>
                <a:spcPts val="0"/>
              </a:spcAft>
              <a:buSzPts val="1980"/>
              <a:buChar char="●"/>
            </a:pPr>
            <a:r>
              <a:rPr b="1" lang="en-US">
                <a:solidFill>
                  <a:srgbClr val="3366FF"/>
                </a:solidFill>
              </a:rPr>
              <a:t>Binary semaphore </a:t>
            </a:r>
            <a:r>
              <a:rPr lang="en-US"/>
              <a:t>– integer value can range only between 0 and 1</a:t>
            </a:r>
            <a:endParaRPr/>
          </a:p>
          <a:p>
            <a:pPr indent="-285750" lvl="1" marL="742950" rtl="0" algn="just">
              <a:lnSpc>
                <a:spcPct val="100000"/>
              </a:lnSpc>
              <a:spcBef>
                <a:spcPts val="770"/>
              </a:spcBef>
              <a:spcAft>
                <a:spcPts val="0"/>
              </a:spcAft>
              <a:buSzPts val="1760"/>
              <a:buChar char="●"/>
            </a:pPr>
            <a:r>
              <a:rPr lang="en-US"/>
              <a:t>Same as a </a:t>
            </a:r>
            <a:r>
              <a:rPr b="1" lang="en-US">
                <a:solidFill>
                  <a:srgbClr val="3366FF"/>
                </a:solidFill>
              </a:rPr>
              <a:t>mutex lock</a:t>
            </a:r>
            <a:endParaRPr b="1">
              <a:solidFill>
                <a:srgbClr val="3366FF"/>
              </a:solidFill>
            </a:endParaRPr>
          </a:p>
          <a:p>
            <a:pPr indent="-217170" lvl="0" marL="342900" rtl="0" algn="just">
              <a:lnSpc>
                <a:spcPct val="100000"/>
              </a:lnSpc>
              <a:spcBef>
                <a:spcPts val="770"/>
              </a:spcBef>
              <a:spcAft>
                <a:spcPts val="0"/>
              </a:spcAft>
              <a:buSzPts val="1980"/>
              <a:buNone/>
            </a:pPr>
            <a:r>
              <a:t/>
            </a:r>
            <a:endParaRPr/>
          </a:p>
          <a:p>
            <a:pPr indent="-342900" lvl="0" marL="342900" rtl="0" algn="just">
              <a:lnSpc>
                <a:spcPct val="100000"/>
              </a:lnSpc>
              <a:spcBef>
                <a:spcPts val="770"/>
              </a:spcBef>
              <a:spcAft>
                <a:spcPts val="0"/>
              </a:spcAft>
              <a:buSzPts val="1980"/>
              <a:buChar char="●"/>
            </a:pPr>
            <a:r>
              <a:rPr lang="en-US"/>
              <a:t>Can implement a counting semaphore </a:t>
            </a:r>
            <a:r>
              <a:rPr b="1" i="1" lang="en-US">
                <a:solidFill>
                  <a:srgbClr val="000000"/>
                </a:solidFill>
              </a:rPr>
              <a:t>S</a:t>
            </a:r>
            <a:r>
              <a:rPr lang="en-US"/>
              <a:t> as a binary semaphore</a:t>
            </a:r>
            <a:endParaRPr/>
          </a:p>
          <a:p>
            <a:pPr indent="-217170" lvl="0" marL="342900" rtl="0" algn="just">
              <a:lnSpc>
                <a:spcPct val="100000"/>
              </a:lnSpc>
              <a:spcBef>
                <a:spcPts val="770"/>
              </a:spcBef>
              <a:spcAft>
                <a:spcPts val="0"/>
              </a:spcAft>
              <a:buSzPts val="1980"/>
              <a:buNone/>
            </a:pPr>
            <a:r>
              <a:t/>
            </a:r>
            <a:endParaRPr b="1" baseline="-25000" i="1"/>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54"/>
          <p:cNvSpPr txBox="1"/>
          <p:nvPr>
            <p:ph type="title"/>
          </p:nvPr>
        </p:nvSpPr>
        <p:spPr>
          <a:xfrm>
            <a:off x="561975" y="288925"/>
            <a:ext cx="853440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	Semaphore Usage</a:t>
            </a:r>
            <a:endParaRPr/>
          </a:p>
        </p:txBody>
      </p:sp>
      <p:sp>
        <p:nvSpPr>
          <p:cNvPr id="1000" name="Google Shape;1000;p54"/>
          <p:cNvSpPr txBox="1"/>
          <p:nvPr>
            <p:ph idx="1" type="body"/>
          </p:nvPr>
        </p:nvSpPr>
        <p:spPr>
          <a:xfrm>
            <a:off x="561975" y="1019175"/>
            <a:ext cx="8033385" cy="4911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440"/>
              <a:buFont typeface="Arial"/>
              <a:buNone/>
            </a:pPr>
            <a:r>
              <a:rPr lang="en-US" sz="2000">
                <a:latin typeface="Arial"/>
                <a:ea typeface="Arial"/>
                <a:cs typeface="Arial"/>
                <a:sym typeface="Arial"/>
              </a:rPr>
              <a:t>Can  solve various synchronization problems</a:t>
            </a:r>
            <a:endParaRPr sz="2000">
              <a:latin typeface="Arial"/>
              <a:ea typeface="Arial"/>
              <a:cs typeface="Arial"/>
              <a:sym typeface="Arial"/>
            </a:endParaRPr>
          </a:p>
          <a:p>
            <a:pPr indent="-342900" lvl="0" marL="342900" rtl="0" algn="just">
              <a:lnSpc>
                <a:spcPct val="100000"/>
              </a:lnSpc>
              <a:spcBef>
                <a:spcPts val="560"/>
              </a:spcBef>
              <a:spcAft>
                <a:spcPts val="0"/>
              </a:spcAft>
              <a:buSzPts val="1440"/>
              <a:buChar char="●"/>
            </a:pPr>
            <a:r>
              <a:rPr lang="en-US" sz="2000">
                <a:latin typeface="Arial"/>
                <a:ea typeface="Arial"/>
                <a:cs typeface="Arial"/>
                <a:sym typeface="Arial"/>
              </a:rPr>
              <a:t>A solution to the CS problem.</a:t>
            </a:r>
            <a:endParaRPr sz="2000">
              <a:latin typeface="Arial"/>
              <a:ea typeface="Arial"/>
              <a:cs typeface="Arial"/>
              <a:sym typeface="Arial"/>
            </a:endParaRPr>
          </a:p>
          <a:p>
            <a:pPr indent="-285750" lvl="1" marL="742950" rtl="0" algn="just">
              <a:lnSpc>
                <a:spcPct val="100000"/>
              </a:lnSpc>
              <a:spcBef>
                <a:spcPts val="560"/>
              </a:spcBef>
              <a:spcAft>
                <a:spcPts val="0"/>
              </a:spcAft>
              <a:buSzPts val="1280"/>
              <a:buChar char="●"/>
            </a:pPr>
            <a:r>
              <a:rPr lang="en-US" sz="2000">
                <a:latin typeface="Arial"/>
                <a:ea typeface="Arial"/>
                <a:cs typeface="Arial"/>
                <a:sym typeface="Arial"/>
              </a:rPr>
              <a:t> Create a semaphore “</a:t>
            </a:r>
            <a:r>
              <a:rPr b="1" lang="en-US" sz="2000">
                <a:solidFill>
                  <a:srgbClr val="000000"/>
                </a:solidFill>
                <a:latin typeface="Courier New"/>
                <a:ea typeface="Courier New"/>
                <a:cs typeface="Courier New"/>
                <a:sym typeface="Courier New"/>
              </a:rPr>
              <a:t>synch</a:t>
            </a:r>
            <a:r>
              <a:rPr lang="en-US" sz="2000">
                <a:latin typeface="Arial"/>
                <a:ea typeface="Arial"/>
                <a:cs typeface="Arial"/>
                <a:sym typeface="Arial"/>
              </a:rPr>
              <a:t>” initialized to 1 </a:t>
            </a:r>
            <a:endParaRPr sz="2000">
              <a:latin typeface="Arial"/>
              <a:ea typeface="Arial"/>
              <a:cs typeface="Arial"/>
              <a:sym typeface="Arial"/>
            </a:endParaRPr>
          </a:p>
          <a:p>
            <a:pPr indent="-285750" lvl="1" marL="742950" rtl="0" algn="just">
              <a:lnSpc>
                <a:spcPct val="100000"/>
              </a:lnSpc>
              <a:spcBef>
                <a:spcPts val="560"/>
              </a:spcBef>
              <a:spcAft>
                <a:spcPts val="0"/>
              </a:spcAft>
              <a:buSzPts val="1280"/>
              <a:buFont typeface="Arial"/>
              <a:buNone/>
            </a:pPr>
            <a:r>
              <a:rPr b="1" lang="en-US" sz="2000">
                <a:solidFill>
                  <a:srgbClr val="000000"/>
                </a:solidFill>
                <a:latin typeface="Arial"/>
                <a:ea typeface="Arial"/>
                <a:cs typeface="Arial"/>
                <a:sym typeface="Arial"/>
              </a:rPr>
              <a:t>       </a:t>
            </a:r>
            <a:r>
              <a:rPr b="1" lang="en-US" sz="2000">
                <a:solidFill>
                  <a:srgbClr val="000000"/>
                </a:solidFill>
                <a:latin typeface="Courier New"/>
                <a:ea typeface="Courier New"/>
                <a:cs typeface="Courier New"/>
                <a:sym typeface="Courier New"/>
              </a:rPr>
              <a:t>wait(synch)</a:t>
            </a:r>
            <a:endParaRPr sz="2000">
              <a:latin typeface="Courier New"/>
              <a:ea typeface="Courier New"/>
              <a:cs typeface="Courier New"/>
              <a:sym typeface="Courier New"/>
            </a:endParaRPr>
          </a:p>
          <a:p>
            <a:pPr indent="-285750" lvl="1" marL="742950" rtl="0" algn="just">
              <a:lnSpc>
                <a:spcPct val="100000"/>
              </a:lnSpc>
              <a:spcBef>
                <a:spcPts val="560"/>
              </a:spcBef>
              <a:spcAft>
                <a:spcPts val="0"/>
              </a:spcAft>
              <a:buSzPts val="1280"/>
              <a:buFont typeface="Arial"/>
              <a:buNone/>
            </a:pPr>
            <a:r>
              <a:rPr b="1" lang="en-US" sz="2000">
                <a:solidFill>
                  <a:srgbClr val="000000"/>
                </a:solidFill>
                <a:latin typeface="Courier New"/>
                <a:ea typeface="Courier New"/>
                <a:cs typeface="Courier New"/>
                <a:sym typeface="Courier New"/>
              </a:rPr>
              <a:t>               CS</a:t>
            </a:r>
            <a:endParaRPr sz="2000">
              <a:latin typeface="Courier New"/>
              <a:ea typeface="Courier New"/>
              <a:cs typeface="Courier New"/>
              <a:sym typeface="Courier New"/>
            </a:endParaRPr>
          </a:p>
          <a:p>
            <a:pPr indent="-285750" lvl="1" marL="742950" rtl="0" algn="just">
              <a:lnSpc>
                <a:spcPct val="100000"/>
              </a:lnSpc>
              <a:spcBef>
                <a:spcPts val="560"/>
              </a:spcBef>
              <a:spcAft>
                <a:spcPts val="0"/>
              </a:spcAft>
              <a:buSzPts val="1280"/>
              <a:buFont typeface="Arial"/>
              <a:buNone/>
            </a:pPr>
            <a:r>
              <a:rPr b="1" lang="en-US" sz="2000">
                <a:solidFill>
                  <a:srgbClr val="000000"/>
                </a:solidFill>
                <a:latin typeface="Courier New"/>
                <a:ea typeface="Courier New"/>
                <a:cs typeface="Courier New"/>
                <a:sym typeface="Courier New"/>
              </a:rPr>
              <a:t>   signal(synch);</a:t>
            </a:r>
            <a:endParaRPr sz="2000">
              <a:latin typeface="Courier New"/>
              <a:ea typeface="Courier New"/>
              <a:cs typeface="Courier New"/>
              <a:sym typeface="Courier New"/>
            </a:endParaRPr>
          </a:p>
          <a:p>
            <a:pPr indent="-251459" lvl="0" marL="342900" rtl="0" algn="just">
              <a:lnSpc>
                <a:spcPct val="100000"/>
              </a:lnSpc>
              <a:spcBef>
                <a:spcPts val="560"/>
              </a:spcBef>
              <a:spcAft>
                <a:spcPts val="0"/>
              </a:spcAft>
              <a:buSzPts val="1440"/>
              <a:buNone/>
            </a:pPr>
            <a:r>
              <a:t/>
            </a:r>
            <a:endParaRPr sz="2000">
              <a:latin typeface="Arial"/>
              <a:ea typeface="Arial"/>
              <a:cs typeface="Arial"/>
              <a:sym typeface="Arial"/>
            </a:endParaRPr>
          </a:p>
          <a:p>
            <a:pPr indent="-251459" lvl="0" marL="342900" rtl="0" algn="just">
              <a:lnSpc>
                <a:spcPct val="100000"/>
              </a:lnSpc>
              <a:spcBef>
                <a:spcPts val="560"/>
              </a:spcBef>
              <a:spcAft>
                <a:spcPts val="0"/>
              </a:spcAft>
              <a:buSzPts val="1440"/>
              <a:buNone/>
            </a:pPr>
            <a:r>
              <a:t/>
            </a:r>
            <a:endParaRPr b="1" baseline="-25000" i="1" sz="2000">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55"/>
          <p:cNvSpPr txBox="1"/>
          <p:nvPr>
            <p:ph type="title"/>
          </p:nvPr>
        </p:nvSpPr>
        <p:spPr>
          <a:xfrm>
            <a:off x="561975" y="288925"/>
            <a:ext cx="853440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	Semaphore Usage</a:t>
            </a:r>
            <a:endParaRPr/>
          </a:p>
        </p:txBody>
      </p:sp>
      <p:sp>
        <p:nvSpPr>
          <p:cNvPr id="1006" name="Google Shape;1006;p55"/>
          <p:cNvSpPr/>
          <p:nvPr/>
        </p:nvSpPr>
        <p:spPr>
          <a:xfrm>
            <a:off x="561975" y="1129883"/>
            <a:ext cx="8306453" cy="25852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Consider </a:t>
            </a:r>
            <a:r>
              <a:rPr b="1" i="1" lang="en-US" sz="1800" u="none" cap="none" strike="noStrike">
                <a:solidFill>
                  <a:schemeClr val="dk1"/>
                </a:solidFill>
                <a:latin typeface="Arial"/>
                <a:ea typeface="Arial"/>
                <a:cs typeface="Arial"/>
                <a:sym typeface="Arial"/>
              </a:rPr>
              <a:t>P</a:t>
            </a:r>
            <a:r>
              <a:rPr b="1" baseline="-25000" i="1" lang="en-US" sz="1800" u="none" cap="none" strike="noStrike">
                <a:solidFill>
                  <a:schemeClr val="dk1"/>
                </a:solidFill>
                <a:latin typeface="Arial"/>
                <a:ea typeface="Arial"/>
                <a:cs typeface="Arial"/>
                <a:sym typeface="Arial"/>
              </a:rPr>
              <a:t>1</a:t>
            </a:r>
            <a:r>
              <a:rPr b="1" i="1" lang="en-US" sz="18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 and </a:t>
            </a:r>
            <a:r>
              <a:rPr b="1" i="1" lang="en-US" sz="1800" u="none" cap="none" strike="noStrike">
                <a:solidFill>
                  <a:schemeClr val="dk1"/>
                </a:solidFill>
                <a:latin typeface="Arial"/>
                <a:ea typeface="Arial"/>
                <a:cs typeface="Arial"/>
                <a:sym typeface="Arial"/>
              </a:rPr>
              <a:t>P</a:t>
            </a:r>
            <a:r>
              <a:rPr b="1" baseline="-25000" i="1" lang="en-US" sz="1800" u="none" cap="none" strike="noStrike">
                <a:solidFill>
                  <a:schemeClr val="dk1"/>
                </a:solidFill>
                <a:latin typeface="Arial"/>
                <a:ea typeface="Arial"/>
                <a:cs typeface="Arial"/>
                <a:sym typeface="Arial"/>
              </a:rPr>
              <a:t>2</a:t>
            </a:r>
            <a:r>
              <a:rPr b="0" i="0" lang="en-US" sz="1800" u="none" cap="none" strike="noStrike">
                <a:solidFill>
                  <a:schemeClr val="dk1"/>
                </a:solidFill>
                <a:latin typeface="Arial"/>
                <a:ea typeface="Arial"/>
                <a:cs typeface="Arial"/>
                <a:sym typeface="Arial"/>
              </a:rPr>
              <a:t> that require</a:t>
            </a:r>
            <a:r>
              <a:rPr b="1" i="1" lang="en-US" sz="18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code</a:t>
            </a:r>
            <a:r>
              <a:rPr b="1" i="1" lang="en-US" sz="18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segment</a:t>
            </a:r>
            <a:r>
              <a:rPr b="1" i="1" lang="en-US" sz="1800" u="none" cap="none" strike="noStrike">
                <a:solidFill>
                  <a:schemeClr val="dk1"/>
                </a:solidFill>
                <a:latin typeface="Arial"/>
                <a:ea typeface="Arial"/>
                <a:cs typeface="Arial"/>
                <a:sym typeface="Arial"/>
              </a:rPr>
              <a:t> S</a:t>
            </a:r>
            <a:r>
              <a:rPr b="1" baseline="-25000" i="1" lang="en-US" sz="1800" u="none" cap="none" strike="noStrike">
                <a:solidFill>
                  <a:schemeClr val="dk1"/>
                </a:solidFill>
                <a:latin typeface="Arial"/>
                <a:ea typeface="Arial"/>
                <a:cs typeface="Arial"/>
                <a:sym typeface="Arial"/>
              </a:rPr>
              <a:t>1</a:t>
            </a:r>
            <a:r>
              <a:rPr b="1" i="1" lang="en-US" sz="18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to happen before code segment </a:t>
            </a:r>
            <a:r>
              <a:rPr b="1" i="1" lang="en-US" sz="1800" u="none" cap="none" strike="noStrike">
                <a:solidFill>
                  <a:schemeClr val="dk1"/>
                </a:solidFill>
                <a:latin typeface="Arial"/>
                <a:ea typeface="Arial"/>
                <a:cs typeface="Arial"/>
                <a:sym typeface="Arial"/>
              </a:rPr>
              <a:t>S</a:t>
            </a:r>
            <a:r>
              <a:rPr b="1" baseline="-25000" i="1" lang="en-US" sz="1800" u="none" cap="none" strike="noStrike">
                <a:solidFill>
                  <a:schemeClr val="dk1"/>
                </a:solidFill>
                <a:latin typeface="Arial"/>
                <a:ea typeface="Arial"/>
                <a:cs typeface="Arial"/>
                <a:sym typeface="Arial"/>
              </a:rPr>
              <a:t>2</a:t>
            </a:r>
            <a:endParaRPr b="0" i="0" sz="16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Create a semaphore “</a:t>
            </a:r>
            <a:r>
              <a:rPr b="1" i="0" lang="en-US" sz="1800" u="none" cap="none" strike="noStrike">
                <a:solidFill>
                  <a:srgbClr val="000000"/>
                </a:solidFill>
                <a:latin typeface="Arial"/>
                <a:ea typeface="Arial"/>
                <a:cs typeface="Arial"/>
                <a:sym typeface="Arial"/>
              </a:rPr>
              <a:t>synch</a:t>
            </a:r>
            <a:r>
              <a:rPr b="0" i="0" lang="en-US" sz="1800" u="none" cap="none" strike="noStrike">
                <a:solidFill>
                  <a:schemeClr val="dk1"/>
                </a:solidFill>
                <a:latin typeface="Arial"/>
                <a:ea typeface="Arial"/>
                <a:cs typeface="Arial"/>
                <a:sym typeface="Arial"/>
              </a:rPr>
              <a:t>” initialized to 0 </a:t>
            </a:r>
            <a:endParaRPr b="0" i="0" sz="16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600"/>
              <a:buFont typeface="Arial"/>
              <a:buNone/>
            </a:pPr>
            <a:r>
              <a:rPr b="1" i="0" lang="en-US" sz="1800" u="none" cap="none" strike="noStrike">
                <a:solidFill>
                  <a:srgbClr val="000000"/>
                </a:solidFill>
                <a:latin typeface="Arial"/>
                <a:ea typeface="Arial"/>
                <a:cs typeface="Arial"/>
                <a:sym typeface="Arial"/>
              </a:rPr>
              <a:t>     P1:</a:t>
            </a:r>
            <a:endParaRPr b="0" i="0" sz="16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600"/>
              <a:buFont typeface="Arial"/>
              <a:buNone/>
            </a:pPr>
            <a:r>
              <a:rPr b="1" i="0" lang="en-US" sz="1800" u="none" cap="none" strike="noStrike">
                <a:solidFill>
                  <a:srgbClr val="000000"/>
                </a:solidFill>
                <a:latin typeface="Arial"/>
                <a:ea typeface="Arial"/>
                <a:cs typeface="Arial"/>
                <a:sym typeface="Arial"/>
              </a:rPr>
              <a:t>         S</a:t>
            </a:r>
            <a:r>
              <a:rPr b="1" baseline="-25000" i="0" lang="en-US" sz="1800" u="none" cap="none" strike="noStrike">
                <a:solidFill>
                  <a:srgbClr val="000000"/>
                </a:solidFill>
                <a:latin typeface="Arial"/>
                <a:ea typeface="Arial"/>
                <a:cs typeface="Arial"/>
                <a:sym typeface="Arial"/>
              </a:rPr>
              <a:t>1</a:t>
            </a:r>
            <a:r>
              <a:rPr b="1" i="0" lang="en-US" sz="18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600"/>
              <a:buFont typeface="Arial"/>
              <a:buNone/>
            </a:pPr>
            <a:r>
              <a:rPr b="1" i="0" lang="en-US" sz="1800" u="none" cap="none" strike="noStrike">
                <a:solidFill>
                  <a:srgbClr val="000000"/>
                </a:solidFill>
                <a:latin typeface="Arial"/>
                <a:ea typeface="Arial"/>
                <a:cs typeface="Arial"/>
                <a:sym typeface="Arial"/>
              </a:rPr>
              <a:t>         signal(synch);</a:t>
            </a:r>
            <a:endParaRPr b="0" i="0" sz="16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600"/>
              <a:buFont typeface="Arial"/>
              <a:buNone/>
            </a:pPr>
            <a:r>
              <a:rPr b="1" i="0" lang="en-US" sz="1800" u="none" cap="none" strike="noStrike">
                <a:solidFill>
                  <a:srgbClr val="000000"/>
                </a:solidFill>
                <a:latin typeface="Arial"/>
                <a:ea typeface="Arial"/>
                <a:cs typeface="Arial"/>
                <a:sym typeface="Arial"/>
              </a:rPr>
              <a:t>     P2:</a:t>
            </a:r>
            <a:endParaRPr b="0" i="0" sz="16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600"/>
              <a:buFont typeface="Arial"/>
              <a:buNone/>
            </a:pPr>
            <a:r>
              <a:rPr b="1" i="0" lang="en-US" sz="1800" u="none" cap="none" strike="noStrike">
                <a:solidFill>
                  <a:srgbClr val="000000"/>
                </a:solidFill>
                <a:latin typeface="Arial"/>
                <a:ea typeface="Arial"/>
                <a:cs typeface="Arial"/>
                <a:sym typeface="Arial"/>
              </a:rPr>
              <a:t>         wait(synch)</a:t>
            </a:r>
            <a:r>
              <a:rPr b="0" i="0" lang="en-US" sz="1600" u="none" cap="none" strike="noStrike">
                <a:solidFill>
                  <a:srgbClr val="0000FF"/>
                </a:solidFill>
                <a:latin typeface="Arial"/>
                <a:ea typeface="Arial"/>
                <a:cs typeface="Arial"/>
                <a:sym typeface="Arial"/>
              </a:rPr>
              <a:t>;</a:t>
            </a:r>
            <a:endParaRPr b="1" i="0" sz="18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600"/>
              <a:buFont typeface="Arial"/>
              <a:buNone/>
            </a:pPr>
            <a:r>
              <a:rPr b="1" i="0" lang="en-US" sz="1800" u="none" cap="none" strike="noStrike">
                <a:solidFill>
                  <a:srgbClr val="000000"/>
                </a:solidFill>
                <a:latin typeface="Arial"/>
                <a:ea typeface="Arial"/>
                <a:cs typeface="Arial"/>
                <a:sym typeface="Arial"/>
              </a:rPr>
              <a:t>         S</a:t>
            </a:r>
            <a:r>
              <a:rPr b="1" baseline="-25000" i="0" lang="en-US" sz="1800" u="none" cap="none" strike="noStrike">
                <a:solidFill>
                  <a:srgbClr val="000000"/>
                </a:solidFill>
                <a:latin typeface="Arial"/>
                <a:ea typeface="Arial"/>
                <a:cs typeface="Arial"/>
                <a:sym typeface="Arial"/>
              </a:rPr>
              <a:t>2</a:t>
            </a:r>
            <a:r>
              <a:rPr b="1" i="0" lang="en-US" sz="1800" u="none" cap="none" strike="noStrike">
                <a:solidFill>
                  <a:srgbClr val="000000"/>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1007" name="Google Shape;1007;p55"/>
          <p:cNvSpPr txBox="1"/>
          <p:nvPr/>
        </p:nvSpPr>
        <p:spPr>
          <a:xfrm>
            <a:off x="822960" y="4098925"/>
            <a:ext cx="6667604" cy="1692275"/>
          </a:xfrm>
          <a:prstGeom prst="rect">
            <a:avLst/>
          </a:prstGeom>
          <a:solidFill>
            <a:srgbClr val="F3F2C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111003"/>
                </a:solidFill>
                <a:latin typeface="Helvetica Neue"/>
                <a:ea typeface="Helvetica Neue"/>
                <a:cs typeface="Helvetica Neue"/>
                <a:sym typeface="Helvetica Neue"/>
              </a:rPr>
              <a:t>Because </a:t>
            </a:r>
            <a:r>
              <a:rPr b="0" i="0" lang="en-US" sz="2600" u="none" cap="none" strike="noStrike">
                <a:solidFill>
                  <a:srgbClr val="111003"/>
                </a:solidFill>
                <a:latin typeface="Courier New"/>
                <a:ea typeface="Courier New"/>
                <a:cs typeface="Courier New"/>
                <a:sym typeface="Courier New"/>
              </a:rPr>
              <a:t>synch</a:t>
            </a:r>
            <a:r>
              <a:rPr b="0" i="0" lang="en-US" sz="2600" u="none" cap="none" strike="noStrike">
                <a:solidFill>
                  <a:srgbClr val="111003"/>
                </a:solidFill>
                <a:latin typeface="Helvetica Neue"/>
                <a:ea typeface="Helvetica Neue"/>
                <a:cs typeface="Helvetica Neue"/>
                <a:sym typeface="Helvetica Neue"/>
              </a:rPr>
              <a:t> is initialized to 0,                   </a:t>
            </a:r>
            <a:r>
              <a:rPr b="0" i="0" lang="en-US" sz="2600" u="none" cap="none" strike="noStrike">
                <a:solidFill>
                  <a:srgbClr val="111003"/>
                </a:solidFill>
                <a:latin typeface="Courier New"/>
                <a:ea typeface="Courier New"/>
                <a:cs typeface="Courier New"/>
                <a:sym typeface="Courier New"/>
              </a:rPr>
              <a:t>P</a:t>
            </a:r>
            <a:r>
              <a:rPr b="0" baseline="-25000" i="0" lang="en-US" sz="2600" u="none" cap="none" strike="noStrike">
                <a:solidFill>
                  <a:srgbClr val="111003"/>
                </a:solidFill>
                <a:latin typeface="Courier New"/>
                <a:ea typeface="Courier New"/>
                <a:cs typeface="Courier New"/>
                <a:sym typeface="Courier New"/>
              </a:rPr>
              <a:t>2</a:t>
            </a:r>
            <a:r>
              <a:rPr b="0" i="0" lang="en-US" sz="2600" u="none" cap="none" strike="noStrike">
                <a:solidFill>
                  <a:srgbClr val="111003"/>
                </a:solidFill>
                <a:latin typeface="Helvetica Neue"/>
                <a:ea typeface="Helvetica Neue"/>
                <a:cs typeface="Helvetica Neue"/>
                <a:sym typeface="Helvetica Neue"/>
              </a:rPr>
              <a:t> is executed only after </a:t>
            </a:r>
            <a:r>
              <a:rPr b="0" i="0" lang="en-US" sz="2600" u="none" cap="none" strike="noStrike">
                <a:solidFill>
                  <a:srgbClr val="111003"/>
                </a:solidFill>
                <a:latin typeface="Courier New"/>
                <a:ea typeface="Courier New"/>
                <a:cs typeface="Courier New"/>
                <a:sym typeface="Courier New"/>
              </a:rPr>
              <a:t>P</a:t>
            </a:r>
            <a:r>
              <a:rPr b="0" baseline="-25000" i="0" lang="en-US" sz="2600" u="none" cap="none" strike="noStrike">
                <a:solidFill>
                  <a:srgbClr val="111003"/>
                </a:solidFill>
                <a:latin typeface="Courier New"/>
                <a:ea typeface="Courier New"/>
                <a:cs typeface="Courier New"/>
                <a:sym typeface="Courier New"/>
              </a:rPr>
              <a:t>1</a:t>
            </a:r>
            <a:r>
              <a:rPr b="0" i="0" lang="en-US" sz="2600" u="none" cap="none" strike="noStrike">
                <a:solidFill>
                  <a:srgbClr val="111003"/>
                </a:solidFill>
                <a:latin typeface="Helvetica Neue"/>
                <a:ea typeface="Helvetica Neue"/>
                <a:cs typeface="Helvetica Neue"/>
                <a:sym typeface="Helvetica Neue"/>
              </a:rPr>
              <a:t> has invoked </a:t>
            </a:r>
            <a:r>
              <a:rPr b="0" i="0" lang="en-US" sz="2600" u="none" cap="none" strike="noStrike">
                <a:solidFill>
                  <a:srgbClr val="111003"/>
                </a:solidFill>
                <a:latin typeface="Courier New"/>
                <a:ea typeface="Courier New"/>
                <a:cs typeface="Courier New"/>
                <a:sym typeface="Courier New"/>
              </a:rPr>
              <a:t>signal(sync)</a:t>
            </a:r>
            <a:r>
              <a:rPr b="0" i="0" lang="en-US" sz="2600" u="none" cap="none" strike="noStrike">
                <a:solidFill>
                  <a:srgbClr val="111003"/>
                </a:solidFill>
                <a:latin typeface="Helvetica Neue"/>
                <a:ea typeface="Helvetica Neue"/>
                <a:cs typeface="Helvetica Neue"/>
                <a:sym typeface="Helvetica Neue"/>
              </a:rPr>
              <a:t>, which is after statement </a:t>
            </a:r>
            <a:r>
              <a:rPr b="0" i="0" lang="en-US" sz="2600" u="none" cap="none" strike="noStrike">
                <a:solidFill>
                  <a:srgbClr val="111003"/>
                </a:solidFill>
                <a:latin typeface="Courier New"/>
                <a:ea typeface="Courier New"/>
                <a:cs typeface="Courier New"/>
                <a:sym typeface="Courier New"/>
              </a:rPr>
              <a:t>S</a:t>
            </a:r>
            <a:r>
              <a:rPr b="0" baseline="-25000" i="0" lang="en-US" sz="2600" u="none" cap="none" strike="noStrike">
                <a:solidFill>
                  <a:srgbClr val="111003"/>
                </a:solidFill>
                <a:latin typeface="Courier New"/>
                <a:ea typeface="Courier New"/>
                <a:cs typeface="Courier New"/>
                <a:sym typeface="Courier New"/>
              </a:rPr>
              <a:t>1</a:t>
            </a:r>
            <a:r>
              <a:rPr b="0" i="0" lang="en-US" sz="2600" u="none" cap="none" strike="noStrike">
                <a:solidFill>
                  <a:srgbClr val="111003"/>
                </a:solidFill>
                <a:latin typeface="Courier New"/>
                <a:ea typeface="Courier New"/>
                <a:cs typeface="Courier New"/>
                <a:sym typeface="Courier New"/>
              </a:rPr>
              <a:t> </a:t>
            </a:r>
            <a:r>
              <a:rPr b="0" i="0" lang="en-US" sz="2600" u="none" cap="none" strike="noStrike">
                <a:solidFill>
                  <a:srgbClr val="111003"/>
                </a:solidFill>
                <a:latin typeface="Helvetica Neue"/>
                <a:ea typeface="Helvetica Neue"/>
                <a:cs typeface="Helvetica Neue"/>
                <a:sym typeface="Helvetica Neue"/>
              </a:rPr>
              <a:t>has been executed. </a:t>
            </a:r>
            <a:endParaRPr b="0" i="0" sz="1400" u="none" cap="none" strike="noStrike">
              <a:solidFill>
                <a:srgbClr val="000000"/>
              </a:solidFill>
              <a:latin typeface="Arial"/>
              <a:ea typeface="Arial"/>
              <a:cs typeface="Arial"/>
              <a:sym typeface="Arial"/>
            </a:endParaRPr>
          </a:p>
        </p:txBody>
      </p:sp>
      <p:sp>
        <p:nvSpPr>
          <p:cNvPr id="1008" name="Google Shape;1008;p55"/>
          <p:cNvSpPr/>
          <p:nvPr/>
        </p:nvSpPr>
        <p:spPr>
          <a:xfrm>
            <a:off x="923168" y="5974904"/>
            <a:ext cx="73690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S &lt;= 0 </a:t>
            </a:r>
            <a:r>
              <a:rPr b="0" i="0" lang="en-US" sz="2000" u="none" cap="none" strike="noStrike">
                <a:solidFill>
                  <a:srgbClr val="000000"/>
                </a:solidFill>
                <a:latin typeface="Arial"/>
                <a:ea typeface="Arial"/>
                <a:cs typeface="Arial"/>
                <a:sym typeface="Arial"/>
              </a:rPr>
              <a:t>implies busy </a:t>
            </a:r>
            <a:r>
              <a:rPr b="0" i="0" lang="en-US" sz="2000" u="none" cap="none" strike="noStrike">
                <a:solidFill>
                  <a:srgbClr val="FF0000"/>
                </a:solidFill>
                <a:latin typeface="Arial"/>
                <a:ea typeface="Arial"/>
                <a:cs typeface="Arial"/>
                <a:sym typeface="Arial"/>
              </a:rPr>
              <a:t>critical section/region</a:t>
            </a:r>
            <a:r>
              <a:rPr b="0" i="0" lang="en-US" sz="2000" u="none" cap="none" strike="noStrike">
                <a:solidFill>
                  <a:srgbClr val="000000"/>
                </a:solidFill>
                <a:latin typeface="Arial"/>
                <a:ea typeface="Arial"/>
                <a:cs typeface="Arial"/>
                <a:sym typeface="Arial"/>
              </a:rPr>
              <a:t> or a process in CS</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56"/>
          <p:cNvSpPr txBox="1"/>
          <p:nvPr>
            <p:ph type="title"/>
          </p:nvPr>
        </p:nvSpPr>
        <p:spPr>
          <a:xfrm>
            <a:off x="889000" y="127000"/>
            <a:ext cx="8422640" cy="576263"/>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Semaphore Implementation: </a:t>
            </a:r>
            <a:r>
              <a:rPr lang="en-US">
                <a:solidFill>
                  <a:srgbClr val="66CCFF"/>
                </a:solidFill>
              </a:rPr>
              <a:t>Busy waiting</a:t>
            </a:r>
            <a:endParaRPr/>
          </a:p>
        </p:txBody>
      </p:sp>
      <p:sp>
        <p:nvSpPr>
          <p:cNvPr id="1015" name="Google Shape;1015;p56"/>
          <p:cNvSpPr txBox="1"/>
          <p:nvPr>
            <p:ph idx="1" type="body"/>
          </p:nvPr>
        </p:nvSpPr>
        <p:spPr>
          <a:xfrm>
            <a:off x="588645" y="998538"/>
            <a:ext cx="7966709"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Must guarantee that no two processes can execute  the </a:t>
            </a:r>
            <a:r>
              <a:rPr b="1" lang="en-US" sz="2000">
                <a:latin typeface="Courier New"/>
                <a:ea typeface="Courier New"/>
                <a:cs typeface="Courier New"/>
                <a:sym typeface="Courier New"/>
              </a:rPr>
              <a:t>wait() </a:t>
            </a:r>
            <a:r>
              <a:rPr lang="en-US"/>
              <a:t>and </a:t>
            </a:r>
            <a:r>
              <a:rPr b="1" lang="en-US" sz="2000">
                <a:latin typeface="Courier New"/>
                <a:ea typeface="Courier New"/>
                <a:cs typeface="Courier New"/>
                <a:sym typeface="Courier New"/>
              </a:rPr>
              <a:t>signal() </a:t>
            </a:r>
            <a:r>
              <a:rPr lang="en-US"/>
              <a:t>on the same semaphore at the same time</a:t>
            </a:r>
            <a:endParaRPr/>
          </a:p>
          <a:p>
            <a:pPr indent="-297180" lvl="0" marL="342900" rtl="0" algn="just">
              <a:lnSpc>
                <a:spcPct val="100000"/>
              </a:lnSpc>
              <a:spcBef>
                <a:spcPts val="280"/>
              </a:spcBef>
              <a:spcAft>
                <a:spcPts val="0"/>
              </a:spcAft>
              <a:buSzPts val="720"/>
              <a:buNone/>
            </a:pPr>
            <a:r>
              <a:t/>
            </a:r>
            <a:endParaRPr sz="800"/>
          </a:p>
          <a:p>
            <a:pPr indent="-342900" lvl="0" marL="342900" rtl="0" algn="just">
              <a:lnSpc>
                <a:spcPct val="100000"/>
              </a:lnSpc>
              <a:spcBef>
                <a:spcPts val="770"/>
              </a:spcBef>
              <a:spcAft>
                <a:spcPts val="0"/>
              </a:spcAft>
              <a:buSzPts val="1980"/>
              <a:buChar char="●"/>
            </a:pPr>
            <a:r>
              <a:rPr lang="en-US"/>
              <a:t>Thus, the implementation becomes the critical section problem where the </a:t>
            </a:r>
            <a:r>
              <a:rPr b="1" lang="en-US" sz="2000">
                <a:latin typeface="Courier New"/>
                <a:ea typeface="Courier New"/>
                <a:cs typeface="Courier New"/>
                <a:sym typeface="Courier New"/>
              </a:rPr>
              <a:t>wait</a:t>
            </a:r>
            <a:r>
              <a:rPr lang="en-US"/>
              <a:t> and </a:t>
            </a:r>
            <a:r>
              <a:rPr b="1" lang="en-US" sz="2000">
                <a:latin typeface="Courier New"/>
                <a:ea typeface="Courier New"/>
                <a:cs typeface="Courier New"/>
                <a:sym typeface="Courier New"/>
              </a:rPr>
              <a:t>signal</a:t>
            </a:r>
            <a:r>
              <a:rPr lang="en-US"/>
              <a:t> code are placed in the critical section</a:t>
            </a:r>
            <a:endParaRPr/>
          </a:p>
          <a:p>
            <a:pPr indent="-297180" lvl="0" marL="342900" rtl="0" algn="just">
              <a:lnSpc>
                <a:spcPct val="100000"/>
              </a:lnSpc>
              <a:spcBef>
                <a:spcPts val="280"/>
              </a:spcBef>
              <a:spcAft>
                <a:spcPts val="0"/>
              </a:spcAft>
              <a:buSzPts val="720"/>
              <a:buNone/>
            </a:pPr>
            <a:r>
              <a:t/>
            </a:r>
            <a:endParaRPr sz="800"/>
          </a:p>
          <a:p>
            <a:pPr indent="-342900" lvl="0" marL="342900" rtl="0" algn="just">
              <a:lnSpc>
                <a:spcPct val="100000"/>
              </a:lnSpc>
              <a:spcBef>
                <a:spcPts val="770"/>
              </a:spcBef>
              <a:spcAft>
                <a:spcPts val="0"/>
              </a:spcAft>
              <a:buSzPts val="1980"/>
              <a:buChar char="●"/>
            </a:pPr>
            <a:r>
              <a:rPr lang="en-US"/>
              <a:t>This implementation is based on </a:t>
            </a:r>
            <a:r>
              <a:rPr b="1" lang="en-US">
                <a:solidFill>
                  <a:srgbClr val="3366FF"/>
                </a:solidFill>
              </a:rPr>
              <a:t>busy waiting</a:t>
            </a:r>
            <a:r>
              <a:rPr lang="en-US">
                <a:solidFill>
                  <a:srgbClr val="3366FF"/>
                </a:solidFill>
              </a:rPr>
              <a:t> </a:t>
            </a:r>
            <a:r>
              <a:rPr lang="en-US"/>
              <a:t>in critical section implementation (that is, the code for </a:t>
            </a:r>
            <a:r>
              <a:rPr b="1" lang="en-US">
                <a:latin typeface="Courier New"/>
                <a:ea typeface="Courier New"/>
                <a:cs typeface="Courier New"/>
                <a:sym typeface="Courier New"/>
              </a:rPr>
              <a:t>wait() </a:t>
            </a:r>
            <a:r>
              <a:rPr lang="en-US"/>
              <a:t>and </a:t>
            </a:r>
            <a:r>
              <a:rPr b="1" lang="en-US">
                <a:latin typeface="Courier New"/>
                <a:ea typeface="Courier New"/>
                <a:cs typeface="Courier New"/>
                <a:sym typeface="Courier New"/>
              </a:rPr>
              <a:t>signal())</a:t>
            </a:r>
            <a:endParaRPr/>
          </a:p>
          <a:p>
            <a:pPr indent="-285750" lvl="1" marL="742950" rtl="0" algn="just">
              <a:lnSpc>
                <a:spcPct val="100000"/>
              </a:lnSpc>
              <a:spcBef>
                <a:spcPts val="700"/>
              </a:spcBef>
              <a:spcAft>
                <a:spcPts val="0"/>
              </a:spcAft>
              <a:buSzPts val="1600"/>
              <a:buChar char="●"/>
            </a:pPr>
            <a:r>
              <a:rPr lang="en-US" sz="2000"/>
              <a:t>But implementation code is short</a:t>
            </a:r>
            <a:endParaRPr/>
          </a:p>
          <a:p>
            <a:pPr indent="-285750" lvl="1" marL="742950" rtl="0" algn="just">
              <a:lnSpc>
                <a:spcPct val="100000"/>
              </a:lnSpc>
              <a:spcBef>
                <a:spcPts val="700"/>
              </a:spcBef>
              <a:spcAft>
                <a:spcPts val="0"/>
              </a:spcAft>
              <a:buSzPts val="1600"/>
              <a:buChar char="●"/>
            </a:pPr>
            <a:r>
              <a:rPr lang="en-US" sz="2000"/>
              <a:t>Little busy waiting if critical section rarely occupied</a:t>
            </a:r>
            <a:endParaRPr/>
          </a:p>
          <a:p>
            <a:pPr indent="-245109" lvl="1" marL="742950" rtl="0" algn="just">
              <a:lnSpc>
                <a:spcPct val="100000"/>
              </a:lnSpc>
              <a:spcBef>
                <a:spcPts val="280"/>
              </a:spcBef>
              <a:spcAft>
                <a:spcPts val="0"/>
              </a:spcAft>
              <a:buSzPts val="640"/>
              <a:buNone/>
            </a:pPr>
            <a:r>
              <a:t/>
            </a:r>
            <a:endParaRPr sz="800"/>
          </a:p>
          <a:p>
            <a:pPr indent="-342900" lvl="0" marL="342900" rtl="0" algn="just">
              <a:lnSpc>
                <a:spcPct val="100000"/>
              </a:lnSpc>
              <a:spcBef>
                <a:spcPts val="770"/>
              </a:spcBef>
              <a:spcAft>
                <a:spcPts val="0"/>
              </a:spcAft>
              <a:buSzPts val="1980"/>
              <a:buChar char="●"/>
            </a:pPr>
            <a:r>
              <a:rPr lang="en-US"/>
              <a:t>Can we implement semaphores with no busy waiting?</a:t>
            </a:r>
            <a:r>
              <a:rPr lang="en-US">
                <a:solidFill>
                  <a:srgbClr val="FF0000"/>
                </a:solidFill>
              </a:rPr>
              <a:t> YES. The textbook has the answer.</a:t>
            </a:r>
            <a:endParaRPr/>
          </a:p>
          <a:p>
            <a:pPr indent="-217170" lvl="0" marL="342900" rtl="0" algn="just">
              <a:lnSpc>
                <a:spcPct val="100000"/>
              </a:lnSpc>
              <a:spcBef>
                <a:spcPts val="770"/>
              </a:spcBef>
              <a:spcAft>
                <a:spcPts val="0"/>
              </a:spcAft>
              <a:buSzPts val="1980"/>
              <a:buNone/>
            </a:pPr>
            <a:r>
              <a:t/>
            </a:r>
            <a:endParaRPr/>
          </a:p>
          <a:p>
            <a:pPr indent="-285750" lvl="1" marL="742950" rtl="0" algn="just">
              <a:lnSpc>
                <a:spcPct val="100000"/>
              </a:lnSpc>
              <a:spcBef>
                <a:spcPts val="770"/>
              </a:spcBef>
              <a:spcAft>
                <a:spcPts val="0"/>
              </a:spcAft>
              <a:buSzPts val="1760"/>
              <a:buFont typeface="Arial"/>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57"/>
          <p:cNvSpPr txBox="1"/>
          <p:nvPr>
            <p:ph type="title"/>
          </p:nvPr>
        </p:nvSpPr>
        <p:spPr>
          <a:xfrm>
            <a:off x="922338" y="44450"/>
            <a:ext cx="8467725"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sz="2400"/>
              <a:t>Semaphore Implementation with no Busy Waiting </a:t>
            </a:r>
            <a:endParaRPr/>
          </a:p>
        </p:txBody>
      </p:sp>
      <p:sp>
        <p:nvSpPr>
          <p:cNvPr id="1022" name="Google Shape;1022;p57"/>
          <p:cNvSpPr txBox="1"/>
          <p:nvPr>
            <p:ph idx="1" type="body"/>
          </p:nvPr>
        </p:nvSpPr>
        <p:spPr>
          <a:xfrm>
            <a:off x="1312863" y="1041400"/>
            <a:ext cx="6962775" cy="4700588"/>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With each semaphore there is an associated waiting queue</a:t>
            </a:r>
            <a:endParaRPr/>
          </a:p>
          <a:p>
            <a:pPr indent="-342900" lvl="0" marL="342900" rtl="0" algn="just">
              <a:lnSpc>
                <a:spcPct val="100000"/>
              </a:lnSpc>
              <a:spcBef>
                <a:spcPts val="770"/>
              </a:spcBef>
              <a:spcAft>
                <a:spcPts val="0"/>
              </a:spcAft>
              <a:buSzPts val="1980"/>
              <a:buChar char="●"/>
            </a:pPr>
            <a:r>
              <a:rPr lang="en-US"/>
              <a:t>Each entry in a waiting queue has two data items:</a:t>
            </a:r>
            <a:endParaRPr/>
          </a:p>
          <a:p>
            <a:pPr indent="-285750" lvl="1" marL="742950" rtl="0" algn="just">
              <a:lnSpc>
                <a:spcPct val="100000"/>
              </a:lnSpc>
              <a:spcBef>
                <a:spcPts val="770"/>
              </a:spcBef>
              <a:spcAft>
                <a:spcPts val="0"/>
              </a:spcAft>
              <a:buSzPts val="1760"/>
              <a:buChar char="●"/>
            </a:pPr>
            <a:r>
              <a:rPr lang="en-US"/>
              <a:t> value (of type integer)</a:t>
            </a:r>
            <a:endParaRPr/>
          </a:p>
          <a:p>
            <a:pPr indent="-285750" lvl="1" marL="742950" rtl="0" algn="just">
              <a:lnSpc>
                <a:spcPct val="100000"/>
              </a:lnSpc>
              <a:spcBef>
                <a:spcPts val="770"/>
              </a:spcBef>
              <a:spcAft>
                <a:spcPts val="0"/>
              </a:spcAft>
              <a:buSzPts val="1760"/>
              <a:buChar char="●"/>
            </a:pPr>
            <a:r>
              <a:rPr lang="en-US"/>
              <a:t> pointer to next record in the list</a:t>
            </a:r>
            <a:endParaRPr/>
          </a:p>
          <a:p>
            <a:pPr indent="-342900" lvl="0" marL="342900" rtl="0" algn="just">
              <a:lnSpc>
                <a:spcPct val="100000"/>
              </a:lnSpc>
              <a:spcBef>
                <a:spcPts val="560"/>
              </a:spcBef>
              <a:spcAft>
                <a:spcPts val="0"/>
              </a:spcAft>
              <a:buSzPts val="1440"/>
              <a:buFont typeface="Arial"/>
              <a:buNone/>
            </a:pPr>
            <a:r>
              <a:rPr b="1" lang="en-US" sz="1600">
                <a:latin typeface="Courier New"/>
                <a:ea typeface="Courier New"/>
                <a:cs typeface="Courier New"/>
                <a:sym typeface="Courier New"/>
              </a:rPr>
              <a:t>           typedef struct{ </a:t>
            </a:r>
            <a:endParaRPr/>
          </a:p>
          <a:p>
            <a:pPr indent="0" lvl="0" marL="0" rtl="0" algn="just">
              <a:lnSpc>
                <a:spcPct val="100000"/>
              </a:lnSpc>
              <a:spcBef>
                <a:spcPts val="560"/>
              </a:spcBef>
              <a:spcAft>
                <a:spcPts val="0"/>
              </a:spcAft>
              <a:buSzPts val="1440"/>
              <a:buFont typeface="Arial"/>
              <a:buNone/>
            </a:pPr>
            <a:r>
              <a:rPr b="1" lang="en-US" sz="1600">
                <a:latin typeface="Courier New"/>
                <a:ea typeface="Courier New"/>
                <a:cs typeface="Courier New"/>
                <a:sym typeface="Courier New"/>
              </a:rPr>
              <a:t>           int value; </a:t>
            </a:r>
            <a:endParaRPr/>
          </a:p>
          <a:p>
            <a:pPr indent="0" lvl="0" marL="0" rtl="0" algn="just">
              <a:lnSpc>
                <a:spcPct val="100000"/>
              </a:lnSpc>
              <a:spcBef>
                <a:spcPts val="560"/>
              </a:spcBef>
              <a:spcAft>
                <a:spcPts val="0"/>
              </a:spcAft>
              <a:buSzPts val="1440"/>
              <a:buFont typeface="Arial"/>
              <a:buNone/>
            </a:pPr>
            <a:r>
              <a:rPr b="1" lang="en-US" sz="1600">
                <a:latin typeface="Courier New"/>
                <a:ea typeface="Courier New"/>
                <a:cs typeface="Courier New"/>
                <a:sym typeface="Courier New"/>
              </a:rPr>
              <a:t>           struct process *list; </a:t>
            </a:r>
            <a:endParaRPr/>
          </a:p>
          <a:p>
            <a:pPr indent="0" lvl="0" marL="0" rtl="0" algn="just">
              <a:lnSpc>
                <a:spcPct val="100000"/>
              </a:lnSpc>
              <a:spcBef>
                <a:spcPts val="560"/>
              </a:spcBef>
              <a:spcAft>
                <a:spcPts val="0"/>
              </a:spcAft>
              <a:buSzPts val="1440"/>
              <a:buFont typeface="Arial"/>
              <a:buNone/>
            </a:pPr>
            <a:r>
              <a:rPr b="1" lang="en-US" sz="1600">
                <a:latin typeface="Courier New"/>
                <a:ea typeface="Courier New"/>
                <a:cs typeface="Courier New"/>
                <a:sym typeface="Courier New"/>
              </a:rPr>
              <a:t>           } semaphore; </a:t>
            </a:r>
            <a:endParaRPr/>
          </a:p>
          <a:p>
            <a:pPr indent="-342900" lvl="0" marL="342900" rtl="0" algn="just">
              <a:lnSpc>
                <a:spcPct val="100000"/>
              </a:lnSpc>
              <a:spcBef>
                <a:spcPts val="770"/>
              </a:spcBef>
              <a:spcAft>
                <a:spcPts val="0"/>
              </a:spcAft>
              <a:buSzPts val="1980"/>
              <a:buChar char="●"/>
            </a:pPr>
            <a:r>
              <a:rPr lang="en-US"/>
              <a:t>Two operations:</a:t>
            </a:r>
            <a:endParaRPr/>
          </a:p>
          <a:p>
            <a:pPr indent="-285750" lvl="1" marL="742950" rtl="0" algn="just">
              <a:lnSpc>
                <a:spcPct val="100000"/>
              </a:lnSpc>
              <a:spcBef>
                <a:spcPts val="770"/>
              </a:spcBef>
              <a:spcAft>
                <a:spcPts val="0"/>
              </a:spcAft>
              <a:buSzPts val="1760"/>
              <a:buChar char="●"/>
            </a:pPr>
            <a:r>
              <a:rPr b="1" lang="en-US">
                <a:solidFill>
                  <a:srgbClr val="3366FF"/>
                </a:solidFill>
              </a:rPr>
              <a:t>block</a:t>
            </a:r>
            <a:r>
              <a:rPr lang="en-US">
                <a:solidFill>
                  <a:srgbClr val="3366FF"/>
                </a:solidFill>
              </a:rPr>
              <a:t> </a:t>
            </a:r>
            <a:r>
              <a:rPr lang="en-US"/>
              <a:t>– place the process invoking the operation on the appropriate waiting queue</a:t>
            </a:r>
            <a:endParaRPr/>
          </a:p>
          <a:p>
            <a:pPr indent="-285750" lvl="1" marL="742950" rtl="0" algn="just">
              <a:lnSpc>
                <a:spcPct val="100000"/>
              </a:lnSpc>
              <a:spcBef>
                <a:spcPts val="770"/>
              </a:spcBef>
              <a:spcAft>
                <a:spcPts val="0"/>
              </a:spcAft>
              <a:buSzPts val="1760"/>
              <a:buChar char="●"/>
            </a:pPr>
            <a:r>
              <a:rPr b="1" lang="en-US">
                <a:solidFill>
                  <a:srgbClr val="3366FF"/>
                </a:solidFill>
              </a:rPr>
              <a:t>wakeup</a:t>
            </a:r>
            <a:r>
              <a:rPr lang="en-US">
                <a:solidFill>
                  <a:srgbClr val="3366FF"/>
                </a:solidFill>
              </a:rPr>
              <a:t> </a:t>
            </a:r>
            <a:r>
              <a:rPr lang="en-US"/>
              <a:t>– remove one of processes in the waiting queue and place it in the ready queue</a:t>
            </a:r>
            <a:endParaRPr/>
          </a:p>
          <a:p>
            <a:pPr indent="-342900" lvl="0" marL="342900" rtl="0" algn="just">
              <a:lnSpc>
                <a:spcPct val="100000"/>
              </a:lnSpc>
              <a:spcBef>
                <a:spcPts val="770"/>
              </a:spcBef>
              <a:spcAft>
                <a:spcPts val="0"/>
              </a:spcAft>
              <a:buSzPts val="1980"/>
              <a:buFont typeface="Arial"/>
              <a:buNone/>
            </a:pPr>
            <a:r>
              <a:t/>
            </a:r>
            <a:endParaRPr/>
          </a:p>
          <a:p>
            <a:pPr indent="-173990" lvl="1" marL="742950" rtl="0" algn="just">
              <a:lnSpc>
                <a:spcPct val="100000"/>
              </a:lnSpc>
              <a:spcBef>
                <a:spcPts val="770"/>
              </a:spcBef>
              <a:spcAft>
                <a:spcPts val="0"/>
              </a:spcAft>
              <a:buSzPts val="1760"/>
              <a:buNone/>
            </a:pPr>
            <a:r>
              <a:t/>
            </a:r>
            <a:endParaRPr/>
          </a:p>
          <a:p>
            <a:pPr indent="-342900" lvl="0" marL="342900" rtl="0" algn="just">
              <a:lnSpc>
                <a:spcPct val="100000"/>
              </a:lnSpc>
              <a:spcBef>
                <a:spcPts val="770"/>
              </a:spcBef>
              <a:spcAft>
                <a:spcPts val="0"/>
              </a:spcAft>
              <a:buSzPts val="1980"/>
              <a:buFont typeface="Arial"/>
              <a:buNone/>
            </a:pPr>
            <a:r>
              <a:rPr lang="en-US">
                <a:solidFill>
                  <a:srgbClr val="0000FF"/>
                </a:solidFill>
              </a:rPr>
              <a:t>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58"/>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1028" name="Google Shape;1028;p58"/>
          <p:cNvSpPr txBox="1"/>
          <p:nvPr/>
        </p:nvSpPr>
        <p:spPr>
          <a:xfrm>
            <a:off x="609600" y="838200"/>
            <a:ext cx="2133600" cy="609600"/>
          </a:xfrm>
          <a:prstGeom prst="rect">
            <a:avLst/>
          </a:prstGeom>
          <a:noFill/>
          <a:ln>
            <a:noFill/>
          </a:ln>
        </p:spPr>
        <p:txBody>
          <a:bodyPr anchorCtr="0" anchor="b" bIns="44450" lIns="90475" spcFirstLastPara="1" rIns="90475" wrap="square" tIns="44450">
            <a:noAutofit/>
          </a:bodyPr>
          <a:lstStyle/>
          <a:p>
            <a:pPr indent="0" lvl="0" marL="0" marR="0" rtl="0" algn="l">
              <a:lnSpc>
                <a:spcPct val="100000"/>
              </a:lnSpc>
              <a:spcBef>
                <a:spcPts val="0"/>
              </a:spcBef>
              <a:spcAft>
                <a:spcPts val="0"/>
              </a:spcAft>
              <a:buClr>
                <a:srgbClr val="0070C0"/>
              </a:buClr>
              <a:buSzPts val="2800"/>
              <a:buFont typeface="Arial"/>
              <a:buNone/>
            </a:pPr>
            <a:r>
              <a:rPr b="0" i="0" lang="en-US" sz="2800" u="none" cap="none" strike="noStrike">
                <a:solidFill>
                  <a:srgbClr val="0070C0"/>
                </a:solidFill>
                <a:latin typeface="Arial"/>
                <a:ea typeface="Arial"/>
                <a:cs typeface="Arial"/>
                <a:sym typeface="Arial"/>
              </a:rPr>
              <a:t>Exercise:</a:t>
            </a:r>
            <a:endParaRPr b="0" i="0" sz="1400" u="none" cap="none" strike="noStrike">
              <a:solidFill>
                <a:srgbClr val="000000"/>
              </a:solidFill>
              <a:latin typeface="Arial"/>
              <a:ea typeface="Arial"/>
              <a:cs typeface="Arial"/>
              <a:sym typeface="Arial"/>
            </a:endParaRPr>
          </a:p>
        </p:txBody>
      </p:sp>
      <p:pic>
        <p:nvPicPr>
          <p:cNvPr descr="Screen Shot 2012-04-03 at 12.44.25 PM.png" id="1029" name="Google Shape;1029;p58"/>
          <p:cNvPicPr preferRelativeResize="0"/>
          <p:nvPr/>
        </p:nvPicPr>
        <p:blipFill rotWithShape="1">
          <a:blip r:embed="rId3">
            <a:alphaModFix/>
          </a:blip>
          <a:srcRect b="0" l="0" r="0" t="0"/>
          <a:stretch/>
        </p:blipFill>
        <p:spPr>
          <a:xfrm>
            <a:off x="457200" y="1524000"/>
            <a:ext cx="8286750" cy="4876800"/>
          </a:xfrm>
          <a:prstGeom prst="rect">
            <a:avLst/>
          </a:prstGeom>
          <a:noFill/>
          <a:ln>
            <a:noFill/>
          </a:ln>
        </p:spPr>
      </p:pic>
      <p:pic>
        <p:nvPicPr>
          <p:cNvPr descr="http://t1.gstatic.com/images?q=tbn:ANd9GcQ8IpPPlUD6SfF-GnyEy7VDsRI1z5C_tXXGHiVYQv3fY_1T_J4iaA" id="1030" name="Google Shape;1030;p58"/>
          <p:cNvPicPr preferRelativeResize="0"/>
          <p:nvPr/>
        </p:nvPicPr>
        <p:blipFill rotWithShape="1">
          <a:blip r:embed="rId4">
            <a:alphaModFix/>
          </a:blip>
          <a:srcRect b="0" l="0" r="0" t="0"/>
          <a:stretch/>
        </p:blipFill>
        <p:spPr>
          <a:xfrm>
            <a:off x="7848600" y="609600"/>
            <a:ext cx="1066800" cy="1042988"/>
          </a:xfrm>
          <a:prstGeom prst="rect">
            <a:avLst/>
          </a:prstGeom>
          <a:noFill/>
          <a:ln>
            <a:noFill/>
          </a:ln>
        </p:spPr>
      </p:pic>
      <p:sp>
        <p:nvSpPr>
          <p:cNvPr id="1031" name="Google Shape;1031;p58"/>
          <p:cNvSpPr txBox="1"/>
          <p:nvPr/>
        </p:nvSpPr>
        <p:spPr>
          <a:xfrm>
            <a:off x="6553200" y="6305550"/>
            <a:ext cx="146843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Continue…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59"/>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pic>
        <p:nvPicPr>
          <p:cNvPr descr="Screen Shot 2012-04-03 at 12.45.35 PM.png" id="1037" name="Google Shape;1037;p59"/>
          <p:cNvPicPr preferRelativeResize="0"/>
          <p:nvPr/>
        </p:nvPicPr>
        <p:blipFill rotWithShape="1">
          <a:blip r:embed="rId3">
            <a:alphaModFix/>
          </a:blip>
          <a:srcRect b="0" l="0" r="0" t="0"/>
          <a:stretch/>
        </p:blipFill>
        <p:spPr>
          <a:xfrm>
            <a:off x="609600" y="2876550"/>
            <a:ext cx="8077200" cy="2609850"/>
          </a:xfrm>
          <a:prstGeom prst="rect">
            <a:avLst/>
          </a:prstGeom>
          <a:noFill/>
          <a:ln>
            <a:noFill/>
          </a:ln>
        </p:spPr>
      </p:pic>
      <p:pic>
        <p:nvPicPr>
          <p:cNvPr descr="Screen Shot 2012-04-03 at 12.45.49 PM.png" id="1038" name="Google Shape;1038;p59"/>
          <p:cNvPicPr preferRelativeResize="0"/>
          <p:nvPr/>
        </p:nvPicPr>
        <p:blipFill rotWithShape="1">
          <a:blip r:embed="rId4">
            <a:alphaModFix/>
          </a:blip>
          <a:srcRect b="0" l="0" r="0" t="0"/>
          <a:stretch/>
        </p:blipFill>
        <p:spPr>
          <a:xfrm>
            <a:off x="533400" y="5410200"/>
            <a:ext cx="8153400" cy="746125"/>
          </a:xfrm>
          <a:prstGeom prst="rect">
            <a:avLst/>
          </a:prstGeom>
          <a:noFill/>
          <a:ln>
            <a:noFill/>
          </a:ln>
        </p:spPr>
      </p:pic>
      <p:pic>
        <p:nvPicPr>
          <p:cNvPr descr="Screen Shot 2012-04-03 at 1.49.24 PM.png" id="1039" name="Google Shape;1039;p59"/>
          <p:cNvPicPr preferRelativeResize="0"/>
          <p:nvPr/>
        </p:nvPicPr>
        <p:blipFill rotWithShape="1">
          <a:blip r:embed="rId5">
            <a:alphaModFix/>
          </a:blip>
          <a:srcRect b="0" l="0" r="0" t="0"/>
          <a:stretch/>
        </p:blipFill>
        <p:spPr>
          <a:xfrm>
            <a:off x="4267200" y="744538"/>
            <a:ext cx="4521200" cy="1998662"/>
          </a:xfrm>
          <a:prstGeom prst="rect">
            <a:avLst/>
          </a:prstGeom>
          <a:noFill/>
          <a:ln>
            <a:noFill/>
          </a:ln>
          <a:effectLst>
            <a:outerShdw rotWithShape="0" algn="tl" dir="2700000" dist="139700">
              <a:srgbClr val="808080">
                <a:alpha val="42352"/>
              </a:srgbClr>
            </a:outerShdw>
          </a:effectLst>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60"/>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pic>
        <p:nvPicPr>
          <p:cNvPr descr="Screen Shot 2012-04-03 at 1.49.24 PM.png" id="1045" name="Google Shape;1045;p60"/>
          <p:cNvPicPr preferRelativeResize="0"/>
          <p:nvPr/>
        </p:nvPicPr>
        <p:blipFill rotWithShape="1">
          <a:blip r:embed="rId3">
            <a:alphaModFix/>
          </a:blip>
          <a:srcRect b="0" l="0" r="0" t="0"/>
          <a:stretch/>
        </p:blipFill>
        <p:spPr>
          <a:xfrm>
            <a:off x="4267200" y="609600"/>
            <a:ext cx="4521200" cy="1998663"/>
          </a:xfrm>
          <a:prstGeom prst="rect">
            <a:avLst/>
          </a:prstGeom>
          <a:noFill/>
          <a:ln>
            <a:noFill/>
          </a:ln>
          <a:effectLst>
            <a:outerShdw rotWithShape="0" algn="tl" dir="2700000" dist="139700">
              <a:srgbClr val="808080">
                <a:alpha val="42352"/>
              </a:srgbClr>
            </a:outerShdw>
          </a:effectLst>
        </p:spPr>
      </p:pic>
      <p:pic>
        <p:nvPicPr>
          <p:cNvPr descr="Screen Shot 2012-04-03 at 2.33.12 PM.png" id="1046" name="Google Shape;1046;p60"/>
          <p:cNvPicPr preferRelativeResize="0"/>
          <p:nvPr/>
        </p:nvPicPr>
        <p:blipFill rotWithShape="1">
          <a:blip r:embed="rId4">
            <a:alphaModFix/>
          </a:blip>
          <a:srcRect b="0" l="0" r="0" t="0"/>
          <a:stretch/>
        </p:blipFill>
        <p:spPr>
          <a:xfrm>
            <a:off x="228600" y="2286000"/>
            <a:ext cx="5029200" cy="2211388"/>
          </a:xfrm>
          <a:prstGeom prst="rect">
            <a:avLst/>
          </a:prstGeom>
          <a:noFill/>
          <a:ln>
            <a:noFill/>
          </a:ln>
        </p:spPr>
      </p:pic>
      <p:pic>
        <p:nvPicPr>
          <p:cNvPr descr="Screen Shot 2012-04-03 at 2.33.24 PM.png" id="1047" name="Google Shape;1047;p60"/>
          <p:cNvPicPr preferRelativeResize="0"/>
          <p:nvPr/>
        </p:nvPicPr>
        <p:blipFill rotWithShape="1">
          <a:blip r:embed="rId5">
            <a:alphaModFix/>
          </a:blip>
          <a:srcRect b="0" l="0" r="0" t="0"/>
          <a:stretch/>
        </p:blipFill>
        <p:spPr>
          <a:xfrm>
            <a:off x="3352800" y="4419600"/>
            <a:ext cx="5105400" cy="2244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7"/>
                                        </p:tgtEl>
                                        <p:attrNameLst>
                                          <p:attrName>style.visibility</p:attrName>
                                        </p:attrNameLst>
                                      </p:cBhvr>
                                      <p:to>
                                        <p:strVal val="visible"/>
                                      </p:to>
                                    </p:set>
                                    <p:animEffect filter="fade" transition="in">
                                      <p:cBhvr>
                                        <p:cTn dur="500"/>
                                        <p:tgtEl>
                                          <p:spTgt spid="10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61"/>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1053" name="Google Shape;1053;p61"/>
          <p:cNvSpPr txBox="1"/>
          <p:nvPr>
            <p:ph type="title"/>
          </p:nvPr>
        </p:nvSpPr>
        <p:spPr>
          <a:xfrm>
            <a:off x="533400" y="685800"/>
            <a:ext cx="8077200" cy="1143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Example: Producer-Consumer Problem</a:t>
            </a:r>
            <a:endParaRPr/>
          </a:p>
        </p:txBody>
      </p:sp>
      <p:sp>
        <p:nvSpPr>
          <p:cNvPr id="1054" name="Google Shape;1054;p61"/>
          <p:cNvSpPr txBox="1"/>
          <p:nvPr>
            <p:ph idx="1" type="body"/>
          </p:nvPr>
        </p:nvSpPr>
        <p:spPr>
          <a:xfrm>
            <a:off x="457200" y="2082800"/>
            <a:ext cx="3962400" cy="4394200"/>
          </a:xfrm>
          <a:prstGeom prst="rect">
            <a:avLst/>
          </a:prstGeom>
          <a:solidFill>
            <a:srgbClr val="F3F2C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ctr">
              <a:lnSpc>
                <a:spcPct val="90000"/>
              </a:lnSpc>
              <a:spcBef>
                <a:spcPts val="0"/>
              </a:spcBef>
              <a:spcAft>
                <a:spcPts val="0"/>
              </a:spcAft>
              <a:buClr>
                <a:srgbClr val="111003"/>
              </a:buClr>
              <a:buSzPts val="2000"/>
              <a:buFont typeface="Noto Sans Symbols"/>
              <a:buNone/>
            </a:pPr>
            <a:r>
              <a:rPr lang="en-US" sz="2000">
                <a:solidFill>
                  <a:srgbClr val="111003"/>
                </a:solidFill>
              </a:rPr>
              <a:t>Producer</a:t>
            </a:r>
            <a:endParaRPr b="1" sz="2000">
              <a:solidFill>
                <a:srgbClr val="111003"/>
              </a:solidFill>
            </a:endParaRPr>
          </a:p>
          <a:p>
            <a:pPr indent="-342900" lvl="0" marL="342900" rtl="0" algn="l">
              <a:lnSpc>
                <a:spcPct val="90000"/>
              </a:lnSpc>
              <a:spcBef>
                <a:spcPts val="320"/>
              </a:spcBef>
              <a:spcAft>
                <a:spcPts val="0"/>
              </a:spcAft>
              <a:buClr>
                <a:srgbClr val="222222"/>
              </a:buClr>
              <a:buSzPts val="1600"/>
              <a:buFont typeface="Noto Sans Symbols"/>
              <a:buNone/>
            </a:pPr>
            <a:r>
              <a:t/>
            </a:r>
            <a:endParaRPr b="1" sz="1600">
              <a:solidFill>
                <a:srgbClr val="111003"/>
              </a:solidFill>
              <a:latin typeface="Courier New"/>
              <a:ea typeface="Courier New"/>
              <a:cs typeface="Courier New"/>
              <a:sym typeface="Courier New"/>
            </a:endParaRPr>
          </a:p>
          <a:p>
            <a:pPr indent="-342900" lvl="0" marL="342900" rtl="0" algn="l">
              <a:lnSpc>
                <a:spcPct val="90000"/>
              </a:lnSpc>
              <a:spcBef>
                <a:spcPts val="320"/>
              </a:spcBef>
              <a:spcAft>
                <a:spcPts val="0"/>
              </a:spcAft>
              <a:buClr>
                <a:srgbClr val="111003"/>
              </a:buClr>
              <a:buSzPts val="1600"/>
              <a:buFont typeface="Noto Sans Symbols"/>
              <a:buNone/>
            </a:pPr>
            <a:r>
              <a:rPr b="1" lang="en-US" sz="1600">
                <a:solidFill>
                  <a:srgbClr val="111003"/>
                </a:solidFill>
                <a:latin typeface="Courier New"/>
                <a:ea typeface="Courier New"/>
                <a:cs typeface="Courier New"/>
                <a:sym typeface="Courier New"/>
              </a:rPr>
              <a:t>do {</a:t>
            </a:r>
            <a:endParaRPr/>
          </a:p>
          <a:p>
            <a:pPr indent="-342900" lvl="0" marL="342900" rtl="0" algn="l">
              <a:lnSpc>
                <a:spcPct val="90000"/>
              </a:lnSpc>
              <a:spcBef>
                <a:spcPts val="320"/>
              </a:spcBef>
              <a:spcAft>
                <a:spcPts val="0"/>
              </a:spcAft>
              <a:buClr>
                <a:srgbClr val="111003"/>
              </a:buClr>
              <a:buSzPts val="1600"/>
              <a:buFont typeface="Noto Sans Symbols"/>
              <a:buNone/>
            </a:pPr>
            <a:r>
              <a:rPr lang="en-US" sz="1600">
                <a:solidFill>
                  <a:srgbClr val="111003"/>
                </a:solidFill>
                <a:latin typeface="Courier New"/>
                <a:ea typeface="Courier New"/>
                <a:cs typeface="Courier New"/>
                <a:sym typeface="Courier New"/>
              </a:rPr>
              <a:t>	….</a:t>
            </a:r>
            <a:endParaRPr/>
          </a:p>
          <a:p>
            <a:pPr indent="-342900" lvl="0" marL="342900" rtl="0" algn="l">
              <a:lnSpc>
                <a:spcPct val="90000"/>
              </a:lnSpc>
              <a:spcBef>
                <a:spcPts val="320"/>
              </a:spcBef>
              <a:spcAft>
                <a:spcPts val="0"/>
              </a:spcAft>
              <a:buClr>
                <a:srgbClr val="111003"/>
              </a:buClr>
              <a:buSzPts val="1600"/>
              <a:buFont typeface="Noto Sans Symbols"/>
              <a:buNone/>
            </a:pPr>
            <a:r>
              <a:rPr lang="en-US" sz="1600">
                <a:solidFill>
                  <a:srgbClr val="111003"/>
                </a:solidFill>
                <a:latin typeface="Courier New"/>
                <a:ea typeface="Courier New"/>
                <a:cs typeface="Courier New"/>
                <a:sym typeface="Courier New"/>
              </a:rPr>
              <a:t>	</a:t>
            </a:r>
            <a:r>
              <a:rPr lang="en-US" sz="1600">
                <a:solidFill>
                  <a:srgbClr val="111003"/>
                </a:solidFill>
              </a:rPr>
              <a:t>produce an item in </a:t>
            </a:r>
            <a:r>
              <a:rPr lang="en-US" sz="1600">
                <a:solidFill>
                  <a:srgbClr val="111003"/>
                </a:solidFill>
                <a:latin typeface="Courier New"/>
                <a:ea typeface="Courier New"/>
                <a:cs typeface="Courier New"/>
                <a:sym typeface="Courier New"/>
              </a:rPr>
              <a:t>nextp</a:t>
            </a:r>
            <a:endParaRPr/>
          </a:p>
          <a:p>
            <a:pPr indent="-342900" lvl="0" marL="342900" rtl="0" algn="l">
              <a:lnSpc>
                <a:spcPct val="90000"/>
              </a:lnSpc>
              <a:spcBef>
                <a:spcPts val="320"/>
              </a:spcBef>
              <a:spcAft>
                <a:spcPts val="0"/>
              </a:spcAft>
              <a:buClr>
                <a:srgbClr val="111003"/>
              </a:buClr>
              <a:buSzPts val="1600"/>
              <a:buFont typeface="Noto Sans Symbols"/>
              <a:buNone/>
            </a:pPr>
            <a:r>
              <a:rPr lang="en-US" sz="1600">
                <a:solidFill>
                  <a:srgbClr val="111003"/>
                </a:solidFill>
                <a:latin typeface="Courier New"/>
                <a:ea typeface="Courier New"/>
                <a:cs typeface="Courier New"/>
                <a:sym typeface="Courier New"/>
              </a:rPr>
              <a:t>	….</a:t>
            </a:r>
            <a:endParaRPr/>
          </a:p>
          <a:p>
            <a:pPr indent="-342900" lvl="0" marL="342900" rtl="0" algn="l">
              <a:lnSpc>
                <a:spcPct val="90000"/>
              </a:lnSpc>
              <a:spcBef>
                <a:spcPts val="320"/>
              </a:spcBef>
              <a:spcAft>
                <a:spcPts val="0"/>
              </a:spcAft>
              <a:buClr>
                <a:srgbClr val="111003"/>
              </a:buClr>
              <a:buSzPts val="1600"/>
              <a:buFont typeface="Noto Sans Symbols"/>
              <a:buNone/>
            </a:pPr>
            <a:r>
              <a:rPr lang="en-US" sz="1600">
                <a:solidFill>
                  <a:srgbClr val="111003"/>
                </a:solidFill>
                <a:latin typeface="Courier New"/>
                <a:ea typeface="Courier New"/>
                <a:cs typeface="Courier New"/>
                <a:sym typeface="Courier New"/>
              </a:rPr>
              <a:t>	wait(empty); //</a:t>
            </a:r>
            <a:r>
              <a:rPr i="1" lang="en-US" sz="1600">
                <a:solidFill>
                  <a:srgbClr val="111003"/>
                </a:solidFill>
                <a:latin typeface="Courier New"/>
                <a:ea typeface="Courier New"/>
                <a:cs typeface="Courier New"/>
                <a:sym typeface="Courier New"/>
              </a:rPr>
              <a:t>dec empty cnt</a:t>
            </a:r>
            <a:endParaRPr/>
          </a:p>
          <a:p>
            <a:pPr indent="-342900" lvl="0" marL="342900" rtl="0" algn="l">
              <a:lnSpc>
                <a:spcPct val="90000"/>
              </a:lnSpc>
              <a:spcBef>
                <a:spcPts val="320"/>
              </a:spcBef>
              <a:spcAft>
                <a:spcPts val="0"/>
              </a:spcAft>
              <a:buClr>
                <a:srgbClr val="111003"/>
              </a:buClr>
              <a:buSzPts val="1600"/>
              <a:buFont typeface="Noto Sans Symbols"/>
              <a:buNone/>
            </a:pPr>
            <a:r>
              <a:rPr lang="en-US" sz="1600">
                <a:solidFill>
                  <a:srgbClr val="111003"/>
                </a:solidFill>
                <a:latin typeface="Courier New"/>
                <a:ea typeface="Courier New"/>
                <a:cs typeface="Courier New"/>
                <a:sym typeface="Courier New"/>
              </a:rPr>
              <a:t>	wait(mutex);</a:t>
            </a:r>
            <a:endParaRPr/>
          </a:p>
          <a:p>
            <a:pPr indent="-342900" lvl="0" marL="342900" rtl="0" algn="l">
              <a:lnSpc>
                <a:spcPct val="90000"/>
              </a:lnSpc>
              <a:spcBef>
                <a:spcPts val="320"/>
              </a:spcBef>
              <a:spcAft>
                <a:spcPts val="0"/>
              </a:spcAft>
              <a:buClr>
                <a:srgbClr val="111003"/>
              </a:buClr>
              <a:buSzPts val="1600"/>
              <a:buFont typeface="Noto Sans Symbols"/>
              <a:buNone/>
            </a:pPr>
            <a:r>
              <a:rPr lang="en-US" sz="1600">
                <a:solidFill>
                  <a:srgbClr val="111003"/>
                </a:solidFill>
                <a:latin typeface="Courier New"/>
                <a:ea typeface="Courier New"/>
                <a:cs typeface="Courier New"/>
                <a:sym typeface="Courier New"/>
              </a:rPr>
              <a:t>	….</a:t>
            </a:r>
            <a:endParaRPr/>
          </a:p>
          <a:p>
            <a:pPr indent="-342900" lvl="0" marL="342900" rtl="0" algn="l">
              <a:lnSpc>
                <a:spcPct val="90000"/>
              </a:lnSpc>
              <a:spcBef>
                <a:spcPts val="320"/>
              </a:spcBef>
              <a:spcAft>
                <a:spcPts val="0"/>
              </a:spcAft>
              <a:buClr>
                <a:srgbClr val="111003"/>
              </a:buClr>
              <a:buSzPts val="1600"/>
              <a:buFont typeface="Noto Sans Symbols"/>
              <a:buNone/>
            </a:pPr>
            <a:r>
              <a:rPr lang="en-US" sz="1600">
                <a:solidFill>
                  <a:srgbClr val="111003"/>
                </a:solidFill>
                <a:latin typeface="Courier New"/>
                <a:ea typeface="Courier New"/>
                <a:cs typeface="Courier New"/>
                <a:sym typeface="Courier New"/>
              </a:rPr>
              <a:t>	</a:t>
            </a:r>
            <a:r>
              <a:rPr lang="en-US" sz="1600">
                <a:solidFill>
                  <a:srgbClr val="111003"/>
                </a:solidFill>
              </a:rPr>
              <a:t>add</a:t>
            </a:r>
            <a:r>
              <a:rPr lang="en-US" sz="1600">
                <a:solidFill>
                  <a:srgbClr val="111003"/>
                </a:solidFill>
                <a:latin typeface="Courier New"/>
                <a:ea typeface="Courier New"/>
                <a:cs typeface="Courier New"/>
                <a:sym typeface="Courier New"/>
              </a:rPr>
              <a:t> nextp </a:t>
            </a:r>
            <a:r>
              <a:rPr lang="en-US" sz="1600">
                <a:solidFill>
                  <a:srgbClr val="111003"/>
                </a:solidFill>
              </a:rPr>
              <a:t>to buffer</a:t>
            </a:r>
            <a:endParaRPr/>
          </a:p>
          <a:p>
            <a:pPr indent="-342900" lvl="0" marL="342900" rtl="0" algn="l">
              <a:lnSpc>
                <a:spcPct val="90000"/>
              </a:lnSpc>
              <a:spcBef>
                <a:spcPts val="320"/>
              </a:spcBef>
              <a:spcAft>
                <a:spcPts val="0"/>
              </a:spcAft>
              <a:buClr>
                <a:srgbClr val="111003"/>
              </a:buClr>
              <a:buSzPts val="1600"/>
              <a:buFont typeface="Noto Sans Symbols"/>
              <a:buNone/>
            </a:pPr>
            <a:r>
              <a:rPr lang="en-US" sz="1600">
                <a:solidFill>
                  <a:srgbClr val="111003"/>
                </a:solidFill>
              </a:rPr>
              <a:t>	….</a:t>
            </a:r>
            <a:endParaRPr/>
          </a:p>
          <a:p>
            <a:pPr indent="-342900" lvl="0" marL="342900" rtl="0" algn="l">
              <a:lnSpc>
                <a:spcPct val="90000"/>
              </a:lnSpc>
              <a:spcBef>
                <a:spcPts val="320"/>
              </a:spcBef>
              <a:spcAft>
                <a:spcPts val="0"/>
              </a:spcAft>
              <a:buClr>
                <a:srgbClr val="111003"/>
              </a:buClr>
              <a:buSzPts val="1600"/>
              <a:buFont typeface="Noto Sans Symbols"/>
              <a:buNone/>
            </a:pPr>
            <a:r>
              <a:rPr lang="en-US" sz="1600">
                <a:solidFill>
                  <a:srgbClr val="111003"/>
                </a:solidFill>
                <a:latin typeface="Courier New"/>
                <a:ea typeface="Courier New"/>
                <a:cs typeface="Courier New"/>
                <a:sym typeface="Courier New"/>
              </a:rPr>
              <a:t>	signal(mutex);</a:t>
            </a:r>
            <a:endParaRPr/>
          </a:p>
          <a:p>
            <a:pPr indent="-342900" lvl="0" marL="342900" rtl="0" algn="l">
              <a:lnSpc>
                <a:spcPct val="90000"/>
              </a:lnSpc>
              <a:spcBef>
                <a:spcPts val="320"/>
              </a:spcBef>
              <a:spcAft>
                <a:spcPts val="0"/>
              </a:spcAft>
              <a:buClr>
                <a:srgbClr val="111003"/>
              </a:buClr>
              <a:buSzPts val="1600"/>
              <a:buFont typeface="Noto Sans Symbols"/>
              <a:buNone/>
            </a:pPr>
            <a:r>
              <a:rPr lang="en-US" sz="1600">
                <a:solidFill>
                  <a:srgbClr val="111003"/>
                </a:solidFill>
                <a:latin typeface="Courier New"/>
                <a:ea typeface="Courier New"/>
                <a:cs typeface="Courier New"/>
                <a:sym typeface="Courier New"/>
              </a:rPr>
              <a:t>	signal(full);//</a:t>
            </a:r>
            <a:r>
              <a:rPr i="1" lang="en-US" sz="1600">
                <a:solidFill>
                  <a:srgbClr val="111003"/>
                </a:solidFill>
                <a:latin typeface="Courier New"/>
                <a:ea typeface="Courier New"/>
                <a:cs typeface="Courier New"/>
                <a:sym typeface="Courier New"/>
              </a:rPr>
              <a:t>inc full cnt</a:t>
            </a:r>
            <a:endParaRPr/>
          </a:p>
          <a:p>
            <a:pPr indent="-342900" lvl="0" marL="342900" rtl="0" algn="l">
              <a:lnSpc>
                <a:spcPct val="90000"/>
              </a:lnSpc>
              <a:spcBef>
                <a:spcPts val="320"/>
              </a:spcBef>
              <a:spcAft>
                <a:spcPts val="0"/>
              </a:spcAft>
              <a:buClr>
                <a:srgbClr val="111003"/>
              </a:buClr>
              <a:buSzPts val="1600"/>
              <a:buFont typeface="Noto Sans Symbols"/>
              <a:buNone/>
            </a:pPr>
            <a:r>
              <a:rPr b="1" lang="en-US" sz="1600">
                <a:solidFill>
                  <a:srgbClr val="111003"/>
                </a:solidFill>
                <a:latin typeface="Courier New"/>
                <a:ea typeface="Courier New"/>
                <a:cs typeface="Courier New"/>
                <a:sym typeface="Courier New"/>
              </a:rPr>
              <a:t>} while</a:t>
            </a:r>
            <a:r>
              <a:rPr lang="en-US" sz="1600">
                <a:solidFill>
                  <a:srgbClr val="111003"/>
                </a:solidFill>
                <a:latin typeface="Courier New"/>
                <a:ea typeface="Courier New"/>
                <a:cs typeface="Courier New"/>
                <a:sym typeface="Courier New"/>
              </a:rPr>
              <a:t> (TRUE);</a:t>
            </a:r>
            <a:endParaRPr/>
          </a:p>
        </p:txBody>
      </p:sp>
      <p:sp>
        <p:nvSpPr>
          <p:cNvPr id="1055" name="Google Shape;1055;p61"/>
          <p:cNvSpPr txBox="1"/>
          <p:nvPr/>
        </p:nvSpPr>
        <p:spPr>
          <a:xfrm>
            <a:off x="457200" y="1524000"/>
            <a:ext cx="5638800" cy="400050"/>
          </a:xfrm>
          <a:prstGeom prst="rect">
            <a:avLst/>
          </a:prstGeom>
          <a:solidFill>
            <a:srgbClr val="C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Initial values: </a:t>
            </a:r>
            <a:r>
              <a:rPr b="0" i="0" lang="en-US" sz="2000" u="none" cap="none" strike="noStrike">
                <a:solidFill>
                  <a:srgbClr val="FFFFFF"/>
                </a:solidFill>
                <a:latin typeface="Courier New"/>
                <a:ea typeface="Courier New"/>
                <a:cs typeface="Courier New"/>
                <a:sym typeface="Courier New"/>
              </a:rPr>
              <a:t>mutex</a:t>
            </a:r>
            <a:r>
              <a:rPr b="0" i="0" lang="en-US" sz="2000" u="none" cap="none" strike="noStrike">
                <a:solidFill>
                  <a:srgbClr val="FFFFFF"/>
                </a:solidFill>
                <a:latin typeface="Times New Roman"/>
                <a:ea typeface="Times New Roman"/>
                <a:cs typeface="Times New Roman"/>
                <a:sym typeface="Times New Roman"/>
              </a:rPr>
              <a:t> = </a:t>
            </a:r>
            <a:r>
              <a:rPr b="0" i="0" lang="en-US" sz="2000" u="none" cap="none" strike="noStrike">
                <a:solidFill>
                  <a:srgbClr val="FFFFFF"/>
                </a:solidFill>
                <a:latin typeface="Courier New"/>
                <a:ea typeface="Courier New"/>
                <a:cs typeface="Courier New"/>
                <a:sym typeface="Courier New"/>
              </a:rPr>
              <a:t>1</a:t>
            </a:r>
            <a:r>
              <a:rPr b="0" i="0" lang="en-US" sz="2000" u="none" cap="none" strike="noStrike">
                <a:solidFill>
                  <a:srgbClr val="FFFFFF"/>
                </a:solidFill>
                <a:latin typeface="Times New Roman"/>
                <a:ea typeface="Times New Roman"/>
                <a:cs typeface="Times New Roman"/>
                <a:sym typeface="Times New Roman"/>
              </a:rPr>
              <a:t>, </a:t>
            </a:r>
            <a:r>
              <a:rPr b="0" i="0" lang="en-US" sz="2000" u="none" cap="none" strike="noStrike">
                <a:solidFill>
                  <a:srgbClr val="FFFFFF"/>
                </a:solidFill>
                <a:latin typeface="Courier New"/>
                <a:ea typeface="Courier New"/>
                <a:cs typeface="Courier New"/>
                <a:sym typeface="Courier New"/>
              </a:rPr>
              <a:t>empty</a:t>
            </a:r>
            <a:r>
              <a:rPr b="0" i="1" lang="en-US" sz="2000" u="none" cap="none" strike="noStrike">
                <a:solidFill>
                  <a:srgbClr val="FFFFFF"/>
                </a:solidFill>
                <a:latin typeface="Times New Roman"/>
                <a:ea typeface="Times New Roman"/>
                <a:cs typeface="Times New Roman"/>
                <a:sym typeface="Times New Roman"/>
              </a:rPr>
              <a:t> </a:t>
            </a:r>
            <a:r>
              <a:rPr b="0" i="0" lang="en-US" sz="2000" u="none" cap="none" strike="noStrike">
                <a:solidFill>
                  <a:srgbClr val="FFFFFF"/>
                </a:solidFill>
                <a:latin typeface="Times New Roman"/>
                <a:ea typeface="Times New Roman"/>
                <a:cs typeface="Times New Roman"/>
                <a:sym typeface="Times New Roman"/>
              </a:rPr>
              <a:t>= </a:t>
            </a:r>
            <a:r>
              <a:rPr b="0" i="0" lang="en-US" sz="2000" u="none" cap="none" strike="noStrike">
                <a:solidFill>
                  <a:srgbClr val="FFFFFF"/>
                </a:solidFill>
                <a:latin typeface="Courier New"/>
                <a:ea typeface="Courier New"/>
                <a:cs typeface="Courier New"/>
                <a:sym typeface="Courier New"/>
              </a:rPr>
              <a:t>n</a:t>
            </a:r>
            <a:r>
              <a:rPr b="0" i="0" lang="en-US" sz="2000" u="none" cap="none" strike="noStrike">
                <a:solidFill>
                  <a:srgbClr val="FFFFFF"/>
                </a:solidFill>
                <a:latin typeface="Times New Roman"/>
                <a:ea typeface="Times New Roman"/>
                <a:cs typeface="Times New Roman"/>
                <a:sym typeface="Times New Roman"/>
              </a:rPr>
              <a:t>, </a:t>
            </a:r>
            <a:r>
              <a:rPr b="0" i="0" lang="en-US" sz="2000" u="none" cap="none" strike="noStrike">
                <a:solidFill>
                  <a:srgbClr val="FFFFFF"/>
                </a:solidFill>
                <a:latin typeface="Courier New"/>
                <a:ea typeface="Courier New"/>
                <a:cs typeface="Courier New"/>
                <a:sym typeface="Courier New"/>
              </a:rPr>
              <a:t>full</a:t>
            </a:r>
            <a:r>
              <a:rPr b="0" i="0" lang="en-US" sz="2000" u="none" cap="none" strike="noStrike">
                <a:solidFill>
                  <a:srgbClr val="FFFFFF"/>
                </a:solidFill>
                <a:latin typeface="Times New Roman"/>
                <a:ea typeface="Times New Roman"/>
                <a:cs typeface="Times New Roman"/>
                <a:sym typeface="Times New Roman"/>
              </a:rPr>
              <a:t> = </a:t>
            </a:r>
            <a:r>
              <a:rPr b="0" i="0" lang="en-US" sz="2000" u="none" cap="none" strike="noStrike">
                <a:solidFill>
                  <a:srgbClr val="FFFFFF"/>
                </a:solidFill>
                <a:latin typeface="Courier New"/>
                <a:ea typeface="Courier New"/>
                <a:cs typeface="Courier New"/>
                <a:sym typeface="Courier New"/>
              </a:rPr>
              <a:t>0</a:t>
            </a:r>
            <a:endParaRPr b="0" i="0" sz="1400" u="none" cap="none" strike="noStrike">
              <a:solidFill>
                <a:srgbClr val="000000"/>
              </a:solidFill>
              <a:latin typeface="Arial"/>
              <a:ea typeface="Arial"/>
              <a:cs typeface="Arial"/>
              <a:sym typeface="Arial"/>
            </a:endParaRPr>
          </a:p>
        </p:txBody>
      </p:sp>
      <p:sp>
        <p:nvSpPr>
          <p:cNvPr id="1056" name="Google Shape;1056;p61"/>
          <p:cNvSpPr/>
          <p:nvPr/>
        </p:nvSpPr>
        <p:spPr>
          <a:xfrm>
            <a:off x="4648200" y="2095500"/>
            <a:ext cx="4267200" cy="4381500"/>
          </a:xfrm>
          <a:prstGeom prst="rect">
            <a:avLst/>
          </a:prstGeom>
          <a:solidFill>
            <a:srgbClr val="F3F2C1"/>
          </a:solidFill>
          <a:ln cap="flat" cmpd="sng" w="12700">
            <a:solidFill>
              <a:schemeClr val="dk1"/>
            </a:solidFill>
            <a:prstDash val="solid"/>
            <a:miter lim="800000"/>
            <a:headEnd len="sm" w="sm" type="none"/>
            <a:tailEnd len="sm" w="sm" type="none"/>
          </a:ln>
        </p:spPr>
        <p:txBody>
          <a:bodyPr anchorCtr="0" anchor="t" bIns="44450" lIns="90475" spcFirstLastPara="1" rIns="90475" wrap="square" tIns="44450">
            <a:noAutofit/>
          </a:bodyPr>
          <a:lstStyle/>
          <a:p>
            <a:pPr indent="-342900" lvl="0" marL="342900" marR="0" rtl="0" algn="ctr">
              <a:lnSpc>
                <a:spcPct val="80000"/>
              </a:lnSpc>
              <a:spcBef>
                <a:spcPts val="0"/>
              </a:spcBef>
              <a:spcAft>
                <a:spcPts val="0"/>
              </a:spcAft>
              <a:buClr>
                <a:srgbClr val="808080"/>
              </a:buClr>
              <a:buSzPts val="1500"/>
              <a:buFont typeface="Noto Sans Symbols"/>
              <a:buNone/>
            </a:pPr>
            <a:r>
              <a:rPr b="0" i="0" lang="en-US" sz="2000" u="none" cap="none" strike="noStrike">
                <a:solidFill>
                  <a:srgbClr val="111003"/>
                </a:solidFill>
                <a:latin typeface="Arial"/>
                <a:ea typeface="Arial"/>
                <a:cs typeface="Arial"/>
                <a:sym typeface="Arial"/>
              </a:rPr>
              <a:t>Consumer</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t/>
            </a:r>
            <a:endParaRPr b="1" i="0" sz="1600" u="none" cap="none" strike="noStrike">
              <a:solidFill>
                <a:srgbClr val="111003"/>
              </a:solidFill>
              <a:latin typeface="Courier New"/>
              <a:ea typeface="Courier New"/>
              <a:cs typeface="Courier New"/>
              <a:sym typeface="Courier New"/>
            </a:endParaRPr>
          </a:p>
          <a:p>
            <a:pPr indent="-342900" lvl="0" marL="342900" marR="0" rtl="0" algn="l">
              <a:lnSpc>
                <a:spcPct val="80000"/>
              </a:lnSpc>
              <a:spcBef>
                <a:spcPts val="320"/>
              </a:spcBef>
              <a:spcAft>
                <a:spcPts val="0"/>
              </a:spcAft>
              <a:buClr>
                <a:srgbClr val="808080"/>
              </a:buClr>
              <a:buSzPts val="1200"/>
              <a:buFont typeface="Noto Sans Symbols"/>
              <a:buNone/>
            </a:pPr>
            <a:r>
              <a:rPr b="1" i="0" lang="en-US" sz="1600" u="none" cap="none" strike="noStrike">
                <a:solidFill>
                  <a:srgbClr val="111003"/>
                </a:solidFill>
                <a:latin typeface="Courier New"/>
                <a:ea typeface="Courier New"/>
                <a:cs typeface="Courier New"/>
                <a:sym typeface="Courier New"/>
              </a:rPr>
              <a:t>do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rPr b="0" i="0" lang="en-US" sz="1600" u="none" cap="none" strike="noStrike">
                <a:solidFill>
                  <a:srgbClr val="111003"/>
                </a:solidFill>
                <a:latin typeface="Courier New"/>
                <a:ea typeface="Courier New"/>
                <a:cs typeface="Courier New"/>
                <a:sym typeface="Courier New"/>
              </a:rPr>
              <a:t>	wait(full);    //</a:t>
            </a:r>
            <a:r>
              <a:rPr b="0" i="1" lang="en-US" sz="1600" u="none" cap="none" strike="noStrike">
                <a:solidFill>
                  <a:srgbClr val="111003"/>
                </a:solidFill>
                <a:latin typeface="Courier New"/>
                <a:ea typeface="Courier New"/>
                <a:cs typeface="Courier New"/>
                <a:sym typeface="Courier New"/>
              </a:rPr>
              <a:t>dec full cnt</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rPr b="0" i="0" lang="en-US" sz="1600" u="none" cap="none" strike="noStrike">
                <a:solidFill>
                  <a:srgbClr val="111003"/>
                </a:solidFill>
                <a:latin typeface="Courier New"/>
                <a:ea typeface="Courier New"/>
                <a:cs typeface="Courier New"/>
                <a:sym typeface="Courier New"/>
              </a:rPr>
              <a:t>	wait(mutex);</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rPr b="0" i="0" lang="en-US" sz="1600" u="none" cap="none" strike="noStrike">
                <a:solidFill>
                  <a:srgbClr val="111003"/>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rPr b="0" i="0" lang="en-US" sz="1600" u="none" cap="none" strike="noStrike">
                <a:solidFill>
                  <a:srgbClr val="111003"/>
                </a:solidFill>
                <a:latin typeface="Courier New"/>
                <a:ea typeface="Courier New"/>
                <a:cs typeface="Courier New"/>
                <a:sym typeface="Courier New"/>
              </a:rPr>
              <a:t>	</a:t>
            </a:r>
            <a:r>
              <a:rPr b="0" i="0" lang="en-US" sz="1600" u="none" cap="none" strike="noStrike">
                <a:solidFill>
                  <a:srgbClr val="111003"/>
                </a:solidFill>
                <a:latin typeface="Arial"/>
                <a:ea typeface="Arial"/>
                <a:cs typeface="Arial"/>
                <a:sym typeface="Arial"/>
              </a:rPr>
              <a:t>remove an item from buffer to</a:t>
            </a:r>
            <a:r>
              <a:rPr b="0" i="0" lang="en-US" sz="1600" u="none" cap="none" strike="noStrike">
                <a:solidFill>
                  <a:srgbClr val="111003"/>
                </a:solidFill>
                <a:latin typeface="Courier New"/>
                <a:ea typeface="Courier New"/>
                <a:cs typeface="Courier New"/>
                <a:sym typeface="Courier New"/>
              </a:rPr>
              <a:t> nextc</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rPr b="0" i="0" lang="en-US" sz="1600" u="none" cap="none" strike="noStrike">
                <a:solidFill>
                  <a:srgbClr val="111003"/>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rPr b="0" i="0" lang="en-US" sz="1600" u="none" cap="none" strike="noStrike">
                <a:solidFill>
                  <a:srgbClr val="111003"/>
                </a:solidFill>
                <a:latin typeface="Courier New"/>
                <a:ea typeface="Courier New"/>
                <a:cs typeface="Courier New"/>
                <a:sym typeface="Courier New"/>
              </a:rPr>
              <a:t>	signal(mutex);</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rPr b="0" i="0" lang="en-US" sz="1600" u="none" cap="none" strike="noStrike">
                <a:solidFill>
                  <a:srgbClr val="111003"/>
                </a:solidFill>
                <a:latin typeface="Courier New"/>
                <a:ea typeface="Courier New"/>
                <a:cs typeface="Courier New"/>
                <a:sym typeface="Courier New"/>
              </a:rPr>
              <a:t>	signal(empty); //</a:t>
            </a:r>
            <a:r>
              <a:rPr b="0" i="1" lang="en-US" sz="1600" u="none" cap="none" strike="noStrike">
                <a:solidFill>
                  <a:srgbClr val="111003"/>
                </a:solidFill>
                <a:latin typeface="Courier New"/>
                <a:ea typeface="Courier New"/>
                <a:cs typeface="Courier New"/>
                <a:sym typeface="Courier New"/>
              </a:rPr>
              <a:t>inc empty cnt</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rPr b="0" i="0" lang="en-US" sz="1600" u="none" cap="none" strike="noStrike">
                <a:solidFill>
                  <a:srgbClr val="111003"/>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rPr b="0" i="0" lang="en-US" sz="1600" u="none" cap="none" strike="noStrike">
                <a:solidFill>
                  <a:srgbClr val="111003"/>
                </a:solidFill>
                <a:latin typeface="Courier New"/>
                <a:ea typeface="Courier New"/>
                <a:cs typeface="Courier New"/>
                <a:sym typeface="Courier New"/>
              </a:rPr>
              <a:t>	</a:t>
            </a:r>
            <a:r>
              <a:rPr b="0" i="0" lang="en-US" sz="1600" u="none" cap="none" strike="noStrike">
                <a:solidFill>
                  <a:srgbClr val="111003"/>
                </a:solidFill>
                <a:latin typeface="Arial"/>
                <a:ea typeface="Arial"/>
                <a:cs typeface="Arial"/>
                <a:sym typeface="Arial"/>
              </a:rPr>
              <a:t>consume the item in </a:t>
            </a:r>
            <a:r>
              <a:rPr b="0" i="0" lang="en-US" sz="1600" u="none" cap="none" strike="noStrike">
                <a:solidFill>
                  <a:srgbClr val="111003"/>
                </a:solidFill>
                <a:latin typeface="Courier New"/>
                <a:ea typeface="Courier New"/>
                <a:cs typeface="Courier New"/>
                <a:sym typeface="Courier New"/>
              </a:rPr>
              <a:t>nextc</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rPr b="0" i="0" lang="en-US" sz="1600" u="none" cap="none" strike="noStrike">
                <a:solidFill>
                  <a:srgbClr val="111003"/>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320"/>
              </a:spcBef>
              <a:spcAft>
                <a:spcPts val="0"/>
              </a:spcAft>
              <a:buClr>
                <a:srgbClr val="808080"/>
              </a:buClr>
              <a:buSzPts val="1200"/>
              <a:buFont typeface="Noto Sans Symbols"/>
              <a:buNone/>
            </a:pPr>
            <a:r>
              <a:rPr b="1" i="0" lang="en-US" sz="1600" u="none" cap="none" strike="noStrike">
                <a:solidFill>
                  <a:srgbClr val="111003"/>
                </a:solidFill>
                <a:latin typeface="Courier New"/>
                <a:ea typeface="Courier New"/>
                <a:cs typeface="Courier New"/>
                <a:sym typeface="Courier New"/>
              </a:rPr>
              <a:t>} while</a:t>
            </a:r>
            <a:r>
              <a:rPr b="0" i="0" lang="en-US" sz="1600" u="none" cap="none" strike="noStrike">
                <a:solidFill>
                  <a:srgbClr val="111003"/>
                </a:solidFill>
                <a:latin typeface="Courier New"/>
                <a:ea typeface="Courier New"/>
                <a:cs typeface="Courier New"/>
                <a:sym typeface="Courier New"/>
              </a:rPr>
              <a:t> (TRUE);</a:t>
            </a:r>
            <a:endParaRPr b="0" i="0" sz="1400" u="none" cap="none" strike="noStrike">
              <a:solidFill>
                <a:srgbClr val="000000"/>
              </a:solidFill>
              <a:latin typeface="Arial"/>
              <a:ea typeface="Arial"/>
              <a:cs typeface="Arial"/>
              <a:sym typeface="Arial"/>
            </a:endParaRPr>
          </a:p>
        </p:txBody>
      </p:sp>
      <p:cxnSp>
        <p:nvCxnSpPr>
          <p:cNvPr id="1057" name="Google Shape;1057;p61"/>
          <p:cNvCxnSpPr/>
          <p:nvPr/>
        </p:nvCxnSpPr>
        <p:spPr>
          <a:xfrm>
            <a:off x="4648200" y="2438400"/>
            <a:ext cx="4267200" cy="0"/>
          </a:xfrm>
          <a:prstGeom prst="straightConnector1">
            <a:avLst/>
          </a:prstGeom>
          <a:noFill/>
          <a:ln cap="flat" cmpd="sng" w="9525">
            <a:solidFill>
              <a:schemeClr val="dk1"/>
            </a:solidFill>
            <a:prstDash val="solid"/>
            <a:round/>
            <a:headEnd len="sm" w="sm" type="none"/>
            <a:tailEnd len="sm" w="sm" type="none"/>
          </a:ln>
        </p:spPr>
      </p:cxnSp>
      <p:cxnSp>
        <p:nvCxnSpPr>
          <p:cNvPr id="1058" name="Google Shape;1058;p61"/>
          <p:cNvCxnSpPr/>
          <p:nvPr/>
        </p:nvCxnSpPr>
        <p:spPr>
          <a:xfrm>
            <a:off x="457200" y="2438400"/>
            <a:ext cx="39624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62"/>
          <p:cNvSpPr/>
          <p:nvPr/>
        </p:nvSpPr>
        <p:spPr>
          <a:xfrm>
            <a:off x="685800" y="3276600"/>
            <a:ext cx="7239000" cy="1066800"/>
          </a:xfrm>
          <a:prstGeom prst="rect">
            <a:avLst/>
          </a:prstGeom>
          <a:solidFill>
            <a:srgbClr val="FAFF9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1064" name="Google Shape;1064;p62"/>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
        <p:nvSpPr>
          <p:cNvPr id="1065" name="Google Shape;1065;p62"/>
          <p:cNvSpPr txBox="1"/>
          <p:nvPr/>
        </p:nvSpPr>
        <p:spPr>
          <a:xfrm>
            <a:off x="609600" y="838200"/>
            <a:ext cx="6781800" cy="3810000"/>
          </a:xfrm>
          <a:prstGeom prst="rect">
            <a:avLst/>
          </a:prstGeom>
          <a:noFill/>
          <a:ln>
            <a:noFill/>
          </a:ln>
        </p:spPr>
        <p:txBody>
          <a:bodyPr anchorCtr="0" anchor="b" bIns="44450" lIns="90475" spcFirstLastPara="1" rIns="90475" wrap="square" tIns="44450">
            <a:noAutofit/>
          </a:bodyPr>
          <a:lstStyle/>
          <a:p>
            <a:pPr indent="0" lvl="0" marL="0" marR="0" rtl="0" algn="l">
              <a:lnSpc>
                <a:spcPct val="100000"/>
              </a:lnSpc>
              <a:spcBef>
                <a:spcPts val="0"/>
              </a:spcBef>
              <a:spcAft>
                <a:spcPts val="0"/>
              </a:spcAft>
              <a:buClr>
                <a:srgbClr val="0070C0"/>
              </a:buClr>
              <a:buSzPts val="2800"/>
              <a:buFont typeface="Arial"/>
              <a:buNone/>
            </a:pPr>
            <a:r>
              <a:rPr b="0" i="0" lang="en-US" sz="2800" u="none" cap="none" strike="noStrike">
                <a:solidFill>
                  <a:srgbClr val="0070C0"/>
                </a:solidFill>
                <a:latin typeface="Arial"/>
                <a:ea typeface="Arial"/>
                <a:cs typeface="Arial"/>
                <a:sym typeface="Arial"/>
              </a:rPr>
              <a:t>Exercise: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Verdana"/>
              <a:buNone/>
            </a:pPr>
            <a:r>
              <a:t/>
            </a:r>
            <a:endParaRPr b="0" i="0" sz="28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Based on the previous example, fill in the following table with the value of those variables used.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600"/>
              <a:buFont typeface="Verdana"/>
              <a:buNone/>
            </a:pPr>
            <a:r>
              <a:t/>
            </a:r>
            <a:endParaRPr b="0" i="0" sz="2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	Assume that initial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Courier New"/>
              <a:buNone/>
            </a:pPr>
            <a:r>
              <a:rPr b="0" i="0" lang="en-US" sz="2600" u="none" cap="none" strike="noStrike">
                <a:solidFill>
                  <a:srgbClr val="000000"/>
                </a:solidFill>
                <a:latin typeface="Courier New"/>
                <a:ea typeface="Courier New"/>
                <a:cs typeface="Courier New"/>
                <a:sym typeface="Courier New"/>
              </a:rPr>
              <a:t>	mutex</a:t>
            </a:r>
            <a:r>
              <a:rPr b="0" i="0" lang="en-US" sz="2600" u="none" cap="none" strike="noStrike">
                <a:solidFill>
                  <a:srgbClr val="000000"/>
                </a:solidFill>
                <a:latin typeface="Times New Roman"/>
                <a:ea typeface="Times New Roman"/>
                <a:cs typeface="Times New Roman"/>
                <a:sym typeface="Times New Roman"/>
              </a:rPr>
              <a:t> = </a:t>
            </a:r>
            <a:r>
              <a:rPr b="0" i="0" lang="en-US" sz="2600" u="none" cap="none" strike="noStrike">
                <a:solidFill>
                  <a:srgbClr val="000000"/>
                </a:solidFill>
                <a:latin typeface="Courier New"/>
                <a:ea typeface="Courier New"/>
                <a:cs typeface="Courier New"/>
                <a:sym typeface="Courier New"/>
              </a:rPr>
              <a:t>1</a:t>
            </a:r>
            <a:r>
              <a:rPr b="0" i="0" lang="en-US" sz="2600" u="none" cap="none" strike="noStrike">
                <a:solidFill>
                  <a:srgbClr val="000000"/>
                </a:solidFill>
                <a:latin typeface="Times New Roman"/>
                <a:ea typeface="Times New Roman"/>
                <a:cs typeface="Times New Roman"/>
                <a:sym typeface="Times New Roman"/>
              </a:rPr>
              <a:t>, </a:t>
            </a:r>
            <a:r>
              <a:rPr b="0" i="0" lang="en-US" sz="2600" u="none" cap="none" strike="noStrike">
                <a:solidFill>
                  <a:srgbClr val="000000"/>
                </a:solidFill>
                <a:latin typeface="Courier New"/>
                <a:ea typeface="Courier New"/>
                <a:cs typeface="Courier New"/>
                <a:sym typeface="Courier New"/>
              </a:rPr>
              <a:t>empty</a:t>
            </a:r>
            <a:r>
              <a:rPr b="0" i="1" lang="en-US" sz="2600" u="none" cap="none" strike="noStrike">
                <a:solidFill>
                  <a:srgbClr val="000000"/>
                </a:solidFill>
                <a:latin typeface="Times New Roman"/>
                <a:ea typeface="Times New Roman"/>
                <a:cs typeface="Times New Roman"/>
                <a:sym typeface="Times New Roman"/>
              </a:rPr>
              <a:t> </a:t>
            </a:r>
            <a:r>
              <a:rPr b="0" i="0" lang="en-US" sz="2600" u="none" cap="none" strike="noStrike">
                <a:solidFill>
                  <a:srgbClr val="000000"/>
                </a:solidFill>
                <a:latin typeface="Times New Roman"/>
                <a:ea typeface="Times New Roman"/>
                <a:cs typeface="Times New Roman"/>
                <a:sym typeface="Times New Roman"/>
              </a:rPr>
              <a:t>= </a:t>
            </a:r>
            <a:r>
              <a:rPr b="0" i="0" lang="en-US" sz="2600" u="none" cap="none" strike="noStrike">
                <a:solidFill>
                  <a:srgbClr val="000000"/>
                </a:solidFill>
                <a:latin typeface="Courier New"/>
                <a:ea typeface="Courier New"/>
                <a:cs typeface="Courier New"/>
                <a:sym typeface="Courier New"/>
              </a:rPr>
              <a:t>5</a:t>
            </a:r>
            <a:r>
              <a:rPr b="0" i="0" lang="en-US" sz="2600" u="none" cap="none" strike="noStrike">
                <a:solidFill>
                  <a:srgbClr val="000000"/>
                </a:solidFill>
                <a:latin typeface="Times New Roman"/>
                <a:ea typeface="Times New Roman"/>
                <a:cs typeface="Times New Roman"/>
                <a:sym typeface="Times New Roman"/>
              </a:rPr>
              <a:t>, </a:t>
            </a:r>
            <a:r>
              <a:rPr b="0" i="0" lang="en-US" sz="2600" u="none" cap="none" strike="noStrike">
                <a:solidFill>
                  <a:srgbClr val="000000"/>
                </a:solidFill>
                <a:latin typeface="Courier New"/>
                <a:ea typeface="Courier New"/>
                <a:cs typeface="Courier New"/>
                <a:sym typeface="Courier New"/>
              </a:rPr>
              <a:t>full</a:t>
            </a:r>
            <a:r>
              <a:rPr b="0" i="0" lang="en-US" sz="2600" u="none" cap="none" strike="noStrike">
                <a:solidFill>
                  <a:srgbClr val="000000"/>
                </a:solidFill>
                <a:latin typeface="Times New Roman"/>
                <a:ea typeface="Times New Roman"/>
                <a:cs typeface="Times New Roman"/>
                <a:sym typeface="Times New Roman"/>
              </a:rPr>
              <a:t> = </a:t>
            </a:r>
            <a:r>
              <a:rPr b="0" i="0" lang="en-US" sz="2600" u="none" cap="none" strike="noStrike">
                <a:solidFill>
                  <a:srgbClr val="000000"/>
                </a:solidFill>
                <a:latin typeface="Courier New"/>
                <a:ea typeface="Courier New"/>
                <a:cs typeface="Courier New"/>
                <a:sym typeface="Courier New"/>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600"/>
              <a:buFont typeface="Verdana"/>
              <a:buNone/>
            </a:pPr>
            <a:r>
              <a:t/>
            </a:r>
            <a:endParaRPr b="0" i="0" sz="2600" u="none" cap="none" strike="noStrike">
              <a:solidFill>
                <a:srgbClr val="000000"/>
              </a:solidFill>
              <a:latin typeface="Arial"/>
              <a:ea typeface="Arial"/>
              <a:cs typeface="Arial"/>
              <a:sym typeface="Arial"/>
            </a:endParaRPr>
          </a:p>
        </p:txBody>
      </p:sp>
      <p:pic>
        <p:nvPicPr>
          <p:cNvPr descr="http://t1.gstatic.com/images?q=tbn:ANd9GcQ8IpPPlUD6SfF-GnyEy7VDsRI1z5C_tXXGHiVYQv3fY_1T_J4iaA" id="1066" name="Google Shape;1066;p62"/>
          <p:cNvPicPr preferRelativeResize="0"/>
          <p:nvPr/>
        </p:nvPicPr>
        <p:blipFill rotWithShape="1">
          <a:blip r:embed="rId3">
            <a:alphaModFix/>
          </a:blip>
          <a:srcRect b="0" l="0" r="0" t="0"/>
          <a:stretch/>
        </p:blipFill>
        <p:spPr>
          <a:xfrm>
            <a:off x="7772400" y="762000"/>
            <a:ext cx="1066800" cy="1042988"/>
          </a:xfrm>
          <a:prstGeom prst="rect">
            <a:avLst/>
          </a:prstGeom>
          <a:noFill/>
          <a:ln>
            <a:noFill/>
          </a:ln>
        </p:spPr>
      </p:pic>
      <p:graphicFrame>
        <p:nvGraphicFramePr>
          <p:cNvPr id="1067" name="Google Shape;1067;p62"/>
          <p:cNvGraphicFramePr/>
          <p:nvPr/>
        </p:nvGraphicFramePr>
        <p:xfrm>
          <a:off x="762000" y="4470400"/>
          <a:ext cx="3000000" cy="3000000"/>
        </p:xfrm>
        <a:graphic>
          <a:graphicData uri="http://schemas.openxmlformats.org/drawingml/2006/table">
            <a:tbl>
              <a:tblPr bandRow="1" firstRow="1">
                <a:noFill/>
                <a:tableStyleId>{4E0AC9D8-C28C-4726-99FF-9876788166C9}</a:tableStyleId>
              </a:tblPr>
              <a:tblGrid>
                <a:gridCol w="990500"/>
                <a:gridCol w="1005875"/>
                <a:gridCol w="1280225"/>
              </a:tblGrid>
              <a:tr h="370850">
                <a:tc gridSpan="3">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rPr>
                        <a:t>Producer :</a:t>
                      </a:r>
                      <a:endParaRPr sz="1800" u="none" cap="none" strike="noStrike">
                        <a:solidFill>
                          <a:srgbClr val="000000"/>
                        </a:solidFill>
                      </a:endParaRPr>
                    </a:p>
                  </a:txBody>
                  <a:tcPr marT="45725" marB="45725" marR="91425" marL="91425"/>
                </a:tc>
                <a:tc hMerge="1"/>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Courier New"/>
                        <a:ea typeface="Courier New"/>
                        <a:cs typeface="Courier New"/>
                        <a:sym typeface="Courier New"/>
                      </a:endParaRPr>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wait()</a:t>
                      </a:r>
                      <a:endParaRPr sz="1400" u="none" cap="none" strike="noStrike"/>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signal()</a:t>
                      </a:r>
                      <a:endParaRPr sz="1400" u="none" cap="none" strike="noStrike"/>
                    </a:p>
                  </a:txBody>
                  <a:tcPr marT="45725" marB="45725" marR="91425" marL="91425">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empty</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mutex</a:t>
                      </a:r>
                      <a:endParaRPr sz="1800" u="none" cap="none" strike="noStrike">
                        <a:solidFill>
                          <a:srgbClr val="00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full</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068" name="Google Shape;1068;p62"/>
          <p:cNvGraphicFramePr/>
          <p:nvPr/>
        </p:nvGraphicFramePr>
        <p:xfrm>
          <a:off x="4648200" y="4470400"/>
          <a:ext cx="3000000" cy="3000000"/>
        </p:xfrm>
        <a:graphic>
          <a:graphicData uri="http://schemas.openxmlformats.org/drawingml/2006/table">
            <a:tbl>
              <a:tblPr bandRow="1" firstRow="1">
                <a:noFill/>
                <a:tableStyleId>{4E0AC9D8-C28C-4726-99FF-9876788166C9}</a:tableStyleId>
              </a:tblPr>
              <a:tblGrid>
                <a:gridCol w="990500"/>
                <a:gridCol w="1005875"/>
                <a:gridCol w="1280225"/>
              </a:tblGrid>
              <a:tr h="370850">
                <a:tc gridSpan="3">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rPr>
                        <a:t>Consumer :</a:t>
                      </a:r>
                      <a:endParaRPr sz="1800" u="none" cap="none" strike="noStrike">
                        <a:solidFill>
                          <a:srgbClr val="000000"/>
                        </a:solidFill>
                      </a:endParaRPr>
                    </a:p>
                  </a:txBody>
                  <a:tcPr marT="45725" marB="45725" marR="91425" marL="91425"/>
                </a:tc>
                <a:tc hMerge="1"/>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Courier New"/>
                        <a:ea typeface="Courier New"/>
                        <a:cs typeface="Courier New"/>
                        <a:sym typeface="Courier New"/>
                      </a:endParaRPr>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wait()</a:t>
                      </a:r>
                      <a:endParaRPr sz="1400" u="none" cap="none" strike="noStrike"/>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signal()</a:t>
                      </a:r>
                      <a:endParaRPr sz="1400" u="none" cap="none" strike="noStrike"/>
                    </a:p>
                  </a:txBody>
                  <a:tcPr marT="45725" marB="45725" marR="91425" marL="91425">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empty</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mutex</a:t>
                      </a:r>
                      <a:endParaRPr sz="1800" u="none" cap="none" strike="noStrike">
                        <a:solidFill>
                          <a:srgbClr val="00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full</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63"/>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graphicFrame>
        <p:nvGraphicFramePr>
          <p:cNvPr id="1074" name="Google Shape;1074;p63"/>
          <p:cNvGraphicFramePr/>
          <p:nvPr/>
        </p:nvGraphicFramePr>
        <p:xfrm>
          <a:off x="762000" y="4470400"/>
          <a:ext cx="3000000" cy="3000000"/>
        </p:xfrm>
        <a:graphic>
          <a:graphicData uri="http://schemas.openxmlformats.org/drawingml/2006/table">
            <a:tbl>
              <a:tblPr bandRow="1" firstRow="1">
                <a:noFill/>
                <a:tableStyleId>{4E0AC9D8-C28C-4726-99FF-9876788166C9}</a:tableStyleId>
              </a:tblPr>
              <a:tblGrid>
                <a:gridCol w="990500"/>
                <a:gridCol w="1005875"/>
                <a:gridCol w="1280225"/>
              </a:tblGrid>
              <a:tr h="370850">
                <a:tc gridSpan="3">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rPr>
                        <a:t>Producer :</a:t>
                      </a:r>
                      <a:endParaRPr sz="1800" u="none" cap="none" strike="noStrike">
                        <a:solidFill>
                          <a:srgbClr val="000000"/>
                        </a:solidFill>
                      </a:endParaRPr>
                    </a:p>
                  </a:txBody>
                  <a:tcPr marT="45725" marB="45725" marR="91425" marL="91425"/>
                </a:tc>
                <a:tc hMerge="1"/>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Courier New"/>
                        <a:ea typeface="Courier New"/>
                        <a:cs typeface="Courier New"/>
                        <a:sym typeface="Courier New"/>
                      </a:endParaRPr>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wait()</a:t>
                      </a:r>
                      <a:endParaRPr sz="1400" u="none" cap="none" strike="noStrike"/>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signal()</a:t>
                      </a:r>
                      <a:endParaRPr sz="1400" u="none" cap="none" strike="noStrike"/>
                    </a:p>
                  </a:txBody>
                  <a:tcPr marT="45725" marB="45725" marR="91425" marL="91425">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empty</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mutex</a:t>
                      </a:r>
                      <a:endParaRPr sz="1800" u="none" cap="none" strike="noStrike">
                        <a:solidFill>
                          <a:srgbClr val="00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full</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075" name="Google Shape;1075;p63"/>
          <p:cNvGraphicFramePr/>
          <p:nvPr/>
        </p:nvGraphicFramePr>
        <p:xfrm>
          <a:off x="4648200" y="4470400"/>
          <a:ext cx="3000000" cy="3000000"/>
        </p:xfrm>
        <a:graphic>
          <a:graphicData uri="http://schemas.openxmlformats.org/drawingml/2006/table">
            <a:tbl>
              <a:tblPr bandRow="1" firstRow="1">
                <a:noFill/>
                <a:tableStyleId>{4E0AC9D8-C28C-4726-99FF-9876788166C9}</a:tableStyleId>
              </a:tblPr>
              <a:tblGrid>
                <a:gridCol w="990500"/>
                <a:gridCol w="1005875"/>
                <a:gridCol w="1280225"/>
              </a:tblGrid>
              <a:tr h="370850">
                <a:tc gridSpan="3">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rPr>
                        <a:t>Consumer :</a:t>
                      </a:r>
                      <a:endParaRPr sz="1800" u="none" cap="none" strike="noStrike">
                        <a:solidFill>
                          <a:srgbClr val="000000"/>
                        </a:solidFill>
                      </a:endParaRPr>
                    </a:p>
                  </a:txBody>
                  <a:tcPr marT="45725" marB="45725" marR="91425" marL="91425"/>
                </a:tc>
                <a:tc hMerge="1"/>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Courier New"/>
                        <a:ea typeface="Courier New"/>
                        <a:cs typeface="Courier New"/>
                        <a:sym typeface="Courier New"/>
                      </a:endParaRPr>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wait()</a:t>
                      </a:r>
                      <a:endParaRPr sz="1400" u="none" cap="none" strike="noStrike"/>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signal()</a:t>
                      </a:r>
                      <a:endParaRPr sz="1400" u="none" cap="none" strike="noStrike"/>
                    </a:p>
                  </a:txBody>
                  <a:tcPr marT="45725" marB="45725" marR="91425" marL="91425">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empty</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mutex</a:t>
                      </a:r>
                      <a:endParaRPr sz="1800" u="none" cap="none" strike="noStrike">
                        <a:solidFill>
                          <a:srgbClr val="00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full</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076" name="Google Shape;1076;p63"/>
          <p:cNvSpPr txBox="1"/>
          <p:nvPr/>
        </p:nvSpPr>
        <p:spPr>
          <a:xfrm>
            <a:off x="669925" y="1371600"/>
            <a:ext cx="8016875" cy="2092325"/>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FF0000"/>
              </a:buClr>
              <a:buSzPts val="2600"/>
              <a:buFont typeface="Arial"/>
              <a:buChar char="•"/>
            </a:pPr>
            <a:r>
              <a:rPr b="0" i="0" lang="en-US" sz="2600" u="none" cap="none" strike="noStrike">
                <a:solidFill>
                  <a:srgbClr val="FF0000"/>
                </a:solidFill>
                <a:latin typeface="Arial"/>
                <a:ea typeface="Arial"/>
                <a:cs typeface="Arial"/>
                <a:sym typeface="Arial"/>
              </a:rPr>
              <a:t>The producer will start first since </a:t>
            </a:r>
            <a:r>
              <a:rPr b="0" i="0" lang="en-US" sz="2600" u="none" cap="none" strike="noStrike">
                <a:solidFill>
                  <a:srgbClr val="FF0000"/>
                </a:solidFill>
                <a:latin typeface="Courier New"/>
                <a:ea typeface="Courier New"/>
                <a:cs typeface="Courier New"/>
                <a:sym typeface="Courier New"/>
              </a:rPr>
              <a:t>wait(empty=5)</a:t>
            </a:r>
            <a:r>
              <a:rPr b="0" i="0" lang="en-US" sz="2600" u="none" cap="none" strike="noStrike">
                <a:solidFill>
                  <a:srgbClr val="FF0000"/>
                </a:solidFill>
                <a:latin typeface="Arial"/>
                <a:ea typeface="Arial"/>
                <a:cs typeface="Arial"/>
                <a:sym typeface="Arial"/>
              </a:rPr>
              <a:t> and consumer with </a:t>
            </a:r>
            <a:r>
              <a:rPr b="0" i="0" lang="en-US" sz="2600" u="none" cap="none" strike="noStrike">
                <a:solidFill>
                  <a:srgbClr val="FF0000"/>
                </a:solidFill>
                <a:latin typeface="Courier New"/>
                <a:ea typeface="Courier New"/>
                <a:cs typeface="Courier New"/>
                <a:sym typeface="Courier New"/>
              </a:rPr>
              <a:t>wait(full=0)</a:t>
            </a:r>
            <a:endParaRPr b="0" i="0" sz="1400" u="none" cap="none" strike="noStrike">
              <a:solidFill>
                <a:srgbClr val="000000"/>
              </a:solidFill>
              <a:latin typeface="Arial"/>
              <a:ea typeface="Arial"/>
              <a:cs typeface="Arial"/>
              <a:sym typeface="Arial"/>
            </a:endParaRPr>
          </a:p>
          <a:p>
            <a:pPr indent="-177800" lvl="0" marL="342900" marR="0" rtl="0" algn="l">
              <a:lnSpc>
                <a:spcPct val="100000"/>
              </a:lnSpc>
              <a:spcBef>
                <a:spcPts val="0"/>
              </a:spcBef>
              <a:spcAft>
                <a:spcPts val="0"/>
              </a:spcAft>
              <a:buClr>
                <a:schemeClr val="dk1"/>
              </a:buClr>
              <a:buSzPts val="2600"/>
              <a:buFont typeface="Arial"/>
              <a:buNone/>
            </a:pPr>
            <a:r>
              <a:t/>
            </a:r>
            <a:endParaRPr b="0" i="0" sz="2600" u="none" cap="none" strike="noStrike">
              <a:solidFill>
                <a:srgbClr val="FF0000"/>
              </a:solidFill>
              <a:latin typeface="Courier New"/>
              <a:ea typeface="Courier New"/>
              <a:cs typeface="Courier New"/>
              <a:sym typeface="Courier New"/>
            </a:endParaRPr>
          </a:p>
          <a:p>
            <a:pPr indent="-342900" lvl="0" marL="342900" marR="0" rtl="0" algn="l">
              <a:lnSpc>
                <a:spcPct val="100000"/>
              </a:lnSpc>
              <a:spcBef>
                <a:spcPts val="0"/>
              </a:spcBef>
              <a:spcAft>
                <a:spcPts val="0"/>
              </a:spcAft>
              <a:buClr>
                <a:srgbClr val="FF0000"/>
              </a:buClr>
              <a:buSzPts val="2600"/>
              <a:buFont typeface="Arial"/>
              <a:buChar char="•"/>
            </a:pPr>
            <a:r>
              <a:rPr b="0" i="0" lang="en-US" sz="2600" u="none" cap="none" strike="noStrike">
                <a:solidFill>
                  <a:srgbClr val="FF0000"/>
                </a:solidFill>
                <a:latin typeface="Arial"/>
                <a:ea typeface="Arial"/>
                <a:cs typeface="Arial"/>
                <a:sym typeface="Arial"/>
              </a:rPr>
              <a:t>Once producer update </a:t>
            </a:r>
            <a:r>
              <a:rPr b="0" i="0" lang="en-US" sz="2600" u="none" cap="none" strike="noStrike">
                <a:solidFill>
                  <a:srgbClr val="FF0000"/>
                </a:solidFill>
                <a:latin typeface="Courier New"/>
                <a:ea typeface="Courier New"/>
                <a:cs typeface="Courier New"/>
                <a:sym typeface="Courier New"/>
              </a:rPr>
              <a:t>full=1</a:t>
            </a:r>
            <a:r>
              <a:rPr b="0" i="0" lang="en-US" sz="2600" u="none" cap="none" strike="noStrike">
                <a:solidFill>
                  <a:srgbClr val="FF0000"/>
                </a:solidFill>
                <a:latin typeface="Arial"/>
                <a:ea typeface="Arial"/>
                <a:cs typeface="Arial"/>
                <a:sym typeface="Arial"/>
              </a:rPr>
              <a:t>, then consumer proceed with all updated value by producer.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graphicFrame>
        <p:nvGraphicFramePr>
          <p:cNvPr id="1081" name="Google Shape;1081;p64"/>
          <p:cNvGraphicFramePr/>
          <p:nvPr/>
        </p:nvGraphicFramePr>
        <p:xfrm>
          <a:off x="762000" y="4470400"/>
          <a:ext cx="3000000" cy="3000000"/>
        </p:xfrm>
        <a:graphic>
          <a:graphicData uri="http://schemas.openxmlformats.org/drawingml/2006/table">
            <a:tbl>
              <a:tblPr bandRow="1" firstRow="1">
                <a:noFill/>
                <a:tableStyleId>{4E0AC9D8-C28C-4726-99FF-9876788166C9}</a:tableStyleId>
              </a:tblPr>
              <a:tblGrid>
                <a:gridCol w="990500"/>
                <a:gridCol w="1005875"/>
                <a:gridCol w="1280225"/>
              </a:tblGrid>
              <a:tr h="370850">
                <a:tc gridSpan="3">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rPr>
                        <a:t>Producer :</a:t>
                      </a:r>
                      <a:endParaRPr sz="1800" u="none" cap="none" strike="noStrike">
                        <a:solidFill>
                          <a:srgbClr val="000000"/>
                        </a:solidFill>
                      </a:endParaRPr>
                    </a:p>
                  </a:txBody>
                  <a:tcPr marT="45725" marB="45725" marR="91425" marL="91425"/>
                </a:tc>
                <a:tc hMerge="1"/>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Courier New"/>
                        <a:ea typeface="Courier New"/>
                        <a:cs typeface="Courier New"/>
                        <a:sym typeface="Courier New"/>
                      </a:endParaRPr>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wait()</a:t>
                      </a:r>
                      <a:endParaRPr sz="1400" u="none" cap="none" strike="noStrike"/>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signal()</a:t>
                      </a:r>
                      <a:endParaRPr sz="1400" u="none" cap="none" strike="noStrike"/>
                    </a:p>
                  </a:txBody>
                  <a:tcPr marT="45725" marB="45725" marR="91425" marL="91425">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empty</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mutex</a:t>
                      </a:r>
                      <a:endParaRPr sz="1800" u="none" cap="none" strike="noStrike">
                        <a:solidFill>
                          <a:srgbClr val="00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full</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082" name="Google Shape;1082;p64"/>
          <p:cNvGraphicFramePr/>
          <p:nvPr/>
        </p:nvGraphicFramePr>
        <p:xfrm>
          <a:off x="4648200" y="4470400"/>
          <a:ext cx="3000000" cy="3000000"/>
        </p:xfrm>
        <a:graphic>
          <a:graphicData uri="http://schemas.openxmlformats.org/drawingml/2006/table">
            <a:tbl>
              <a:tblPr bandRow="1" firstRow="1">
                <a:noFill/>
                <a:tableStyleId>{4E0AC9D8-C28C-4726-99FF-9876788166C9}</a:tableStyleId>
              </a:tblPr>
              <a:tblGrid>
                <a:gridCol w="990500"/>
                <a:gridCol w="1005875"/>
                <a:gridCol w="1280225"/>
              </a:tblGrid>
              <a:tr h="370850">
                <a:tc gridSpan="3">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rPr>
                        <a:t>Consumer :</a:t>
                      </a:r>
                      <a:endParaRPr sz="1800" u="none" cap="none" strike="noStrike">
                        <a:solidFill>
                          <a:srgbClr val="000000"/>
                        </a:solidFill>
                      </a:endParaRPr>
                    </a:p>
                  </a:txBody>
                  <a:tcPr marT="45725" marB="45725" marR="91425" marL="91425"/>
                </a:tc>
                <a:tc hMerge="1"/>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Courier New"/>
                        <a:ea typeface="Courier New"/>
                        <a:cs typeface="Courier New"/>
                        <a:sym typeface="Courier New"/>
                      </a:endParaRPr>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wait()</a:t>
                      </a:r>
                      <a:endParaRPr sz="1400" u="none" cap="none" strike="noStrike"/>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signal()</a:t>
                      </a:r>
                      <a:endParaRPr sz="1400" u="none" cap="none" strike="noStrike"/>
                    </a:p>
                  </a:txBody>
                  <a:tcPr marT="45725" marB="45725" marR="91425" marL="91425">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empty</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mutex</a:t>
                      </a:r>
                      <a:endParaRPr sz="1800" u="none" cap="none" strike="noStrike">
                        <a:solidFill>
                          <a:srgbClr val="00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full</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083" name="Google Shape;1083;p64"/>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graphicFrame>
        <p:nvGraphicFramePr>
          <p:cNvPr id="1084" name="Google Shape;1084;p64"/>
          <p:cNvGraphicFramePr/>
          <p:nvPr/>
        </p:nvGraphicFramePr>
        <p:xfrm>
          <a:off x="762000" y="4470400"/>
          <a:ext cx="3000000" cy="3000000"/>
        </p:xfrm>
        <a:graphic>
          <a:graphicData uri="http://schemas.openxmlformats.org/drawingml/2006/table">
            <a:tbl>
              <a:tblPr bandRow="1" firstRow="1">
                <a:noFill/>
                <a:tableStyleId>{4E0AC9D8-C28C-4726-99FF-9876788166C9}</a:tableStyleId>
              </a:tblPr>
              <a:tblGrid>
                <a:gridCol w="990500"/>
                <a:gridCol w="1005875"/>
                <a:gridCol w="1280225"/>
              </a:tblGrid>
              <a:tr h="370850">
                <a:tc gridSpan="3">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rPr>
                        <a:t>Producer :</a:t>
                      </a:r>
                      <a:endParaRPr sz="1800" u="none" cap="none" strike="noStrike">
                        <a:solidFill>
                          <a:srgbClr val="000000"/>
                        </a:solidFill>
                      </a:endParaRPr>
                    </a:p>
                  </a:txBody>
                  <a:tcPr marT="45725" marB="45725" marR="91425" marL="91425"/>
                </a:tc>
                <a:tc hMerge="1"/>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Courier New"/>
                        <a:ea typeface="Courier New"/>
                        <a:cs typeface="Courier New"/>
                        <a:sym typeface="Courier New"/>
                      </a:endParaRPr>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wait()</a:t>
                      </a:r>
                      <a:endParaRPr sz="1400" u="none" cap="none" strike="noStrike"/>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signal()</a:t>
                      </a:r>
                      <a:endParaRPr sz="1400" u="none" cap="none" strike="noStrike"/>
                    </a:p>
                  </a:txBody>
                  <a:tcPr marT="45725" marB="45725" marR="91425" marL="91425">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empty</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FF0000"/>
                          </a:solidFill>
                          <a:latin typeface="Courier New"/>
                          <a:ea typeface="Courier New"/>
                          <a:cs typeface="Courier New"/>
                          <a:sym typeface="Courier New"/>
                        </a:rPr>
                        <a:t>4</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7F7F7F"/>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mutex</a:t>
                      </a:r>
                      <a:endParaRPr sz="1800" u="none" cap="none" strike="noStrike">
                        <a:solidFill>
                          <a:srgbClr val="00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FF0000"/>
                          </a:solidFill>
                          <a:latin typeface="Courier New"/>
                          <a:ea typeface="Courier New"/>
                          <a:cs typeface="Courier New"/>
                          <a:sym typeface="Courier New"/>
                        </a:rPr>
                        <a:t>0</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FF0000"/>
                          </a:solidFill>
                          <a:latin typeface="Courier New"/>
                          <a:ea typeface="Courier New"/>
                          <a:cs typeface="Courier New"/>
                          <a:sym typeface="Courier New"/>
                        </a:rPr>
                        <a:t>1</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full</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7F7F7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FF0000"/>
                          </a:solidFill>
                          <a:latin typeface="Courier New"/>
                          <a:ea typeface="Courier New"/>
                          <a:cs typeface="Courier New"/>
                          <a:sym typeface="Courier New"/>
                        </a:rPr>
                        <a:t>1</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085" name="Google Shape;1085;p64"/>
          <p:cNvGraphicFramePr/>
          <p:nvPr/>
        </p:nvGraphicFramePr>
        <p:xfrm>
          <a:off x="4648200" y="4470400"/>
          <a:ext cx="3000000" cy="3000000"/>
        </p:xfrm>
        <a:graphic>
          <a:graphicData uri="http://schemas.openxmlformats.org/drawingml/2006/table">
            <a:tbl>
              <a:tblPr bandRow="1" firstRow="1">
                <a:noFill/>
                <a:tableStyleId>{4E0AC9D8-C28C-4726-99FF-9876788166C9}</a:tableStyleId>
              </a:tblPr>
              <a:tblGrid>
                <a:gridCol w="990500"/>
                <a:gridCol w="1005875"/>
                <a:gridCol w="1280225"/>
              </a:tblGrid>
              <a:tr h="370850">
                <a:tc gridSpan="3">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rPr>
                        <a:t>Consumer :</a:t>
                      </a:r>
                      <a:endParaRPr sz="1800" u="none" cap="none" strike="noStrike">
                        <a:solidFill>
                          <a:srgbClr val="000000"/>
                        </a:solidFill>
                      </a:endParaRPr>
                    </a:p>
                  </a:txBody>
                  <a:tcPr marT="45725" marB="45725" marR="91425" marL="91425"/>
                </a:tc>
                <a:tc hMerge="1"/>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Courier New"/>
                        <a:ea typeface="Courier New"/>
                        <a:cs typeface="Courier New"/>
                        <a:sym typeface="Courier New"/>
                      </a:endParaRPr>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wait()</a:t>
                      </a:r>
                      <a:endParaRPr sz="1400" u="none" cap="none" strike="noStrike"/>
                    </a:p>
                  </a:txBody>
                  <a:tcPr marT="45725" marB="457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Courier New"/>
                        <a:buNone/>
                      </a:pPr>
                      <a:r>
                        <a:rPr lang="en-US" sz="1800" u="none" cap="none" strike="noStrike">
                          <a:solidFill>
                            <a:srgbClr val="000000"/>
                          </a:solidFill>
                          <a:latin typeface="Courier New"/>
                          <a:ea typeface="Courier New"/>
                          <a:cs typeface="Courier New"/>
                          <a:sym typeface="Courier New"/>
                        </a:rPr>
                        <a:t>signal()</a:t>
                      </a:r>
                      <a:endParaRPr sz="1400" u="none" cap="none" strike="noStrike"/>
                    </a:p>
                  </a:txBody>
                  <a:tcPr marT="45725" marB="45725" marR="91425" marL="91425">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empty</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7F7F7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FF0000"/>
                          </a:solidFill>
                          <a:latin typeface="Courier New"/>
                          <a:ea typeface="Courier New"/>
                          <a:cs typeface="Courier New"/>
                          <a:sym typeface="Courier New"/>
                        </a:rPr>
                        <a:t>5</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mutex</a:t>
                      </a:r>
                      <a:endParaRPr sz="1800" u="none" cap="none" strike="noStrike">
                        <a:solidFill>
                          <a:srgbClr val="00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FF0000"/>
                          </a:solidFill>
                          <a:latin typeface="Courier New"/>
                          <a:ea typeface="Courier New"/>
                          <a:cs typeface="Courier New"/>
                          <a:sym typeface="Courier New"/>
                        </a:rPr>
                        <a:t>0</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FF0000"/>
                          </a:solidFill>
                          <a:latin typeface="Courier New"/>
                          <a:ea typeface="Courier New"/>
                          <a:cs typeface="Courier New"/>
                          <a:sym typeface="Courier New"/>
                        </a:rPr>
                        <a:t>1</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Courier New"/>
                          <a:ea typeface="Courier New"/>
                          <a:cs typeface="Courier New"/>
                          <a:sym typeface="Courier New"/>
                        </a:rPr>
                        <a:t>full</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FF0000"/>
                          </a:solidFill>
                          <a:latin typeface="Courier New"/>
                          <a:ea typeface="Courier New"/>
                          <a:cs typeface="Courier New"/>
                          <a:sym typeface="Courier New"/>
                        </a:rPr>
                        <a:t>0</a:t>
                      </a:r>
                      <a:endParaRPr sz="1400" u="none" cap="none" strike="noStrike"/>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FF0000"/>
                        </a:solidFill>
                        <a:latin typeface="Courier New"/>
                        <a:ea typeface="Courier New"/>
                        <a:cs typeface="Courier New"/>
                        <a:sym typeface="Courier New"/>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7F7F7F"/>
                    </a:solidFill>
                  </a:tcPr>
                </a:tc>
              </a:tr>
            </a:tbl>
          </a:graphicData>
        </a:graphic>
      </p:graphicFrame>
      <p:sp>
        <p:nvSpPr>
          <p:cNvPr id="1086" name="Google Shape;1086;p64"/>
          <p:cNvSpPr txBox="1"/>
          <p:nvPr/>
        </p:nvSpPr>
        <p:spPr>
          <a:xfrm>
            <a:off x="669925" y="1343025"/>
            <a:ext cx="2301875" cy="1323975"/>
          </a:xfrm>
          <a:prstGeom prst="rect">
            <a:avLst/>
          </a:prstGeom>
          <a:solidFill>
            <a:schemeClr val="lt1"/>
          </a:solidFill>
          <a:ln cap="flat" cmpd="sng" w="9525">
            <a:solidFill>
              <a:srgbClr val="FF0000"/>
            </a:solidFill>
            <a:prstDash val="dash"/>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wait(empty=5)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	empty=</a:t>
            </a:r>
            <a:r>
              <a:rPr b="1" i="0" lang="en-US" sz="2000" u="none" cap="none" strike="noStrike">
                <a:solidFill>
                  <a:srgbClr val="FF0000"/>
                </a:solidFill>
                <a:latin typeface="Courier New"/>
                <a:ea typeface="Courier New"/>
                <a:cs typeface="Courier New"/>
                <a:sym typeface="Courier New"/>
              </a:rPr>
              <a:t>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wait(mutex=1)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	mutex=</a:t>
            </a:r>
            <a:r>
              <a:rPr b="1" i="0" lang="en-US" sz="2000" u="none" cap="none" strike="noStrike">
                <a:solidFill>
                  <a:srgbClr val="FF0000"/>
                </a:solidFill>
                <a:latin typeface="Courier New"/>
                <a:ea typeface="Courier New"/>
                <a:cs typeface="Courier New"/>
                <a:sym typeface="Courier New"/>
              </a:rPr>
              <a:t>0</a:t>
            </a:r>
            <a:endParaRPr b="0" i="0" sz="2000" u="none" cap="none" strike="noStrike">
              <a:solidFill>
                <a:srgbClr val="FF0000"/>
              </a:solidFill>
              <a:latin typeface="Courier New"/>
              <a:ea typeface="Courier New"/>
              <a:cs typeface="Courier New"/>
              <a:sym typeface="Courier New"/>
            </a:endParaRPr>
          </a:p>
        </p:txBody>
      </p:sp>
      <p:sp>
        <p:nvSpPr>
          <p:cNvPr id="1087" name="Google Shape;1087;p64"/>
          <p:cNvSpPr txBox="1"/>
          <p:nvPr/>
        </p:nvSpPr>
        <p:spPr>
          <a:xfrm>
            <a:off x="1524000" y="2867025"/>
            <a:ext cx="2514600" cy="1323975"/>
          </a:xfrm>
          <a:prstGeom prst="rect">
            <a:avLst/>
          </a:prstGeom>
          <a:solidFill>
            <a:schemeClr val="lt1"/>
          </a:solidFill>
          <a:ln cap="flat" cmpd="sng" w="9525">
            <a:solidFill>
              <a:srgbClr val="FF0000"/>
            </a:solidFill>
            <a:prstDash val="dash"/>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signal(mutex=0)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	mutex=</a:t>
            </a:r>
            <a:r>
              <a:rPr b="1" i="0" lang="en-US" sz="2000" u="none" cap="none" strike="noStrike">
                <a:solidFill>
                  <a:srgbClr val="FF0000"/>
                </a:solidFill>
                <a:latin typeface="Courier New"/>
                <a:ea typeface="Courier New"/>
                <a:cs typeface="Courier New"/>
                <a:sym typeface="Courier New"/>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signal(full=0)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	full=</a:t>
            </a:r>
            <a:r>
              <a:rPr b="1" i="0" lang="en-US" sz="2000" u="none" cap="none" strike="noStrike">
                <a:solidFill>
                  <a:srgbClr val="FF0000"/>
                </a:solidFill>
                <a:latin typeface="Courier New"/>
                <a:ea typeface="Courier New"/>
                <a:cs typeface="Courier New"/>
                <a:sym typeface="Courier New"/>
              </a:rPr>
              <a:t>1</a:t>
            </a:r>
            <a:endParaRPr b="0" i="0" sz="2000" u="none" cap="none" strike="noStrike">
              <a:solidFill>
                <a:srgbClr val="FF0000"/>
              </a:solidFill>
              <a:latin typeface="Courier New"/>
              <a:ea typeface="Courier New"/>
              <a:cs typeface="Courier New"/>
              <a:sym typeface="Courier New"/>
            </a:endParaRPr>
          </a:p>
        </p:txBody>
      </p:sp>
      <p:sp>
        <p:nvSpPr>
          <p:cNvPr id="1088" name="Google Shape;1088;p64"/>
          <p:cNvSpPr txBox="1"/>
          <p:nvPr/>
        </p:nvSpPr>
        <p:spPr>
          <a:xfrm>
            <a:off x="4556125" y="1343025"/>
            <a:ext cx="2301875" cy="1323975"/>
          </a:xfrm>
          <a:prstGeom prst="rect">
            <a:avLst/>
          </a:prstGeom>
          <a:solidFill>
            <a:schemeClr val="lt1"/>
          </a:solidFill>
          <a:ln cap="flat" cmpd="sng" w="9525">
            <a:solidFill>
              <a:srgbClr val="FF0000"/>
            </a:solidFill>
            <a:prstDash val="dash"/>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wait(full=1)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	full=</a:t>
            </a:r>
            <a:r>
              <a:rPr b="1" i="0" lang="en-US" sz="2000" u="none" cap="none" strike="noStrike">
                <a:solidFill>
                  <a:srgbClr val="FF0000"/>
                </a:solidFill>
                <a:latin typeface="Courier New"/>
                <a:ea typeface="Courier New"/>
                <a:cs typeface="Courier New"/>
                <a:sym typeface="Courier New"/>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wait(mutex=1)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	mutex=</a:t>
            </a:r>
            <a:r>
              <a:rPr b="1" i="0" lang="en-US" sz="2000" u="none" cap="none" strike="noStrike">
                <a:solidFill>
                  <a:srgbClr val="FF0000"/>
                </a:solidFill>
                <a:latin typeface="Courier New"/>
                <a:ea typeface="Courier New"/>
                <a:cs typeface="Courier New"/>
                <a:sym typeface="Courier New"/>
              </a:rPr>
              <a:t>0</a:t>
            </a:r>
            <a:endParaRPr b="0" i="0" sz="2000" u="none" cap="none" strike="noStrike">
              <a:solidFill>
                <a:srgbClr val="FF0000"/>
              </a:solidFill>
              <a:latin typeface="Courier New"/>
              <a:ea typeface="Courier New"/>
              <a:cs typeface="Courier New"/>
              <a:sym typeface="Courier New"/>
            </a:endParaRPr>
          </a:p>
        </p:txBody>
      </p:sp>
      <p:sp>
        <p:nvSpPr>
          <p:cNvPr id="1089" name="Google Shape;1089;p64"/>
          <p:cNvSpPr txBox="1"/>
          <p:nvPr/>
        </p:nvSpPr>
        <p:spPr>
          <a:xfrm>
            <a:off x="5410200" y="2867025"/>
            <a:ext cx="2514600" cy="1323975"/>
          </a:xfrm>
          <a:prstGeom prst="rect">
            <a:avLst/>
          </a:prstGeom>
          <a:solidFill>
            <a:schemeClr val="lt1"/>
          </a:solidFill>
          <a:ln cap="flat" cmpd="sng" w="9525">
            <a:solidFill>
              <a:srgbClr val="FF0000"/>
            </a:solidFill>
            <a:prstDash val="dash"/>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signal(mutex=0)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	mutex=</a:t>
            </a:r>
            <a:r>
              <a:rPr b="1" i="0" lang="en-US" sz="2000" u="none" cap="none" strike="noStrike">
                <a:solidFill>
                  <a:srgbClr val="FF0000"/>
                </a:solidFill>
                <a:latin typeface="Courier New"/>
                <a:ea typeface="Courier New"/>
                <a:cs typeface="Courier New"/>
                <a:sym typeface="Courier New"/>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signal(empty=4)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0" i="0" lang="en-US" sz="2000" u="none" cap="none" strike="noStrike">
                <a:solidFill>
                  <a:srgbClr val="FF0000"/>
                </a:solidFill>
                <a:latin typeface="Courier New"/>
                <a:ea typeface="Courier New"/>
                <a:cs typeface="Courier New"/>
                <a:sym typeface="Courier New"/>
              </a:rPr>
              <a:t>	empty=</a:t>
            </a:r>
            <a:r>
              <a:rPr b="1" i="0" lang="en-US" sz="2000" u="none" cap="none" strike="noStrike">
                <a:solidFill>
                  <a:srgbClr val="FF0000"/>
                </a:solidFill>
                <a:latin typeface="Courier New"/>
                <a:ea typeface="Courier New"/>
                <a:cs typeface="Courier New"/>
                <a:sym typeface="Courier New"/>
              </a:rPr>
              <a:t>5</a:t>
            </a:r>
            <a:endParaRPr b="0" i="0" sz="2000" u="none" cap="none" strike="noStrike">
              <a:solidFill>
                <a:srgbClr val="FF0000"/>
              </a:solidFill>
              <a:latin typeface="Courier New"/>
              <a:ea typeface="Courier New"/>
              <a:cs typeface="Courier New"/>
              <a:sym typeface="Courier New"/>
            </a:endParaRPr>
          </a:p>
        </p:txBody>
      </p:sp>
      <p:sp>
        <p:nvSpPr>
          <p:cNvPr id="1090" name="Google Shape;1090;p64"/>
          <p:cNvSpPr/>
          <p:nvPr/>
        </p:nvSpPr>
        <p:spPr>
          <a:xfrm>
            <a:off x="609600" y="819150"/>
            <a:ext cx="5243513" cy="400050"/>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Initial value: </a:t>
            </a:r>
            <a:r>
              <a:rPr b="0" i="0" lang="en-US" sz="2000" u="none" cap="none" strike="noStrike">
                <a:solidFill>
                  <a:srgbClr val="000000"/>
                </a:solidFill>
                <a:latin typeface="Courier New"/>
                <a:ea typeface="Courier New"/>
                <a:cs typeface="Courier New"/>
                <a:sym typeface="Courier New"/>
              </a:rPr>
              <a:t>mutex</a:t>
            </a:r>
            <a:r>
              <a:rPr b="0" i="0" lang="en-US" sz="2000" u="none" cap="none" strike="noStrike">
                <a:solidFill>
                  <a:srgbClr val="000000"/>
                </a:solidFill>
                <a:latin typeface="Times New Roman"/>
                <a:ea typeface="Times New Roman"/>
                <a:cs typeface="Times New Roman"/>
                <a:sym typeface="Times New Roman"/>
              </a:rPr>
              <a:t> = </a:t>
            </a:r>
            <a:r>
              <a:rPr b="0" i="0" lang="en-US" sz="2000" u="none" cap="none" strike="noStrike">
                <a:solidFill>
                  <a:srgbClr val="000000"/>
                </a:solidFill>
                <a:latin typeface="Courier New"/>
                <a:ea typeface="Courier New"/>
                <a:cs typeface="Courier New"/>
                <a:sym typeface="Courier New"/>
              </a:rPr>
              <a:t>1</a:t>
            </a:r>
            <a:r>
              <a:rPr b="0" i="0" lang="en-US" sz="2000" u="none" cap="none" strike="noStrike">
                <a:solidFill>
                  <a:srgbClr val="000000"/>
                </a:solidFill>
                <a:latin typeface="Times New Roman"/>
                <a:ea typeface="Times New Roman"/>
                <a:cs typeface="Times New Roman"/>
                <a:sym typeface="Times New Roman"/>
              </a:rPr>
              <a:t>, </a:t>
            </a:r>
            <a:r>
              <a:rPr b="0" i="0" lang="en-US" sz="2000" u="none" cap="none" strike="noStrike">
                <a:solidFill>
                  <a:srgbClr val="000000"/>
                </a:solidFill>
                <a:latin typeface="Courier New"/>
                <a:ea typeface="Courier New"/>
                <a:cs typeface="Courier New"/>
                <a:sym typeface="Courier New"/>
              </a:rPr>
              <a:t>empty</a:t>
            </a:r>
            <a:r>
              <a:rPr b="0" i="1" lang="en-US" sz="2000" u="none" cap="none" strike="noStrike">
                <a:solidFill>
                  <a:srgbClr val="000000"/>
                </a:solidFill>
                <a:latin typeface="Times New Roman"/>
                <a:ea typeface="Times New Roman"/>
                <a:cs typeface="Times New Roman"/>
                <a:sym typeface="Times New Roman"/>
              </a:rPr>
              <a:t> </a:t>
            </a:r>
            <a:r>
              <a:rPr b="0" i="0" lang="en-US" sz="2000" u="none" cap="none" strike="noStrike">
                <a:solidFill>
                  <a:srgbClr val="000000"/>
                </a:solidFill>
                <a:latin typeface="Times New Roman"/>
                <a:ea typeface="Times New Roman"/>
                <a:cs typeface="Times New Roman"/>
                <a:sym typeface="Times New Roman"/>
              </a:rPr>
              <a:t>= </a:t>
            </a:r>
            <a:r>
              <a:rPr b="0" i="0" lang="en-US" sz="2000" u="none" cap="none" strike="noStrike">
                <a:solidFill>
                  <a:srgbClr val="000000"/>
                </a:solidFill>
                <a:latin typeface="Courier New"/>
                <a:ea typeface="Courier New"/>
                <a:cs typeface="Courier New"/>
                <a:sym typeface="Courier New"/>
              </a:rPr>
              <a:t>5</a:t>
            </a:r>
            <a:r>
              <a:rPr b="0" i="0" lang="en-US" sz="2000" u="none" cap="none" strike="noStrike">
                <a:solidFill>
                  <a:srgbClr val="000000"/>
                </a:solidFill>
                <a:latin typeface="Times New Roman"/>
                <a:ea typeface="Times New Roman"/>
                <a:cs typeface="Times New Roman"/>
                <a:sym typeface="Times New Roman"/>
              </a:rPr>
              <a:t>, </a:t>
            </a:r>
            <a:r>
              <a:rPr b="0" i="0" lang="en-US" sz="2000" u="none" cap="none" strike="noStrike">
                <a:solidFill>
                  <a:srgbClr val="000000"/>
                </a:solidFill>
                <a:latin typeface="Courier New"/>
                <a:ea typeface="Courier New"/>
                <a:cs typeface="Courier New"/>
                <a:sym typeface="Courier New"/>
              </a:rPr>
              <a:t>full</a:t>
            </a:r>
            <a:r>
              <a:rPr b="0" i="0" lang="en-US" sz="2000" u="none" cap="none" strike="noStrike">
                <a:solidFill>
                  <a:srgbClr val="000000"/>
                </a:solidFill>
                <a:latin typeface="Times New Roman"/>
                <a:ea typeface="Times New Roman"/>
                <a:cs typeface="Times New Roman"/>
                <a:sym typeface="Times New Roman"/>
              </a:rPr>
              <a:t> = </a:t>
            </a:r>
            <a:r>
              <a:rPr b="0" i="0" lang="en-US" sz="2000" u="none" cap="none" strike="noStrike">
                <a:solidFill>
                  <a:srgbClr val="000000"/>
                </a:solidFill>
                <a:latin typeface="Courier New"/>
                <a:ea typeface="Courier New"/>
                <a:cs typeface="Courier New"/>
                <a:sym typeface="Courier New"/>
              </a:rPr>
              <a:t>0</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6"/>
                                        </p:tgtEl>
                                        <p:attrNameLst>
                                          <p:attrName>style.visibility</p:attrName>
                                        </p:attrNameLst>
                                      </p:cBhvr>
                                      <p:to>
                                        <p:strVal val="visible"/>
                                      </p:to>
                                    </p:set>
                                    <p:animEffect filter="fade" transition="in">
                                      <p:cBhvr>
                                        <p:cTn dur="500"/>
                                        <p:tgtEl>
                                          <p:spTgt spid="10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7"/>
                                        </p:tgtEl>
                                        <p:attrNameLst>
                                          <p:attrName>style.visibility</p:attrName>
                                        </p:attrNameLst>
                                      </p:cBhvr>
                                      <p:to>
                                        <p:strVal val="visible"/>
                                      </p:to>
                                    </p:set>
                                    <p:animEffect filter="fade" transition="in">
                                      <p:cBhvr>
                                        <p:cTn dur="500"/>
                                        <p:tgtEl>
                                          <p:spTgt spid="10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4"/>
                                        </p:tgtEl>
                                        <p:attrNameLst>
                                          <p:attrName>style.visibility</p:attrName>
                                        </p:attrNameLst>
                                      </p:cBhvr>
                                      <p:to>
                                        <p:strVal val="visible"/>
                                      </p:to>
                                    </p:set>
                                    <p:animEffect filter="fade" transition="in">
                                      <p:cBhvr>
                                        <p:cTn dur="500"/>
                                        <p:tgtEl>
                                          <p:spTgt spid="10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8"/>
                                        </p:tgtEl>
                                        <p:attrNameLst>
                                          <p:attrName>style.visibility</p:attrName>
                                        </p:attrNameLst>
                                      </p:cBhvr>
                                      <p:to>
                                        <p:strVal val="visible"/>
                                      </p:to>
                                    </p:set>
                                    <p:animEffect filter="fade" transition="in">
                                      <p:cBhvr>
                                        <p:cTn dur="500"/>
                                        <p:tgtEl>
                                          <p:spTgt spid="10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9"/>
                                        </p:tgtEl>
                                        <p:attrNameLst>
                                          <p:attrName>style.visibility</p:attrName>
                                        </p:attrNameLst>
                                      </p:cBhvr>
                                      <p:to>
                                        <p:strVal val="visible"/>
                                      </p:to>
                                    </p:set>
                                    <p:animEffect filter="fade" transition="in">
                                      <p:cBhvr>
                                        <p:cTn dur="500"/>
                                        <p:tgtEl>
                                          <p:spTgt spid="10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5"/>
                                        </p:tgtEl>
                                        <p:attrNameLst>
                                          <p:attrName>style.visibility</p:attrName>
                                        </p:attrNameLst>
                                      </p:cBhvr>
                                      <p:to>
                                        <p:strVal val="visible"/>
                                      </p:to>
                                    </p:set>
                                    <p:animEffect filter="fade" transition="in">
                                      <p:cBhvr>
                                        <p:cTn dur="500"/>
                                        <p:tgtEl>
                                          <p:spTgt spid="10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65"/>
          <p:cNvSpPr txBox="1"/>
          <p:nvPr>
            <p:ph type="title"/>
          </p:nvPr>
        </p:nvSpPr>
        <p:spPr>
          <a:xfrm>
            <a:off x="969963" y="161925"/>
            <a:ext cx="7716837" cy="576263"/>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6.6.3		Deadlock and Starvation</a:t>
            </a:r>
            <a:endParaRPr/>
          </a:p>
        </p:txBody>
      </p:sp>
      <p:sp>
        <p:nvSpPr>
          <p:cNvPr id="1097" name="Google Shape;1097;p65"/>
          <p:cNvSpPr txBox="1"/>
          <p:nvPr>
            <p:ph idx="1" type="body"/>
          </p:nvPr>
        </p:nvSpPr>
        <p:spPr>
          <a:xfrm>
            <a:off x="640080" y="1073150"/>
            <a:ext cx="7920990" cy="4906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lang="en-US" sz="2000"/>
              <a:t>Incorrect use of semaphore operations can produced:</a:t>
            </a:r>
            <a:endParaRPr sz="2000"/>
          </a:p>
          <a:p>
            <a:pPr indent="0" lvl="0" marL="0" rtl="0" algn="l">
              <a:lnSpc>
                <a:spcPct val="90000"/>
              </a:lnSpc>
              <a:spcBef>
                <a:spcPts val="630"/>
              </a:spcBef>
              <a:spcAft>
                <a:spcPts val="0"/>
              </a:spcAft>
              <a:buSzPts val="1620"/>
              <a:buNone/>
            </a:pPr>
            <a:r>
              <a:t/>
            </a:r>
            <a:endParaRPr sz="2000"/>
          </a:p>
          <a:p>
            <a:pPr indent="-285750" lvl="1" marL="742950" rtl="0" algn="l">
              <a:lnSpc>
                <a:spcPct val="90000"/>
              </a:lnSpc>
              <a:spcBef>
                <a:spcPts val="630"/>
              </a:spcBef>
              <a:spcAft>
                <a:spcPts val="0"/>
              </a:spcAft>
              <a:buSzPts val="1440"/>
              <a:buChar char="●"/>
            </a:pPr>
            <a:r>
              <a:rPr b="1" lang="en-US" sz="2000">
                <a:solidFill>
                  <a:srgbClr val="3366FF"/>
                </a:solidFill>
              </a:rPr>
              <a:t>Deadlock </a:t>
            </a:r>
            <a:r>
              <a:rPr lang="en-US" sz="2000"/>
              <a:t>– two or more processes are waiting indefinitely for an event that can be caused by only one of the waiting processes</a:t>
            </a:r>
            <a:endParaRPr b="1" sz="2000">
              <a:solidFill>
                <a:srgbClr val="000000"/>
              </a:solidFill>
              <a:latin typeface="Courier New"/>
              <a:ea typeface="Courier New"/>
              <a:cs typeface="Courier New"/>
              <a:sym typeface="Courier New"/>
            </a:endParaRPr>
          </a:p>
          <a:p>
            <a:pPr indent="-285750" lvl="1" marL="742950" rtl="0" algn="l">
              <a:lnSpc>
                <a:spcPct val="90000"/>
              </a:lnSpc>
              <a:spcBef>
                <a:spcPts val="630"/>
              </a:spcBef>
              <a:spcAft>
                <a:spcPts val="0"/>
              </a:spcAft>
              <a:buSzPts val="1440"/>
              <a:buChar char="●"/>
            </a:pPr>
            <a:r>
              <a:rPr b="1" lang="en-US" sz="2000">
                <a:solidFill>
                  <a:srgbClr val="3366FF"/>
                </a:solidFill>
              </a:rPr>
              <a:t>Starvation</a:t>
            </a:r>
            <a:r>
              <a:rPr lang="en-US" sz="2000">
                <a:solidFill>
                  <a:srgbClr val="3366FF"/>
                </a:solidFill>
              </a:rPr>
              <a:t> </a:t>
            </a:r>
            <a:r>
              <a:rPr lang="en-US" sz="2000"/>
              <a:t>– </a:t>
            </a:r>
            <a:r>
              <a:rPr b="1" lang="en-US" sz="2000">
                <a:solidFill>
                  <a:srgbClr val="3366FF"/>
                </a:solidFill>
              </a:rPr>
              <a:t>indefinite blocking  </a:t>
            </a:r>
            <a:endParaRPr sz="2000"/>
          </a:p>
          <a:p>
            <a:pPr indent="-342900" lvl="2" marL="1200150" rtl="0" algn="l">
              <a:lnSpc>
                <a:spcPct val="90000"/>
              </a:lnSpc>
              <a:spcBef>
                <a:spcPts val="560"/>
              </a:spcBef>
              <a:spcAft>
                <a:spcPts val="0"/>
              </a:spcAft>
              <a:buSzPts val="1200"/>
              <a:buFont typeface="Noto Sans Symbols"/>
              <a:buChar char="▪"/>
            </a:pPr>
            <a:r>
              <a:rPr lang="en-US" sz="2000"/>
              <a:t>A process may never be removed from the semaphore queue in which it is suspended</a:t>
            </a:r>
            <a:endParaRPr sz="20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66"/>
          <p:cNvSpPr txBox="1"/>
          <p:nvPr>
            <p:ph type="title"/>
          </p:nvPr>
        </p:nvSpPr>
        <p:spPr>
          <a:xfrm>
            <a:off x="533400" y="6858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Summary </a:t>
            </a:r>
            <a:endParaRPr/>
          </a:p>
        </p:txBody>
      </p:sp>
      <p:sp>
        <p:nvSpPr>
          <p:cNvPr id="1103" name="Google Shape;1103;p66"/>
          <p:cNvSpPr txBox="1"/>
          <p:nvPr>
            <p:ph idx="1" type="body"/>
          </p:nvPr>
        </p:nvSpPr>
        <p:spPr>
          <a:xfrm>
            <a:off x="533400" y="2286000"/>
            <a:ext cx="8077200" cy="3962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222222"/>
              </a:buClr>
              <a:buSzPts val="2600"/>
              <a:buFont typeface="Arial"/>
              <a:buChar char="•"/>
            </a:pPr>
            <a:r>
              <a:rPr lang="en-US"/>
              <a:t>Mutual exclusion </a:t>
            </a:r>
            <a:endParaRPr/>
          </a:p>
          <a:p>
            <a:pPr indent="-285750" lvl="1" marL="742950" rtl="0" algn="l">
              <a:lnSpc>
                <a:spcPct val="100000"/>
              </a:lnSpc>
              <a:spcBef>
                <a:spcPts val="480"/>
              </a:spcBef>
              <a:spcAft>
                <a:spcPts val="0"/>
              </a:spcAft>
              <a:buClr>
                <a:srgbClr val="222222"/>
              </a:buClr>
              <a:buSzPts val="2400"/>
              <a:buFont typeface="Arial"/>
              <a:buChar char="–"/>
            </a:pPr>
            <a:r>
              <a:rPr lang="en-US"/>
              <a:t>Prevents deadlock </a:t>
            </a:r>
            <a:endParaRPr/>
          </a:p>
          <a:p>
            <a:pPr indent="-285750" lvl="1" marL="742950" rtl="0" algn="l">
              <a:lnSpc>
                <a:spcPct val="100000"/>
              </a:lnSpc>
              <a:spcBef>
                <a:spcPts val="480"/>
              </a:spcBef>
              <a:spcAft>
                <a:spcPts val="0"/>
              </a:spcAft>
              <a:buClr>
                <a:srgbClr val="222222"/>
              </a:buClr>
              <a:buSzPts val="2400"/>
              <a:buFont typeface="Arial"/>
              <a:buChar char="–"/>
            </a:pPr>
            <a:r>
              <a:rPr lang="en-US"/>
              <a:t>Maintained with </a:t>
            </a:r>
            <a:r>
              <a:rPr lang="en-US">
                <a:latin typeface="Courier New"/>
                <a:ea typeface="Courier New"/>
                <a:cs typeface="Courier New"/>
                <a:sym typeface="Courier New"/>
              </a:rPr>
              <a:t>test-and-set</a:t>
            </a:r>
            <a:r>
              <a:rPr lang="en-US"/>
              <a:t>, </a:t>
            </a:r>
            <a:r>
              <a:rPr lang="en-US">
                <a:latin typeface="Courier New"/>
                <a:ea typeface="Courier New"/>
                <a:cs typeface="Courier New"/>
                <a:sym typeface="Courier New"/>
              </a:rPr>
              <a:t>WAIT</a:t>
            </a:r>
            <a:r>
              <a:rPr lang="en-US"/>
              <a:t> and </a:t>
            </a:r>
            <a:r>
              <a:rPr lang="en-US">
                <a:latin typeface="Courier New"/>
                <a:ea typeface="Courier New"/>
                <a:cs typeface="Courier New"/>
                <a:sym typeface="Courier New"/>
              </a:rPr>
              <a:t>SIGNAL</a:t>
            </a:r>
            <a:r>
              <a:rPr lang="en-US"/>
              <a:t>, and semaphores (P, V, and </a:t>
            </a:r>
            <a:r>
              <a:rPr lang="en-US">
                <a:latin typeface="Courier New"/>
                <a:ea typeface="Courier New"/>
                <a:cs typeface="Courier New"/>
                <a:sym typeface="Courier New"/>
              </a:rPr>
              <a:t>mutex</a:t>
            </a:r>
            <a:r>
              <a:rPr lang="en-US"/>
              <a:t>)</a:t>
            </a:r>
            <a:endParaRPr/>
          </a:p>
          <a:p>
            <a:pPr indent="-133350" lvl="1" marL="742950" rtl="0" algn="l">
              <a:lnSpc>
                <a:spcPct val="100000"/>
              </a:lnSpc>
              <a:spcBef>
                <a:spcPts val="480"/>
              </a:spcBef>
              <a:spcAft>
                <a:spcPts val="0"/>
              </a:spcAft>
              <a:buClr>
                <a:srgbClr val="222222"/>
              </a:buClr>
              <a:buSzPts val="2400"/>
              <a:buFont typeface="Arial"/>
              <a:buNone/>
            </a:pPr>
            <a:r>
              <a:t/>
            </a:r>
            <a:endParaRPr/>
          </a:p>
          <a:p>
            <a:pPr indent="-342900" lvl="0" marL="342900" rtl="0" algn="l">
              <a:lnSpc>
                <a:spcPct val="100000"/>
              </a:lnSpc>
              <a:spcBef>
                <a:spcPts val="520"/>
              </a:spcBef>
              <a:spcAft>
                <a:spcPts val="0"/>
              </a:spcAft>
              <a:buClr>
                <a:srgbClr val="222222"/>
              </a:buClr>
              <a:buSzPts val="2600"/>
              <a:buFont typeface="Arial"/>
              <a:buChar char="•"/>
            </a:pPr>
            <a:r>
              <a:rPr lang="en-US"/>
              <a:t>Synchronize processes using hardware and software mechanisms</a:t>
            </a:r>
            <a:endParaRPr/>
          </a:p>
          <a:p>
            <a:pPr indent="-177800" lvl="0" marL="342900" rtl="0" algn="l">
              <a:lnSpc>
                <a:spcPct val="100000"/>
              </a:lnSpc>
              <a:spcBef>
                <a:spcPts val="520"/>
              </a:spcBef>
              <a:spcAft>
                <a:spcPts val="0"/>
              </a:spcAft>
              <a:buClr>
                <a:srgbClr val="222222"/>
              </a:buClr>
              <a:buSzPts val="2600"/>
              <a:buFont typeface="Arial"/>
              <a:buNone/>
            </a:pPr>
            <a:r>
              <a:t/>
            </a:r>
            <a:endParaRPr/>
          </a:p>
        </p:txBody>
      </p:sp>
      <p:sp>
        <p:nvSpPr>
          <p:cNvPr id="1104" name="Google Shape;1104;p66"/>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148"/>
          <p:cNvSpPr txBox="1"/>
          <p:nvPr>
            <p:ph idx="12" type="sldNum"/>
          </p:nvPr>
        </p:nvSpPr>
        <p:spPr>
          <a:xfrm>
            <a:off x="6934200" y="6477000"/>
            <a:ext cx="2057400" cy="3048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110" name="Google Shape;1110;p148"/>
          <p:cNvSpPr txBox="1"/>
          <p:nvPr>
            <p:ph type="title"/>
          </p:nvPr>
        </p:nvSpPr>
        <p:spPr>
          <a:xfrm>
            <a:off x="419622" y="803907"/>
            <a:ext cx="8229600" cy="5762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EXERCISE (DIY!!!)</a:t>
            </a:r>
            <a:endParaRPr/>
          </a:p>
        </p:txBody>
      </p:sp>
      <p:sp>
        <p:nvSpPr>
          <p:cNvPr id="1111" name="Google Shape;1111;p148"/>
          <p:cNvSpPr/>
          <p:nvPr/>
        </p:nvSpPr>
        <p:spPr>
          <a:xfrm>
            <a:off x="721546" y="1452787"/>
            <a:ext cx="7927676" cy="79970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600" u="none" cap="none" strike="noStrike">
                <a:solidFill>
                  <a:srgbClr val="000000"/>
                </a:solidFill>
                <a:latin typeface="Times New Roman"/>
                <a:ea typeface="Times New Roman"/>
                <a:cs typeface="Times New Roman"/>
                <a:sym typeface="Times New Roman"/>
              </a:rPr>
              <a:t>Figure 1 shows the implementation of </a:t>
            </a:r>
            <a:r>
              <a:rPr b="0" i="0" lang="en-US" sz="1600" u="none" cap="none" strike="noStrike">
                <a:solidFill>
                  <a:srgbClr val="000000"/>
                </a:solidFill>
                <a:latin typeface="Courier New"/>
                <a:ea typeface="Courier New"/>
                <a:cs typeface="Courier New"/>
                <a:sym typeface="Courier New"/>
              </a:rPr>
              <a:t>Producer-Consumer</a:t>
            </a:r>
            <a:r>
              <a:rPr b="0" i="0" lang="en-US" sz="1600" u="none" cap="none" strike="noStrike">
                <a:solidFill>
                  <a:srgbClr val="000000"/>
                </a:solidFill>
                <a:latin typeface="Times New Roman"/>
                <a:ea typeface="Times New Roman"/>
                <a:cs typeface="Times New Roman"/>
                <a:sym typeface="Times New Roman"/>
              </a:rPr>
              <a:t> using </a:t>
            </a:r>
            <a:r>
              <a:rPr b="0" i="0" lang="en-US" sz="1600" u="none" cap="none" strike="noStrike">
                <a:solidFill>
                  <a:srgbClr val="000000"/>
                </a:solidFill>
                <a:latin typeface="Courier New"/>
                <a:ea typeface="Courier New"/>
                <a:cs typeface="Courier New"/>
                <a:sym typeface="Courier New"/>
              </a:rPr>
              <a:t>Semaphores</a:t>
            </a:r>
            <a:r>
              <a:rPr b="0" i="0" lang="en-US" sz="1600" u="none" cap="none" strike="noStrike">
                <a:solidFill>
                  <a:srgbClr val="000000"/>
                </a:solidFill>
                <a:latin typeface="Times New Roman"/>
                <a:ea typeface="Times New Roman"/>
                <a:cs typeface="Times New Roman"/>
                <a:sym typeface="Times New Roman"/>
              </a:rPr>
              <a:t>. Supposed the initial values of the buffer size, </a:t>
            </a:r>
            <a:r>
              <a:rPr b="0" i="0" lang="en-US" sz="1600" u="none" cap="none" strike="noStrike">
                <a:solidFill>
                  <a:srgbClr val="000000"/>
                </a:solidFill>
                <a:latin typeface="Courier New"/>
                <a:ea typeface="Courier New"/>
                <a:cs typeface="Courier New"/>
                <a:sym typeface="Courier New"/>
              </a:rPr>
              <a:t>N=8, mutex=1, empty=6</a:t>
            </a:r>
            <a:r>
              <a:rPr b="0" i="0" lang="en-US" sz="1600" u="none" cap="none" strike="noStrike">
                <a:solidFill>
                  <a:srgbClr val="000000"/>
                </a:solidFill>
                <a:latin typeface="Times New Roman"/>
                <a:ea typeface="Times New Roman"/>
                <a:cs typeface="Times New Roman"/>
                <a:sym typeface="Times New Roman"/>
              </a:rPr>
              <a:t> and </a:t>
            </a:r>
            <a:r>
              <a:rPr b="0" i="0" lang="en-US" sz="1600" u="none" cap="none" strike="noStrike">
                <a:solidFill>
                  <a:srgbClr val="000000"/>
                </a:solidFill>
                <a:latin typeface="Courier New"/>
                <a:ea typeface="Courier New"/>
                <a:cs typeface="Courier New"/>
                <a:sym typeface="Courier New"/>
              </a:rPr>
              <a:t>full=2</a:t>
            </a:r>
            <a:r>
              <a:rPr b="0" i="0" lang="en-US" sz="1600" u="none" cap="none" strike="noStrike">
                <a:solidFill>
                  <a:srgbClr val="000000"/>
                </a:solidFill>
                <a:latin typeface="Times New Roman"/>
                <a:ea typeface="Times New Roman"/>
                <a:cs typeface="Times New Roman"/>
                <a:sym typeface="Times New Roman"/>
              </a:rPr>
              <a:t>. </a:t>
            </a:r>
            <a:endParaRPr b="0" i="0" sz="1600" u="none" cap="none" strike="noStrike">
              <a:solidFill>
                <a:srgbClr val="000000"/>
              </a:solidFill>
              <a:latin typeface="Calibri"/>
              <a:ea typeface="Calibri"/>
              <a:cs typeface="Calibri"/>
              <a:sym typeface="Calibri"/>
            </a:endParaRPr>
          </a:p>
        </p:txBody>
      </p:sp>
      <p:sp>
        <p:nvSpPr>
          <p:cNvPr id="1112" name="Google Shape;1112;p148"/>
          <p:cNvSpPr/>
          <p:nvPr/>
        </p:nvSpPr>
        <p:spPr>
          <a:xfrm>
            <a:off x="721546" y="2182055"/>
            <a:ext cx="7811219"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US" sz="1600" u="none" cap="none" strike="noStrike">
                <a:solidFill>
                  <a:srgbClr val="000000"/>
                </a:solidFill>
                <a:latin typeface="Times New Roman"/>
                <a:ea typeface="Times New Roman"/>
                <a:cs typeface="Times New Roman"/>
                <a:sym typeface="Times New Roman"/>
              </a:rPr>
              <a:t>Complete the value of the appropriate </a:t>
            </a:r>
            <a:r>
              <a:rPr b="0" i="0" lang="en-US" sz="1600" u="none" cap="none" strike="noStrike">
                <a:solidFill>
                  <a:srgbClr val="000000"/>
                </a:solidFill>
                <a:latin typeface="Courier New"/>
                <a:ea typeface="Courier New"/>
                <a:cs typeface="Courier New"/>
                <a:sym typeface="Courier New"/>
              </a:rPr>
              <a:t>mutex</a:t>
            </a:r>
            <a:r>
              <a:rPr b="0" i="0" lang="en-US" sz="1600" u="none" cap="none" strike="noStrike">
                <a:solidFill>
                  <a:srgbClr val="000000"/>
                </a:solidFill>
                <a:latin typeface="Times New Roman"/>
                <a:ea typeface="Times New Roman"/>
                <a:cs typeface="Times New Roman"/>
                <a:sym typeface="Times New Roman"/>
              </a:rPr>
              <a:t> variables in Table below if the following sequence of order is executed:  </a:t>
            </a:r>
            <a:r>
              <a:rPr b="0" i="1" lang="en-US" sz="1600" u="none" cap="none" strike="noStrike">
                <a:solidFill>
                  <a:srgbClr val="000000"/>
                </a:solidFill>
                <a:latin typeface="Times New Roman"/>
                <a:ea typeface="Times New Roman"/>
                <a:cs typeface="Times New Roman"/>
                <a:sym typeface="Times New Roman"/>
              </a:rPr>
              <a:t>consumer</a:t>
            </a:r>
            <a:r>
              <a:rPr b="0" i="0" lang="en-US" sz="1600" u="none" cap="none" strike="noStrike">
                <a:solidFill>
                  <a:srgbClr val="000000"/>
                </a:solidFill>
                <a:latin typeface="Times New Roman"/>
                <a:ea typeface="Times New Roman"/>
                <a:cs typeface="Times New Roman"/>
                <a:sym typeface="Times New Roman"/>
              </a:rPr>
              <a:t>, </a:t>
            </a:r>
            <a:r>
              <a:rPr b="0" i="1" lang="en-US" sz="1600" u="none" cap="none" strike="noStrike">
                <a:solidFill>
                  <a:srgbClr val="000000"/>
                </a:solidFill>
                <a:latin typeface="Times New Roman"/>
                <a:ea typeface="Times New Roman"/>
                <a:cs typeface="Times New Roman"/>
                <a:sym typeface="Times New Roman"/>
              </a:rPr>
              <a:t>consumer,</a:t>
            </a:r>
            <a:r>
              <a:rPr b="0" i="0" lang="en-US" sz="1600" u="none" cap="none" strike="noStrike">
                <a:solidFill>
                  <a:srgbClr val="000000"/>
                </a:solidFill>
                <a:latin typeface="Times New Roman"/>
                <a:ea typeface="Times New Roman"/>
                <a:cs typeface="Times New Roman"/>
                <a:sym typeface="Times New Roman"/>
              </a:rPr>
              <a:t> </a:t>
            </a:r>
            <a:r>
              <a:rPr b="0" i="1" lang="en-US" sz="1600" u="none" cap="none" strike="noStrike">
                <a:solidFill>
                  <a:srgbClr val="000000"/>
                </a:solidFill>
                <a:latin typeface="Times New Roman"/>
                <a:ea typeface="Times New Roman"/>
                <a:cs typeface="Times New Roman"/>
                <a:sym typeface="Times New Roman"/>
              </a:rPr>
              <a:t>producer</a:t>
            </a:r>
            <a:r>
              <a:rPr b="0" i="0" lang="en-US" sz="1600" u="none" cap="none" strike="noStrike">
                <a:solidFill>
                  <a:srgbClr val="000000"/>
                </a:solidFill>
                <a:latin typeface="Times New Roman"/>
                <a:ea typeface="Times New Roman"/>
                <a:cs typeface="Times New Roman"/>
                <a:sym typeface="Times New Roman"/>
              </a:rPr>
              <a:t>. [</a:t>
            </a:r>
            <a:r>
              <a:rPr b="0" i="1" lang="en-US" sz="1600" u="none" cap="none" strike="noStrike">
                <a:solidFill>
                  <a:srgbClr val="000000"/>
                </a:solidFill>
                <a:latin typeface="Times New Roman"/>
                <a:ea typeface="Times New Roman"/>
                <a:cs typeface="Times New Roman"/>
                <a:sym typeface="Times New Roman"/>
              </a:rPr>
              <a:t>6 marks</a:t>
            </a:r>
            <a:r>
              <a:rPr b="0" i="0" lang="en-US" sz="1600" u="none" cap="none" strike="noStrike">
                <a:solidFill>
                  <a:srgbClr val="000000"/>
                </a:solidFill>
                <a:latin typeface="Times New Roman"/>
                <a:ea typeface="Times New Roman"/>
                <a:cs typeface="Times New Roman"/>
                <a:sym typeface="Times New Roman"/>
              </a:rPr>
              <a:t>]</a:t>
            </a:r>
            <a:endParaRPr b="0" i="0" sz="1600" u="none" cap="none" strike="noStrike">
              <a:solidFill>
                <a:srgbClr val="000000"/>
              </a:solidFill>
              <a:latin typeface="Calibri"/>
              <a:ea typeface="Calibri"/>
              <a:cs typeface="Calibri"/>
              <a:sym typeface="Calibri"/>
            </a:endParaRPr>
          </a:p>
        </p:txBody>
      </p:sp>
      <p:graphicFrame>
        <p:nvGraphicFramePr>
          <p:cNvPr id="1113" name="Google Shape;1113;p148"/>
          <p:cNvGraphicFramePr/>
          <p:nvPr/>
        </p:nvGraphicFramePr>
        <p:xfrm>
          <a:off x="635281" y="3469878"/>
          <a:ext cx="3000000" cy="3000000"/>
        </p:xfrm>
        <a:graphic>
          <a:graphicData uri="http://schemas.openxmlformats.org/drawingml/2006/table">
            <a:tbl>
              <a:tblPr>
                <a:noFill/>
                <a:tableStyleId>{B9215D1F-2668-4416-99F6-6788D0F6B674}</a:tableStyleId>
              </a:tblPr>
              <a:tblGrid>
                <a:gridCol w="1492050"/>
                <a:gridCol w="1580925"/>
                <a:gridCol w="1685700"/>
                <a:gridCol w="1528525"/>
                <a:gridCol w="1459300"/>
              </a:tblGrid>
              <a:tr h="203200">
                <a:tc>
                  <a:txBody>
                    <a:bodyPr/>
                    <a:lstStyle/>
                    <a:p>
                      <a:pPr indent="0" lvl="0" marL="0" marR="0" rtl="0" algn="l">
                        <a:lnSpc>
                          <a:spcPct val="115000"/>
                        </a:lnSpc>
                        <a:spcBef>
                          <a:spcPts val="0"/>
                        </a:spcBef>
                        <a:spcAft>
                          <a:spcPts val="0"/>
                        </a:spcAft>
                        <a:buNone/>
                      </a:pPr>
                      <a:r>
                        <a:rPr lang="en-US" sz="1600" u="none" cap="none" strike="noStrike"/>
                        <a:t>Process</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Wait(full)</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Wait(mutex)</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Signal (mutex)</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Signal (empty)</a:t>
                      </a:r>
                      <a:endParaRPr sz="1600" u="none" cap="none" strike="noStrike">
                        <a:latin typeface="Calibri"/>
                        <a:ea typeface="Calibri"/>
                        <a:cs typeface="Calibri"/>
                        <a:sym typeface="Calibri"/>
                      </a:endParaRPr>
                    </a:p>
                  </a:txBody>
                  <a:tcPr marT="0" marB="0" marR="68575" marL="68575" anchor="ctr"/>
                </a:tc>
              </a:tr>
              <a:tr h="203200">
                <a:tc>
                  <a:txBody>
                    <a:bodyPr/>
                    <a:lstStyle/>
                    <a:p>
                      <a:pPr indent="0" lvl="0" marL="0" marR="201295" rtl="0" algn="l">
                        <a:lnSpc>
                          <a:spcPct val="115000"/>
                        </a:lnSpc>
                        <a:spcBef>
                          <a:spcPts val="0"/>
                        </a:spcBef>
                        <a:spcAft>
                          <a:spcPts val="0"/>
                        </a:spcAft>
                        <a:buNone/>
                      </a:pPr>
                      <a:r>
                        <a:rPr lang="en-US" sz="1600" u="none" cap="none" strike="noStrike"/>
                        <a:t>Initia Value</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2</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1</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6</a:t>
                      </a:r>
                      <a:endParaRPr sz="1600" u="none" cap="none" strike="noStrike">
                        <a:latin typeface="Calibri"/>
                        <a:ea typeface="Calibri"/>
                        <a:cs typeface="Calibri"/>
                        <a:sym typeface="Calibri"/>
                      </a:endParaRPr>
                    </a:p>
                  </a:txBody>
                  <a:tcPr marT="0" marB="0" marR="68575" marL="68575" anchor="ctr"/>
                </a:tc>
              </a:tr>
              <a:tr h="203200">
                <a:tc>
                  <a:txBody>
                    <a:bodyPr/>
                    <a:lstStyle/>
                    <a:p>
                      <a:pPr indent="0" lvl="0" marL="0" marR="111760" rtl="0" algn="l">
                        <a:lnSpc>
                          <a:spcPct val="200000"/>
                        </a:lnSpc>
                        <a:spcBef>
                          <a:spcPts val="0"/>
                        </a:spcBef>
                        <a:spcAft>
                          <a:spcPts val="0"/>
                        </a:spcAft>
                        <a:buNone/>
                      </a:pPr>
                      <a:r>
                        <a:rPr lang="en-US" sz="1600" u="none" cap="none" strike="noStrike"/>
                        <a:t>Consumer</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r>
              <a:tr h="203200">
                <a:tc>
                  <a:txBody>
                    <a:bodyPr/>
                    <a:lstStyle/>
                    <a:p>
                      <a:pPr indent="0" lvl="0" marL="0" marR="111760" rtl="0" algn="l">
                        <a:lnSpc>
                          <a:spcPct val="200000"/>
                        </a:lnSpc>
                        <a:spcBef>
                          <a:spcPts val="0"/>
                        </a:spcBef>
                        <a:spcAft>
                          <a:spcPts val="0"/>
                        </a:spcAft>
                        <a:buNone/>
                      </a:pPr>
                      <a:r>
                        <a:rPr lang="en-US" sz="1600" u="none" cap="none" strike="noStrike"/>
                        <a:t>Consumer</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r>
              <a:tr h="203200">
                <a:tc>
                  <a:txBody>
                    <a:bodyPr/>
                    <a:lstStyle/>
                    <a:p>
                      <a:pPr indent="0" lvl="0" marL="0" marR="0" rtl="0" algn="l">
                        <a:lnSpc>
                          <a:spcPct val="115000"/>
                        </a:lnSpc>
                        <a:spcBef>
                          <a:spcPts val="0"/>
                        </a:spcBef>
                        <a:spcAft>
                          <a:spcPts val="0"/>
                        </a:spcAft>
                        <a:buNone/>
                      </a:pPr>
                      <a:r>
                        <a:rPr lang="en-US" sz="1600" u="none" cap="none" strike="noStrike"/>
                        <a:t>Process</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Wait(empty)</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Wait(mutex)</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Signal (mutex)</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115000"/>
                        </a:lnSpc>
                        <a:spcBef>
                          <a:spcPts val="0"/>
                        </a:spcBef>
                        <a:spcAft>
                          <a:spcPts val="0"/>
                        </a:spcAft>
                        <a:buNone/>
                      </a:pPr>
                      <a:r>
                        <a:rPr lang="en-US" sz="1600" u="none" cap="none" strike="noStrike"/>
                        <a:t>Signal (full)</a:t>
                      </a:r>
                      <a:endParaRPr sz="1600" u="none" cap="none" strike="noStrike">
                        <a:latin typeface="Calibri"/>
                        <a:ea typeface="Calibri"/>
                        <a:cs typeface="Calibri"/>
                        <a:sym typeface="Calibri"/>
                      </a:endParaRPr>
                    </a:p>
                  </a:txBody>
                  <a:tcPr marT="0" marB="0" marR="68575" marL="68575" anchor="ctr"/>
                </a:tc>
              </a:tr>
              <a:tr h="203200">
                <a:tc>
                  <a:txBody>
                    <a:bodyPr/>
                    <a:lstStyle/>
                    <a:p>
                      <a:pPr indent="0" lvl="0" marL="0" marR="111760" rtl="0" algn="l">
                        <a:lnSpc>
                          <a:spcPct val="200000"/>
                        </a:lnSpc>
                        <a:spcBef>
                          <a:spcPts val="0"/>
                        </a:spcBef>
                        <a:spcAft>
                          <a:spcPts val="0"/>
                        </a:spcAft>
                        <a:buNone/>
                      </a:pPr>
                      <a:r>
                        <a:rPr lang="en-US" sz="1600" u="none" cap="none" strike="noStrike"/>
                        <a:t>Producer</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c>
                  <a:txBody>
                    <a:bodyPr/>
                    <a:lstStyle/>
                    <a:p>
                      <a:pPr indent="0" lvl="0" marL="0" marR="0" rtl="0" algn="ctr">
                        <a:lnSpc>
                          <a:spcPct val="200000"/>
                        </a:lnSpc>
                        <a:spcBef>
                          <a:spcPts val="0"/>
                        </a:spcBef>
                        <a:spcAft>
                          <a:spcPts val="0"/>
                        </a:spcAft>
                        <a:buNone/>
                      </a:pPr>
                      <a:r>
                        <a:rPr lang="en-US" sz="1600" u="none" cap="none" strike="noStrike"/>
                        <a:t> </a:t>
                      </a:r>
                      <a:endParaRPr sz="1600" u="none" cap="none" strike="noStrike">
                        <a:latin typeface="Calibri"/>
                        <a:ea typeface="Calibri"/>
                        <a:cs typeface="Calibri"/>
                        <a:sym typeface="Calibri"/>
                      </a:endParaRPr>
                    </a:p>
                  </a:txBody>
                  <a:tcPr marT="0" marB="0" marR="68575" marL="68575" anchor="ct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67"/>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End of Chapter 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3_Default Design">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Default Design">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1_Default Design">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2011-01-13T23:43:38Z</dcterms:created>
  <dc:creator>Lucent End User</dc:creator>
</cp:coreProperties>
</file>